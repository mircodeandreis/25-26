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notesMasterIdLst>
    <p:notesMasterId r:id="rId35"/>
  </p:notesMasterIdLst>
  <p:handoutMasterIdLst>
    <p:handoutMasterId r:id="rId36"/>
  </p:handoutMasterIdLst>
  <p:sldIdLst>
    <p:sldId id="303" r:id="rId2"/>
    <p:sldId id="260" r:id="rId3"/>
    <p:sldId id="276" r:id="rId4"/>
    <p:sldId id="263" r:id="rId5"/>
    <p:sldId id="328" r:id="rId6"/>
    <p:sldId id="267" r:id="rId7"/>
    <p:sldId id="329" r:id="rId8"/>
    <p:sldId id="330" r:id="rId9"/>
    <p:sldId id="331" r:id="rId10"/>
    <p:sldId id="332" r:id="rId11"/>
    <p:sldId id="394" r:id="rId12"/>
    <p:sldId id="395" r:id="rId13"/>
    <p:sldId id="396" r:id="rId14"/>
    <p:sldId id="398" r:id="rId15"/>
    <p:sldId id="342" r:id="rId16"/>
    <p:sldId id="339" r:id="rId17"/>
    <p:sldId id="397" r:id="rId18"/>
    <p:sldId id="333" r:id="rId19"/>
    <p:sldId id="334" r:id="rId20"/>
    <p:sldId id="335" r:id="rId21"/>
    <p:sldId id="336" r:id="rId22"/>
    <p:sldId id="359" r:id="rId23"/>
    <p:sldId id="337" r:id="rId24"/>
    <p:sldId id="392" r:id="rId25"/>
    <p:sldId id="393" r:id="rId26"/>
    <p:sldId id="340" r:id="rId27"/>
    <p:sldId id="341" r:id="rId28"/>
    <p:sldId id="343" r:id="rId29"/>
    <p:sldId id="358" r:id="rId30"/>
    <p:sldId id="344" r:id="rId31"/>
    <p:sldId id="287" r:id="rId32"/>
    <p:sldId id="345" r:id="rId33"/>
    <p:sldId id="350" r:id="rId34"/>
  </p:sldIdLst>
  <p:sldSz cx="12192000" cy="68580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80" autoAdjust="0"/>
    <p:restoredTop sz="94673" autoAdjust="0"/>
  </p:normalViewPr>
  <p:slideViewPr>
    <p:cSldViewPr snapToObjects="1" showGuides="1">
      <p:cViewPr varScale="1">
        <p:scale>
          <a:sx n="96" d="100"/>
          <a:sy n="96" d="100"/>
        </p:scale>
        <p:origin x="771" y="5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BC9175-075D-450B-9ED9-6D63EE08C5A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A6D87D0-9AF8-431E-8648-A318FDEAD921}">
      <dgm:prSet/>
      <dgm:spPr/>
      <dgm:t>
        <a:bodyPr/>
        <a:lstStyle/>
        <a:p>
          <a:r>
            <a:rPr lang="en-GB"/>
            <a:t>AS10</a:t>
          </a:r>
          <a:endParaRPr lang="it-IT"/>
        </a:p>
      </dgm:t>
    </dgm:pt>
    <dgm:pt modelId="{14DC6C20-7D24-475B-9FAB-0FECCD651EDC}" type="parTrans" cxnId="{92680C30-277D-45B3-BFF9-3D7E2A757189}">
      <dgm:prSet/>
      <dgm:spPr/>
      <dgm:t>
        <a:bodyPr/>
        <a:lstStyle/>
        <a:p>
          <a:endParaRPr lang="en-US"/>
        </a:p>
      </dgm:t>
    </dgm:pt>
    <dgm:pt modelId="{A5BD0F90-9296-463B-BBB1-4DA2C812C65D}" type="sibTrans" cxnId="{92680C30-277D-45B3-BFF9-3D7E2A757189}">
      <dgm:prSet/>
      <dgm:spPr/>
      <dgm:t>
        <a:bodyPr/>
        <a:lstStyle/>
        <a:p>
          <a:endParaRPr lang="en-US"/>
        </a:p>
      </dgm:t>
    </dgm:pt>
    <dgm:pt modelId="{389C7A10-0958-42CA-815C-99ED080D0A19}" type="pres">
      <dgm:prSet presAssocID="{2BBC9175-075D-450B-9ED9-6D63EE08C5A9}" presName="linear" presStyleCnt="0">
        <dgm:presLayoutVars>
          <dgm:animLvl val="lvl"/>
          <dgm:resizeHandles val="exact"/>
        </dgm:presLayoutVars>
      </dgm:prSet>
      <dgm:spPr/>
    </dgm:pt>
    <dgm:pt modelId="{53E692B0-337E-4AC1-8AC6-16F2456EC75E}" type="pres">
      <dgm:prSet presAssocID="{CA6D87D0-9AF8-431E-8648-A318FDEAD92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BE421204-9DE7-49C1-940B-2FACBA7FFDE2}" type="presOf" srcId="{2BBC9175-075D-450B-9ED9-6D63EE08C5A9}" destId="{389C7A10-0958-42CA-815C-99ED080D0A19}" srcOrd="0" destOrd="0" presId="urn:microsoft.com/office/officeart/2005/8/layout/vList2"/>
    <dgm:cxn modelId="{AECDC628-DBC8-4933-A7CB-40FE8688D786}" type="presOf" srcId="{CA6D87D0-9AF8-431E-8648-A318FDEAD921}" destId="{53E692B0-337E-4AC1-8AC6-16F2456EC75E}" srcOrd="0" destOrd="0" presId="urn:microsoft.com/office/officeart/2005/8/layout/vList2"/>
    <dgm:cxn modelId="{92680C30-277D-45B3-BFF9-3D7E2A757189}" srcId="{2BBC9175-075D-450B-9ED9-6D63EE08C5A9}" destId="{CA6D87D0-9AF8-431E-8648-A318FDEAD921}" srcOrd="0" destOrd="0" parTransId="{14DC6C20-7D24-475B-9FAB-0FECCD651EDC}" sibTransId="{A5BD0F90-9296-463B-BBB1-4DA2C812C65D}"/>
    <dgm:cxn modelId="{68028BA2-E162-41F9-83C1-390BCF65F844}" type="presParOf" srcId="{389C7A10-0958-42CA-815C-99ED080D0A19}" destId="{53E692B0-337E-4AC1-8AC6-16F2456EC75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E692B0-337E-4AC1-8AC6-16F2456EC75E}">
      <dsp:nvSpPr>
        <dsp:cNvPr id="0" name=""/>
        <dsp:cNvSpPr/>
      </dsp:nvSpPr>
      <dsp:spPr>
        <a:xfrm>
          <a:off x="0" y="7264"/>
          <a:ext cx="1724025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AS10</a:t>
          </a:r>
          <a:endParaRPr lang="it-IT" sz="1700" kern="1200"/>
        </a:p>
      </dsp:txBody>
      <dsp:txXfrm>
        <a:off x="19904" y="27168"/>
        <a:ext cx="1684217" cy="3679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ABD4127E-CE1D-4820-8EFE-7CB9AF632B8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E10DF71B-22AB-4768-9319-DF7C570FA9E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11620" name="Rectangle 4">
            <a:extLst>
              <a:ext uri="{FF2B5EF4-FFF2-40B4-BE49-F238E27FC236}">
                <a16:creationId xmlns:a16="http://schemas.microsoft.com/office/drawing/2014/main" id="{DBB6D9B7-A772-4C4E-AC7B-C43DCAE351C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11621" name="Rectangle 5">
            <a:extLst>
              <a:ext uri="{FF2B5EF4-FFF2-40B4-BE49-F238E27FC236}">
                <a16:creationId xmlns:a16="http://schemas.microsoft.com/office/drawing/2014/main" id="{C084138B-22E7-4DC6-A2DC-5005963E064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fld id="{22673A5E-8689-FB4B-BADC-F8430D3DCA5D}" type="slidenum">
              <a:rPr lang="it-IT" altLang="it-IT"/>
              <a:pPr/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6370316-6C5A-483E-B7DC-A8955553D22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B7F8D778-96BD-401F-B505-78D6D5D2435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B964B41-52DF-8654-FFC0-9E06A9DF2AA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8788" y="720725"/>
            <a:ext cx="6397625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4342112D-787E-48FE-B546-248C4613CC1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59300"/>
            <a:ext cx="5851525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164372D1-D68D-4253-BC0A-C4C8773DA0C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C39FED64-0952-419A-BBD5-CE22088DFA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fld id="{5EC4EE63-DF1B-1C4E-844B-84BFF2554C72}" type="slidenum">
              <a:rPr lang="it-IT" altLang="it-IT"/>
              <a:pPr/>
              <a:t>‹#›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 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988840"/>
            <a:ext cx="10363200" cy="866775"/>
          </a:xfrm>
        </p:spPr>
        <p:txBody>
          <a:bodyPr/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2996952"/>
            <a:ext cx="8534400" cy="6953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/>
            </a:lvl1pPr>
          </a:lstStyle>
          <a:p>
            <a:r>
              <a:rPr lang="it-IT"/>
              <a:t>Fare clic per modificare lo stile del sottotitolo dello schema</a:t>
            </a:r>
            <a:endParaRPr lang="it-IT" dirty="0"/>
          </a:p>
        </p:txBody>
      </p:sp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B150B1F-FA08-F63A-3429-F7F8A760DB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88" y="150788"/>
            <a:ext cx="4234565" cy="94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884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righ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9400-AFF6-4FC9-8E2F-F363C6F66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 dirty="0"/>
              <a:t>copyright </a:t>
            </a:r>
            <a:r>
              <a:rPr lang="it-IT" altLang="it-IT" dirty="0" err="1"/>
              <a:t>notice</a:t>
            </a:r>
            <a:endParaRPr lang="it-IT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95E1F6-EE88-4027-874C-C2A60CB40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altLang="en-IT"/>
              <a:t>last update: Oct 2023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4B42B5-5FDC-4B42-887A-B68A97D00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altLang="en-IT"/>
              <a:t>kathara – [ labs: ospf_frr ]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C412A2-966A-4BF2-921A-CFBA729795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12876"/>
            <a:ext cx="10972800" cy="4713288"/>
          </a:xfrm>
        </p:spPr>
        <p:txBody>
          <a:bodyPr/>
          <a:lstStyle/>
          <a:p>
            <a:pPr lvl="0" eaLnBrk="1" hangingPunct="1">
              <a:lnSpc>
                <a:spcPct val="80000"/>
              </a:lnSpc>
            </a:pPr>
            <a:r>
              <a:rPr lang="it-IT" altLang="it-IT" sz="1800"/>
              <a:t>Fare clic per modificare gli stili del testo dello schema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800"/>
              <a:t>Secondo livello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800"/>
              <a:t>Terzo livello</a:t>
            </a:r>
          </a:p>
          <a:p>
            <a:pPr lvl="3" eaLnBrk="1" hangingPunct="1">
              <a:lnSpc>
                <a:spcPct val="80000"/>
              </a:lnSpc>
            </a:pPr>
            <a:r>
              <a:rPr lang="it-IT" altLang="it-IT" sz="1800"/>
              <a:t>Quarto livello</a:t>
            </a:r>
          </a:p>
          <a:p>
            <a:pPr lvl="4" eaLnBrk="1" hangingPunct="1">
              <a:lnSpc>
                <a:spcPct val="80000"/>
              </a:lnSpc>
            </a:pPr>
            <a:r>
              <a:rPr lang="it-IT" altLang="it-IT" sz="1800"/>
              <a:t>Quinto livello</a:t>
            </a:r>
            <a:endParaRPr lang="it-IT" altLang="it-IT" sz="1800" dirty="0"/>
          </a:p>
        </p:txBody>
      </p:sp>
    </p:spTree>
    <p:extLst>
      <p:ext uri="{BB962C8B-B14F-4D97-AF65-F5344CB8AC3E}">
        <p14:creationId xmlns:p14="http://schemas.microsoft.com/office/powerpoint/2010/main" val="3474933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2C402-67A5-4652-B395-80C3CFC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0"/>
            <a:ext cx="10972800" cy="1143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2A33B8-9C12-4DD4-B7A2-462DBDF9F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altLang="en-IT"/>
              <a:t>last update: Oct 2023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054AC4-794D-4989-9E00-3CA5380BB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altLang="en-IT"/>
              <a:t>kathara – [ labs: ospf_frr ]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BE93C49-2746-445A-8FEE-BFD8EDF009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28800" y="3645024"/>
            <a:ext cx="8534400" cy="6953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it-IT"/>
              <a:t>Fare clic per modificare lo stile del sottotitolo dello schema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21861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1B5F34A-3762-4DC4-8521-3CCFBDBBB5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en-IT"/>
              <a:t>last update: Oct 2023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D2D072-E423-4081-B786-4B5AABE6E9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en-IT"/>
              <a:t>kathara – [ labs: ospf_frr ]</a:t>
            </a:r>
          </a:p>
        </p:txBody>
      </p:sp>
    </p:spTree>
    <p:extLst>
      <p:ext uri="{BB962C8B-B14F-4D97-AF65-F5344CB8AC3E}">
        <p14:creationId xmlns:p14="http://schemas.microsoft.com/office/powerpoint/2010/main" val="3734977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412875"/>
            <a:ext cx="5392615" cy="47132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89786" y="1412875"/>
            <a:ext cx="5392615" cy="47132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D3FD9D-035D-4317-87B9-2E07DC513C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en-IT"/>
              <a:t>last update: Oct 2023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56CC62-4927-46CE-8071-12D4280A82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en-IT"/>
              <a:t>kathara – [ labs: ospf_frr ]</a:t>
            </a:r>
          </a:p>
        </p:txBody>
      </p:sp>
    </p:spTree>
    <p:extLst>
      <p:ext uri="{BB962C8B-B14F-4D97-AF65-F5344CB8AC3E}">
        <p14:creationId xmlns:p14="http://schemas.microsoft.com/office/powerpoint/2010/main" val="791321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9E61840-3800-42E1-8104-908EC2290A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en-IT"/>
              <a:t>last update: Oct 2023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BDBC235-FCC8-44F7-AF2D-D19BB003DF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en-IT"/>
              <a:t>kathara – [ labs: ospf_frr ]</a:t>
            </a:r>
          </a:p>
        </p:txBody>
      </p:sp>
    </p:spTree>
    <p:extLst>
      <p:ext uri="{BB962C8B-B14F-4D97-AF65-F5344CB8AC3E}">
        <p14:creationId xmlns:p14="http://schemas.microsoft.com/office/powerpoint/2010/main" val="551900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210B621-DDDB-4969-8052-9E481273EF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en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F427022-EF7C-4DDD-9245-E8A971AB8D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en-IT"/>
              <a:t>kathara – [ labs: ospf_frr ]</a:t>
            </a:r>
          </a:p>
        </p:txBody>
      </p:sp>
    </p:spTree>
    <p:extLst>
      <p:ext uri="{BB962C8B-B14F-4D97-AF65-F5344CB8AC3E}">
        <p14:creationId xmlns:p14="http://schemas.microsoft.com/office/powerpoint/2010/main" val="1331981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24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7386" y="273053"/>
            <a:ext cx="681501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1" y="1435103"/>
            <a:ext cx="401124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B7462A-E94B-4E5C-AF83-8E8FA72FC5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en-IT"/>
              <a:t>last update: Oct 2023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CA9AC3-825F-4AAC-8B76-9EC322D8AC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en-IT"/>
              <a:t>kathara – [ labs: ospf_frr ]</a:t>
            </a:r>
          </a:p>
        </p:txBody>
      </p:sp>
    </p:spTree>
    <p:extLst>
      <p:ext uri="{BB962C8B-B14F-4D97-AF65-F5344CB8AC3E}">
        <p14:creationId xmlns:p14="http://schemas.microsoft.com/office/powerpoint/2010/main" val="2714806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pPr lvl="0"/>
            <a:r>
              <a:rPr lang="it-IT" noProof="0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58AB6D-2A9D-4F16-A910-0B79968AB2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en-IT"/>
              <a:t>last update: Oct 2023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A098BE-69C9-4538-89C8-C00B289910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en-IT"/>
              <a:t>kathara – [ labs: ospf_frr ]</a:t>
            </a:r>
          </a:p>
        </p:txBody>
      </p:sp>
    </p:spTree>
    <p:extLst>
      <p:ext uri="{BB962C8B-B14F-4D97-AF65-F5344CB8AC3E}">
        <p14:creationId xmlns:p14="http://schemas.microsoft.com/office/powerpoint/2010/main" val="2217449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86F16B-0B58-45B6-9061-CA60B6CB76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en-IT"/>
              <a:t>last update: Oct 2023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754CCF-D619-4891-8E0C-E8A44AB624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en-IT"/>
              <a:t>kathara – [ labs: ospf_frr ]</a:t>
            </a:r>
          </a:p>
        </p:txBody>
      </p:sp>
    </p:spTree>
    <p:extLst>
      <p:ext uri="{BB962C8B-B14F-4D97-AF65-F5344CB8AC3E}">
        <p14:creationId xmlns:p14="http://schemas.microsoft.com/office/powerpoint/2010/main" val="1422830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42031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ABEC1F-57AF-4AF1-B41E-3F8C581060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en-IT"/>
              <a:t>last update: Oct 2023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44205-C96E-4D3D-B0E4-CEBDE5B2D6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it-IT" altLang="en-IT"/>
              <a:t>kathara – [ labs: ospf_frr ]</a:t>
            </a:r>
          </a:p>
        </p:txBody>
      </p:sp>
    </p:spTree>
    <p:extLst>
      <p:ext uri="{BB962C8B-B14F-4D97-AF65-F5344CB8AC3E}">
        <p14:creationId xmlns:p14="http://schemas.microsoft.com/office/powerpoint/2010/main" val="2416110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44DAC59-5E6E-45D0-8524-3E061722C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16632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lo stile del titolo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F11B519-1465-43CA-9B06-0B1C84B88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12777"/>
            <a:ext cx="10972800" cy="4713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gli stili del testo dello schema</a:t>
            </a:r>
          </a:p>
          <a:p>
            <a:pPr lvl="1"/>
            <a:r>
              <a:rPr lang="it-IT" altLang="it-IT" dirty="0"/>
              <a:t>Secondo livello</a:t>
            </a:r>
          </a:p>
          <a:p>
            <a:pPr lvl="2"/>
            <a:r>
              <a:rPr lang="it-IT" altLang="it-IT" dirty="0"/>
              <a:t>Terzo livello</a:t>
            </a:r>
          </a:p>
          <a:p>
            <a:pPr lvl="3"/>
            <a:r>
              <a:rPr lang="it-IT" altLang="it-IT" dirty="0"/>
              <a:t>Quarto livello</a:t>
            </a:r>
          </a:p>
          <a:p>
            <a:pPr lvl="4"/>
            <a:r>
              <a:rPr lang="it-IT" altLang="it-IT" dirty="0"/>
              <a:t>Quinto livello</a:t>
            </a:r>
          </a:p>
        </p:txBody>
      </p:sp>
      <p:sp>
        <p:nvSpPr>
          <p:cNvPr id="303108" name="Rectangle 4">
            <a:extLst>
              <a:ext uri="{FF2B5EF4-FFF2-40B4-BE49-F238E27FC236}">
                <a16:creationId xmlns:a16="http://schemas.microsoft.com/office/drawing/2014/main" id="{9F6A8ACC-B973-483A-9EBB-30DD75AA7EB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265138" y="6453191"/>
            <a:ext cx="2782277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dirty="0">
                <a:latin typeface="+mn-lt"/>
              </a:defRPr>
            </a:lvl1pPr>
          </a:lstStyle>
          <a:p>
            <a:r>
              <a:rPr lang="it-IT" altLang="en-IT"/>
              <a:t>last update: Oct 2023</a:t>
            </a:r>
          </a:p>
        </p:txBody>
      </p:sp>
      <p:sp>
        <p:nvSpPr>
          <p:cNvPr id="303109" name="Rectangle 5">
            <a:extLst>
              <a:ext uri="{FF2B5EF4-FFF2-40B4-BE49-F238E27FC236}">
                <a16:creationId xmlns:a16="http://schemas.microsoft.com/office/drawing/2014/main" id="{6276769E-8AF7-4AB3-B25A-CA8C5C6A001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0295" y="6453191"/>
            <a:ext cx="595141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 err="1">
                <a:latin typeface="+mn-lt"/>
              </a:defRPr>
            </a:lvl1pPr>
          </a:lstStyle>
          <a:p>
            <a:r>
              <a:rPr lang="it-IT" altLang="en-IT"/>
              <a:t>kathara – [ labs: ospf_frr ]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53844C4-97BD-413F-90CB-BB662D34A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584" y="6453191"/>
            <a:ext cx="2279007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it-IT" sz="900" dirty="0">
                <a:solidFill>
                  <a:schemeClr val="bg2"/>
                </a:solidFill>
                <a:cs typeface="Arial" panose="020B0604020202020204" pitchFamily="34" charset="0"/>
              </a:rPr>
              <a:t>© Computer Networks Research Group Roma Tre University</a:t>
            </a:r>
          </a:p>
        </p:txBody>
      </p:sp>
      <p:pic>
        <p:nvPicPr>
          <p:cNvPr id="3" name="Picture 2" descr="A group of cubes with different colors&#10;&#10;Description automatically generated">
            <a:extLst>
              <a:ext uri="{FF2B5EF4-FFF2-40B4-BE49-F238E27FC236}">
                <a16:creationId xmlns:a16="http://schemas.microsoft.com/office/drawing/2014/main" id="{04BC26E2-2780-755F-DAB8-E568CC768E7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58" y="200174"/>
            <a:ext cx="1264030" cy="85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5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sldNum="0"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5pPr>
      <a:lvl6pPr marL="457212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6pPr>
      <a:lvl7pPr marL="914423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7pPr>
      <a:lvl8pPr marL="1371634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8pPr>
      <a:lvl9pPr marL="1828846" algn="ctr" rtl="0" eaLnBrk="1" fontAlgn="base" hangingPunct="1">
        <a:spcBef>
          <a:spcPct val="0"/>
        </a:spcBef>
        <a:spcAft>
          <a:spcPct val="0"/>
        </a:spcAft>
        <a:defRPr sz="4401">
          <a:solidFill>
            <a:schemeClr val="tx2"/>
          </a:solidFill>
          <a:latin typeface="Tahoma" pitchFamily="34" charset="0"/>
        </a:defRPr>
      </a:lvl9pPr>
    </p:titleStyle>
    <p:bodyStyle>
      <a:lvl1pPr marL="342908" indent="-34290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69" indent="-285757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28" indent="-228606" algn="l" rtl="0" eaLnBrk="1" fontAlgn="base" hangingPunct="1">
        <a:spcBef>
          <a:spcPct val="20000"/>
        </a:spcBef>
        <a:spcAft>
          <a:spcPct val="0"/>
        </a:spcAft>
        <a:buClr>
          <a:srgbClr val="66CC00"/>
        </a:buClr>
        <a:buSzPct val="7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40" indent="-228606" algn="l" rtl="0" eaLnBrk="1" fontAlgn="base" hangingPunct="1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52" indent="-228606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5pPr>
      <a:lvl6pPr marL="2514663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6pPr>
      <a:lvl7pPr marL="2971874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7pPr>
      <a:lvl8pPr marL="3429086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8pPr>
      <a:lvl9pPr marL="3886297" indent="-2286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E1A3DAF1-12A1-C8E9-9BCD-598FC2D281F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CH" altLang="it-IT" sz="4800" dirty="0"/>
              <a:t>Laboratory:</a:t>
            </a:r>
            <a:r>
              <a:rPr lang="it-IT" altLang="it-IT" sz="4800" dirty="0"/>
              <a:t> </a:t>
            </a:r>
            <a:r>
              <a:rPr lang="en-CH" altLang="it-IT" sz="4800" dirty="0"/>
              <a:t>OSPF </a:t>
            </a:r>
            <a:r>
              <a:rPr lang="it-IT" altLang="it-IT" sz="4800" dirty="0"/>
              <a:t>multiarea</a:t>
            </a:r>
          </a:p>
        </p:txBody>
      </p:sp>
      <p:sp>
        <p:nvSpPr>
          <p:cNvPr id="2" name="Sottotitolo 1">
            <a:extLst>
              <a:ext uri="{FF2B5EF4-FFF2-40B4-BE49-F238E27FC236}">
                <a16:creationId xmlns:a16="http://schemas.microsoft.com/office/drawing/2014/main" id="{9859D1B0-A02F-F3F3-AD60-2C71D9F382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Rectangle 2">
            <a:extLst>
              <a:ext uri="{FF2B5EF4-FFF2-40B4-BE49-F238E27FC236}">
                <a16:creationId xmlns:a16="http://schemas.microsoft.com/office/drawing/2014/main" id="{63272796-29F5-A0F0-D23E-E4F8822B70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H" altLang="it-IT" dirty="0"/>
              <a:t>What are OSPF</a:t>
            </a:r>
            <a:r>
              <a:rPr lang="it-IT" altLang="it-IT" dirty="0"/>
              <a:t> areas</a:t>
            </a:r>
            <a:r>
              <a:rPr lang="en-CH" altLang="it-IT" dirty="0"/>
              <a:t>?</a:t>
            </a:r>
            <a:endParaRPr lang="it-IT" altLang="it-IT" dirty="0"/>
          </a:p>
        </p:txBody>
      </p:sp>
      <p:sp>
        <p:nvSpPr>
          <p:cNvPr id="52229" name="Rectangle 3">
            <a:extLst>
              <a:ext uri="{FF2B5EF4-FFF2-40B4-BE49-F238E27FC236}">
                <a16:creationId xmlns:a16="http://schemas.microsoft.com/office/drawing/2014/main" id="{EE218CE9-5B29-FF7A-F5DC-BF162460AF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CH" altLang="it-IT" dirty="0"/>
              <a:t>A</a:t>
            </a:r>
            <a:r>
              <a:rPr lang="it-IT" altLang="it-IT" dirty="0"/>
              <a:t>n abstraction that </a:t>
            </a:r>
            <a:r>
              <a:rPr lang="it-IT" altLang="it-IT" b="1" dirty="0"/>
              <a:t>simplifies</a:t>
            </a:r>
            <a:r>
              <a:rPr lang="en-CH" altLang="it-IT" b="1" dirty="0"/>
              <a:t> </a:t>
            </a:r>
            <a:r>
              <a:rPr lang="it-IT" altLang="it-IT" b="1" dirty="0"/>
              <a:t>administration </a:t>
            </a:r>
            <a:r>
              <a:rPr lang="it-IT" altLang="it-IT" dirty="0"/>
              <a:t>and </a:t>
            </a:r>
            <a:r>
              <a:rPr lang="it-IT" altLang="it-IT" b="1" dirty="0"/>
              <a:t>improves scalability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dirty="0"/>
              <a:t>the topology of an area is invisible from the outside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dirty="0"/>
              <a:t>routers internal to a given area don’t see the detailed external topology</a:t>
            </a:r>
          </a:p>
          <a:p>
            <a:pPr eaLnBrk="1" hangingPunct="1">
              <a:lnSpc>
                <a:spcPct val="90000"/>
              </a:lnSpc>
            </a:pPr>
            <a:r>
              <a:rPr lang="en-CH" altLang="it-IT" dirty="0"/>
              <a:t>E</a:t>
            </a:r>
            <a:r>
              <a:rPr lang="it-IT" altLang="it-IT" dirty="0"/>
              <a:t>ach area runs a separate instance of the link state routing algorithm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dirty="0"/>
              <a:t>all routers in an area construct the same lsdb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dirty="0"/>
              <a:t>each router keeps </a:t>
            </a:r>
            <a:r>
              <a:rPr lang="it-IT" altLang="it-IT" b="1" dirty="0"/>
              <a:t>a distinct lsdb for each area it belongs to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A6E28B43-BD19-4F22-7A8E-70ED23291E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en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805E3C6-0E7D-74A9-65E3-1B692837D2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en-IT"/>
              <a:t>kathara – [ labs: ospf_frr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Rectangle 2">
            <a:extLst>
              <a:ext uri="{FF2B5EF4-FFF2-40B4-BE49-F238E27FC236}">
                <a16:creationId xmlns:a16="http://schemas.microsoft.com/office/drawing/2014/main" id="{EABC4B54-D32F-C669-F986-A6CF799C6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H" altLang="it-IT" dirty="0"/>
              <a:t>OSPF</a:t>
            </a:r>
            <a:r>
              <a:rPr lang="it-IT" altLang="it-IT" dirty="0"/>
              <a:t> areas</a:t>
            </a:r>
          </a:p>
        </p:txBody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FF0C57AA-EF52-3322-DB9C-477943C966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H" altLang="it-IT" dirty="0"/>
              <a:t>They are </a:t>
            </a:r>
            <a:r>
              <a:rPr lang="it-IT" altLang="it-IT" dirty="0"/>
              <a:t>identified by a 32-bit number,</a:t>
            </a:r>
            <a:r>
              <a:rPr lang="en-CH" altLang="it-IT" dirty="0"/>
              <a:t> </a:t>
            </a:r>
            <a:r>
              <a:rPr lang="it-IT" altLang="it-IT" dirty="0"/>
              <a:t>often in dotted decimal notation (1.2.3.4)</a:t>
            </a:r>
          </a:p>
          <a:p>
            <a:pPr lvl="1" eaLnBrk="1" hangingPunct="1"/>
            <a:r>
              <a:rPr lang="it-IT" altLang="it-IT" dirty="0"/>
              <a:t>different interfaces of the same router can be assigned to different areas</a:t>
            </a:r>
          </a:p>
          <a:p>
            <a:pPr lvl="1" eaLnBrk="1" hangingPunct="1"/>
            <a:r>
              <a:rPr lang="it-IT" altLang="it-IT" dirty="0"/>
              <a:t>each</a:t>
            </a:r>
          </a:p>
          <a:p>
            <a:pPr lvl="2" eaLnBrk="1" hangingPunct="1"/>
            <a:r>
              <a:rPr lang="it-IT" altLang="it-IT" dirty="0"/>
              <a:t>router interface...</a:t>
            </a:r>
          </a:p>
          <a:p>
            <a:pPr lvl="2" eaLnBrk="1" hangingPunct="1"/>
            <a:r>
              <a:rPr lang="it-IT" altLang="it-IT" dirty="0"/>
              <a:t>network...</a:t>
            </a:r>
          </a:p>
          <a:p>
            <a:pPr lvl="2" eaLnBrk="1" hangingPunct="1"/>
            <a:r>
              <a:rPr lang="it-IT" altLang="it-IT" dirty="0"/>
              <a:t>router adjacency...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it-IT" altLang="it-IT" dirty="0"/>
              <a:t>	...is associated with a single area</a:t>
            </a:r>
          </a:p>
          <a:p>
            <a:pPr lvl="1" eaLnBrk="1" hangingPunct="1"/>
            <a:endParaRPr lang="it-IT" altLang="it-IT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D7F39A15-6895-D2E9-BBF3-F82E290E15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en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2C2F20C-FD03-8CC5-BA63-7482937BEB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en-IT"/>
              <a:t>kathara – [ labs: ospf_frr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Rectangle 2">
            <a:extLst>
              <a:ext uri="{FF2B5EF4-FFF2-40B4-BE49-F238E27FC236}">
                <a16:creationId xmlns:a16="http://schemas.microsoft.com/office/drawing/2014/main" id="{13799A0F-A6BE-8EBD-3304-C09D0FEB0E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H" altLang="it-IT" dirty="0"/>
              <a:t>A</a:t>
            </a:r>
            <a:r>
              <a:rPr lang="it-IT" altLang="it-IT" dirty="0"/>
              <a:t>rea types</a:t>
            </a:r>
          </a:p>
        </p:txBody>
      </p:sp>
      <p:sp>
        <p:nvSpPr>
          <p:cNvPr id="54277" name="Rectangle 3">
            <a:extLst>
              <a:ext uri="{FF2B5EF4-FFF2-40B4-BE49-F238E27FC236}">
                <a16:creationId xmlns:a16="http://schemas.microsoft.com/office/drawing/2014/main" id="{30ED99B5-0EEF-095E-DCCC-E5B84F619D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800" dirty="0">
                <a:solidFill>
                  <a:schemeClr val="accent1"/>
                </a:solidFill>
              </a:rPr>
              <a:t>backbone (0.0.0.0)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b="1" dirty="0"/>
              <a:t>must be (virtually) connected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/>
              <a:t>all other areas are connected to it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/>
              <a:t>contains all the area border routers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800" dirty="0">
                <a:solidFill>
                  <a:schemeClr val="accent1"/>
                </a:solidFill>
              </a:rPr>
              <a:t>stub</a:t>
            </a:r>
          </a:p>
          <a:p>
            <a:pPr lvl="1" eaLnBrk="1" hangingPunct="1">
              <a:lnSpc>
                <a:spcPct val="80000"/>
              </a:lnSpc>
            </a:pPr>
            <a:r>
              <a:rPr lang="en-CH" altLang="it-IT" sz="2400" dirty="0"/>
              <a:t>It d</a:t>
            </a:r>
            <a:r>
              <a:rPr lang="it-IT" altLang="it-IT" sz="2400" dirty="0"/>
              <a:t>oes not receive advertisements of external routes</a:t>
            </a:r>
            <a:r>
              <a:rPr lang="en-CH" altLang="it-IT" sz="2400" dirty="0"/>
              <a:t> (?)</a:t>
            </a:r>
            <a:endParaRPr lang="it-IT" altLang="it-IT" sz="2400" dirty="0"/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b="1" dirty="0"/>
              <a:t>internal nodes are offered a default route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/>
              <a:t>cannot contain autonomous system boundary routers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/>
              <a:t>the backbone can’t be a stub area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800" dirty="0">
                <a:solidFill>
                  <a:schemeClr val="accent1"/>
                </a:solidFill>
              </a:rPr>
              <a:t>transit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/>
              <a:t>used to pass traffic from one adjacent area to another, via virtual links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01" name="Group 3">
            <a:extLst>
              <a:ext uri="{FF2B5EF4-FFF2-40B4-BE49-F238E27FC236}">
                <a16:creationId xmlns:a16="http://schemas.microsoft.com/office/drawing/2014/main" id="{4D3C3D4C-C323-9EE2-7110-2FE68BBB0436}"/>
              </a:ext>
            </a:extLst>
          </p:cNvPr>
          <p:cNvGrpSpPr>
            <a:grpSpLocks/>
          </p:cNvGrpSpPr>
          <p:nvPr/>
        </p:nvGrpSpPr>
        <p:grpSpPr bwMode="auto">
          <a:xfrm>
            <a:off x="2894014" y="3603626"/>
            <a:ext cx="6510337" cy="3209925"/>
            <a:chOff x="863" y="2270"/>
            <a:chExt cx="4101" cy="2022"/>
          </a:xfrm>
        </p:grpSpPr>
        <p:grpSp>
          <p:nvGrpSpPr>
            <p:cNvPr id="55313" name="Group 4">
              <a:extLst>
                <a:ext uri="{FF2B5EF4-FFF2-40B4-BE49-F238E27FC236}">
                  <a16:creationId xmlns:a16="http://schemas.microsoft.com/office/drawing/2014/main" id="{9DF45C2E-943F-8AAB-EA60-EA1A030943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3" y="2406"/>
              <a:ext cx="4101" cy="1886"/>
              <a:chOff x="863" y="2406"/>
              <a:chExt cx="4101" cy="1886"/>
            </a:xfrm>
          </p:grpSpPr>
          <p:sp>
            <p:nvSpPr>
              <p:cNvPr id="55315" name="Oval 5">
                <a:extLst>
                  <a:ext uri="{FF2B5EF4-FFF2-40B4-BE49-F238E27FC236}">
                    <a16:creationId xmlns:a16="http://schemas.microsoft.com/office/drawing/2014/main" id="{07E98059-A824-46BF-8E89-28B38C2966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19" y="2406"/>
                <a:ext cx="2819" cy="760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5316" name="Oval 6">
                <a:extLst>
                  <a:ext uri="{FF2B5EF4-FFF2-40B4-BE49-F238E27FC236}">
                    <a16:creationId xmlns:a16="http://schemas.microsoft.com/office/drawing/2014/main" id="{E4E393BF-76DF-0391-161C-9BF1629DCF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74" y="2666"/>
                <a:ext cx="1487" cy="673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5317" name="Oval 7">
                <a:extLst>
                  <a:ext uri="{FF2B5EF4-FFF2-40B4-BE49-F238E27FC236}">
                    <a16:creationId xmlns:a16="http://schemas.microsoft.com/office/drawing/2014/main" id="{A5332BBE-742A-F7A6-25B1-327F3CCD4F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63" y="2887"/>
                <a:ext cx="860" cy="733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5318" name="Oval 8">
                <a:extLst>
                  <a:ext uri="{FF2B5EF4-FFF2-40B4-BE49-F238E27FC236}">
                    <a16:creationId xmlns:a16="http://schemas.microsoft.com/office/drawing/2014/main" id="{76BC681E-D3A1-D604-A6E1-D02777C8D5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47" y="3312"/>
                <a:ext cx="1286" cy="595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5319" name="Oval 9">
                <a:extLst>
                  <a:ext uri="{FF2B5EF4-FFF2-40B4-BE49-F238E27FC236}">
                    <a16:creationId xmlns:a16="http://schemas.microsoft.com/office/drawing/2014/main" id="{1E0344EB-AF68-B84D-A836-FEA70D4FC8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30" y="3412"/>
                <a:ext cx="2534" cy="880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5320" name="Oval 10">
                <a:extLst>
                  <a:ext uri="{FF2B5EF4-FFF2-40B4-BE49-F238E27FC236}">
                    <a16:creationId xmlns:a16="http://schemas.microsoft.com/office/drawing/2014/main" id="{C8CA3D4A-4E01-0C7E-1D1B-085EA6877F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525" y="2685"/>
                <a:ext cx="1439" cy="711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5321" name="Oval 11">
                <a:extLst>
                  <a:ext uri="{FF2B5EF4-FFF2-40B4-BE49-F238E27FC236}">
                    <a16:creationId xmlns:a16="http://schemas.microsoft.com/office/drawing/2014/main" id="{D5C9E986-A618-A8FA-7F3A-803F353DC2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743" y="3025"/>
                <a:ext cx="826" cy="595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5322" name="Oval 12">
                <a:extLst>
                  <a:ext uri="{FF2B5EF4-FFF2-40B4-BE49-F238E27FC236}">
                    <a16:creationId xmlns:a16="http://schemas.microsoft.com/office/drawing/2014/main" id="{70E63C1B-5657-6040-00F4-EC73C3C83F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611" y="3136"/>
                <a:ext cx="675" cy="889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5323" name="Oval 13">
                <a:extLst>
                  <a:ext uri="{FF2B5EF4-FFF2-40B4-BE49-F238E27FC236}">
                    <a16:creationId xmlns:a16="http://schemas.microsoft.com/office/drawing/2014/main" id="{8EDCE0ED-3961-FD74-AD5D-85C10FF52A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30" y="2887"/>
                <a:ext cx="2890" cy="868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5314" name="Oval 14">
              <a:extLst>
                <a:ext uri="{FF2B5EF4-FFF2-40B4-BE49-F238E27FC236}">
                  <a16:creationId xmlns:a16="http://schemas.microsoft.com/office/drawing/2014/main" id="{1A542FE4-56D2-B2E1-CB1C-6AB2E29E357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15" y="2270"/>
              <a:ext cx="1518" cy="760"/>
            </a:xfrm>
            <a:prstGeom prst="ellipse">
              <a:avLst/>
            </a:prstGeom>
            <a:solidFill>
              <a:srgbClr val="CC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</p:grpSp>
      <p:sp>
        <p:nvSpPr>
          <p:cNvPr id="55302" name="Freeform 15">
            <a:extLst>
              <a:ext uri="{FF2B5EF4-FFF2-40B4-BE49-F238E27FC236}">
                <a16:creationId xmlns:a16="http://schemas.microsoft.com/office/drawing/2014/main" id="{AF915079-A093-5B0F-45B0-AC6F2568EAA9}"/>
              </a:ext>
            </a:extLst>
          </p:cNvPr>
          <p:cNvSpPr>
            <a:spLocks/>
          </p:cNvSpPr>
          <p:nvPr/>
        </p:nvSpPr>
        <p:spPr bwMode="auto">
          <a:xfrm>
            <a:off x="7224713" y="49213"/>
            <a:ext cx="3371850" cy="3886200"/>
          </a:xfrm>
          <a:custGeom>
            <a:avLst/>
            <a:gdLst>
              <a:gd name="T0" fmla="*/ 168849675 w 2124"/>
              <a:gd name="T1" fmla="*/ 2147483646 h 2448"/>
              <a:gd name="T2" fmla="*/ 572074675 w 2124"/>
              <a:gd name="T3" fmla="*/ 2147483646 h 2448"/>
              <a:gd name="T4" fmla="*/ 841732188 w 2124"/>
              <a:gd name="T5" fmla="*/ 2147483646 h 2448"/>
              <a:gd name="T6" fmla="*/ 587195613 w 2124"/>
              <a:gd name="T7" fmla="*/ 2147483646 h 2448"/>
              <a:gd name="T8" fmla="*/ 1081146238 w 2124"/>
              <a:gd name="T9" fmla="*/ 2147483646 h 2448"/>
              <a:gd name="T10" fmla="*/ 2069047488 w 2124"/>
              <a:gd name="T11" fmla="*/ 2147483646 h 2448"/>
              <a:gd name="T12" fmla="*/ 2147483646 w 2124"/>
              <a:gd name="T13" fmla="*/ 2147483646 h 2448"/>
              <a:gd name="T14" fmla="*/ 2147483646 w 2124"/>
              <a:gd name="T15" fmla="*/ 2147483646 h 2448"/>
              <a:gd name="T16" fmla="*/ 2147483646 w 2124"/>
              <a:gd name="T17" fmla="*/ 2147483646 h 2448"/>
              <a:gd name="T18" fmla="*/ 2147483646 w 2124"/>
              <a:gd name="T19" fmla="*/ 1708665938 h 2448"/>
              <a:gd name="T20" fmla="*/ 2147483646 w 2124"/>
              <a:gd name="T21" fmla="*/ 282257500 h 2448"/>
              <a:gd name="T22" fmla="*/ 2147483646 w 2124"/>
              <a:gd name="T23" fmla="*/ 70564375 h 2448"/>
              <a:gd name="T24" fmla="*/ 423386250 w 2124"/>
              <a:gd name="T25" fmla="*/ 176410938 h 2448"/>
              <a:gd name="T26" fmla="*/ 302418750 w 2124"/>
              <a:gd name="T27" fmla="*/ 1134070313 h 2448"/>
              <a:gd name="T28" fmla="*/ 511590925 w 2124"/>
              <a:gd name="T29" fmla="*/ 1688504688 h 2448"/>
              <a:gd name="T30" fmla="*/ 168849675 w 2124"/>
              <a:gd name="T31" fmla="*/ 2147483646 h 244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124"/>
              <a:gd name="T49" fmla="*/ 0 h 2448"/>
              <a:gd name="T50" fmla="*/ 2124 w 2124"/>
              <a:gd name="T51" fmla="*/ 2448 h 2448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124" h="2448">
                <a:moveTo>
                  <a:pt x="67" y="990"/>
                </a:moveTo>
                <a:cubicBezTo>
                  <a:pt x="27" y="1066"/>
                  <a:pt x="183" y="1206"/>
                  <a:pt x="227" y="1359"/>
                </a:cubicBezTo>
                <a:cubicBezTo>
                  <a:pt x="271" y="1512"/>
                  <a:pt x="333" y="1748"/>
                  <a:pt x="334" y="1911"/>
                </a:cubicBezTo>
                <a:cubicBezTo>
                  <a:pt x="335" y="2074"/>
                  <a:pt x="217" y="2249"/>
                  <a:pt x="233" y="2338"/>
                </a:cubicBezTo>
                <a:cubicBezTo>
                  <a:pt x="249" y="2427"/>
                  <a:pt x="331" y="2448"/>
                  <a:pt x="429" y="2445"/>
                </a:cubicBezTo>
                <a:cubicBezTo>
                  <a:pt x="527" y="2442"/>
                  <a:pt x="679" y="2351"/>
                  <a:pt x="821" y="2321"/>
                </a:cubicBezTo>
                <a:cubicBezTo>
                  <a:pt x="963" y="2291"/>
                  <a:pt x="1110" y="2289"/>
                  <a:pt x="1285" y="2265"/>
                </a:cubicBezTo>
                <a:cubicBezTo>
                  <a:pt x="1460" y="2241"/>
                  <a:pt x="1738" y="2250"/>
                  <a:pt x="1874" y="2174"/>
                </a:cubicBezTo>
                <a:cubicBezTo>
                  <a:pt x="2010" y="2098"/>
                  <a:pt x="2078" y="2060"/>
                  <a:pt x="2101" y="1811"/>
                </a:cubicBezTo>
                <a:cubicBezTo>
                  <a:pt x="2124" y="1562"/>
                  <a:pt x="2044" y="961"/>
                  <a:pt x="2011" y="678"/>
                </a:cubicBezTo>
                <a:cubicBezTo>
                  <a:pt x="1978" y="395"/>
                  <a:pt x="2049" y="220"/>
                  <a:pt x="1902" y="112"/>
                </a:cubicBezTo>
                <a:cubicBezTo>
                  <a:pt x="1755" y="4"/>
                  <a:pt x="1419" y="35"/>
                  <a:pt x="1130" y="28"/>
                </a:cubicBezTo>
                <a:cubicBezTo>
                  <a:pt x="841" y="21"/>
                  <a:pt x="336" y="0"/>
                  <a:pt x="168" y="70"/>
                </a:cubicBezTo>
                <a:cubicBezTo>
                  <a:pt x="0" y="140"/>
                  <a:pt x="114" y="350"/>
                  <a:pt x="120" y="450"/>
                </a:cubicBezTo>
                <a:cubicBezTo>
                  <a:pt x="126" y="550"/>
                  <a:pt x="212" y="580"/>
                  <a:pt x="203" y="670"/>
                </a:cubicBezTo>
                <a:cubicBezTo>
                  <a:pt x="194" y="760"/>
                  <a:pt x="95" y="923"/>
                  <a:pt x="67" y="990"/>
                </a:cubicBezTo>
                <a:close/>
              </a:path>
            </a:pathLst>
          </a:cu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5303" name="Freeform 16">
            <a:extLst>
              <a:ext uri="{FF2B5EF4-FFF2-40B4-BE49-F238E27FC236}">
                <a16:creationId xmlns:a16="http://schemas.microsoft.com/office/drawing/2014/main" id="{52D34B7F-D47C-3BA3-EDF7-B796C173F1AA}"/>
              </a:ext>
            </a:extLst>
          </p:cNvPr>
          <p:cNvSpPr>
            <a:spLocks/>
          </p:cNvSpPr>
          <p:nvPr/>
        </p:nvSpPr>
        <p:spPr bwMode="auto">
          <a:xfrm>
            <a:off x="4737101" y="52389"/>
            <a:ext cx="2828925" cy="3748087"/>
          </a:xfrm>
          <a:custGeom>
            <a:avLst/>
            <a:gdLst>
              <a:gd name="T0" fmla="*/ 332660625 w 1782"/>
              <a:gd name="T1" fmla="*/ 1577617602 h 2361"/>
              <a:gd name="T2" fmla="*/ 614918125 w 1782"/>
              <a:gd name="T3" fmla="*/ 1083667043 h 2361"/>
              <a:gd name="T4" fmla="*/ 975301263 w 1782"/>
              <a:gd name="T5" fmla="*/ 859372373 h 2361"/>
              <a:gd name="T6" fmla="*/ 1355844063 w 1782"/>
              <a:gd name="T7" fmla="*/ 559474613 h 2361"/>
              <a:gd name="T8" fmla="*/ 2147483646 w 1782"/>
              <a:gd name="T9" fmla="*/ 80644989 h 2361"/>
              <a:gd name="T10" fmla="*/ 2147483646 w 1782"/>
              <a:gd name="T11" fmla="*/ 110886860 h 2361"/>
              <a:gd name="T12" fmla="*/ 2147483646 w 1782"/>
              <a:gd name="T13" fmla="*/ 740925839 h 2361"/>
              <a:gd name="T14" fmla="*/ 2147483646 w 1782"/>
              <a:gd name="T15" fmla="*/ 1607859473 h 2361"/>
              <a:gd name="T16" fmla="*/ 2147483646 w 1782"/>
              <a:gd name="T17" fmla="*/ 2147483646 h 2361"/>
              <a:gd name="T18" fmla="*/ 2147483646 w 1782"/>
              <a:gd name="T19" fmla="*/ 2147483646 h 2361"/>
              <a:gd name="T20" fmla="*/ 2147483646 w 1782"/>
              <a:gd name="T21" fmla="*/ 2147483646 h 2361"/>
              <a:gd name="T22" fmla="*/ 2147483646 w 1782"/>
              <a:gd name="T23" fmla="*/ 2147483646 h 2361"/>
              <a:gd name="T24" fmla="*/ 2147483646 w 1782"/>
              <a:gd name="T25" fmla="*/ 2147483646 h 2361"/>
              <a:gd name="T26" fmla="*/ 2147483646 w 1782"/>
              <a:gd name="T27" fmla="*/ 2147483646 h 2361"/>
              <a:gd name="T28" fmla="*/ 1514614700 w 1782"/>
              <a:gd name="T29" fmla="*/ 2147483646 h 2361"/>
              <a:gd name="T30" fmla="*/ 1305440938 w 1782"/>
              <a:gd name="T31" fmla="*/ 2147483646 h 2361"/>
              <a:gd name="T32" fmla="*/ 645160000 w 1782"/>
              <a:gd name="T33" fmla="*/ 2147483646 h 2361"/>
              <a:gd name="T34" fmla="*/ 599797188 w 1782"/>
              <a:gd name="T35" fmla="*/ 2147483646 h 2361"/>
              <a:gd name="T36" fmla="*/ 93246575 w 1782"/>
              <a:gd name="T37" fmla="*/ 2147483646 h 2361"/>
              <a:gd name="T38" fmla="*/ 47883763 w 1782"/>
              <a:gd name="T39" fmla="*/ 2147483646 h 2361"/>
              <a:gd name="T40" fmla="*/ 332660625 w 1782"/>
              <a:gd name="T41" fmla="*/ 1577617602 h 2361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1782"/>
              <a:gd name="T64" fmla="*/ 0 h 2361"/>
              <a:gd name="T65" fmla="*/ 1782 w 1782"/>
              <a:gd name="T66" fmla="*/ 2361 h 2361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1782" h="2361">
                <a:moveTo>
                  <a:pt x="132" y="626"/>
                </a:moveTo>
                <a:cubicBezTo>
                  <a:pt x="170" y="530"/>
                  <a:pt x="202" y="477"/>
                  <a:pt x="244" y="430"/>
                </a:cubicBezTo>
                <a:cubicBezTo>
                  <a:pt x="286" y="383"/>
                  <a:pt x="338" y="376"/>
                  <a:pt x="387" y="341"/>
                </a:cubicBezTo>
                <a:cubicBezTo>
                  <a:pt x="436" y="306"/>
                  <a:pt x="456" y="273"/>
                  <a:pt x="538" y="222"/>
                </a:cubicBezTo>
                <a:cubicBezTo>
                  <a:pt x="620" y="171"/>
                  <a:pt x="745" y="62"/>
                  <a:pt x="880" y="32"/>
                </a:cubicBezTo>
                <a:cubicBezTo>
                  <a:pt x="1015" y="2"/>
                  <a:pt x="1243" y="0"/>
                  <a:pt x="1349" y="44"/>
                </a:cubicBezTo>
                <a:cubicBezTo>
                  <a:pt x="1455" y="88"/>
                  <a:pt x="1469" y="195"/>
                  <a:pt x="1515" y="294"/>
                </a:cubicBezTo>
                <a:cubicBezTo>
                  <a:pt x="1561" y="393"/>
                  <a:pt x="1629" y="523"/>
                  <a:pt x="1628" y="638"/>
                </a:cubicBezTo>
                <a:cubicBezTo>
                  <a:pt x="1627" y="753"/>
                  <a:pt x="1501" y="860"/>
                  <a:pt x="1509" y="982"/>
                </a:cubicBezTo>
                <a:cubicBezTo>
                  <a:pt x="1517" y="1104"/>
                  <a:pt x="1630" y="1221"/>
                  <a:pt x="1675" y="1368"/>
                </a:cubicBezTo>
                <a:cubicBezTo>
                  <a:pt x="1720" y="1515"/>
                  <a:pt x="1782" y="1717"/>
                  <a:pt x="1782" y="1867"/>
                </a:cubicBezTo>
                <a:cubicBezTo>
                  <a:pt x="1782" y="2017"/>
                  <a:pt x="1746" y="2209"/>
                  <a:pt x="1675" y="2271"/>
                </a:cubicBezTo>
                <a:cubicBezTo>
                  <a:pt x="1604" y="2333"/>
                  <a:pt x="1424" y="2303"/>
                  <a:pt x="1355" y="2241"/>
                </a:cubicBezTo>
                <a:cubicBezTo>
                  <a:pt x="1286" y="2179"/>
                  <a:pt x="1426" y="1921"/>
                  <a:pt x="1260" y="1897"/>
                </a:cubicBezTo>
                <a:cubicBezTo>
                  <a:pt x="1094" y="1873"/>
                  <a:pt x="708" y="1885"/>
                  <a:pt x="601" y="1909"/>
                </a:cubicBezTo>
                <a:cubicBezTo>
                  <a:pt x="494" y="1933"/>
                  <a:pt x="575" y="2222"/>
                  <a:pt x="518" y="2283"/>
                </a:cubicBezTo>
                <a:cubicBezTo>
                  <a:pt x="465" y="2345"/>
                  <a:pt x="303" y="2361"/>
                  <a:pt x="256" y="2277"/>
                </a:cubicBezTo>
                <a:cubicBezTo>
                  <a:pt x="209" y="2193"/>
                  <a:pt x="274" y="1910"/>
                  <a:pt x="238" y="1778"/>
                </a:cubicBezTo>
                <a:cubicBezTo>
                  <a:pt x="202" y="1646"/>
                  <a:pt x="74" y="1616"/>
                  <a:pt x="37" y="1487"/>
                </a:cubicBezTo>
                <a:cubicBezTo>
                  <a:pt x="0" y="1358"/>
                  <a:pt x="3" y="1149"/>
                  <a:pt x="19" y="1006"/>
                </a:cubicBezTo>
                <a:cubicBezTo>
                  <a:pt x="35" y="863"/>
                  <a:pt x="94" y="710"/>
                  <a:pt x="132" y="626"/>
                </a:cubicBezTo>
                <a:close/>
              </a:path>
            </a:pathLst>
          </a:cu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5304" name="Freeform 17">
            <a:extLst>
              <a:ext uri="{FF2B5EF4-FFF2-40B4-BE49-F238E27FC236}">
                <a16:creationId xmlns:a16="http://schemas.microsoft.com/office/drawing/2014/main" id="{BA89132B-5451-74C0-5922-15648020A6F2}"/>
              </a:ext>
            </a:extLst>
          </p:cNvPr>
          <p:cNvSpPr>
            <a:spLocks/>
          </p:cNvSpPr>
          <p:nvPr/>
        </p:nvSpPr>
        <p:spPr bwMode="auto">
          <a:xfrm>
            <a:off x="1770063" y="66675"/>
            <a:ext cx="3784600" cy="3708400"/>
          </a:xfrm>
          <a:custGeom>
            <a:avLst/>
            <a:gdLst>
              <a:gd name="T0" fmla="*/ 2147483646 w 2384"/>
              <a:gd name="T1" fmla="*/ 2147483646 h 2336"/>
              <a:gd name="T2" fmla="*/ 2147483646 w 2384"/>
              <a:gd name="T3" fmla="*/ 2147483646 h 2336"/>
              <a:gd name="T4" fmla="*/ 2147483646 w 2384"/>
              <a:gd name="T5" fmla="*/ 2147483646 h 2336"/>
              <a:gd name="T6" fmla="*/ 2147483646 w 2384"/>
              <a:gd name="T7" fmla="*/ 2147483646 h 2336"/>
              <a:gd name="T8" fmla="*/ 2147483646 w 2384"/>
              <a:gd name="T9" fmla="*/ 2147483646 h 2336"/>
              <a:gd name="T10" fmla="*/ 2147483646 w 2384"/>
              <a:gd name="T11" fmla="*/ 1436489063 h 2336"/>
              <a:gd name="T12" fmla="*/ 2147483646 w 2384"/>
              <a:gd name="T13" fmla="*/ 688003450 h 2336"/>
              <a:gd name="T14" fmla="*/ 2147483646 w 2384"/>
              <a:gd name="T15" fmla="*/ 642639050 h 2336"/>
              <a:gd name="T16" fmla="*/ 2147483646 w 2384"/>
              <a:gd name="T17" fmla="*/ 118446550 h 2336"/>
              <a:gd name="T18" fmla="*/ 2147483646 w 2384"/>
              <a:gd name="T19" fmla="*/ 88206263 h 2336"/>
              <a:gd name="T20" fmla="*/ 1391126250 w 2384"/>
              <a:gd name="T21" fmla="*/ 209172175 h 2336"/>
              <a:gd name="T22" fmla="*/ 466228113 w 2384"/>
              <a:gd name="T23" fmla="*/ 1335682813 h 2336"/>
              <a:gd name="T24" fmla="*/ 352821875 w 2384"/>
              <a:gd name="T25" fmla="*/ 2147483646 h 2336"/>
              <a:gd name="T26" fmla="*/ 118446550 w 2384"/>
              <a:gd name="T27" fmla="*/ 2147483646 h 2336"/>
              <a:gd name="T28" fmla="*/ 1060984988 w 2384"/>
              <a:gd name="T29" fmla="*/ 2147483646 h 2336"/>
              <a:gd name="T30" fmla="*/ 1630540300 w 2384"/>
              <a:gd name="T31" fmla="*/ 2147483646 h 2336"/>
              <a:gd name="T32" fmla="*/ 2147483646 w 2384"/>
              <a:gd name="T33" fmla="*/ 2147483646 h 2336"/>
              <a:gd name="T34" fmla="*/ 2147483646 w 2384"/>
              <a:gd name="T35" fmla="*/ 2147483646 h 23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2384"/>
              <a:gd name="T55" fmla="*/ 0 h 2336"/>
              <a:gd name="T56" fmla="*/ 2384 w 2384"/>
              <a:gd name="T57" fmla="*/ 2336 h 23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2384" h="2336">
                <a:moveTo>
                  <a:pt x="1401" y="2054"/>
                </a:moveTo>
                <a:cubicBezTo>
                  <a:pt x="1552" y="2098"/>
                  <a:pt x="1676" y="2257"/>
                  <a:pt x="1787" y="2292"/>
                </a:cubicBezTo>
                <a:cubicBezTo>
                  <a:pt x="1898" y="2327"/>
                  <a:pt x="2023" y="2336"/>
                  <a:pt x="2066" y="2262"/>
                </a:cubicBezTo>
                <a:cubicBezTo>
                  <a:pt x="2109" y="2188"/>
                  <a:pt x="2098" y="1979"/>
                  <a:pt x="2048" y="1846"/>
                </a:cubicBezTo>
                <a:cubicBezTo>
                  <a:pt x="1998" y="1713"/>
                  <a:pt x="1789" y="1673"/>
                  <a:pt x="1763" y="1460"/>
                </a:cubicBezTo>
                <a:cubicBezTo>
                  <a:pt x="1737" y="1247"/>
                  <a:pt x="1816" y="768"/>
                  <a:pt x="1894" y="570"/>
                </a:cubicBezTo>
                <a:cubicBezTo>
                  <a:pt x="1972" y="372"/>
                  <a:pt x="2173" y="325"/>
                  <a:pt x="2232" y="273"/>
                </a:cubicBezTo>
                <a:cubicBezTo>
                  <a:pt x="2291" y="221"/>
                  <a:pt x="2246" y="293"/>
                  <a:pt x="2250" y="255"/>
                </a:cubicBezTo>
                <a:cubicBezTo>
                  <a:pt x="2254" y="217"/>
                  <a:pt x="2384" y="84"/>
                  <a:pt x="2256" y="47"/>
                </a:cubicBezTo>
                <a:cubicBezTo>
                  <a:pt x="2128" y="10"/>
                  <a:pt x="1768" y="29"/>
                  <a:pt x="1484" y="35"/>
                </a:cubicBezTo>
                <a:cubicBezTo>
                  <a:pt x="1200" y="41"/>
                  <a:pt x="769" y="0"/>
                  <a:pt x="552" y="83"/>
                </a:cubicBezTo>
                <a:cubicBezTo>
                  <a:pt x="335" y="166"/>
                  <a:pt x="254" y="380"/>
                  <a:pt x="185" y="530"/>
                </a:cubicBezTo>
                <a:cubicBezTo>
                  <a:pt x="116" y="680"/>
                  <a:pt x="163" y="777"/>
                  <a:pt x="140" y="984"/>
                </a:cubicBezTo>
                <a:cubicBezTo>
                  <a:pt x="117" y="1191"/>
                  <a:pt x="0" y="1628"/>
                  <a:pt x="47" y="1775"/>
                </a:cubicBezTo>
                <a:cubicBezTo>
                  <a:pt x="94" y="1922"/>
                  <a:pt x="321" y="1833"/>
                  <a:pt x="421" y="1864"/>
                </a:cubicBezTo>
                <a:cubicBezTo>
                  <a:pt x="521" y="1895"/>
                  <a:pt x="571" y="1931"/>
                  <a:pt x="647" y="1959"/>
                </a:cubicBezTo>
                <a:cubicBezTo>
                  <a:pt x="723" y="1987"/>
                  <a:pt x="752" y="2014"/>
                  <a:pt x="878" y="2030"/>
                </a:cubicBezTo>
                <a:cubicBezTo>
                  <a:pt x="1004" y="2046"/>
                  <a:pt x="1292" y="2049"/>
                  <a:pt x="1401" y="2054"/>
                </a:cubicBezTo>
                <a:close/>
              </a:path>
            </a:pathLst>
          </a:cu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5305" name="AutoShape 95">
            <a:extLst>
              <a:ext uri="{FF2B5EF4-FFF2-40B4-BE49-F238E27FC236}">
                <a16:creationId xmlns:a16="http://schemas.microsoft.com/office/drawing/2014/main" id="{480A30A5-7301-0FD3-8EA1-E76363937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4" y="3876676"/>
            <a:ext cx="1011237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0.0.0.0</a:t>
            </a:r>
          </a:p>
        </p:txBody>
      </p:sp>
      <p:sp>
        <p:nvSpPr>
          <p:cNvPr id="55306" name="AutoShape 106">
            <a:extLst>
              <a:ext uri="{FF2B5EF4-FFF2-40B4-BE49-F238E27FC236}">
                <a16:creationId xmlns:a16="http://schemas.microsoft.com/office/drawing/2014/main" id="{59675112-CE85-286E-11B8-7D0BB9483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614" y="157164"/>
            <a:ext cx="1011237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1.1.1.1</a:t>
            </a:r>
          </a:p>
        </p:txBody>
      </p:sp>
      <p:sp>
        <p:nvSpPr>
          <p:cNvPr id="55307" name="AutoShape 107">
            <a:extLst>
              <a:ext uri="{FF2B5EF4-FFF2-40B4-BE49-F238E27FC236}">
                <a16:creationId xmlns:a16="http://schemas.microsoft.com/office/drawing/2014/main" id="{C251A82B-30D4-2AEA-6BD5-53E72C316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725" y="225426"/>
            <a:ext cx="1011238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2.2.2.2</a:t>
            </a:r>
          </a:p>
        </p:txBody>
      </p:sp>
      <p:sp>
        <p:nvSpPr>
          <p:cNvPr id="55308" name="AutoShape 108">
            <a:extLst>
              <a:ext uri="{FF2B5EF4-FFF2-40B4-BE49-F238E27FC236}">
                <a16:creationId xmlns:a16="http://schemas.microsoft.com/office/drawing/2014/main" id="{C0B7ABB4-A075-54F0-A765-4F96D4BC0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1989" y="44451"/>
            <a:ext cx="1011237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3.3.3.3</a:t>
            </a:r>
          </a:p>
        </p:txBody>
      </p:sp>
      <p:sp>
        <p:nvSpPr>
          <p:cNvPr id="55309" name="Text Box 465">
            <a:extLst>
              <a:ext uri="{FF2B5EF4-FFF2-40B4-BE49-F238E27FC236}">
                <a16:creationId xmlns:a16="http://schemas.microsoft.com/office/drawing/2014/main" id="{2FE7C88A-31E0-0F5C-2A34-84A3F2A42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8239" y="4937125"/>
            <a:ext cx="21113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3600"/>
              <a:t>backbone</a:t>
            </a:r>
          </a:p>
        </p:txBody>
      </p:sp>
      <p:sp>
        <p:nvSpPr>
          <p:cNvPr id="55310" name="Text Box 466">
            <a:extLst>
              <a:ext uri="{FF2B5EF4-FFF2-40B4-BE49-F238E27FC236}">
                <a16:creationId xmlns:a16="http://schemas.microsoft.com/office/drawing/2014/main" id="{1D254657-8C95-C25A-1893-078FF146DD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3539" y="1341438"/>
            <a:ext cx="10493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3600"/>
              <a:t>stub</a:t>
            </a:r>
          </a:p>
        </p:txBody>
      </p:sp>
      <p:sp>
        <p:nvSpPr>
          <p:cNvPr id="55311" name="Text Box 467">
            <a:extLst>
              <a:ext uri="{FF2B5EF4-FFF2-40B4-BE49-F238E27FC236}">
                <a16:creationId xmlns:a16="http://schemas.microsoft.com/office/drawing/2014/main" id="{71587285-BD68-4D1D-0529-3F9D6F272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5139" y="1341438"/>
            <a:ext cx="10493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3600"/>
              <a:t>stub</a:t>
            </a:r>
          </a:p>
        </p:txBody>
      </p:sp>
      <p:sp>
        <p:nvSpPr>
          <p:cNvPr id="55312" name="Text Box 468">
            <a:extLst>
              <a:ext uri="{FF2B5EF4-FFF2-40B4-BE49-F238E27FC236}">
                <a16:creationId xmlns:a16="http://schemas.microsoft.com/office/drawing/2014/main" id="{DFF01CA8-CDA0-B97F-28FA-E84E07A32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2650" y="1341438"/>
            <a:ext cx="10493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3600"/>
              <a:t>stub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Rectangle 2">
            <a:extLst>
              <a:ext uri="{FF2B5EF4-FFF2-40B4-BE49-F238E27FC236}">
                <a16:creationId xmlns:a16="http://schemas.microsoft.com/office/drawing/2014/main" id="{6A4FF597-F101-6CC2-624B-208B606980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H" altLang="it-IT" dirty="0"/>
              <a:t>R</a:t>
            </a:r>
            <a:r>
              <a:rPr lang="it-IT" altLang="it-IT" dirty="0"/>
              <a:t>outer types</a:t>
            </a:r>
          </a:p>
        </p:txBody>
      </p:sp>
      <p:sp>
        <p:nvSpPr>
          <p:cNvPr id="56325" name="Rectangle 3">
            <a:extLst>
              <a:ext uri="{FF2B5EF4-FFF2-40B4-BE49-F238E27FC236}">
                <a16:creationId xmlns:a16="http://schemas.microsoft.com/office/drawing/2014/main" id="{052D99F2-FF1D-BB38-4A6B-00BF7A800B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800" b="1" dirty="0">
                <a:solidFill>
                  <a:schemeClr val="accent1"/>
                </a:solidFill>
              </a:rPr>
              <a:t>internal</a:t>
            </a:r>
            <a:r>
              <a:rPr lang="it-IT" altLang="it-IT" sz="2800" dirty="0">
                <a:solidFill>
                  <a:schemeClr val="accent1"/>
                </a:solidFill>
              </a:rPr>
              <a:t> router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/>
              <a:t>all interfaces belong to the same area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800" b="1" dirty="0">
                <a:solidFill>
                  <a:schemeClr val="accent1"/>
                </a:solidFill>
              </a:rPr>
              <a:t>area border </a:t>
            </a:r>
            <a:r>
              <a:rPr lang="it-IT" altLang="it-IT" sz="2800" dirty="0">
                <a:solidFill>
                  <a:schemeClr val="accent1"/>
                </a:solidFill>
              </a:rPr>
              <a:t>router</a:t>
            </a:r>
            <a:r>
              <a:rPr lang="it-IT" altLang="it-IT" sz="2800" dirty="0"/>
              <a:t> (</a:t>
            </a:r>
            <a:r>
              <a:rPr lang="it-IT" altLang="it-IT" sz="2800" dirty="0">
                <a:solidFill>
                  <a:schemeClr val="accent1"/>
                </a:solidFill>
              </a:rPr>
              <a:t>abr</a:t>
            </a:r>
            <a:r>
              <a:rPr lang="it-IT" altLang="it-IT" sz="2800" dirty="0"/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/>
              <a:t>connects one or more areas to the backbone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b="1" dirty="0"/>
              <a:t>keeps multiple lsdbs</a:t>
            </a:r>
            <a:r>
              <a:rPr lang="it-IT" altLang="it-IT" sz="2400" dirty="0"/>
              <a:t>, one for each area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800" b="1" dirty="0">
                <a:solidFill>
                  <a:schemeClr val="accent1"/>
                </a:solidFill>
              </a:rPr>
              <a:t>backbone</a:t>
            </a:r>
            <a:r>
              <a:rPr lang="it-IT" altLang="it-IT" sz="2800" dirty="0">
                <a:solidFill>
                  <a:schemeClr val="accent1"/>
                </a:solidFill>
              </a:rPr>
              <a:t> router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/>
              <a:t>has at least one interface connected to the backbone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b="1" dirty="0"/>
              <a:t>an abr is always a backbone router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800" b="1" dirty="0">
                <a:solidFill>
                  <a:schemeClr val="accent1"/>
                </a:solidFill>
              </a:rPr>
              <a:t>autonomous system boundary </a:t>
            </a:r>
            <a:r>
              <a:rPr lang="it-IT" altLang="it-IT" sz="2800" dirty="0">
                <a:solidFill>
                  <a:schemeClr val="accent1"/>
                </a:solidFill>
              </a:rPr>
              <a:t>router</a:t>
            </a:r>
            <a:r>
              <a:rPr lang="it-IT" altLang="it-IT" sz="2800" dirty="0"/>
              <a:t> (</a:t>
            </a:r>
            <a:r>
              <a:rPr lang="it-IT" altLang="it-IT" sz="2800" dirty="0">
                <a:solidFill>
                  <a:schemeClr val="accent1"/>
                </a:solidFill>
              </a:rPr>
              <a:t>asbr</a:t>
            </a:r>
            <a:r>
              <a:rPr lang="it-IT" altLang="it-IT" sz="2800" dirty="0"/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/>
              <a:t>imports and floods routing information from other routing protocols (typically, bgp)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800" dirty="0"/>
              <a:t>note: </a:t>
            </a:r>
            <a:r>
              <a:rPr lang="it-IT" altLang="it-IT" sz="2800" b="1" dirty="0"/>
              <a:t>a router can be of more than one type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49" name="Group 3">
            <a:extLst>
              <a:ext uri="{FF2B5EF4-FFF2-40B4-BE49-F238E27FC236}">
                <a16:creationId xmlns:a16="http://schemas.microsoft.com/office/drawing/2014/main" id="{95BC057C-B2A9-906F-7ADA-57262D8868B9}"/>
              </a:ext>
            </a:extLst>
          </p:cNvPr>
          <p:cNvGrpSpPr>
            <a:grpSpLocks/>
          </p:cNvGrpSpPr>
          <p:nvPr/>
        </p:nvGrpSpPr>
        <p:grpSpPr bwMode="auto">
          <a:xfrm>
            <a:off x="2894014" y="3603626"/>
            <a:ext cx="6510337" cy="3209925"/>
            <a:chOff x="863" y="2270"/>
            <a:chExt cx="4101" cy="2022"/>
          </a:xfrm>
        </p:grpSpPr>
        <p:grpSp>
          <p:nvGrpSpPr>
            <p:cNvPr id="57619" name="Group 4">
              <a:extLst>
                <a:ext uri="{FF2B5EF4-FFF2-40B4-BE49-F238E27FC236}">
                  <a16:creationId xmlns:a16="http://schemas.microsoft.com/office/drawing/2014/main" id="{B8549253-AC63-7A4E-C238-2458FC50C2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3" y="2406"/>
              <a:ext cx="4101" cy="1886"/>
              <a:chOff x="863" y="2406"/>
              <a:chExt cx="4101" cy="1886"/>
            </a:xfrm>
          </p:grpSpPr>
          <p:sp>
            <p:nvSpPr>
              <p:cNvPr id="57621" name="Oval 5">
                <a:extLst>
                  <a:ext uri="{FF2B5EF4-FFF2-40B4-BE49-F238E27FC236}">
                    <a16:creationId xmlns:a16="http://schemas.microsoft.com/office/drawing/2014/main" id="{4A03F26E-A662-5728-B0AF-0ACBEA5CB8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19" y="2406"/>
                <a:ext cx="2819" cy="760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7622" name="Oval 6">
                <a:extLst>
                  <a:ext uri="{FF2B5EF4-FFF2-40B4-BE49-F238E27FC236}">
                    <a16:creationId xmlns:a16="http://schemas.microsoft.com/office/drawing/2014/main" id="{EA2D45BC-026B-84C8-7946-7900C0ECA4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74" y="2666"/>
                <a:ext cx="1487" cy="673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7623" name="Oval 7">
                <a:extLst>
                  <a:ext uri="{FF2B5EF4-FFF2-40B4-BE49-F238E27FC236}">
                    <a16:creationId xmlns:a16="http://schemas.microsoft.com/office/drawing/2014/main" id="{8EB8C8AF-7C0A-668C-CA6B-6EC576103F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63" y="2887"/>
                <a:ext cx="860" cy="733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7624" name="Oval 8">
                <a:extLst>
                  <a:ext uri="{FF2B5EF4-FFF2-40B4-BE49-F238E27FC236}">
                    <a16:creationId xmlns:a16="http://schemas.microsoft.com/office/drawing/2014/main" id="{2712ED89-C860-715D-375A-13E28E782B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47" y="3312"/>
                <a:ext cx="1286" cy="595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7625" name="Oval 9">
                <a:extLst>
                  <a:ext uri="{FF2B5EF4-FFF2-40B4-BE49-F238E27FC236}">
                    <a16:creationId xmlns:a16="http://schemas.microsoft.com/office/drawing/2014/main" id="{099DD99C-1015-27A8-DD24-CE86569454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30" y="3412"/>
                <a:ext cx="2534" cy="880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7626" name="Oval 10">
                <a:extLst>
                  <a:ext uri="{FF2B5EF4-FFF2-40B4-BE49-F238E27FC236}">
                    <a16:creationId xmlns:a16="http://schemas.microsoft.com/office/drawing/2014/main" id="{C5284009-4DA6-4C3D-701A-48C0687D3D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525" y="2685"/>
                <a:ext cx="1439" cy="711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7627" name="Oval 11">
                <a:extLst>
                  <a:ext uri="{FF2B5EF4-FFF2-40B4-BE49-F238E27FC236}">
                    <a16:creationId xmlns:a16="http://schemas.microsoft.com/office/drawing/2014/main" id="{936CD1B0-28B6-D707-2DB4-FAE015A28B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743" y="3025"/>
                <a:ext cx="826" cy="595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7628" name="Oval 12">
                <a:extLst>
                  <a:ext uri="{FF2B5EF4-FFF2-40B4-BE49-F238E27FC236}">
                    <a16:creationId xmlns:a16="http://schemas.microsoft.com/office/drawing/2014/main" id="{34BECC70-FB9F-1092-8C32-93400F815C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611" y="3136"/>
                <a:ext cx="675" cy="889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7629" name="Oval 13">
                <a:extLst>
                  <a:ext uri="{FF2B5EF4-FFF2-40B4-BE49-F238E27FC236}">
                    <a16:creationId xmlns:a16="http://schemas.microsoft.com/office/drawing/2014/main" id="{5A9EF96D-93BA-3ED3-677D-6F549AD0DA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30" y="2887"/>
                <a:ext cx="2890" cy="868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7620" name="Oval 14">
              <a:extLst>
                <a:ext uri="{FF2B5EF4-FFF2-40B4-BE49-F238E27FC236}">
                  <a16:creationId xmlns:a16="http://schemas.microsoft.com/office/drawing/2014/main" id="{97FB185D-84D0-BCEB-973F-5E2DEA9AE9A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15" y="2270"/>
              <a:ext cx="1518" cy="760"/>
            </a:xfrm>
            <a:prstGeom prst="ellipse">
              <a:avLst/>
            </a:prstGeom>
            <a:solidFill>
              <a:srgbClr val="CC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</p:grpSp>
      <p:sp>
        <p:nvSpPr>
          <p:cNvPr id="57350" name="Freeform 15">
            <a:extLst>
              <a:ext uri="{FF2B5EF4-FFF2-40B4-BE49-F238E27FC236}">
                <a16:creationId xmlns:a16="http://schemas.microsoft.com/office/drawing/2014/main" id="{D8E38C47-9879-87E1-49F6-6CD5AA3C1549}"/>
              </a:ext>
            </a:extLst>
          </p:cNvPr>
          <p:cNvSpPr>
            <a:spLocks/>
          </p:cNvSpPr>
          <p:nvPr/>
        </p:nvSpPr>
        <p:spPr bwMode="auto">
          <a:xfrm>
            <a:off x="7224713" y="49213"/>
            <a:ext cx="3371850" cy="3886200"/>
          </a:xfrm>
          <a:custGeom>
            <a:avLst/>
            <a:gdLst>
              <a:gd name="T0" fmla="*/ 168849675 w 2124"/>
              <a:gd name="T1" fmla="*/ 2147483646 h 2448"/>
              <a:gd name="T2" fmla="*/ 572074675 w 2124"/>
              <a:gd name="T3" fmla="*/ 2147483646 h 2448"/>
              <a:gd name="T4" fmla="*/ 841732188 w 2124"/>
              <a:gd name="T5" fmla="*/ 2147483646 h 2448"/>
              <a:gd name="T6" fmla="*/ 587195613 w 2124"/>
              <a:gd name="T7" fmla="*/ 2147483646 h 2448"/>
              <a:gd name="T8" fmla="*/ 1081146238 w 2124"/>
              <a:gd name="T9" fmla="*/ 2147483646 h 2448"/>
              <a:gd name="T10" fmla="*/ 2069047488 w 2124"/>
              <a:gd name="T11" fmla="*/ 2147483646 h 2448"/>
              <a:gd name="T12" fmla="*/ 2147483646 w 2124"/>
              <a:gd name="T13" fmla="*/ 2147483646 h 2448"/>
              <a:gd name="T14" fmla="*/ 2147483646 w 2124"/>
              <a:gd name="T15" fmla="*/ 2147483646 h 2448"/>
              <a:gd name="T16" fmla="*/ 2147483646 w 2124"/>
              <a:gd name="T17" fmla="*/ 2147483646 h 2448"/>
              <a:gd name="T18" fmla="*/ 2147483646 w 2124"/>
              <a:gd name="T19" fmla="*/ 1708665938 h 2448"/>
              <a:gd name="T20" fmla="*/ 2147483646 w 2124"/>
              <a:gd name="T21" fmla="*/ 282257500 h 2448"/>
              <a:gd name="T22" fmla="*/ 2147483646 w 2124"/>
              <a:gd name="T23" fmla="*/ 70564375 h 2448"/>
              <a:gd name="T24" fmla="*/ 423386250 w 2124"/>
              <a:gd name="T25" fmla="*/ 176410938 h 2448"/>
              <a:gd name="T26" fmla="*/ 302418750 w 2124"/>
              <a:gd name="T27" fmla="*/ 1134070313 h 2448"/>
              <a:gd name="T28" fmla="*/ 511590925 w 2124"/>
              <a:gd name="T29" fmla="*/ 1688504688 h 2448"/>
              <a:gd name="T30" fmla="*/ 168849675 w 2124"/>
              <a:gd name="T31" fmla="*/ 2147483646 h 244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124"/>
              <a:gd name="T49" fmla="*/ 0 h 2448"/>
              <a:gd name="T50" fmla="*/ 2124 w 2124"/>
              <a:gd name="T51" fmla="*/ 2448 h 2448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124" h="2448">
                <a:moveTo>
                  <a:pt x="67" y="990"/>
                </a:moveTo>
                <a:cubicBezTo>
                  <a:pt x="27" y="1066"/>
                  <a:pt x="183" y="1206"/>
                  <a:pt x="227" y="1359"/>
                </a:cubicBezTo>
                <a:cubicBezTo>
                  <a:pt x="271" y="1512"/>
                  <a:pt x="333" y="1748"/>
                  <a:pt x="334" y="1911"/>
                </a:cubicBezTo>
                <a:cubicBezTo>
                  <a:pt x="335" y="2074"/>
                  <a:pt x="217" y="2249"/>
                  <a:pt x="233" y="2338"/>
                </a:cubicBezTo>
                <a:cubicBezTo>
                  <a:pt x="249" y="2427"/>
                  <a:pt x="331" y="2448"/>
                  <a:pt x="429" y="2445"/>
                </a:cubicBezTo>
                <a:cubicBezTo>
                  <a:pt x="527" y="2442"/>
                  <a:pt x="679" y="2351"/>
                  <a:pt x="821" y="2321"/>
                </a:cubicBezTo>
                <a:cubicBezTo>
                  <a:pt x="963" y="2291"/>
                  <a:pt x="1110" y="2289"/>
                  <a:pt x="1285" y="2265"/>
                </a:cubicBezTo>
                <a:cubicBezTo>
                  <a:pt x="1460" y="2241"/>
                  <a:pt x="1738" y="2250"/>
                  <a:pt x="1874" y="2174"/>
                </a:cubicBezTo>
                <a:cubicBezTo>
                  <a:pt x="2010" y="2098"/>
                  <a:pt x="2078" y="2060"/>
                  <a:pt x="2101" y="1811"/>
                </a:cubicBezTo>
                <a:cubicBezTo>
                  <a:pt x="2124" y="1562"/>
                  <a:pt x="2044" y="961"/>
                  <a:pt x="2011" y="678"/>
                </a:cubicBezTo>
                <a:cubicBezTo>
                  <a:pt x="1978" y="395"/>
                  <a:pt x="2049" y="220"/>
                  <a:pt x="1902" y="112"/>
                </a:cubicBezTo>
                <a:cubicBezTo>
                  <a:pt x="1755" y="4"/>
                  <a:pt x="1419" y="35"/>
                  <a:pt x="1130" y="28"/>
                </a:cubicBezTo>
                <a:cubicBezTo>
                  <a:pt x="841" y="21"/>
                  <a:pt x="336" y="0"/>
                  <a:pt x="168" y="70"/>
                </a:cubicBezTo>
                <a:cubicBezTo>
                  <a:pt x="0" y="140"/>
                  <a:pt x="114" y="350"/>
                  <a:pt x="120" y="450"/>
                </a:cubicBezTo>
                <a:cubicBezTo>
                  <a:pt x="126" y="550"/>
                  <a:pt x="212" y="580"/>
                  <a:pt x="203" y="670"/>
                </a:cubicBezTo>
                <a:cubicBezTo>
                  <a:pt x="194" y="760"/>
                  <a:pt x="95" y="923"/>
                  <a:pt x="67" y="990"/>
                </a:cubicBezTo>
                <a:close/>
              </a:path>
            </a:pathLst>
          </a:cu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7351" name="Freeform 16">
            <a:extLst>
              <a:ext uri="{FF2B5EF4-FFF2-40B4-BE49-F238E27FC236}">
                <a16:creationId xmlns:a16="http://schemas.microsoft.com/office/drawing/2014/main" id="{34AF211E-0963-5D34-EEF8-EB7444BB2E58}"/>
              </a:ext>
            </a:extLst>
          </p:cNvPr>
          <p:cNvSpPr>
            <a:spLocks/>
          </p:cNvSpPr>
          <p:nvPr/>
        </p:nvSpPr>
        <p:spPr bwMode="auto">
          <a:xfrm>
            <a:off x="4737101" y="52389"/>
            <a:ext cx="2828925" cy="3748087"/>
          </a:xfrm>
          <a:custGeom>
            <a:avLst/>
            <a:gdLst>
              <a:gd name="T0" fmla="*/ 332660625 w 1782"/>
              <a:gd name="T1" fmla="*/ 1577617602 h 2361"/>
              <a:gd name="T2" fmla="*/ 614918125 w 1782"/>
              <a:gd name="T3" fmla="*/ 1083667043 h 2361"/>
              <a:gd name="T4" fmla="*/ 975301263 w 1782"/>
              <a:gd name="T5" fmla="*/ 859372373 h 2361"/>
              <a:gd name="T6" fmla="*/ 1355844063 w 1782"/>
              <a:gd name="T7" fmla="*/ 559474613 h 2361"/>
              <a:gd name="T8" fmla="*/ 2147483646 w 1782"/>
              <a:gd name="T9" fmla="*/ 80644989 h 2361"/>
              <a:gd name="T10" fmla="*/ 2147483646 w 1782"/>
              <a:gd name="T11" fmla="*/ 110886860 h 2361"/>
              <a:gd name="T12" fmla="*/ 2147483646 w 1782"/>
              <a:gd name="T13" fmla="*/ 740925839 h 2361"/>
              <a:gd name="T14" fmla="*/ 2147483646 w 1782"/>
              <a:gd name="T15" fmla="*/ 1607859473 h 2361"/>
              <a:gd name="T16" fmla="*/ 2147483646 w 1782"/>
              <a:gd name="T17" fmla="*/ 2147483646 h 2361"/>
              <a:gd name="T18" fmla="*/ 2147483646 w 1782"/>
              <a:gd name="T19" fmla="*/ 2147483646 h 2361"/>
              <a:gd name="T20" fmla="*/ 2147483646 w 1782"/>
              <a:gd name="T21" fmla="*/ 2147483646 h 2361"/>
              <a:gd name="T22" fmla="*/ 2147483646 w 1782"/>
              <a:gd name="T23" fmla="*/ 2147483646 h 2361"/>
              <a:gd name="T24" fmla="*/ 2147483646 w 1782"/>
              <a:gd name="T25" fmla="*/ 2147483646 h 2361"/>
              <a:gd name="T26" fmla="*/ 2147483646 w 1782"/>
              <a:gd name="T27" fmla="*/ 2147483646 h 2361"/>
              <a:gd name="T28" fmla="*/ 1514614700 w 1782"/>
              <a:gd name="T29" fmla="*/ 2147483646 h 2361"/>
              <a:gd name="T30" fmla="*/ 1305440938 w 1782"/>
              <a:gd name="T31" fmla="*/ 2147483646 h 2361"/>
              <a:gd name="T32" fmla="*/ 645160000 w 1782"/>
              <a:gd name="T33" fmla="*/ 2147483646 h 2361"/>
              <a:gd name="T34" fmla="*/ 599797188 w 1782"/>
              <a:gd name="T35" fmla="*/ 2147483646 h 2361"/>
              <a:gd name="T36" fmla="*/ 93246575 w 1782"/>
              <a:gd name="T37" fmla="*/ 2147483646 h 2361"/>
              <a:gd name="T38" fmla="*/ 47883763 w 1782"/>
              <a:gd name="T39" fmla="*/ 2147483646 h 2361"/>
              <a:gd name="T40" fmla="*/ 332660625 w 1782"/>
              <a:gd name="T41" fmla="*/ 1577617602 h 2361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1782"/>
              <a:gd name="T64" fmla="*/ 0 h 2361"/>
              <a:gd name="T65" fmla="*/ 1782 w 1782"/>
              <a:gd name="T66" fmla="*/ 2361 h 2361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1782" h="2361">
                <a:moveTo>
                  <a:pt x="132" y="626"/>
                </a:moveTo>
                <a:cubicBezTo>
                  <a:pt x="170" y="530"/>
                  <a:pt x="202" y="477"/>
                  <a:pt x="244" y="430"/>
                </a:cubicBezTo>
                <a:cubicBezTo>
                  <a:pt x="286" y="383"/>
                  <a:pt x="338" y="376"/>
                  <a:pt x="387" y="341"/>
                </a:cubicBezTo>
                <a:cubicBezTo>
                  <a:pt x="436" y="306"/>
                  <a:pt x="456" y="273"/>
                  <a:pt x="538" y="222"/>
                </a:cubicBezTo>
                <a:cubicBezTo>
                  <a:pt x="620" y="171"/>
                  <a:pt x="745" y="62"/>
                  <a:pt x="880" y="32"/>
                </a:cubicBezTo>
                <a:cubicBezTo>
                  <a:pt x="1015" y="2"/>
                  <a:pt x="1243" y="0"/>
                  <a:pt x="1349" y="44"/>
                </a:cubicBezTo>
                <a:cubicBezTo>
                  <a:pt x="1455" y="88"/>
                  <a:pt x="1469" y="195"/>
                  <a:pt x="1515" y="294"/>
                </a:cubicBezTo>
                <a:cubicBezTo>
                  <a:pt x="1561" y="393"/>
                  <a:pt x="1629" y="523"/>
                  <a:pt x="1628" y="638"/>
                </a:cubicBezTo>
                <a:cubicBezTo>
                  <a:pt x="1627" y="753"/>
                  <a:pt x="1501" y="860"/>
                  <a:pt x="1509" y="982"/>
                </a:cubicBezTo>
                <a:cubicBezTo>
                  <a:pt x="1517" y="1104"/>
                  <a:pt x="1630" y="1221"/>
                  <a:pt x="1675" y="1368"/>
                </a:cubicBezTo>
                <a:cubicBezTo>
                  <a:pt x="1720" y="1515"/>
                  <a:pt x="1782" y="1717"/>
                  <a:pt x="1782" y="1867"/>
                </a:cubicBezTo>
                <a:cubicBezTo>
                  <a:pt x="1782" y="2017"/>
                  <a:pt x="1746" y="2209"/>
                  <a:pt x="1675" y="2271"/>
                </a:cubicBezTo>
                <a:cubicBezTo>
                  <a:pt x="1604" y="2333"/>
                  <a:pt x="1424" y="2303"/>
                  <a:pt x="1355" y="2241"/>
                </a:cubicBezTo>
                <a:cubicBezTo>
                  <a:pt x="1286" y="2179"/>
                  <a:pt x="1426" y="1921"/>
                  <a:pt x="1260" y="1897"/>
                </a:cubicBezTo>
                <a:cubicBezTo>
                  <a:pt x="1094" y="1873"/>
                  <a:pt x="708" y="1885"/>
                  <a:pt x="601" y="1909"/>
                </a:cubicBezTo>
                <a:cubicBezTo>
                  <a:pt x="494" y="1933"/>
                  <a:pt x="575" y="2222"/>
                  <a:pt x="518" y="2283"/>
                </a:cubicBezTo>
                <a:cubicBezTo>
                  <a:pt x="465" y="2345"/>
                  <a:pt x="303" y="2361"/>
                  <a:pt x="256" y="2277"/>
                </a:cubicBezTo>
                <a:cubicBezTo>
                  <a:pt x="209" y="2193"/>
                  <a:pt x="274" y="1910"/>
                  <a:pt x="238" y="1778"/>
                </a:cubicBezTo>
                <a:cubicBezTo>
                  <a:pt x="202" y="1646"/>
                  <a:pt x="74" y="1616"/>
                  <a:pt x="37" y="1487"/>
                </a:cubicBezTo>
                <a:cubicBezTo>
                  <a:pt x="0" y="1358"/>
                  <a:pt x="3" y="1149"/>
                  <a:pt x="19" y="1006"/>
                </a:cubicBezTo>
                <a:cubicBezTo>
                  <a:pt x="35" y="863"/>
                  <a:pt x="94" y="710"/>
                  <a:pt x="132" y="626"/>
                </a:cubicBezTo>
                <a:close/>
              </a:path>
            </a:pathLst>
          </a:cu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7352" name="Freeform 17">
            <a:extLst>
              <a:ext uri="{FF2B5EF4-FFF2-40B4-BE49-F238E27FC236}">
                <a16:creationId xmlns:a16="http://schemas.microsoft.com/office/drawing/2014/main" id="{AF6BBF8D-5D13-442C-F16B-5B424AFB700D}"/>
              </a:ext>
            </a:extLst>
          </p:cNvPr>
          <p:cNvSpPr>
            <a:spLocks/>
          </p:cNvSpPr>
          <p:nvPr/>
        </p:nvSpPr>
        <p:spPr bwMode="auto">
          <a:xfrm>
            <a:off x="1770063" y="66675"/>
            <a:ext cx="3784600" cy="3708400"/>
          </a:xfrm>
          <a:custGeom>
            <a:avLst/>
            <a:gdLst>
              <a:gd name="T0" fmla="*/ 2147483646 w 2384"/>
              <a:gd name="T1" fmla="*/ 2147483646 h 2336"/>
              <a:gd name="T2" fmla="*/ 2147483646 w 2384"/>
              <a:gd name="T3" fmla="*/ 2147483646 h 2336"/>
              <a:gd name="T4" fmla="*/ 2147483646 w 2384"/>
              <a:gd name="T5" fmla="*/ 2147483646 h 2336"/>
              <a:gd name="T6" fmla="*/ 2147483646 w 2384"/>
              <a:gd name="T7" fmla="*/ 2147483646 h 2336"/>
              <a:gd name="T8" fmla="*/ 2147483646 w 2384"/>
              <a:gd name="T9" fmla="*/ 2147483646 h 2336"/>
              <a:gd name="T10" fmla="*/ 2147483646 w 2384"/>
              <a:gd name="T11" fmla="*/ 1436489063 h 2336"/>
              <a:gd name="T12" fmla="*/ 2147483646 w 2384"/>
              <a:gd name="T13" fmla="*/ 688003450 h 2336"/>
              <a:gd name="T14" fmla="*/ 2147483646 w 2384"/>
              <a:gd name="T15" fmla="*/ 642639050 h 2336"/>
              <a:gd name="T16" fmla="*/ 2147483646 w 2384"/>
              <a:gd name="T17" fmla="*/ 118446550 h 2336"/>
              <a:gd name="T18" fmla="*/ 2147483646 w 2384"/>
              <a:gd name="T19" fmla="*/ 88206263 h 2336"/>
              <a:gd name="T20" fmla="*/ 1391126250 w 2384"/>
              <a:gd name="T21" fmla="*/ 209172175 h 2336"/>
              <a:gd name="T22" fmla="*/ 466228113 w 2384"/>
              <a:gd name="T23" fmla="*/ 1335682813 h 2336"/>
              <a:gd name="T24" fmla="*/ 352821875 w 2384"/>
              <a:gd name="T25" fmla="*/ 2147483646 h 2336"/>
              <a:gd name="T26" fmla="*/ 118446550 w 2384"/>
              <a:gd name="T27" fmla="*/ 2147483646 h 2336"/>
              <a:gd name="T28" fmla="*/ 1060984988 w 2384"/>
              <a:gd name="T29" fmla="*/ 2147483646 h 2336"/>
              <a:gd name="T30" fmla="*/ 1630540300 w 2384"/>
              <a:gd name="T31" fmla="*/ 2147483646 h 2336"/>
              <a:gd name="T32" fmla="*/ 2147483646 w 2384"/>
              <a:gd name="T33" fmla="*/ 2147483646 h 2336"/>
              <a:gd name="T34" fmla="*/ 2147483646 w 2384"/>
              <a:gd name="T35" fmla="*/ 2147483646 h 23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2384"/>
              <a:gd name="T55" fmla="*/ 0 h 2336"/>
              <a:gd name="T56" fmla="*/ 2384 w 2384"/>
              <a:gd name="T57" fmla="*/ 2336 h 23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2384" h="2336">
                <a:moveTo>
                  <a:pt x="1401" y="2054"/>
                </a:moveTo>
                <a:cubicBezTo>
                  <a:pt x="1552" y="2098"/>
                  <a:pt x="1676" y="2257"/>
                  <a:pt x="1787" y="2292"/>
                </a:cubicBezTo>
                <a:cubicBezTo>
                  <a:pt x="1898" y="2327"/>
                  <a:pt x="2023" y="2336"/>
                  <a:pt x="2066" y="2262"/>
                </a:cubicBezTo>
                <a:cubicBezTo>
                  <a:pt x="2109" y="2188"/>
                  <a:pt x="2098" y="1979"/>
                  <a:pt x="2048" y="1846"/>
                </a:cubicBezTo>
                <a:cubicBezTo>
                  <a:pt x="1998" y="1713"/>
                  <a:pt x="1789" y="1673"/>
                  <a:pt x="1763" y="1460"/>
                </a:cubicBezTo>
                <a:cubicBezTo>
                  <a:pt x="1737" y="1247"/>
                  <a:pt x="1816" y="768"/>
                  <a:pt x="1894" y="570"/>
                </a:cubicBezTo>
                <a:cubicBezTo>
                  <a:pt x="1972" y="372"/>
                  <a:pt x="2173" y="325"/>
                  <a:pt x="2232" y="273"/>
                </a:cubicBezTo>
                <a:cubicBezTo>
                  <a:pt x="2291" y="221"/>
                  <a:pt x="2246" y="293"/>
                  <a:pt x="2250" y="255"/>
                </a:cubicBezTo>
                <a:cubicBezTo>
                  <a:pt x="2254" y="217"/>
                  <a:pt x="2384" y="84"/>
                  <a:pt x="2256" y="47"/>
                </a:cubicBezTo>
                <a:cubicBezTo>
                  <a:pt x="2128" y="10"/>
                  <a:pt x="1768" y="29"/>
                  <a:pt x="1484" y="35"/>
                </a:cubicBezTo>
                <a:cubicBezTo>
                  <a:pt x="1200" y="41"/>
                  <a:pt x="769" y="0"/>
                  <a:pt x="552" y="83"/>
                </a:cubicBezTo>
                <a:cubicBezTo>
                  <a:pt x="335" y="166"/>
                  <a:pt x="254" y="380"/>
                  <a:pt x="185" y="530"/>
                </a:cubicBezTo>
                <a:cubicBezTo>
                  <a:pt x="116" y="680"/>
                  <a:pt x="163" y="777"/>
                  <a:pt x="140" y="984"/>
                </a:cubicBezTo>
                <a:cubicBezTo>
                  <a:pt x="117" y="1191"/>
                  <a:pt x="0" y="1628"/>
                  <a:pt x="47" y="1775"/>
                </a:cubicBezTo>
                <a:cubicBezTo>
                  <a:pt x="94" y="1922"/>
                  <a:pt x="321" y="1833"/>
                  <a:pt x="421" y="1864"/>
                </a:cubicBezTo>
                <a:cubicBezTo>
                  <a:pt x="521" y="1895"/>
                  <a:pt x="571" y="1931"/>
                  <a:pt x="647" y="1959"/>
                </a:cubicBezTo>
                <a:cubicBezTo>
                  <a:pt x="723" y="1987"/>
                  <a:pt x="752" y="2014"/>
                  <a:pt x="878" y="2030"/>
                </a:cubicBezTo>
                <a:cubicBezTo>
                  <a:pt x="1004" y="2046"/>
                  <a:pt x="1292" y="2049"/>
                  <a:pt x="1401" y="2054"/>
                </a:cubicBezTo>
                <a:close/>
              </a:path>
            </a:pathLst>
          </a:cu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7353" name="Rectangle 35">
            <a:extLst>
              <a:ext uri="{FF2B5EF4-FFF2-40B4-BE49-F238E27FC236}">
                <a16:creationId xmlns:a16="http://schemas.microsoft.com/office/drawing/2014/main" id="{18D2DB72-E193-A1AB-A738-E2D5B2A29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7151" y="3921126"/>
            <a:ext cx="2182813" cy="17891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1800">
              <a:latin typeface="Arial" panose="020B0604020202020204" pitchFamily="34" charset="0"/>
            </a:endParaRPr>
          </a:p>
        </p:txBody>
      </p:sp>
      <p:grpSp>
        <p:nvGrpSpPr>
          <p:cNvPr id="57354" name="Group 36">
            <a:extLst>
              <a:ext uri="{FF2B5EF4-FFF2-40B4-BE49-F238E27FC236}">
                <a16:creationId xmlns:a16="http://schemas.microsoft.com/office/drawing/2014/main" id="{D868826D-588B-AD96-75C7-B5E732C9408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68850" y="5495926"/>
            <a:ext cx="723900" cy="460375"/>
            <a:chOff x="3312" y="2160"/>
            <a:chExt cx="960" cy="528"/>
          </a:xfrm>
        </p:grpSpPr>
        <p:grpSp>
          <p:nvGrpSpPr>
            <p:cNvPr id="57597" name="Group 37">
              <a:extLst>
                <a:ext uri="{FF2B5EF4-FFF2-40B4-BE49-F238E27FC236}">
                  <a16:creationId xmlns:a16="http://schemas.microsoft.com/office/drawing/2014/main" id="{D3959F57-5EA4-FF8A-1F09-1C38A60EEEA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57599" name="AutoShape 38">
                <a:extLst>
                  <a:ext uri="{FF2B5EF4-FFF2-40B4-BE49-F238E27FC236}">
                    <a16:creationId xmlns:a16="http://schemas.microsoft.com/office/drawing/2014/main" id="{7492F598-1881-10C5-B0FA-22191CA04D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7600" name="Group 39">
                <a:extLst>
                  <a:ext uri="{FF2B5EF4-FFF2-40B4-BE49-F238E27FC236}">
                    <a16:creationId xmlns:a16="http://schemas.microsoft.com/office/drawing/2014/main" id="{E2E7497F-9E98-DF6C-0C61-7377EB1E591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7601" name="Group 40">
                  <a:extLst>
                    <a:ext uri="{FF2B5EF4-FFF2-40B4-BE49-F238E27FC236}">
                      <a16:creationId xmlns:a16="http://schemas.microsoft.com/office/drawing/2014/main" id="{EC5CE8F4-7DED-6277-1665-E306A9A7E28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7611" name="Freeform 41">
                    <a:extLst>
                      <a:ext uri="{FF2B5EF4-FFF2-40B4-BE49-F238E27FC236}">
                        <a16:creationId xmlns:a16="http://schemas.microsoft.com/office/drawing/2014/main" id="{4FF2760A-D9DA-80F6-1AB4-36CC39A4CE8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612" name="Freeform 42">
                    <a:extLst>
                      <a:ext uri="{FF2B5EF4-FFF2-40B4-BE49-F238E27FC236}">
                        <a16:creationId xmlns:a16="http://schemas.microsoft.com/office/drawing/2014/main" id="{14E1D868-61A7-2712-A314-D93A4291AC3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613" name="Freeform 43">
                    <a:extLst>
                      <a:ext uri="{FF2B5EF4-FFF2-40B4-BE49-F238E27FC236}">
                        <a16:creationId xmlns:a16="http://schemas.microsoft.com/office/drawing/2014/main" id="{6313C61D-CF7D-1FFD-3B3D-09130EBA219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614" name="Freeform 44">
                    <a:extLst>
                      <a:ext uri="{FF2B5EF4-FFF2-40B4-BE49-F238E27FC236}">
                        <a16:creationId xmlns:a16="http://schemas.microsoft.com/office/drawing/2014/main" id="{4E36C92C-6789-457E-5A45-88E62C421DE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615" name="Freeform 45">
                    <a:extLst>
                      <a:ext uri="{FF2B5EF4-FFF2-40B4-BE49-F238E27FC236}">
                        <a16:creationId xmlns:a16="http://schemas.microsoft.com/office/drawing/2014/main" id="{859EABD3-280A-1806-E33F-DDD36448E86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616" name="Freeform 46">
                    <a:extLst>
                      <a:ext uri="{FF2B5EF4-FFF2-40B4-BE49-F238E27FC236}">
                        <a16:creationId xmlns:a16="http://schemas.microsoft.com/office/drawing/2014/main" id="{35F0489F-C771-944E-0916-3F7F5BAA5B7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617" name="Freeform 47">
                    <a:extLst>
                      <a:ext uri="{FF2B5EF4-FFF2-40B4-BE49-F238E27FC236}">
                        <a16:creationId xmlns:a16="http://schemas.microsoft.com/office/drawing/2014/main" id="{0451ED5F-5A0F-75A6-7B74-968D08D45C8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618" name="Freeform 48">
                    <a:extLst>
                      <a:ext uri="{FF2B5EF4-FFF2-40B4-BE49-F238E27FC236}">
                        <a16:creationId xmlns:a16="http://schemas.microsoft.com/office/drawing/2014/main" id="{3EFFD61D-285A-5118-6E9F-119F99C227A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7602" name="Group 49">
                  <a:extLst>
                    <a:ext uri="{FF2B5EF4-FFF2-40B4-BE49-F238E27FC236}">
                      <a16:creationId xmlns:a16="http://schemas.microsoft.com/office/drawing/2014/main" id="{D17BDEB0-724E-608C-BF1A-15CA60B3319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7603" name="Freeform 50">
                    <a:extLst>
                      <a:ext uri="{FF2B5EF4-FFF2-40B4-BE49-F238E27FC236}">
                        <a16:creationId xmlns:a16="http://schemas.microsoft.com/office/drawing/2014/main" id="{2EE89EAD-5326-6E58-4227-5431D4D1B70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604" name="Freeform 51">
                    <a:extLst>
                      <a:ext uri="{FF2B5EF4-FFF2-40B4-BE49-F238E27FC236}">
                        <a16:creationId xmlns:a16="http://schemas.microsoft.com/office/drawing/2014/main" id="{CD795CB7-E112-A18D-ED6A-A167B6FCA71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605" name="Freeform 52">
                    <a:extLst>
                      <a:ext uri="{FF2B5EF4-FFF2-40B4-BE49-F238E27FC236}">
                        <a16:creationId xmlns:a16="http://schemas.microsoft.com/office/drawing/2014/main" id="{192C765E-8FAE-D5A7-1EB1-25A374D8581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606" name="Freeform 53">
                    <a:extLst>
                      <a:ext uri="{FF2B5EF4-FFF2-40B4-BE49-F238E27FC236}">
                        <a16:creationId xmlns:a16="http://schemas.microsoft.com/office/drawing/2014/main" id="{80C23D67-7F20-690B-7258-3229E9D0C22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607" name="Freeform 54">
                    <a:extLst>
                      <a:ext uri="{FF2B5EF4-FFF2-40B4-BE49-F238E27FC236}">
                        <a16:creationId xmlns:a16="http://schemas.microsoft.com/office/drawing/2014/main" id="{278EBCA5-EBA7-A034-0F90-666DA4B5EF3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608" name="Freeform 55">
                    <a:extLst>
                      <a:ext uri="{FF2B5EF4-FFF2-40B4-BE49-F238E27FC236}">
                        <a16:creationId xmlns:a16="http://schemas.microsoft.com/office/drawing/2014/main" id="{B735849D-0A50-E9B0-D3D5-215F8610BB5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609" name="Freeform 56">
                    <a:extLst>
                      <a:ext uri="{FF2B5EF4-FFF2-40B4-BE49-F238E27FC236}">
                        <a16:creationId xmlns:a16="http://schemas.microsoft.com/office/drawing/2014/main" id="{C843A431-CAE8-0CB6-878D-FAA73AECCD5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610" name="Freeform 57">
                    <a:extLst>
                      <a:ext uri="{FF2B5EF4-FFF2-40B4-BE49-F238E27FC236}">
                        <a16:creationId xmlns:a16="http://schemas.microsoft.com/office/drawing/2014/main" id="{38650668-93A8-BC8B-4BB0-92D89E87237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7598" name="WordArt 58">
              <a:extLst>
                <a:ext uri="{FF2B5EF4-FFF2-40B4-BE49-F238E27FC236}">
                  <a16:creationId xmlns:a16="http://schemas.microsoft.com/office/drawing/2014/main" id="{35715816-40D9-F973-77E7-4BBBA8540C72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bb4  </a:t>
              </a:r>
            </a:p>
          </p:txBody>
        </p:sp>
      </p:grpSp>
      <p:sp>
        <p:nvSpPr>
          <p:cNvPr id="57355" name="Line 61">
            <a:extLst>
              <a:ext uri="{FF2B5EF4-FFF2-40B4-BE49-F238E27FC236}">
                <a16:creationId xmlns:a16="http://schemas.microsoft.com/office/drawing/2014/main" id="{C6AFB0A2-9A7B-9899-D5CB-327D4C0C756B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8075" y="3921125"/>
            <a:ext cx="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57356" name="Group 62">
            <a:extLst>
              <a:ext uri="{FF2B5EF4-FFF2-40B4-BE49-F238E27FC236}">
                <a16:creationId xmlns:a16="http://schemas.microsoft.com/office/drawing/2014/main" id="{B2FBAED4-BB57-0B6B-D381-732E16B8373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832475" y="4584701"/>
            <a:ext cx="723900" cy="460375"/>
            <a:chOff x="3312" y="2160"/>
            <a:chExt cx="960" cy="528"/>
          </a:xfrm>
        </p:grpSpPr>
        <p:grpSp>
          <p:nvGrpSpPr>
            <p:cNvPr id="57575" name="Group 63">
              <a:extLst>
                <a:ext uri="{FF2B5EF4-FFF2-40B4-BE49-F238E27FC236}">
                  <a16:creationId xmlns:a16="http://schemas.microsoft.com/office/drawing/2014/main" id="{201A72AF-EB53-3FA8-A1CC-98512395EEC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57577" name="AutoShape 64">
                <a:extLst>
                  <a:ext uri="{FF2B5EF4-FFF2-40B4-BE49-F238E27FC236}">
                    <a16:creationId xmlns:a16="http://schemas.microsoft.com/office/drawing/2014/main" id="{B4B186C9-FFC6-DAF7-BC25-D364E421AA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7578" name="Group 65">
                <a:extLst>
                  <a:ext uri="{FF2B5EF4-FFF2-40B4-BE49-F238E27FC236}">
                    <a16:creationId xmlns:a16="http://schemas.microsoft.com/office/drawing/2014/main" id="{FFA934FC-B0E0-1752-9E7F-500358D8170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7579" name="Group 66">
                  <a:extLst>
                    <a:ext uri="{FF2B5EF4-FFF2-40B4-BE49-F238E27FC236}">
                      <a16:creationId xmlns:a16="http://schemas.microsoft.com/office/drawing/2014/main" id="{69E0E5E5-3770-98D8-48B2-6B8242E17F6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7589" name="Freeform 67">
                    <a:extLst>
                      <a:ext uri="{FF2B5EF4-FFF2-40B4-BE49-F238E27FC236}">
                        <a16:creationId xmlns:a16="http://schemas.microsoft.com/office/drawing/2014/main" id="{4CBB2DFB-22B2-9890-C543-72FBF9B6ED0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90" name="Freeform 68">
                    <a:extLst>
                      <a:ext uri="{FF2B5EF4-FFF2-40B4-BE49-F238E27FC236}">
                        <a16:creationId xmlns:a16="http://schemas.microsoft.com/office/drawing/2014/main" id="{E2BA6962-0042-1776-BF1C-28BDAB8498F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91" name="Freeform 69">
                    <a:extLst>
                      <a:ext uri="{FF2B5EF4-FFF2-40B4-BE49-F238E27FC236}">
                        <a16:creationId xmlns:a16="http://schemas.microsoft.com/office/drawing/2014/main" id="{660C8451-8689-E425-0358-E603D655D34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92" name="Freeform 70">
                    <a:extLst>
                      <a:ext uri="{FF2B5EF4-FFF2-40B4-BE49-F238E27FC236}">
                        <a16:creationId xmlns:a16="http://schemas.microsoft.com/office/drawing/2014/main" id="{67ABC292-81DE-CBA8-6AB3-783DA091C58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93" name="Freeform 71">
                    <a:extLst>
                      <a:ext uri="{FF2B5EF4-FFF2-40B4-BE49-F238E27FC236}">
                        <a16:creationId xmlns:a16="http://schemas.microsoft.com/office/drawing/2014/main" id="{984E928E-4D7C-E47F-A394-8E1602EB043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94" name="Freeform 72">
                    <a:extLst>
                      <a:ext uri="{FF2B5EF4-FFF2-40B4-BE49-F238E27FC236}">
                        <a16:creationId xmlns:a16="http://schemas.microsoft.com/office/drawing/2014/main" id="{2BCB7591-D62C-4A0E-DD1A-A3DB94F701B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95" name="Freeform 73">
                    <a:extLst>
                      <a:ext uri="{FF2B5EF4-FFF2-40B4-BE49-F238E27FC236}">
                        <a16:creationId xmlns:a16="http://schemas.microsoft.com/office/drawing/2014/main" id="{030368D4-F21B-51B1-220F-5C413C1E53D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96" name="Freeform 74">
                    <a:extLst>
                      <a:ext uri="{FF2B5EF4-FFF2-40B4-BE49-F238E27FC236}">
                        <a16:creationId xmlns:a16="http://schemas.microsoft.com/office/drawing/2014/main" id="{46C37AD9-EAF8-4F51-8660-356F3C98F15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7580" name="Group 75">
                  <a:extLst>
                    <a:ext uri="{FF2B5EF4-FFF2-40B4-BE49-F238E27FC236}">
                      <a16:creationId xmlns:a16="http://schemas.microsoft.com/office/drawing/2014/main" id="{A2223114-4246-5D13-6991-5BD05C0349C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7581" name="Freeform 76">
                    <a:extLst>
                      <a:ext uri="{FF2B5EF4-FFF2-40B4-BE49-F238E27FC236}">
                        <a16:creationId xmlns:a16="http://schemas.microsoft.com/office/drawing/2014/main" id="{DC5C5D74-30FF-2FC1-15AA-1EEA645D4C7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82" name="Freeform 77">
                    <a:extLst>
                      <a:ext uri="{FF2B5EF4-FFF2-40B4-BE49-F238E27FC236}">
                        <a16:creationId xmlns:a16="http://schemas.microsoft.com/office/drawing/2014/main" id="{9EBE53EB-70A2-B510-CE29-CCB9273C950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83" name="Freeform 78">
                    <a:extLst>
                      <a:ext uri="{FF2B5EF4-FFF2-40B4-BE49-F238E27FC236}">
                        <a16:creationId xmlns:a16="http://schemas.microsoft.com/office/drawing/2014/main" id="{948700BF-B536-37B4-C7E7-516AE03ADAD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84" name="Freeform 79">
                    <a:extLst>
                      <a:ext uri="{FF2B5EF4-FFF2-40B4-BE49-F238E27FC236}">
                        <a16:creationId xmlns:a16="http://schemas.microsoft.com/office/drawing/2014/main" id="{8F5297BC-53AE-30C9-1C16-65C71D51B37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85" name="Freeform 80">
                    <a:extLst>
                      <a:ext uri="{FF2B5EF4-FFF2-40B4-BE49-F238E27FC236}">
                        <a16:creationId xmlns:a16="http://schemas.microsoft.com/office/drawing/2014/main" id="{5F84CCE5-1607-25BA-393F-7891078DCD2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86" name="Freeform 81">
                    <a:extLst>
                      <a:ext uri="{FF2B5EF4-FFF2-40B4-BE49-F238E27FC236}">
                        <a16:creationId xmlns:a16="http://schemas.microsoft.com/office/drawing/2014/main" id="{F1792EE1-E691-C0E6-8C22-F24679ED629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87" name="Freeform 82">
                    <a:extLst>
                      <a:ext uri="{FF2B5EF4-FFF2-40B4-BE49-F238E27FC236}">
                        <a16:creationId xmlns:a16="http://schemas.microsoft.com/office/drawing/2014/main" id="{071B8E70-BC3C-48ED-C04F-11E9DC83707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88" name="Freeform 83">
                    <a:extLst>
                      <a:ext uri="{FF2B5EF4-FFF2-40B4-BE49-F238E27FC236}">
                        <a16:creationId xmlns:a16="http://schemas.microsoft.com/office/drawing/2014/main" id="{62C8C9DB-B1BA-AE46-ABEE-2B9F445D570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7576" name="WordArt 84">
              <a:extLst>
                <a:ext uri="{FF2B5EF4-FFF2-40B4-BE49-F238E27FC236}">
                  <a16:creationId xmlns:a16="http://schemas.microsoft.com/office/drawing/2014/main" id="{008BE415-D03E-6D59-4316-5D1C6646EDD2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bb0  </a:t>
              </a:r>
            </a:p>
          </p:txBody>
        </p:sp>
      </p:grpSp>
      <p:sp>
        <p:nvSpPr>
          <p:cNvPr id="57357" name="AutoShape 95">
            <a:extLst>
              <a:ext uri="{FF2B5EF4-FFF2-40B4-BE49-F238E27FC236}">
                <a16:creationId xmlns:a16="http://schemas.microsoft.com/office/drawing/2014/main" id="{4A5F6E70-FA4C-09D3-61F0-087BB4A6F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4" y="3876676"/>
            <a:ext cx="1011237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0.0.0.0</a:t>
            </a:r>
          </a:p>
        </p:txBody>
      </p:sp>
      <p:sp>
        <p:nvSpPr>
          <p:cNvPr id="57358" name="Line 96">
            <a:extLst>
              <a:ext uri="{FF2B5EF4-FFF2-40B4-BE49-F238E27FC236}">
                <a16:creationId xmlns:a16="http://schemas.microsoft.com/office/drawing/2014/main" id="{6E2A6CCB-4F87-8FF2-1B8A-44461E0DDF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8913" y="1871664"/>
            <a:ext cx="1041400" cy="19208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7359" name="AutoShape 106">
            <a:extLst>
              <a:ext uri="{FF2B5EF4-FFF2-40B4-BE49-F238E27FC236}">
                <a16:creationId xmlns:a16="http://schemas.microsoft.com/office/drawing/2014/main" id="{F9A87423-952E-EACD-C9D8-B377EA869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614" y="157164"/>
            <a:ext cx="1011237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1.1.1.1</a:t>
            </a:r>
          </a:p>
        </p:txBody>
      </p:sp>
      <p:sp>
        <p:nvSpPr>
          <p:cNvPr id="57360" name="AutoShape 107">
            <a:extLst>
              <a:ext uri="{FF2B5EF4-FFF2-40B4-BE49-F238E27FC236}">
                <a16:creationId xmlns:a16="http://schemas.microsoft.com/office/drawing/2014/main" id="{0A74B0D5-0BCB-F6D3-0DE0-B01BD28EE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725" y="225426"/>
            <a:ext cx="1011238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2.2.2.2</a:t>
            </a:r>
          </a:p>
        </p:txBody>
      </p:sp>
      <p:sp>
        <p:nvSpPr>
          <p:cNvPr id="57361" name="AutoShape 108">
            <a:extLst>
              <a:ext uri="{FF2B5EF4-FFF2-40B4-BE49-F238E27FC236}">
                <a16:creationId xmlns:a16="http://schemas.microsoft.com/office/drawing/2014/main" id="{DEE8DDF7-CBEF-2F54-0BF8-400EA24EC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1989" y="44451"/>
            <a:ext cx="1011237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3.3.3.3</a:t>
            </a:r>
          </a:p>
        </p:txBody>
      </p:sp>
      <p:sp>
        <p:nvSpPr>
          <p:cNvPr id="57362" name="Freeform 109">
            <a:extLst>
              <a:ext uri="{FF2B5EF4-FFF2-40B4-BE49-F238E27FC236}">
                <a16:creationId xmlns:a16="http://schemas.microsoft.com/office/drawing/2014/main" id="{4E3914C7-2B6E-9E47-DBEF-837D8294E2CB}"/>
              </a:ext>
            </a:extLst>
          </p:cNvPr>
          <p:cNvSpPr>
            <a:spLocks/>
          </p:cNvSpPr>
          <p:nvPr/>
        </p:nvSpPr>
        <p:spPr bwMode="auto">
          <a:xfrm>
            <a:off x="2927350" y="1052514"/>
            <a:ext cx="1081088" cy="720725"/>
          </a:xfrm>
          <a:custGeom>
            <a:avLst/>
            <a:gdLst>
              <a:gd name="T0" fmla="*/ 0 w 681"/>
              <a:gd name="T1" fmla="*/ 0 h 454"/>
              <a:gd name="T2" fmla="*/ 1716227994 w 681"/>
              <a:gd name="T3" fmla="*/ 0 h 454"/>
              <a:gd name="T4" fmla="*/ 1716227994 w 681"/>
              <a:gd name="T5" fmla="*/ 1144150938 h 454"/>
              <a:gd name="T6" fmla="*/ 0 60000 65536"/>
              <a:gd name="T7" fmla="*/ 0 60000 65536"/>
              <a:gd name="T8" fmla="*/ 0 60000 65536"/>
              <a:gd name="T9" fmla="*/ 0 w 681"/>
              <a:gd name="T10" fmla="*/ 0 h 454"/>
              <a:gd name="T11" fmla="*/ 681 w 681"/>
              <a:gd name="T12" fmla="*/ 454 h 4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81" h="454">
                <a:moveTo>
                  <a:pt x="0" y="0"/>
                </a:moveTo>
                <a:lnTo>
                  <a:pt x="681" y="0"/>
                </a:lnTo>
                <a:lnTo>
                  <a:pt x="681" y="454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57363" name="Group 110">
            <a:extLst>
              <a:ext uri="{FF2B5EF4-FFF2-40B4-BE49-F238E27FC236}">
                <a16:creationId xmlns:a16="http://schemas.microsoft.com/office/drawing/2014/main" id="{67359845-CECF-1951-E831-CB66403B0A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636963" y="1512889"/>
            <a:ext cx="723900" cy="460375"/>
            <a:chOff x="3312" y="2160"/>
            <a:chExt cx="960" cy="528"/>
          </a:xfrm>
        </p:grpSpPr>
        <p:grpSp>
          <p:nvGrpSpPr>
            <p:cNvPr id="57553" name="Group 111">
              <a:extLst>
                <a:ext uri="{FF2B5EF4-FFF2-40B4-BE49-F238E27FC236}">
                  <a16:creationId xmlns:a16="http://schemas.microsoft.com/office/drawing/2014/main" id="{7014FBAC-AC8A-79A7-C3E6-BB94D103012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57555" name="AutoShape 112">
                <a:extLst>
                  <a:ext uri="{FF2B5EF4-FFF2-40B4-BE49-F238E27FC236}">
                    <a16:creationId xmlns:a16="http://schemas.microsoft.com/office/drawing/2014/main" id="{68AD21CA-62C1-621C-0BEC-1E75C75BC4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7556" name="Group 113">
                <a:extLst>
                  <a:ext uri="{FF2B5EF4-FFF2-40B4-BE49-F238E27FC236}">
                    <a16:creationId xmlns:a16="http://schemas.microsoft.com/office/drawing/2014/main" id="{AF016D17-4FF4-4F4F-A5D8-D64B7910FC8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7557" name="Group 114">
                  <a:extLst>
                    <a:ext uri="{FF2B5EF4-FFF2-40B4-BE49-F238E27FC236}">
                      <a16:creationId xmlns:a16="http://schemas.microsoft.com/office/drawing/2014/main" id="{1358B8A2-EF2B-23F2-0AD8-9E864445D1F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7567" name="Freeform 115">
                    <a:extLst>
                      <a:ext uri="{FF2B5EF4-FFF2-40B4-BE49-F238E27FC236}">
                        <a16:creationId xmlns:a16="http://schemas.microsoft.com/office/drawing/2014/main" id="{DD86A1C7-8FD1-71D1-71A8-277D001C9A5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68" name="Freeform 116">
                    <a:extLst>
                      <a:ext uri="{FF2B5EF4-FFF2-40B4-BE49-F238E27FC236}">
                        <a16:creationId xmlns:a16="http://schemas.microsoft.com/office/drawing/2014/main" id="{1B456F0E-1B59-EB3B-B013-4C6542FA62F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69" name="Freeform 117">
                    <a:extLst>
                      <a:ext uri="{FF2B5EF4-FFF2-40B4-BE49-F238E27FC236}">
                        <a16:creationId xmlns:a16="http://schemas.microsoft.com/office/drawing/2014/main" id="{12DBF98D-1CF9-C101-7613-F0DDB2732CF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70" name="Freeform 118">
                    <a:extLst>
                      <a:ext uri="{FF2B5EF4-FFF2-40B4-BE49-F238E27FC236}">
                        <a16:creationId xmlns:a16="http://schemas.microsoft.com/office/drawing/2014/main" id="{9B79F383-35AC-B22B-0BF4-F6493FC7FD6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71" name="Freeform 119">
                    <a:extLst>
                      <a:ext uri="{FF2B5EF4-FFF2-40B4-BE49-F238E27FC236}">
                        <a16:creationId xmlns:a16="http://schemas.microsoft.com/office/drawing/2014/main" id="{DB0152F2-4572-8351-3787-9F2E92BD8B1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72" name="Freeform 120">
                    <a:extLst>
                      <a:ext uri="{FF2B5EF4-FFF2-40B4-BE49-F238E27FC236}">
                        <a16:creationId xmlns:a16="http://schemas.microsoft.com/office/drawing/2014/main" id="{DF797895-C099-19FD-38BF-B919B8606EA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73" name="Freeform 121">
                    <a:extLst>
                      <a:ext uri="{FF2B5EF4-FFF2-40B4-BE49-F238E27FC236}">
                        <a16:creationId xmlns:a16="http://schemas.microsoft.com/office/drawing/2014/main" id="{D6A16CB9-3738-F9C2-5F91-B297FA9C9C3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74" name="Freeform 122">
                    <a:extLst>
                      <a:ext uri="{FF2B5EF4-FFF2-40B4-BE49-F238E27FC236}">
                        <a16:creationId xmlns:a16="http://schemas.microsoft.com/office/drawing/2014/main" id="{315401BD-75DC-F0F4-0CED-16407C191F2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7558" name="Group 123">
                  <a:extLst>
                    <a:ext uri="{FF2B5EF4-FFF2-40B4-BE49-F238E27FC236}">
                      <a16:creationId xmlns:a16="http://schemas.microsoft.com/office/drawing/2014/main" id="{C3711575-2F39-F478-D89E-59B6CA02C83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7559" name="Freeform 124">
                    <a:extLst>
                      <a:ext uri="{FF2B5EF4-FFF2-40B4-BE49-F238E27FC236}">
                        <a16:creationId xmlns:a16="http://schemas.microsoft.com/office/drawing/2014/main" id="{8F0FBC76-F4E2-0B6B-E015-3D0ADB57C13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60" name="Freeform 125">
                    <a:extLst>
                      <a:ext uri="{FF2B5EF4-FFF2-40B4-BE49-F238E27FC236}">
                        <a16:creationId xmlns:a16="http://schemas.microsoft.com/office/drawing/2014/main" id="{548A3DAD-975A-4312-D5B1-FEAD96FE61D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61" name="Freeform 126">
                    <a:extLst>
                      <a:ext uri="{FF2B5EF4-FFF2-40B4-BE49-F238E27FC236}">
                        <a16:creationId xmlns:a16="http://schemas.microsoft.com/office/drawing/2014/main" id="{1F11EBEB-8EBB-13A0-D4FB-3181192D354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62" name="Freeform 127">
                    <a:extLst>
                      <a:ext uri="{FF2B5EF4-FFF2-40B4-BE49-F238E27FC236}">
                        <a16:creationId xmlns:a16="http://schemas.microsoft.com/office/drawing/2014/main" id="{CFC3B29C-D315-924D-9D0F-E3B91EA32AD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63" name="Freeform 128">
                    <a:extLst>
                      <a:ext uri="{FF2B5EF4-FFF2-40B4-BE49-F238E27FC236}">
                        <a16:creationId xmlns:a16="http://schemas.microsoft.com/office/drawing/2014/main" id="{27B5FBE6-6FE3-AF1D-8636-E0A9B48F9C2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64" name="Freeform 129">
                    <a:extLst>
                      <a:ext uri="{FF2B5EF4-FFF2-40B4-BE49-F238E27FC236}">
                        <a16:creationId xmlns:a16="http://schemas.microsoft.com/office/drawing/2014/main" id="{F02618BB-BB74-547B-D72D-3AAE5FF6BC0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65" name="Freeform 130">
                    <a:extLst>
                      <a:ext uri="{FF2B5EF4-FFF2-40B4-BE49-F238E27FC236}">
                        <a16:creationId xmlns:a16="http://schemas.microsoft.com/office/drawing/2014/main" id="{15393B2B-568A-9871-977E-28A6C5604AB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66" name="Freeform 131">
                    <a:extLst>
                      <a:ext uri="{FF2B5EF4-FFF2-40B4-BE49-F238E27FC236}">
                        <a16:creationId xmlns:a16="http://schemas.microsoft.com/office/drawing/2014/main" id="{91AFCDA2-1E11-27F7-42FF-75F3D8E2192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7554" name="WordArt 132">
              <a:extLst>
                <a:ext uri="{FF2B5EF4-FFF2-40B4-BE49-F238E27FC236}">
                  <a16:creationId xmlns:a16="http://schemas.microsoft.com/office/drawing/2014/main" id="{9B6C1FD7-CB92-37EC-061F-9CEA178B7F59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r1  </a:t>
              </a:r>
            </a:p>
          </p:txBody>
        </p:sp>
      </p:grpSp>
      <p:grpSp>
        <p:nvGrpSpPr>
          <p:cNvPr id="57364" name="Group 143">
            <a:extLst>
              <a:ext uri="{FF2B5EF4-FFF2-40B4-BE49-F238E27FC236}">
                <a16:creationId xmlns:a16="http://schemas.microsoft.com/office/drawing/2014/main" id="{A5EBB2D0-4C3F-B19D-5D89-61DE629D952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24125" y="881064"/>
            <a:ext cx="723900" cy="460375"/>
            <a:chOff x="3312" y="2160"/>
            <a:chExt cx="960" cy="528"/>
          </a:xfrm>
        </p:grpSpPr>
        <p:grpSp>
          <p:nvGrpSpPr>
            <p:cNvPr id="57531" name="Group 144">
              <a:extLst>
                <a:ext uri="{FF2B5EF4-FFF2-40B4-BE49-F238E27FC236}">
                  <a16:creationId xmlns:a16="http://schemas.microsoft.com/office/drawing/2014/main" id="{9DE0733B-AA8E-B7ED-BDF1-6BD3DAC4217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57533" name="AutoShape 145">
                <a:extLst>
                  <a:ext uri="{FF2B5EF4-FFF2-40B4-BE49-F238E27FC236}">
                    <a16:creationId xmlns:a16="http://schemas.microsoft.com/office/drawing/2014/main" id="{F5D93592-9A87-8824-945E-50797F639A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7534" name="Group 146">
                <a:extLst>
                  <a:ext uri="{FF2B5EF4-FFF2-40B4-BE49-F238E27FC236}">
                    <a16:creationId xmlns:a16="http://schemas.microsoft.com/office/drawing/2014/main" id="{2B39ADD8-BF41-2816-0C92-44FA7E2C531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7535" name="Group 147">
                  <a:extLst>
                    <a:ext uri="{FF2B5EF4-FFF2-40B4-BE49-F238E27FC236}">
                      <a16:creationId xmlns:a16="http://schemas.microsoft.com/office/drawing/2014/main" id="{123CE8F9-30D6-7D6B-1AF1-83369DB735B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7545" name="Freeform 148">
                    <a:extLst>
                      <a:ext uri="{FF2B5EF4-FFF2-40B4-BE49-F238E27FC236}">
                        <a16:creationId xmlns:a16="http://schemas.microsoft.com/office/drawing/2014/main" id="{1A7524B9-A8CD-5DFB-3849-724472EAFAF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46" name="Freeform 149">
                    <a:extLst>
                      <a:ext uri="{FF2B5EF4-FFF2-40B4-BE49-F238E27FC236}">
                        <a16:creationId xmlns:a16="http://schemas.microsoft.com/office/drawing/2014/main" id="{5F2EED7A-C36C-FF0F-F9B3-6D996DF94AC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47" name="Freeform 150">
                    <a:extLst>
                      <a:ext uri="{FF2B5EF4-FFF2-40B4-BE49-F238E27FC236}">
                        <a16:creationId xmlns:a16="http://schemas.microsoft.com/office/drawing/2014/main" id="{7174A7E6-A6F2-4CD9-7EAD-CF6FD3D09AF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48" name="Freeform 151">
                    <a:extLst>
                      <a:ext uri="{FF2B5EF4-FFF2-40B4-BE49-F238E27FC236}">
                        <a16:creationId xmlns:a16="http://schemas.microsoft.com/office/drawing/2014/main" id="{6FFC6566-1A09-2FD9-F9CC-021A0DC553B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49" name="Freeform 152">
                    <a:extLst>
                      <a:ext uri="{FF2B5EF4-FFF2-40B4-BE49-F238E27FC236}">
                        <a16:creationId xmlns:a16="http://schemas.microsoft.com/office/drawing/2014/main" id="{BAE4B74C-7AC1-4014-16CA-E35B76C817B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50" name="Freeform 153">
                    <a:extLst>
                      <a:ext uri="{FF2B5EF4-FFF2-40B4-BE49-F238E27FC236}">
                        <a16:creationId xmlns:a16="http://schemas.microsoft.com/office/drawing/2014/main" id="{6150C478-2182-C125-5DDD-CEF93896B1E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51" name="Freeform 154">
                    <a:extLst>
                      <a:ext uri="{FF2B5EF4-FFF2-40B4-BE49-F238E27FC236}">
                        <a16:creationId xmlns:a16="http://schemas.microsoft.com/office/drawing/2014/main" id="{CAB11D3B-162F-0EE2-19EB-E6EA47AEB8D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52" name="Freeform 155">
                    <a:extLst>
                      <a:ext uri="{FF2B5EF4-FFF2-40B4-BE49-F238E27FC236}">
                        <a16:creationId xmlns:a16="http://schemas.microsoft.com/office/drawing/2014/main" id="{29F117A4-A1AA-804A-02F0-05C2DAA9088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7536" name="Group 156">
                  <a:extLst>
                    <a:ext uri="{FF2B5EF4-FFF2-40B4-BE49-F238E27FC236}">
                      <a16:creationId xmlns:a16="http://schemas.microsoft.com/office/drawing/2014/main" id="{223E83D0-2213-E394-AEBD-8BF4824D1EA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7537" name="Freeform 157">
                    <a:extLst>
                      <a:ext uri="{FF2B5EF4-FFF2-40B4-BE49-F238E27FC236}">
                        <a16:creationId xmlns:a16="http://schemas.microsoft.com/office/drawing/2014/main" id="{3F9DF168-8D97-8174-6656-380CF5183D4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38" name="Freeform 158">
                    <a:extLst>
                      <a:ext uri="{FF2B5EF4-FFF2-40B4-BE49-F238E27FC236}">
                        <a16:creationId xmlns:a16="http://schemas.microsoft.com/office/drawing/2014/main" id="{1D0B2AEB-DDCA-6216-3214-A9DD8105DC7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39" name="Freeform 159">
                    <a:extLst>
                      <a:ext uri="{FF2B5EF4-FFF2-40B4-BE49-F238E27FC236}">
                        <a16:creationId xmlns:a16="http://schemas.microsoft.com/office/drawing/2014/main" id="{93EF91E0-A5E1-AE77-0BBC-7B293120B69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40" name="Freeform 160">
                    <a:extLst>
                      <a:ext uri="{FF2B5EF4-FFF2-40B4-BE49-F238E27FC236}">
                        <a16:creationId xmlns:a16="http://schemas.microsoft.com/office/drawing/2014/main" id="{97D6676C-409E-CEB2-7779-975496ADD42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41" name="Freeform 161">
                    <a:extLst>
                      <a:ext uri="{FF2B5EF4-FFF2-40B4-BE49-F238E27FC236}">
                        <a16:creationId xmlns:a16="http://schemas.microsoft.com/office/drawing/2014/main" id="{0F23AF6B-388E-1B22-AD6C-D8EF6DEA40A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42" name="Freeform 162">
                    <a:extLst>
                      <a:ext uri="{FF2B5EF4-FFF2-40B4-BE49-F238E27FC236}">
                        <a16:creationId xmlns:a16="http://schemas.microsoft.com/office/drawing/2014/main" id="{6FA004E9-CD77-D023-64A9-7A1B78B07DE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43" name="Freeform 163">
                    <a:extLst>
                      <a:ext uri="{FF2B5EF4-FFF2-40B4-BE49-F238E27FC236}">
                        <a16:creationId xmlns:a16="http://schemas.microsoft.com/office/drawing/2014/main" id="{384A440E-B1F2-2E60-5912-1495C3AD4C0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44" name="Freeform 164">
                    <a:extLst>
                      <a:ext uri="{FF2B5EF4-FFF2-40B4-BE49-F238E27FC236}">
                        <a16:creationId xmlns:a16="http://schemas.microsoft.com/office/drawing/2014/main" id="{384754CF-1487-0B10-69BB-56C2924D6F0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7532" name="WordArt 165">
              <a:extLst>
                <a:ext uri="{FF2B5EF4-FFF2-40B4-BE49-F238E27FC236}">
                  <a16:creationId xmlns:a16="http://schemas.microsoft.com/office/drawing/2014/main" id="{6B39A249-67F7-9169-006A-64213B4F0B39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r2  </a:t>
              </a:r>
            </a:p>
          </p:txBody>
        </p:sp>
      </p:grpSp>
      <p:sp>
        <p:nvSpPr>
          <p:cNvPr id="57365" name="Line 169">
            <a:extLst>
              <a:ext uri="{FF2B5EF4-FFF2-40B4-BE49-F238E27FC236}">
                <a16:creationId xmlns:a16="http://schemas.microsoft.com/office/drawing/2014/main" id="{F57BF7E2-DF67-0D1A-47D2-022587DF78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75600" y="836614"/>
            <a:ext cx="1576388" cy="4778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7366" name="Line 170">
            <a:extLst>
              <a:ext uri="{FF2B5EF4-FFF2-40B4-BE49-F238E27FC236}">
                <a16:creationId xmlns:a16="http://schemas.microsoft.com/office/drawing/2014/main" id="{A94862C5-B4F7-C853-662B-003329B2CC56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0351" y="1368426"/>
            <a:ext cx="1744663" cy="765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7367" name="Line 171">
            <a:extLst>
              <a:ext uri="{FF2B5EF4-FFF2-40B4-BE49-F238E27FC236}">
                <a16:creationId xmlns:a16="http://schemas.microsoft.com/office/drawing/2014/main" id="{BCA757D4-076C-F596-C2E2-FB5EE4B24A5E}"/>
              </a:ext>
            </a:extLst>
          </p:cNvPr>
          <p:cNvSpPr>
            <a:spLocks noChangeShapeType="1"/>
          </p:cNvSpPr>
          <p:nvPr/>
        </p:nvSpPr>
        <p:spPr bwMode="auto">
          <a:xfrm>
            <a:off x="9551989" y="836614"/>
            <a:ext cx="1587" cy="1152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57368" name="Group 172">
            <a:extLst>
              <a:ext uri="{FF2B5EF4-FFF2-40B4-BE49-F238E27FC236}">
                <a16:creationId xmlns:a16="http://schemas.microsoft.com/office/drawing/2014/main" id="{03DE4BF6-230B-9AAB-8203-F94FEDE26ED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91625" y="520701"/>
            <a:ext cx="723900" cy="460375"/>
            <a:chOff x="3312" y="2160"/>
            <a:chExt cx="960" cy="528"/>
          </a:xfrm>
        </p:grpSpPr>
        <p:sp>
          <p:nvSpPr>
            <p:cNvPr id="57511" name="AutoShape 173">
              <a:extLst>
                <a:ext uri="{FF2B5EF4-FFF2-40B4-BE49-F238E27FC236}">
                  <a16:creationId xmlns:a16="http://schemas.microsoft.com/office/drawing/2014/main" id="{032C9F92-C6A0-7AE6-6ABE-D9B2587EE36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12" y="2160"/>
              <a:ext cx="960" cy="528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</p:spPr>
          <p:txBody>
            <a:bodyPr wrap="none" lIns="73025" tIns="36512" rIns="73025" bIns="36512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grpSp>
          <p:nvGrpSpPr>
            <p:cNvPr id="57512" name="Group 174">
              <a:extLst>
                <a:ext uri="{FF2B5EF4-FFF2-40B4-BE49-F238E27FC236}">
                  <a16:creationId xmlns:a16="http://schemas.microsoft.com/office/drawing/2014/main" id="{FE2856FD-3299-C6CF-7C15-D0CF4ECB754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488" y="2193"/>
              <a:ext cx="599" cy="207"/>
              <a:chOff x="422" y="1632"/>
              <a:chExt cx="829" cy="298"/>
            </a:xfrm>
          </p:grpSpPr>
          <p:grpSp>
            <p:nvGrpSpPr>
              <p:cNvPr id="57513" name="Group 175">
                <a:extLst>
                  <a:ext uri="{FF2B5EF4-FFF2-40B4-BE49-F238E27FC236}">
                    <a16:creationId xmlns:a16="http://schemas.microsoft.com/office/drawing/2014/main" id="{53DB9F3F-864A-4B2B-0C30-32A8E2A14B7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57523" name="Freeform 176">
                  <a:extLst>
                    <a:ext uri="{FF2B5EF4-FFF2-40B4-BE49-F238E27FC236}">
                      <a16:creationId xmlns:a16="http://schemas.microsoft.com/office/drawing/2014/main" id="{6E3AD20D-1EBA-CB4B-2279-86C550C4504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7524" name="Freeform 177">
                  <a:extLst>
                    <a:ext uri="{FF2B5EF4-FFF2-40B4-BE49-F238E27FC236}">
                      <a16:creationId xmlns:a16="http://schemas.microsoft.com/office/drawing/2014/main" id="{ECE53220-0B0A-59D6-9E61-85936C49EEF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7525" name="Freeform 178">
                  <a:extLst>
                    <a:ext uri="{FF2B5EF4-FFF2-40B4-BE49-F238E27FC236}">
                      <a16:creationId xmlns:a16="http://schemas.microsoft.com/office/drawing/2014/main" id="{66C528DA-2193-B37B-D874-D9EB81F3523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32"/>
                    <a:gd name="T26" fmla="*/ 393 w 393"/>
                    <a:gd name="T27" fmla="*/ 132 h 1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7526" name="Freeform 179">
                  <a:extLst>
                    <a:ext uri="{FF2B5EF4-FFF2-40B4-BE49-F238E27FC236}">
                      <a16:creationId xmlns:a16="http://schemas.microsoft.com/office/drawing/2014/main" id="{B97A2D7A-D8A1-4FB6-33C5-35A9AA0C6D7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32"/>
                    <a:gd name="T26" fmla="*/ 393 w 393"/>
                    <a:gd name="T27" fmla="*/ 132 h 1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7527" name="Freeform 180">
                  <a:extLst>
                    <a:ext uri="{FF2B5EF4-FFF2-40B4-BE49-F238E27FC236}">
                      <a16:creationId xmlns:a16="http://schemas.microsoft.com/office/drawing/2014/main" id="{2678C66D-285D-E679-2B9A-BF5272FFAB1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2"/>
                    <a:gd name="T25" fmla="*/ 0 h 125"/>
                    <a:gd name="T26" fmla="*/ 392 w 392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7528" name="Freeform 181">
                  <a:extLst>
                    <a:ext uri="{FF2B5EF4-FFF2-40B4-BE49-F238E27FC236}">
                      <a16:creationId xmlns:a16="http://schemas.microsoft.com/office/drawing/2014/main" id="{4F990068-5F54-9CF2-8E87-213C6E2A44B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2"/>
                    <a:gd name="T25" fmla="*/ 0 h 125"/>
                    <a:gd name="T26" fmla="*/ 392 w 392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7529" name="Freeform 182">
                  <a:extLst>
                    <a:ext uri="{FF2B5EF4-FFF2-40B4-BE49-F238E27FC236}">
                      <a16:creationId xmlns:a16="http://schemas.microsoft.com/office/drawing/2014/main" id="{09230724-FE58-5613-3610-5E9E8A95652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4"/>
                    <a:gd name="T26" fmla="*/ 393 w 393"/>
                    <a:gd name="T27" fmla="*/ 124 h 1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7530" name="Freeform 183">
                  <a:extLst>
                    <a:ext uri="{FF2B5EF4-FFF2-40B4-BE49-F238E27FC236}">
                      <a16:creationId xmlns:a16="http://schemas.microsoft.com/office/drawing/2014/main" id="{ABC20B26-42AF-3DD1-050B-F123E91C706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4"/>
                    <a:gd name="T26" fmla="*/ 393 w 393"/>
                    <a:gd name="T27" fmla="*/ 124 h 1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57514" name="Group 184">
                <a:extLst>
                  <a:ext uri="{FF2B5EF4-FFF2-40B4-BE49-F238E27FC236}">
                    <a16:creationId xmlns:a16="http://schemas.microsoft.com/office/drawing/2014/main" id="{347A4EC2-DF6F-8FE4-2E21-587AA539A6D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57515" name="Freeform 185">
                  <a:extLst>
                    <a:ext uri="{FF2B5EF4-FFF2-40B4-BE49-F238E27FC236}">
                      <a16:creationId xmlns:a16="http://schemas.microsoft.com/office/drawing/2014/main" id="{61FACFF1-283E-1CFE-2F70-DAF28D71442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7516" name="Freeform 186">
                  <a:extLst>
                    <a:ext uri="{FF2B5EF4-FFF2-40B4-BE49-F238E27FC236}">
                      <a16:creationId xmlns:a16="http://schemas.microsoft.com/office/drawing/2014/main" id="{756B6E7C-D0A2-3163-9BEB-F7649D28E50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7517" name="Freeform 187">
                  <a:extLst>
                    <a:ext uri="{FF2B5EF4-FFF2-40B4-BE49-F238E27FC236}">
                      <a16:creationId xmlns:a16="http://schemas.microsoft.com/office/drawing/2014/main" id="{A26FDDA2-B980-0F54-5F38-573072E26C3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31"/>
                    <a:gd name="T26" fmla="*/ 393 w 393"/>
                    <a:gd name="T27" fmla="*/ 131 h 131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7518" name="Freeform 188">
                  <a:extLst>
                    <a:ext uri="{FF2B5EF4-FFF2-40B4-BE49-F238E27FC236}">
                      <a16:creationId xmlns:a16="http://schemas.microsoft.com/office/drawing/2014/main" id="{D2002A02-0400-7FED-0FAC-8525916ED7C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31"/>
                    <a:gd name="T26" fmla="*/ 393 w 393"/>
                    <a:gd name="T27" fmla="*/ 131 h 131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7519" name="Freeform 189">
                  <a:extLst>
                    <a:ext uri="{FF2B5EF4-FFF2-40B4-BE49-F238E27FC236}">
                      <a16:creationId xmlns:a16="http://schemas.microsoft.com/office/drawing/2014/main" id="{2A23DE4B-4239-C3F1-9B07-5EE56F60C73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7520" name="Freeform 190">
                  <a:extLst>
                    <a:ext uri="{FF2B5EF4-FFF2-40B4-BE49-F238E27FC236}">
                      <a16:creationId xmlns:a16="http://schemas.microsoft.com/office/drawing/2014/main" id="{34F5C504-7656-A983-1520-003246F8F78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7521" name="Freeform 191">
                  <a:extLst>
                    <a:ext uri="{FF2B5EF4-FFF2-40B4-BE49-F238E27FC236}">
                      <a16:creationId xmlns:a16="http://schemas.microsoft.com/office/drawing/2014/main" id="{03651A2A-9F56-889E-219D-44B810CFBFD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2"/>
                    <a:gd name="T25" fmla="*/ 0 h 124"/>
                    <a:gd name="T26" fmla="*/ 392 w 392"/>
                    <a:gd name="T27" fmla="*/ 124 h 1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7522" name="Freeform 192">
                  <a:extLst>
                    <a:ext uri="{FF2B5EF4-FFF2-40B4-BE49-F238E27FC236}">
                      <a16:creationId xmlns:a16="http://schemas.microsoft.com/office/drawing/2014/main" id="{A9A62DF5-7222-D038-253C-0656174F184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2"/>
                    <a:gd name="T25" fmla="*/ 0 h 124"/>
                    <a:gd name="T26" fmla="*/ 392 w 392"/>
                    <a:gd name="T27" fmla="*/ 124 h 1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</p:grpSp>
      <p:sp>
        <p:nvSpPr>
          <p:cNvPr id="57369" name="WordArt 193">
            <a:extLst>
              <a:ext uri="{FF2B5EF4-FFF2-40B4-BE49-F238E27FC236}">
                <a16:creationId xmlns:a16="http://schemas.microsoft.com/office/drawing/2014/main" id="{1D57E04B-6A10-6510-5463-73D1C63F65C0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9228139" y="709614"/>
            <a:ext cx="650875" cy="225425"/>
          </a:xfrm>
          <a:prstGeom prst="rect">
            <a:avLst/>
          </a:prstGeom>
        </p:spPr>
        <p:txBody>
          <a:bodyPr wrap="none" fromWordArt="1">
            <a:prstTxWarp prst="textCanDown">
              <a:avLst>
                <a:gd name="adj" fmla="val 33333"/>
              </a:avLst>
            </a:prstTxWarp>
          </a:bodyPr>
          <a:lstStyle/>
          <a:p>
            <a:pPr algn="ctr"/>
            <a:r>
              <a:rPr lang="en-GB" sz="1400" kern="10">
                <a:ln w="9525">
                  <a:solidFill>
                    <a:srgbClr val="FFFFFF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r6  </a:t>
            </a:r>
          </a:p>
        </p:txBody>
      </p:sp>
      <p:grpSp>
        <p:nvGrpSpPr>
          <p:cNvPr id="57370" name="Group 249">
            <a:extLst>
              <a:ext uri="{FF2B5EF4-FFF2-40B4-BE49-F238E27FC236}">
                <a16:creationId xmlns:a16="http://schemas.microsoft.com/office/drawing/2014/main" id="{D06A69FA-8731-0FF5-4463-963822D8CC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956425" y="5495926"/>
            <a:ext cx="723900" cy="460375"/>
            <a:chOff x="3312" y="2160"/>
            <a:chExt cx="960" cy="528"/>
          </a:xfrm>
        </p:grpSpPr>
        <p:grpSp>
          <p:nvGrpSpPr>
            <p:cNvPr id="57489" name="Group 250">
              <a:extLst>
                <a:ext uri="{FF2B5EF4-FFF2-40B4-BE49-F238E27FC236}">
                  <a16:creationId xmlns:a16="http://schemas.microsoft.com/office/drawing/2014/main" id="{B57CAB62-BD20-E651-158B-BC17D514B3D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57491" name="AutoShape 251">
                <a:extLst>
                  <a:ext uri="{FF2B5EF4-FFF2-40B4-BE49-F238E27FC236}">
                    <a16:creationId xmlns:a16="http://schemas.microsoft.com/office/drawing/2014/main" id="{53B383B7-6D39-558E-97F5-3FC8C0238A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7492" name="Group 252">
                <a:extLst>
                  <a:ext uri="{FF2B5EF4-FFF2-40B4-BE49-F238E27FC236}">
                    <a16:creationId xmlns:a16="http://schemas.microsoft.com/office/drawing/2014/main" id="{81004CCE-6A4C-F019-7033-A807971CEB8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7493" name="Group 253">
                  <a:extLst>
                    <a:ext uri="{FF2B5EF4-FFF2-40B4-BE49-F238E27FC236}">
                      <a16:creationId xmlns:a16="http://schemas.microsoft.com/office/drawing/2014/main" id="{5EBDF141-8513-2B46-52CB-2606D91BFEF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7503" name="Freeform 254">
                    <a:extLst>
                      <a:ext uri="{FF2B5EF4-FFF2-40B4-BE49-F238E27FC236}">
                        <a16:creationId xmlns:a16="http://schemas.microsoft.com/office/drawing/2014/main" id="{58F941C8-0DF5-46D4-BEF6-DCCDDE1CB40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04" name="Freeform 255">
                    <a:extLst>
                      <a:ext uri="{FF2B5EF4-FFF2-40B4-BE49-F238E27FC236}">
                        <a16:creationId xmlns:a16="http://schemas.microsoft.com/office/drawing/2014/main" id="{0E6606B4-B3FB-380C-C413-B78B07B6F9B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05" name="Freeform 256">
                    <a:extLst>
                      <a:ext uri="{FF2B5EF4-FFF2-40B4-BE49-F238E27FC236}">
                        <a16:creationId xmlns:a16="http://schemas.microsoft.com/office/drawing/2014/main" id="{F6CAC3EE-1E5E-9D41-B7AC-370BDD4E271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06" name="Freeform 257">
                    <a:extLst>
                      <a:ext uri="{FF2B5EF4-FFF2-40B4-BE49-F238E27FC236}">
                        <a16:creationId xmlns:a16="http://schemas.microsoft.com/office/drawing/2014/main" id="{00FA5548-9CEC-E0AC-E95C-9B0C3C9C63D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07" name="Freeform 258">
                    <a:extLst>
                      <a:ext uri="{FF2B5EF4-FFF2-40B4-BE49-F238E27FC236}">
                        <a16:creationId xmlns:a16="http://schemas.microsoft.com/office/drawing/2014/main" id="{20545FDE-ED71-005B-73B7-077355FC83F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08" name="Freeform 259">
                    <a:extLst>
                      <a:ext uri="{FF2B5EF4-FFF2-40B4-BE49-F238E27FC236}">
                        <a16:creationId xmlns:a16="http://schemas.microsoft.com/office/drawing/2014/main" id="{8A83CE0F-AC18-6ADB-DA04-B6FA28AB293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09" name="Freeform 260">
                    <a:extLst>
                      <a:ext uri="{FF2B5EF4-FFF2-40B4-BE49-F238E27FC236}">
                        <a16:creationId xmlns:a16="http://schemas.microsoft.com/office/drawing/2014/main" id="{4B2879D9-EA0D-D492-6EFD-58AEF9C9A37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10" name="Freeform 261">
                    <a:extLst>
                      <a:ext uri="{FF2B5EF4-FFF2-40B4-BE49-F238E27FC236}">
                        <a16:creationId xmlns:a16="http://schemas.microsoft.com/office/drawing/2014/main" id="{06D8AC5C-02EE-1AAA-F770-6015E7AE582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7494" name="Group 262">
                  <a:extLst>
                    <a:ext uri="{FF2B5EF4-FFF2-40B4-BE49-F238E27FC236}">
                      <a16:creationId xmlns:a16="http://schemas.microsoft.com/office/drawing/2014/main" id="{078F7B8B-9D08-1625-C861-2BDA293A3C2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7495" name="Freeform 263">
                    <a:extLst>
                      <a:ext uri="{FF2B5EF4-FFF2-40B4-BE49-F238E27FC236}">
                        <a16:creationId xmlns:a16="http://schemas.microsoft.com/office/drawing/2014/main" id="{50A8D13F-65C0-4221-71F2-C070EEDB305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96" name="Freeform 264">
                    <a:extLst>
                      <a:ext uri="{FF2B5EF4-FFF2-40B4-BE49-F238E27FC236}">
                        <a16:creationId xmlns:a16="http://schemas.microsoft.com/office/drawing/2014/main" id="{FDDA4EE5-D1CC-84E8-FD6A-CFD682644BC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97" name="Freeform 265">
                    <a:extLst>
                      <a:ext uri="{FF2B5EF4-FFF2-40B4-BE49-F238E27FC236}">
                        <a16:creationId xmlns:a16="http://schemas.microsoft.com/office/drawing/2014/main" id="{A467E5CC-751D-DA2B-5E1C-CF3E23384B6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98" name="Freeform 266">
                    <a:extLst>
                      <a:ext uri="{FF2B5EF4-FFF2-40B4-BE49-F238E27FC236}">
                        <a16:creationId xmlns:a16="http://schemas.microsoft.com/office/drawing/2014/main" id="{56D67E03-4E63-A78E-A944-DD31CF6FB7D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99" name="Freeform 267">
                    <a:extLst>
                      <a:ext uri="{FF2B5EF4-FFF2-40B4-BE49-F238E27FC236}">
                        <a16:creationId xmlns:a16="http://schemas.microsoft.com/office/drawing/2014/main" id="{26270A17-11EF-B494-0870-587327D4E63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00" name="Freeform 268">
                    <a:extLst>
                      <a:ext uri="{FF2B5EF4-FFF2-40B4-BE49-F238E27FC236}">
                        <a16:creationId xmlns:a16="http://schemas.microsoft.com/office/drawing/2014/main" id="{F9691674-6B86-CF0A-D859-A94AD91A536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01" name="Freeform 269">
                    <a:extLst>
                      <a:ext uri="{FF2B5EF4-FFF2-40B4-BE49-F238E27FC236}">
                        <a16:creationId xmlns:a16="http://schemas.microsoft.com/office/drawing/2014/main" id="{7D2C9932-AFCB-CD16-0185-DB20227162C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502" name="Freeform 270">
                    <a:extLst>
                      <a:ext uri="{FF2B5EF4-FFF2-40B4-BE49-F238E27FC236}">
                        <a16:creationId xmlns:a16="http://schemas.microsoft.com/office/drawing/2014/main" id="{5616DBDE-F422-4447-D29B-EE92BD762B4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7490" name="WordArt 271">
              <a:extLst>
                <a:ext uri="{FF2B5EF4-FFF2-40B4-BE49-F238E27FC236}">
                  <a16:creationId xmlns:a16="http://schemas.microsoft.com/office/drawing/2014/main" id="{B9C70E55-22FF-B741-C09A-ECCBB5F1C4DC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bb3  </a:t>
              </a:r>
            </a:p>
          </p:txBody>
        </p:sp>
      </p:grpSp>
      <p:sp>
        <p:nvSpPr>
          <p:cNvPr id="57371" name="Line 306">
            <a:extLst>
              <a:ext uri="{FF2B5EF4-FFF2-40B4-BE49-F238E27FC236}">
                <a16:creationId xmlns:a16="http://schemas.microsoft.com/office/drawing/2014/main" id="{6C32DE0E-5DEB-AA31-947D-4A63A4A528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64425" y="2133601"/>
            <a:ext cx="2160588" cy="17319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57372" name="Group 307">
            <a:extLst>
              <a:ext uri="{FF2B5EF4-FFF2-40B4-BE49-F238E27FC236}">
                <a16:creationId xmlns:a16="http://schemas.microsoft.com/office/drawing/2014/main" id="{5E1EE80C-B38C-7357-E077-B4DADCF294F7}"/>
              </a:ext>
            </a:extLst>
          </p:cNvPr>
          <p:cNvGrpSpPr>
            <a:grpSpLocks/>
          </p:cNvGrpSpPr>
          <p:nvPr/>
        </p:nvGrpSpPr>
        <p:grpSpPr bwMode="auto">
          <a:xfrm>
            <a:off x="9191625" y="1816101"/>
            <a:ext cx="723900" cy="460375"/>
            <a:chOff x="4830" y="1144"/>
            <a:chExt cx="456" cy="290"/>
          </a:xfrm>
        </p:grpSpPr>
        <p:grpSp>
          <p:nvGrpSpPr>
            <p:cNvPr id="57467" name="Group 308">
              <a:extLst>
                <a:ext uri="{FF2B5EF4-FFF2-40B4-BE49-F238E27FC236}">
                  <a16:creationId xmlns:a16="http://schemas.microsoft.com/office/drawing/2014/main" id="{50B5699A-3B88-79A2-BDDA-C90FA815CEB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830" y="1144"/>
              <a:ext cx="456" cy="290"/>
              <a:chOff x="3312" y="2160"/>
              <a:chExt cx="960" cy="528"/>
            </a:xfrm>
          </p:grpSpPr>
          <p:sp>
            <p:nvSpPr>
              <p:cNvPr id="57469" name="AutoShape 309">
                <a:extLst>
                  <a:ext uri="{FF2B5EF4-FFF2-40B4-BE49-F238E27FC236}">
                    <a16:creationId xmlns:a16="http://schemas.microsoft.com/office/drawing/2014/main" id="{F00D83E3-5DEF-0AA1-2795-F5362C9804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7470" name="Group 310">
                <a:extLst>
                  <a:ext uri="{FF2B5EF4-FFF2-40B4-BE49-F238E27FC236}">
                    <a16:creationId xmlns:a16="http://schemas.microsoft.com/office/drawing/2014/main" id="{210DF66E-B290-FFB0-3FD7-A886DF58479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7471" name="Group 311">
                  <a:extLst>
                    <a:ext uri="{FF2B5EF4-FFF2-40B4-BE49-F238E27FC236}">
                      <a16:creationId xmlns:a16="http://schemas.microsoft.com/office/drawing/2014/main" id="{29015D89-D8F5-5E57-25DB-48B4D70D197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7481" name="Freeform 312">
                    <a:extLst>
                      <a:ext uri="{FF2B5EF4-FFF2-40B4-BE49-F238E27FC236}">
                        <a16:creationId xmlns:a16="http://schemas.microsoft.com/office/drawing/2014/main" id="{92DC2F1A-141A-DDC8-7820-0FA3B2DD21B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82" name="Freeform 313">
                    <a:extLst>
                      <a:ext uri="{FF2B5EF4-FFF2-40B4-BE49-F238E27FC236}">
                        <a16:creationId xmlns:a16="http://schemas.microsoft.com/office/drawing/2014/main" id="{FA3A658A-FA5B-A92E-4119-0EE5CBE4B1A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83" name="Freeform 314">
                    <a:extLst>
                      <a:ext uri="{FF2B5EF4-FFF2-40B4-BE49-F238E27FC236}">
                        <a16:creationId xmlns:a16="http://schemas.microsoft.com/office/drawing/2014/main" id="{C133B86C-4D36-D1AC-1CBB-0B5EEEFE4F3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84" name="Freeform 315">
                    <a:extLst>
                      <a:ext uri="{FF2B5EF4-FFF2-40B4-BE49-F238E27FC236}">
                        <a16:creationId xmlns:a16="http://schemas.microsoft.com/office/drawing/2014/main" id="{79A0AB9A-029D-D0AF-509E-AFBD36E5B5B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85" name="Freeform 316">
                    <a:extLst>
                      <a:ext uri="{FF2B5EF4-FFF2-40B4-BE49-F238E27FC236}">
                        <a16:creationId xmlns:a16="http://schemas.microsoft.com/office/drawing/2014/main" id="{3900BCA1-4F9E-514B-4100-0C5E8243971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86" name="Freeform 317">
                    <a:extLst>
                      <a:ext uri="{FF2B5EF4-FFF2-40B4-BE49-F238E27FC236}">
                        <a16:creationId xmlns:a16="http://schemas.microsoft.com/office/drawing/2014/main" id="{5648D574-D128-000F-2513-D6D8F7E64F8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87" name="Freeform 318">
                    <a:extLst>
                      <a:ext uri="{FF2B5EF4-FFF2-40B4-BE49-F238E27FC236}">
                        <a16:creationId xmlns:a16="http://schemas.microsoft.com/office/drawing/2014/main" id="{6C252994-E876-CD92-0EE4-1161E26F668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88" name="Freeform 319">
                    <a:extLst>
                      <a:ext uri="{FF2B5EF4-FFF2-40B4-BE49-F238E27FC236}">
                        <a16:creationId xmlns:a16="http://schemas.microsoft.com/office/drawing/2014/main" id="{66DC158F-AA71-EF32-F7AA-198B34E8E7B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7472" name="Group 320">
                  <a:extLst>
                    <a:ext uri="{FF2B5EF4-FFF2-40B4-BE49-F238E27FC236}">
                      <a16:creationId xmlns:a16="http://schemas.microsoft.com/office/drawing/2014/main" id="{A6683956-C955-C395-6598-DA8BF9C1F73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7473" name="Freeform 321">
                    <a:extLst>
                      <a:ext uri="{FF2B5EF4-FFF2-40B4-BE49-F238E27FC236}">
                        <a16:creationId xmlns:a16="http://schemas.microsoft.com/office/drawing/2014/main" id="{2FA26CE4-3D7D-4C59-BD28-F37BBE03797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74" name="Freeform 322">
                    <a:extLst>
                      <a:ext uri="{FF2B5EF4-FFF2-40B4-BE49-F238E27FC236}">
                        <a16:creationId xmlns:a16="http://schemas.microsoft.com/office/drawing/2014/main" id="{090FA6D5-48DF-4754-C3A1-970E70613D9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75" name="Freeform 323">
                    <a:extLst>
                      <a:ext uri="{FF2B5EF4-FFF2-40B4-BE49-F238E27FC236}">
                        <a16:creationId xmlns:a16="http://schemas.microsoft.com/office/drawing/2014/main" id="{6BA601BE-9723-9930-C7FD-B24DB60B693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76" name="Freeform 324">
                    <a:extLst>
                      <a:ext uri="{FF2B5EF4-FFF2-40B4-BE49-F238E27FC236}">
                        <a16:creationId xmlns:a16="http://schemas.microsoft.com/office/drawing/2014/main" id="{2EB5AE6D-6277-3634-51FB-05470065627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77" name="Freeform 325">
                    <a:extLst>
                      <a:ext uri="{FF2B5EF4-FFF2-40B4-BE49-F238E27FC236}">
                        <a16:creationId xmlns:a16="http://schemas.microsoft.com/office/drawing/2014/main" id="{3954950A-6E38-72EA-3B48-2A99600F6D3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78" name="Freeform 326">
                    <a:extLst>
                      <a:ext uri="{FF2B5EF4-FFF2-40B4-BE49-F238E27FC236}">
                        <a16:creationId xmlns:a16="http://schemas.microsoft.com/office/drawing/2014/main" id="{8B3484E1-D045-A265-9DC7-C177B806A63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79" name="Freeform 327">
                    <a:extLst>
                      <a:ext uri="{FF2B5EF4-FFF2-40B4-BE49-F238E27FC236}">
                        <a16:creationId xmlns:a16="http://schemas.microsoft.com/office/drawing/2014/main" id="{FB6B9613-C6D3-D452-4703-5CC8248F50B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80" name="Freeform 328">
                    <a:extLst>
                      <a:ext uri="{FF2B5EF4-FFF2-40B4-BE49-F238E27FC236}">
                        <a16:creationId xmlns:a16="http://schemas.microsoft.com/office/drawing/2014/main" id="{1E298BFC-BE7B-9835-E49E-5AC30F1343E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7468" name="WordArt 329">
              <a:extLst>
                <a:ext uri="{FF2B5EF4-FFF2-40B4-BE49-F238E27FC236}">
                  <a16:creationId xmlns:a16="http://schemas.microsoft.com/office/drawing/2014/main" id="{8647E971-EFBE-2BA5-BDEA-1121604AF44F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4853" y="1263"/>
              <a:ext cx="410" cy="142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r5  </a:t>
              </a:r>
            </a:p>
          </p:txBody>
        </p:sp>
      </p:grpSp>
      <p:sp>
        <p:nvSpPr>
          <p:cNvPr id="57373" name="Line 345">
            <a:extLst>
              <a:ext uri="{FF2B5EF4-FFF2-40B4-BE49-F238E27FC236}">
                <a16:creationId xmlns:a16="http://schemas.microsoft.com/office/drawing/2014/main" id="{8B4B43CB-2E62-B090-9DD0-CD2C70D0088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5763" y="1436689"/>
            <a:ext cx="512762" cy="2352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57374" name="Group 346">
            <a:extLst>
              <a:ext uri="{FF2B5EF4-FFF2-40B4-BE49-F238E27FC236}">
                <a16:creationId xmlns:a16="http://schemas.microsoft.com/office/drawing/2014/main" id="{EE4941FF-9F99-4BBC-3398-E17C9EC2A7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956425" y="3684589"/>
            <a:ext cx="723900" cy="460375"/>
            <a:chOff x="3312" y="2160"/>
            <a:chExt cx="960" cy="528"/>
          </a:xfrm>
        </p:grpSpPr>
        <p:grpSp>
          <p:nvGrpSpPr>
            <p:cNvPr id="57445" name="Group 347">
              <a:extLst>
                <a:ext uri="{FF2B5EF4-FFF2-40B4-BE49-F238E27FC236}">
                  <a16:creationId xmlns:a16="http://schemas.microsoft.com/office/drawing/2014/main" id="{67C294B0-AB3B-563B-E28B-2D1E84170E3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57447" name="AutoShape 348">
                <a:extLst>
                  <a:ext uri="{FF2B5EF4-FFF2-40B4-BE49-F238E27FC236}">
                    <a16:creationId xmlns:a16="http://schemas.microsoft.com/office/drawing/2014/main" id="{1A08C57F-D9A1-3F3E-657B-8CC8C6DFD1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7448" name="Group 349">
                <a:extLst>
                  <a:ext uri="{FF2B5EF4-FFF2-40B4-BE49-F238E27FC236}">
                    <a16:creationId xmlns:a16="http://schemas.microsoft.com/office/drawing/2014/main" id="{CE79D4D9-FDE0-6601-A3F3-E3CC6262EBB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7449" name="Group 350">
                  <a:extLst>
                    <a:ext uri="{FF2B5EF4-FFF2-40B4-BE49-F238E27FC236}">
                      <a16:creationId xmlns:a16="http://schemas.microsoft.com/office/drawing/2014/main" id="{927134AE-D545-7880-9839-663B286161E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7459" name="Freeform 351">
                    <a:extLst>
                      <a:ext uri="{FF2B5EF4-FFF2-40B4-BE49-F238E27FC236}">
                        <a16:creationId xmlns:a16="http://schemas.microsoft.com/office/drawing/2014/main" id="{560191D3-688B-1DC3-634E-6AA9698151E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60" name="Freeform 352">
                    <a:extLst>
                      <a:ext uri="{FF2B5EF4-FFF2-40B4-BE49-F238E27FC236}">
                        <a16:creationId xmlns:a16="http://schemas.microsoft.com/office/drawing/2014/main" id="{80BDEF62-0F8C-626D-29FB-6F0C81D479C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61" name="Freeform 353">
                    <a:extLst>
                      <a:ext uri="{FF2B5EF4-FFF2-40B4-BE49-F238E27FC236}">
                        <a16:creationId xmlns:a16="http://schemas.microsoft.com/office/drawing/2014/main" id="{24419EBF-1626-28AB-7664-FC39F669560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62" name="Freeform 354">
                    <a:extLst>
                      <a:ext uri="{FF2B5EF4-FFF2-40B4-BE49-F238E27FC236}">
                        <a16:creationId xmlns:a16="http://schemas.microsoft.com/office/drawing/2014/main" id="{2FFF9F4C-7B23-2A2E-11AC-A0A013BC2AF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63" name="Freeform 355">
                    <a:extLst>
                      <a:ext uri="{FF2B5EF4-FFF2-40B4-BE49-F238E27FC236}">
                        <a16:creationId xmlns:a16="http://schemas.microsoft.com/office/drawing/2014/main" id="{E6D7963A-96B8-0C21-1590-208107DBE5C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64" name="Freeform 356">
                    <a:extLst>
                      <a:ext uri="{FF2B5EF4-FFF2-40B4-BE49-F238E27FC236}">
                        <a16:creationId xmlns:a16="http://schemas.microsoft.com/office/drawing/2014/main" id="{327C61B1-FD75-CCDF-5C20-04EE25DA263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65" name="Freeform 357">
                    <a:extLst>
                      <a:ext uri="{FF2B5EF4-FFF2-40B4-BE49-F238E27FC236}">
                        <a16:creationId xmlns:a16="http://schemas.microsoft.com/office/drawing/2014/main" id="{23385990-10A9-6FFA-89E9-10422093E91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66" name="Freeform 358">
                    <a:extLst>
                      <a:ext uri="{FF2B5EF4-FFF2-40B4-BE49-F238E27FC236}">
                        <a16:creationId xmlns:a16="http://schemas.microsoft.com/office/drawing/2014/main" id="{4FAB6ECF-1A08-2EAF-28A4-39306687121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7450" name="Group 359">
                  <a:extLst>
                    <a:ext uri="{FF2B5EF4-FFF2-40B4-BE49-F238E27FC236}">
                      <a16:creationId xmlns:a16="http://schemas.microsoft.com/office/drawing/2014/main" id="{00E592B4-CC92-1F09-4EEF-908F9A47D6F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7451" name="Freeform 360">
                    <a:extLst>
                      <a:ext uri="{FF2B5EF4-FFF2-40B4-BE49-F238E27FC236}">
                        <a16:creationId xmlns:a16="http://schemas.microsoft.com/office/drawing/2014/main" id="{C360DF99-A2DB-41FF-C0DF-3987145AD04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52" name="Freeform 361">
                    <a:extLst>
                      <a:ext uri="{FF2B5EF4-FFF2-40B4-BE49-F238E27FC236}">
                        <a16:creationId xmlns:a16="http://schemas.microsoft.com/office/drawing/2014/main" id="{D66636A7-33A3-75FC-1B44-ADA3C81C681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53" name="Freeform 362">
                    <a:extLst>
                      <a:ext uri="{FF2B5EF4-FFF2-40B4-BE49-F238E27FC236}">
                        <a16:creationId xmlns:a16="http://schemas.microsoft.com/office/drawing/2014/main" id="{9E37E644-C83F-70E4-8CA3-A50C67F58D6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54" name="Freeform 363">
                    <a:extLst>
                      <a:ext uri="{FF2B5EF4-FFF2-40B4-BE49-F238E27FC236}">
                        <a16:creationId xmlns:a16="http://schemas.microsoft.com/office/drawing/2014/main" id="{2793F50D-E0A4-5446-EC8A-6A19BC8B1A0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55" name="Freeform 364">
                    <a:extLst>
                      <a:ext uri="{FF2B5EF4-FFF2-40B4-BE49-F238E27FC236}">
                        <a16:creationId xmlns:a16="http://schemas.microsoft.com/office/drawing/2014/main" id="{5D7206C5-A46B-BD4B-6E57-72B9FFF73FC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56" name="Freeform 365">
                    <a:extLst>
                      <a:ext uri="{FF2B5EF4-FFF2-40B4-BE49-F238E27FC236}">
                        <a16:creationId xmlns:a16="http://schemas.microsoft.com/office/drawing/2014/main" id="{F98E4C69-E5A6-98E7-3EAF-A2F38C6729E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57" name="Freeform 366">
                    <a:extLst>
                      <a:ext uri="{FF2B5EF4-FFF2-40B4-BE49-F238E27FC236}">
                        <a16:creationId xmlns:a16="http://schemas.microsoft.com/office/drawing/2014/main" id="{0EB77E8C-7785-B5ED-6469-3B78CDF9468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58" name="Freeform 367">
                    <a:extLst>
                      <a:ext uri="{FF2B5EF4-FFF2-40B4-BE49-F238E27FC236}">
                        <a16:creationId xmlns:a16="http://schemas.microsoft.com/office/drawing/2014/main" id="{61AF1AC4-B60A-1B1F-930B-A3BEEE3ED1C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7446" name="WordArt 368">
              <a:extLst>
                <a:ext uri="{FF2B5EF4-FFF2-40B4-BE49-F238E27FC236}">
                  <a16:creationId xmlns:a16="http://schemas.microsoft.com/office/drawing/2014/main" id="{3925B769-86EB-9328-197D-AD7F47CC6154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bb2  </a:t>
              </a:r>
            </a:p>
          </p:txBody>
        </p:sp>
      </p:grpSp>
      <p:grpSp>
        <p:nvGrpSpPr>
          <p:cNvPr id="57375" name="Group 372">
            <a:extLst>
              <a:ext uri="{FF2B5EF4-FFF2-40B4-BE49-F238E27FC236}">
                <a16:creationId xmlns:a16="http://schemas.microsoft.com/office/drawing/2014/main" id="{2E709315-B8FE-983E-E32C-12481B16A07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532688" y="1168401"/>
            <a:ext cx="723900" cy="460375"/>
            <a:chOff x="3312" y="2160"/>
            <a:chExt cx="960" cy="528"/>
          </a:xfrm>
        </p:grpSpPr>
        <p:grpSp>
          <p:nvGrpSpPr>
            <p:cNvPr id="57423" name="Group 373">
              <a:extLst>
                <a:ext uri="{FF2B5EF4-FFF2-40B4-BE49-F238E27FC236}">
                  <a16:creationId xmlns:a16="http://schemas.microsoft.com/office/drawing/2014/main" id="{A67264CB-3927-6F5A-CBF3-A716A19EEFA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57425" name="AutoShape 374">
                <a:extLst>
                  <a:ext uri="{FF2B5EF4-FFF2-40B4-BE49-F238E27FC236}">
                    <a16:creationId xmlns:a16="http://schemas.microsoft.com/office/drawing/2014/main" id="{33F88BBC-5D89-BF2E-00E5-3E07F5FBA8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7426" name="Group 375">
                <a:extLst>
                  <a:ext uri="{FF2B5EF4-FFF2-40B4-BE49-F238E27FC236}">
                    <a16:creationId xmlns:a16="http://schemas.microsoft.com/office/drawing/2014/main" id="{1FB5B9C8-9BFC-15B7-7409-744764547FC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7427" name="Group 376">
                  <a:extLst>
                    <a:ext uri="{FF2B5EF4-FFF2-40B4-BE49-F238E27FC236}">
                      <a16:creationId xmlns:a16="http://schemas.microsoft.com/office/drawing/2014/main" id="{69B0E369-4F55-D8E7-4284-BC7F693A102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7437" name="Freeform 377">
                    <a:extLst>
                      <a:ext uri="{FF2B5EF4-FFF2-40B4-BE49-F238E27FC236}">
                        <a16:creationId xmlns:a16="http://schemas.microsoft.com/office/drawing/2014/main" id="{0E796CD2-7BF5-E089-8D98-D0601385D6F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38" name="Freeform 378">
                    <a:extLst>
                      <a:ext uri="{FF2B5EF4-FFF2-40B4-BE49-F238E27FC236}">
                        <a16:creationId xmlns:a16="http://schemas.microsoft.com/office/drawing/2014/main" id="{AE06DC13-63C3-8F34-47AD-7E82484F0EE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39" name="Freeform 379">
                    <a:extLst>
                      <a:ext uri="{FF2B5EF4-FFF2-40B4-BE49-F238E27FC236}">
                        <a16:creationId xmlns:a16="http://schemas.microsoft.com/office/drawing/2014/main" id="{458F1BCA-9C13-242A-7FCA-4931775271E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40" name="Freeform 380">
                    <a:extLst>
                      <a:ext uri="{FF2B5EF4-FFF2-40B4-BE49-F238E27FC236}">
                        <a16:creationId xmlns:a16="http://schemas.microsoft.com/office/drawing/2014/main" id="{ED151EE4-BA64-3EAC-3528-A4422219942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41" name="Freeform 381">
                    <a:extLst>
                      <a:ext uri="{FF2B5EF4-FFF2-40B4-BE49-F238E27FC236}">
                        <a16:creationId xmlns:a16="http://schemas.microsoft.com/office/drawing/2014/main" id="{9B517E8A-9739-22D3-378B-3A202F2ABDB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42" name="Freeform 382">
                    <a:extLst>
                      <a:ext uri="{FF2B5EF4-FFF2-40B4-BE49-F238E27FC236}">
                        <a16:creationId xmlns:a16="http://schemas.microsoft.com/office/drawing/2014/main" id="{136435BE-062F-02F7-5711-D544897D77A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43" name="Freeform 383">
                    <a:extLst>
                      <a:ext uri="{FF2B5EF4-FFF2-40B4-BE49-F238E27FC236}">
                        <a16:creationId xmlns:a16="http://schemas.microsoft.com/office/drawing/2014/main" id="{BAA146DB-0813-D00C-4B53-244C6A5ED5E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44" name="Freeform 384">
                    <a:extLst>
                      <a:ext uri="{FF2B5EF4-FFF2-40B4-BE49-F238E27FC236}">
                        <a16:creationId xmlns:a16="http://schemas.microsoft.com/office/drawing/2014/main" id="{0AC99DAE-A89B-AFD1-EA47-15D075F2140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7428" name="Group 385">
                  <a:extLst>
                    <a:ext uri="{FF2B5EF4-FFF2-40B4-BE49-F238E27FC236}">
                      <a16:creationId xmlns:a16="http://schemas.microsoft.com/office/drawing/2014/main" id="{2BCCA34A-4B64-8243-3707-80363F1A268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7429" name="Freeform 386">
                    <a:extLst>
                      <a:ext uri="{FF2B5EF4-FFF2-40B4-BE49-F238E27FC236}">
                        <a16:creationId xmlns:a16="http://schemas.microsoft.com/office/drawing/2014/main" id="{515EF7E2-26E9-4FE6-9216-CB548514E65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30" name="Freeform 387">
                    <a:extLst>
                      <a:ext uri="{FF2B5EF4-FFF2-40B4-BE49-F238E27FC236}">
                        <a16:creationId xmlns:a16="http://schemas.microsoft.com/office/drawing/2014/main" id="{2EFF78D1-C201-9A5A-3736-E0D86757094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31" name="Freeform 388">
                    <a:extLst>
                      <a:ext uri="{FF2B5EF4-FFF2-40B4-BE49-F238E27FC236}">
                        <a16:creationId xmlns:a16="http://schemas.microsoft.com/office/drawing/2014/main" id="{C5BBABFC-2E53-4A0E-C51B-7FF1013B45C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32" name="Freeform 389">
                    <a:extLst>
                      <a:ext uri="{FF2B5EF4-FFF2-40B4-BE49-F238E27FC236}">
                        <a16:creationId xmlns:a16="http://schemas.microsoft.com/office/drawing/2014/main" id="{92ADDE33-D2C6-65FD-FA5F-582086B3145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33" name="Freeform 390">
                    <a:extLst>
                      <a:ext uri="{FF2B5EF4-FFF2-40B4-BE49-F238E27FC236}">
                        <a16:creationId xmlns:a16="http://schemas.microsoft.com/office/drawing/2014/main" id="{D448FFF0-469A-F0C8-6768-AB61E9C7716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34" name="Freeform 391">
                    <a:extLst>
                      <a:ext uri="{FF2B5EF4-FFF2-40B4-BE49-F238E27FC236}">
                        <a16:creationId xmlns:a16="http://schemas.microsoft.com/office/drawing/2014/main" id="{57CD22B8-3FA7-D652-E9AB-1BF8F12472E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35" name="Freeform 392">
                    <a:extLst>
                      <a:ext uri="{FF2B5EF4-FFF2-40B4-BE49-F238E27FC236}">
                        <a16:creationId xmlns:a16="http://schemas.microsoft.com/office/drawing/2014/main" id="{E0C2CAC0-F5BF-52B9-99AC-D006CE12C2F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36" name="Freeform 393">
                    <a:extLst>
                      <a:ext uri="{FF2B5EF4-FFF2-40B4-BE49-F238E27FC236}">
                        <a16:creationId xmlns:a16="http://schemas.microsoft.com/office/drawing/2014/main" id="{63038076-6FED-A196-E6F0-9CAB5604804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7424" name="WordArt 394">
              <a:extLst>
                <a:ext uri="{FF2B5EF4-FFF2-40B4-BE49-F238E27FC236}">
                  <a16:creationId xmlns:a16="http://schemas.microsoft.com/office/drawing/2014/main" id="{1F93F971-DAB6-BB53-FFCB-1EA201C8EFA7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r4  </a:t>
              </a:r>
            </a:p>
          </p:txBody>
        </p:sp>
      </p:grpSp>
      <p:sp>
        <p:nvSpPr>
          <p:cNvPr id="57376" name="Line 403">
            <a:extLst>
              <a:ext uri="{FF2B5EF4-FFF2-40B4-BE49-F238E27FC236}">
                <a16:creationId xmlns:a16="http://schemas.microsoft.com/office/drawing/2014/main" id="{26E50D65-B5A1-ECB5-2513-0096385DC1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35563" y="1452563"/>
            <a:ext cx="1301750" cy="23669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57377" name="Group 416">
            <a:extLst>
              <a:ext uri="{FF2B5EF4-FFF2-40B4-BE49-F238E27FC236}">
                <a16:creationId xmlns:a16="http://schemas.microsoft.com/office/drawing/2014/main" id="{84F53592-E4AA-872D-5AEC-9E14125CA8B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72213" y="1125539"/>
            <a:ext cx="723900" cy="460375"/>
            <a:chOff x="3312" y="2160"/>
            <a:chExt cx="960" cy="528"/>
          </a:xfrm>
        </p:grpSpPr>
        <p:grpSp>
          <p:nvGrpSpPr>
            <p:cNvPr id="57401" name="Group 417">
              <a:extLst>
                <a:ext uri="{FF2B5EF4-FFF2-40B4-BE49-F238E27FC236}">
                  <a16:creationId xmlns:a16="http://schemas.microsoft.com/office/drawing/2014/main" id="{78446C65-A8F4-9DDC-F9A2-C81E125AB75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57403" name="AutoShape 418">
                <a:extLst>
                  <a:ext uri="{FF2B5EF4-FFF2-40B4-BE49-F238E27FC236}">
                    <a16:creationId xmlns:a16="http://schemas.microsoft.com/office/drawing/2014/main" id="{3700BD82-504E-E303-7C04-1CEEC01869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7404" name="Group 419">
                <a:extLst>
                  <a:ext uri="{FF2B5EF4-FFF2-40B4-BE49-F238E27FC236}">
                    <a16:creationId xmlns:a16="http://schemas.microsoft.com/office/drawing/2014/main" id="{B7F63B45-06FC-876F-29B6-277C4F64D81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7405" name="Group 420">
                  <a:extLst>
                    <a:ext uri="{FF2B5EF4-FFF2-40B4-BE49-F238E27FC236}">
                      <a16:creationId xmlns:a16="http://schemas.microsoft.com/office/drawing/2014/main" id="{1493A8DF-7A2D-A299-8C4A-7308A7CACBD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7415" name="Freeform 421">
                    <a:extLst>
                      <a:ext uri="{FF2B5EF4-FFF2-40B4-BE49-F238E27FC236}">
                        <a16:creationId xmlns:a16="http://schemas.microsoft.com/office/drawing/2014/main" id="{1376AA55-BF6C-53AC-E603-BA1B5F7AADC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16" name="Freeform 422">
                    <a:extLst>
                      <a:ext uri="{FF2B5EF4-FFF2-40B4-BE49-F238E27FC236}">
                        <a16:creationId xmlns:a16="http://schemas.microsoft.com/office/drawing/2014/main" id="{A1734930-F2C0-B196-3E35-880A7F76552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17" name="Freeform 423">
                    <a:extLst>
                      <a:ext uri="{FF2B5EF4-FFF2-40B4-BE49-F238E27FC236}">
                        <a16:creationId xmlns:a16="http://schemas.microsoft.com/office/drawing/2014/main" id="{37E31C65-7A06-FFF5-ADC9-39C412FC796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18" name="Freeform 424">
                    <a:extLst>
                      <a:ext uri="{FF2B5EF4-FFF2-40B4-BE49-F238E27FC236}">
                        <a16:creationId xmlns:a16="http://schemas.microsoft.com/office/drawing/2014/main" id="{C79063DE-CC12-E55B-BB4C-11D9EA5F123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19" name="Freeform 425">
                    <a:extLst>
                      <a:ext uri="{FF2B5EF4-FFF2-40B4-BE49-F238E27FC236}">
                        <a16:creationId xmlns:a16="http://schemas.microsoft.com/office/drawing/2014/main" id="{8312D107-627A-86E9-B300-2EE4A83450A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20" name="Freeform 426">
                    <a:extLst>
                      <a:ext uri="{FF2B5EF4-FFF2-40B4-BE49-F238E27FC236}">
                        <a16:creationId xmlns:a16="http://schemas.microsoft.com/office/drawing/2014/main" id="{6C535FF3-AC19-48A0-4A44-76D07157648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21" name="Freeform 427">
                    <a:extLst>
                      <a:ext uri="{FF2B5EF4-FFF2-40B4-BE49-F238E27FC236}">
                        <a16:creationId xmlns:a16="http://schemas.microsoft.com/office/drawing/2014/main" id="{97489D17-B30E-3EA9-4CF5-D862B019CFD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22" name="Freeform 428">
                    <a:extLst>
                      <a:ext uri="{FF2B5EF4-FFF2-40B4-BE49-F238E27FC236}">
                        <a16:creationId xmlns:a16="http://schemas.microsoft.com/office/drawing/2014/main" id="{4C82A438-E7E9-7377-E9A2-5180FE90CF2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7406" name="Group 429">
                  <a:extLst>
                    <a:ext uri="{FF2B5EF4-FFF2-40B4-BE49-F238E27FC236}">
                      <a16:creationId xmlns:a16="http://schemas.microsoft.com/office/drawing/2014/main" id="{57F1FC34-211F-C356-321C-96C76850CA2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7407" name="Freeform 430">
                    <a:extLst>
                      <a:ext uri="{FF2B5EF4-FFF2-40B4-BE49-F238E27FC236}">
                        <a16:creationId xmlns:a16="http://schemas.microsoft.com/office/drawing/2014/main" id="{B8C0CFD7-1C3A-689E-2DF0-DC2D14EC77F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08" name="Freeform 431">
                    <a:extLst>
                      <a:ext uri="{FF2B5EF4-FFF2-40B4-BE49-F238E27FC236}">
                        <a16:creationId xmlns:a16="http://schemas.microsoft.com/office/drawing/2014/main" id="{D7419AD6-8107-5A6B-C612-03019B9276C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09" name="Freeform 432">
                    <a:extLst>
                      <a:ext uri="{FF2B5EF4-FFF2-40B4-BE49-F238E27FC236}">
                        <a16:creationId xmlns:a16="http://schemas.microsoft.com/office/drawing/2014/main" id="{2D349ED6-EEF3-76F6-DA91-40613A8B808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10" name="Freeform 433">
                    <a:extLst>
                      <a:ext uri="{FF2B5EF4-FFF2-40B4-BE49-F238E27FC236}">
                        <a16:creationId xmlns:a16="http://schemas.microsoft.com/office/drawing/2014/main" id="{C79C06FA-2465-8963-A0A6-3D3D6BF28E2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11" name="Freeform 434">
                    <a:extLst>
                      <a:ext uri="{FF2B5EF4-FFF2-40B4-BE49-F238E27FC236}">
                        <a16:creationId xmlns:a16="http://schemas.microsoft.com/office/drawing/2014/main" id="{BE73C546-7730-1AD8-350E-BE1BD2B4F32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12" name="Freeform 435">
                    <a:extLst>
                      <a:ext uri="{FF2B5EF4-FFF2-40B4-BE49-F238E27FC236}">
                        <a16:creationId xmlns:a16="http://schemas.microsoft.com/office/drawing/2014/main" id="{53B90D63-8965-14D9-34DC-0FA238EFB7F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13" name="Freeform 436">
                    <a:extLst>
                      <a:ext uri="{FF2B5EF4-FFF2-40B4-BE49-F238E27FC236}">
                        <a16:creationId xmlns:a16="http://schemas.microsoft.com/office/drawing/2014/main" id="{564C31C6-06C0-67E9-9BC3-FDC3E2C9D16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14" name="Freeform 437">
                    <a:extLst>
                      <a:ext uri="{FF2B5EF4-FFF2-40B4-BE49-F238E27FC236}">
                        <a16:creationId xmlns:a16="http://schemas.microsoft.com/office/drawing/2014/main" id="{C0BF24E1-9382-1CB3-480E-C72BB908320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7402" name="WordArt 438">
              <a:extLst>
                <a:ext uri="{FF2B5EF4-FFF2-40B4-BE49-F238E27FC236}">
                  <a16:creationId xmlns:a16="http://schemas.microsoft.com/office/drawing/2014/main" id="{E2F91749-4CCB-C07D-43D1-D49FEA4E9AA6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r3  </a:t>
              </a:r>
            </a:p>
          </p:txBody>
        </p:sp>
      </p:grpSp>
      <p:grpSp>
        <p:nvGrpSpPr>
          <p:cNvPr id="57378" name="Group 439">
            <a:extLst>
              <a:ext uri="{FF2B5EF4-FFF2-40B4-BE49-F238E27FC236}">
                <a16:creationId xmlns:a16="http://schemas.microsoft.com/office/drawing/2014/main" id="{4B84BE3B-46BC-3699-E713-204D3968AFA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68850" y="3684589"/>
            <a:ext cx="723900" cy="460375"/>
            <a:chOff x="3312" y="2160"/>
            <a:chExt cx="960" cy="528"/>
          </a:xfrm>
        </p:grpSpPr>
        <p:grpSp>
          <p:nvGrpSpPr>
            <p:cNvPr id="57379" name="Group 440">
              <a:extLst>
                <a:ext uri="{FF2B5EF4-FFF2-40B4-BE49-F238E27FC236}">
                  <a16:creationId xmlns:a16="http://schemas.microsoft.com/office/drawing/2014/main" id="{06108BB4-968C-50BE-E692-D9BE1D3925F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57381" name="AutoShape 441">
                <a:extLst>
                  <a:ext uri="{FF2B5EF4-FFF2-40B4-BE49-F238E27FC236}">
                    <a16:creationId xmlns:a16="http://schemas.microsoft.com/office/drawing/2014/main" id="{F32E8B21-8E7E-5068-BED7-0EF59EA825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7382" name="Group 442">
                <a:extLst>
                  <a:ext uri="{FF2B5EF4-FFF2-40B4-BE49-F238E27FC236}">
                    <a16:creationId xmlns:a16="http://schemas.microsoft.com/office/drawing/2014/main" id="{4EA35FDA-6180-DC42-38EA-1D07C5CB113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7383" name="Group 443">
                  <a:extLst>
                    <a:ext uri="{FF2B5EF4-FFF2-40B4-BE49-F238E27FC236}">
                      <a16:creationId xmlns:a16="http://schemas.microsoft.com/office/drawing/2014/main" id="{FDD8A7DE-F044-79BD-DB3C-69619E8246A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7393" name="Freeform 444">
                    <a:extLst>
                      <a:ext uri="{FF2B5EF4-FFF2-40B4-BE49-F238E27FC236}">
                        <a16:creationId xmlns:a16="http://schemas.microsoft.com/office/drawing/2014/main" id="{C74B8416-8BCB-04C5-2A36-CA97A57E2DE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394" name="Freeform 445">
                    <a:extLst>
                      <a:ext uri="{FF2B5EF4-FFF2-40B4-BE49-F238E27FC236}">
                        <a16:creationId xmlns:a16="http://schemas.microsoft.com/office/drawing/2014/main" id="{0F540951-5FBF-EC25-CC53-2FCF7688713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395" name="Freeform 446">
                    <a:extLst>
                      <a:ext uri="{FF2B5EF4-FFF2-40B4-BE49-F238E27FC236}">
                        <a16:creationId xmlns:a16="http://schemas.microsoft.com/office/drawing/2014/main" id="{B80B6EE8-7301-1539-9757-9AA866AC504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396" name="Freeform 447">
                    <a:extLst>
                      <a:ext uri="{FF2B5EF4-FFF2-40B4-BE49-F238E27FC236}">
                        <a16:creationId xmlns:a16="http://schemas.microsoft.com/office/drawing/2014/main" id="{F48D7129-B05C-C0EC-B54E-9C31029DC96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397" name="Freeform 448">
                    <a:extLst>
                      <a:ext uri="{FF2B5EF4-FFF2-40B4-BE49-F238E27FC236}">
                        <a16:creationId xmlns:a16="http://schemas.microsoft.com/office/drawing/2014/main" id="{0F676AE2-CE01-B428-CF40-D6DE0FE302E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398" name="Freeform 449">
                    <a:extLst>
                      <a:ext uri="{FF2B5EF4-FFF2-40B4-BE49-F238E27FC236}">
                        <a16:creationId xmlns:a16="http://schemas.microsoft.com/office/drawing/2014/main" id="{99824BC5-B1CB-9372-CC34-76A6D5D8AB9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399" name="Freeform 450">
                    <a:extLst>
                      <a:ext uri="{FF2B5EF4-FFF2-40B4-BE49-F238E27FC236}">
                        <a16:creationId xmlns:a16="http://schemas.microsoft.com/office/drawing/2014/main" id="{D233808B-AB0A-5743-99FC-6EB7EB58DF3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400" name="Freeform 451">
                    <a:extLst>
                      <a:ext uri="{FF2B5EF4-FFF2-40B4-BE49-F238E27FC236}">
                        <a16:creationId xmlns:a16="http://schemas.microsoft.com/office/drawing/2014/main" id="{0AA83CE5-B0A3-D946-E26A-9234EDD73E2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7384" name="Group 452">
                  <a:extLst>
                    <a:ext uri="{FF2B5EF4-FFF2-40B4-BE49-F238E27FC236}">
                      <a16:creationId xmlns:a16="http://schemas.microsoft.com/office/drawing/2014/main" id="{1A51486E-AF34-2E71-7F96-78438F3AFB6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7385" name="Freeform 453">
                    <a:extLst>
                      <a:ext uri="{FF2B5EF4-FFF2-40B4-BE49-F238E27FC236}">
                        <a16:creationId xmlns:a16="http://schemas.microsoft.com/office/drawing/2014/main" id="{15FCE1EC-AF38-3E49-473B-6FE99A20619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386" name="Freeform 454">
                    <a:extLst>
                      <a:ext uri="{FF2B5EF4-FFF2-40B4-BE49-F238E27FC236}">
                        <a16:creationId xmlns:a16="http://schemas.microsoft.com/office/drawing/2014/main" id="{9E392BED-F141-42A8-4CB3-F0209AF836B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387" name="Freeform 455">
                    <a:extLst>
                      <a:ext uri="{FF2B5EF4-FFF2-40B4-BE49-F238E27FC236}">
                        <a16:creationId xmlns:a16="http://schemas.microsoft.com/office/drawing/2014/main" id="{33E25369-1C41-1FAD-96CB-69453D9A2C2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388" name="Freeform 456">
                    <a:extLst>
                      <a:ext uri="{FF2B5EF4-FFF2-40B4-BE49-F238E27FC236}">
                        <a16:creationId xmlns:a16="http://schemas.microsoft.com/office/drawing/2014/main" id="{E8217913-7A4E-C34F-D02D-91A661BD3F3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389" name="Freeform 457">
                    <a:extLst>
                      <a:ext uri="{FF2B5EF4-FFF2-40B4-BE49-F238E27FC236}">
                        <a16:creationId xmlns:a16="http://schemas.microsoft.com/office/drawing/2014/main" id="{5B12D394-5501-F4C2-7E0A-534028F9DFE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390" name="Freeform 458">
                    <a:extLst>
                      <a:ext uri="{FF2B5EF4-FFF2-40B4-BE49-F238E27FC236}">
                        <a16:creationId xmlns:a16="http://schemas.microsoft.com/office/drawing/2014/main" id="{35E26347-CB67-F708-A0C0-45D8FD49012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391" name="Freeform 459">
                    <a:extLst>
                      <a:ext uri="{FF2B5EF4-FFF2-40B4-BE49-F238E27FC236}">
                        <a16:creationId xmlns:a16="http://schemas.microsoft.com/office/drawing/2014/main" id="{0EF16E50-A80E-397E-E309-86FA0B898E1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7392" name="Freeform 460">
                    <a:extLst>
                      <a:ext uri="{FF2B5EF4-FFF2-40B4-BE49-F238E27FC236}">
                        <a16:creationId xmlns:a16="http://schemas.microsoft.com/office/drawing/2014/main" id="{0BA3DDE9-F9E3-1556-F1A6-9FAA121460F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7380" name="WordArt 461">
              <a:extLst>
                <a:ext uri="{FF2B5EF4-FFF2-40B4-BE49-F238E27FC236}">
                  <a16:creationId xmlns:a16="http://schemas.microsoft.com/office/drawing/2014/main" id="{3BF941CA-634D-394A-7817-F8F6935E7C65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bb1  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51052C6-21B0-6296-F1E9-9A0386AC08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en-IT"/>
              <a:t>last update: Oct 2023</a:t>
            </a:r>
          </a:p>
        </p:txBody>
      </p:sp>
      <p:grpSp>
        <p:nvGrpSpPr>
          <p:cNvPr id="58373" name="Group 3">
            <a:extLst>
              <a:ext uri="{FF2B5EF4-FFF2-40B4-BE49-F238E27FC236}">
                <a16:creationId xmlns:a16="http://schemas.microsoft.com/office/drawing/2014/main" id="{888CBA8D-392E-4337-5954-613053A0C2A8}"/>
              </a:ext>
            </a:extLst>
          </p:cNvPr>
          <p:cNvGrpSpPr>
            <a:grpSpLocks/>
          </p:cNvGrpSpPr>
          <p:nvPr/>
        </p:nvGrpSpPr>
        <p:grpSpPr bwMode="auto">
          <a:xfrm>
            <a:off x="2894014" y="3603626"/>
            <a:ext cx="6510337" cy="3209925"/>
            <a:chOff x="863" y="2270"/>
            <a:chExt cx="4101" cy="2022"/>
          </a:xfrm>
        </p:grpSpPr>
        <p:grpSp>
          <p:nvGrpSpPr>
            <p:cNvPr id="58669" name="Group 4">
              <a:extLst>
                <a:ext uri="{FF2B5EF4-FFF2-40B4-BE49-F238E27FC236}">
                  <a16:creationId xmlns:a16="http://schemas.microsoft.com/office/drawing/2014/main" id="{F054F7DE-1C6A-3B96-A76B-825D048EC6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3" y="2406"/>
              <a:ext cx="4101" cy="1886"/>
              <a:chOff x="863" y="2406"/>
              <a:chExt cx="4101" cy="1886"/>
            </a:xfrm>
          </p:grpSpPr>
          <p:sp>
            <p:nvSpPr>
              <p:cNvPr id="58671" name="Oval 5">
                <a:extLst>
                  <a:ext uri="{FF2B5EF4-FFF2-40B4-BE49-F238E27FC236}">
                    <a16:creationId xmlns:a16="http://schemas.microsoft.com/office/drawing/2014/main" id="{E8BBB145-4ABC-00CE-FEFA-2695BE3E8C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19" y="2406"/>
                <a:ext cx="2819" cy="760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8672" name="Oval 6">
                <a:extLst>
                  <a:ext uri="{FF2B5EF4-FFF2-40B4-BE49-F238E27FC236}">
                    <a16:creationId xmlns:a16="http://schemas.microsoft.com/office/drawing/2014/main" id="{7C23C286-B256-64CC-8850-FC1750B2BA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74" y="2666"/>
                <a:ext cx="1487" cy="673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8673" name="Oval 7">
                <a:extLst>
                  <a:ext uri="{FF2B5EF4-FFF2-40B4-BE49-F238E27FC236}">
                    <a16:creationId xmlns:a16="http://schemas.microsoft.com/office/drawing/2014/main" id="{2ACEA42D-48D1-3BEB-2257-CC3E273513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63" y="2887"/>
                <a:ext cx="860" cy="733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8674" name="Oval 8">
                <a:extLst>
                  <a:ext uri="{FF2B5EF4-FFF2-40B4-BE49-F238E27FC236}">
                    <a16:creationId xmlns:a16="http://schemas.microsoft.com/office/drawing/2014/main" id="{16F169CC-ABE8-B610-65EC-8F8ADDF053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47" y="3312"/>
                <a:ext cx="1286" cy="595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8675" name="Oval 9">
                <a:extLst>
                  <a:ext uri="{FF2B5EF4-FFF2-40B4-BE49-F238E27FC236}">
                    <a16:creationId xmlns:a16="http://schemas.microsoft.com/office/drawing/2014/main" id="{186432D1-04EB-CB19-D2B8-8393D24D5D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30" y="3412"/>
                <a:ext cx="2534" cy="880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8676" name="Oval 10">
                <a:extLst>
                  <a:ext uri="{FF2B5EF4-FFF2-40B4-BE49-F238E27FC236}">
                    <a16:creationId xmlns:a16="http://schemas.microsoft.com/office/drawing/2014/main" id="{5AB32D16-7B47-DC38-0C05-031FA82D9C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525" y="2685"/>
                <a:ext cx="1439" cy="711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8677" name="Oval 11">
                <a:extLst>
                  <a:ext uri="{FF2B5EF4-FFF2-40B4-BE49-F238E27FC236}">
                    <a16:creationId xmlns:a16="http://schemas.microsoft.com/office/drawing/2014/main" id="{43CF4629-9C6B-2A24-F2A7-A07B9686CD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743" y="3025"/>
                <a:ext cx="826" cy="595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8678" name="Oval 12">
                <a:extLst>
                  <a:ext uri="{FF2B5EF4-FFF2-40B4-BE49-F238E27FC236}">
                    <a16:creationId xmlns:a16="http://schemas.microsoft.com/office/drawing/2014/main" id="{3F5DABC9-6BBE-F785-241A-DCBD753C00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611" y="3136"/>
                <a:ext cx="675" cy="889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8679" name="Oval 13">
                <a:extLst>
                  <a:ext uri="{FF2B5EF4-FFF2-40B4-BE49-F238E27FC236}">
                    <a16:creationId xmlns:a16="http://schemas.microsoft.com/office/drawing/2014/main" id="{A330F311-C8AB-B969-D1D8-0EF8220D2C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30" y="2887"/>
                <a:ext cx="2890" cy="868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8670" name="Oval 14">
              <a:extLst>
                <a:ext uri="{FF2B5EF4-FFF2-40B4-BE49-F238E27FC236}">
                  <a16:creationId xmlns:a16="http://schemas.microsoft.com/office/drawing/2014/main" id="{0A4840D1-AE9D-30A2-DF1B-35919B0CC1E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15" y="2270"/>
              <a:ext cx="1518" cy="760"/>
            </a:xfrm>
            <a:prstGeom prst="ellipse">
              <a:avLst/>
            </a:prstGeom>
            <a:solidFill>
              <a:srgbClr val="CC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</p:grpSp>
      <p:sp>
        <p:nvSpPr>
          <p:cNvPr id="58374" name="Freeform 15">
            <a:extLst>
              <a:ext uri="{FF2B5EF4-FFF2-40B4-BE49-F238E27FC236}">
                <a16:creationId xmlns:a16="http://schemas.microsoft.com/office/drawing/2014/main" id="{192285CE-D1A4-5945-B198-DB6DDE9823D8}"/>
              </a:ext>
            </a:extLst>
          </p:cNvPr>
          <p:cNvSpPr>
            <a:spLocks/>
          </p:cNvSpPr>
          <p:nvPr/>
        </p:nvSpPr>
        <p:spPr bwMode="auto">
          <a:xfrm>
            <a:off x="7224713" y="49213"/>
            <a:ext cx="3371850" cy="3886200"/>
          </a:xfrm>
          <a:custGeom>
            <a:avLst/>
            <a:gdLst>
              <a:gd name="T0" fmla="*/ 168849675 w 2124"/>
              <a:gd name="T1" fmla="*/ 2147483646 h 2448"/>
              <a:gd name="T2" fmla="*/ 572074675 w 2124"/>
              <a:gd name="T3" fmla="*/ 2147483646 h 2448"/>
              <a:gd name="T4" fmla="*/ 841732188 w 2124"/>
              <a:gd name="T5" fmla="*/ 2147483646 h 2448"/>
              <a:gd name="T6" fmla="*/ 587195613 w 2124"/>
              <a:gd name="T7" fmla="*/ 2147483646 h 2448"/>
              <a:gd name="T8" fmla="*/ 1081146238 w 2124"/>
              <a:gd name="T9" fmla="*/ 2147483646 h 2448"/>
              <a:gd name="T10" fmla="*/ 2069047488 w 2124"/>
              <a:gd name="T11" fmla="*/ 2147483646 h 2448"/>
              <a:gd name="T12" fmla="*/ 2147483646 w 2124"/>
              <a:gd name="T13" fmla="*/ 2147483646 h 2448"/>
              <a:gd name="T14" fmla="*/ 2147483646 w 2124"/>
              <a:gd name="T15" fmla="*/ 2147483646 h 2448"/>
              <a:gd name="T16" fmla="*/ 2147483646 w 2124"/>
              <a:gd name="T17" fmla="*/ 2147483646 h 2448"/>
              <a:gd name="T18" fmla="*/ 2147483646 w 2124"/>
              <a:gd name="T19" fmla="*/ 1708665938 h 2448"/>
              <a:gd name="T20" fmla="*/ 2147483646 w 2124"/>
              <a:gd name="T21" fmla="*/ 282257500 h 2448"/>
              <a:gd name="T22" fmla="*/ 2147483646 w 2124"/>
              <a:gd name="T23" fmla="*/ 70564375 h 2448"/>
              <a:gd name="T24" fmla="*/ 423386250 w 2124"/>
              <a:gd name="T25" fmla="*/ 176410938 h 2448"/>
              <a:gd name="T26" fmla="*/ 302418750 w 2124"/>
              <a:gd name="T27" fmla="*/ 1134070313 h 2448"/>
              <a:gd name="T28" fmla="*/ 511590925 w 2124"/>
              <a:gd name="T29" fmla="*/ 1688504688 h 2448"/>
              <a:gd name="T30" fmla="*/ 168849675 w 2124"/>
              <a:gd name="T31" fmla="*/ 2147483646 h 244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124"/>
              <a:gd name="T49" fmla="*/ 0 h 2448"/>
              <a:gd name="T50" fmla="*/ 2124 w 2124"/>
              <a:gd name="T51" fmla="*/ 2448 h 2448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124" h="2448">
                <a:moveTo>
                  <a:pt x="67" y="990"/>
                </a:moveTo>
                <a:cubicBezTo>
                  <a:pt x="27" y="1066"/>
                  <a:pt x="183" y="1206"/>
                  <a:pt x="227" y="1359"/>
                </a:cubicBezTo>
                <a:cubicBezTo>
                  <a:pt x="271" y="1512"/>
                  <a:pt x="333" y="1748"/>
                  <a:pt x="334" y="1911"/>
                </a:cubicBezTo>
                <a:cubicBezTo>
                  <a:pt x="335" y="2074"/>
                  <a:pt x="217" y="2249"/>
                  <a:pt x="233" y="2338"/>
                </a:cubicBezTo>
                <a:cubicBezTo>
                  <a:pt x="249" y="2427"/>
                  <a:pt x="331" y="2448"/>
                  <a:pt x="429" y="2445"/>
                </a:cubicBezTo>
                <a:cubicBezTo>
                  <a:pt x="527" y="2442"/>
                  <a:pt x="679" y="2351"/>
                  <a:pt x="821" y="2321"/>
                </a:cubicBezTo>
                <a:cubicBezTo>
                  <a:pt x="963" y="2291"/>
                  <a:pt x="1110" y="2289"/>
                  <a:pt x="1285" y="2265"/>
                </a:cubicBezTo>
                <a:cubicBezTo>
                  <a:pt x="1460" y="2241"/>
                  <a:pt x="1738" y="2250"/>
                  <a:pt x="1874" y="2174"/>
                </a:cubicBezTo>
                <a:cubicBezTo>
                  <a:pt x="2010" y="2098"/>
                  <a:pt x="2078" y="2060"/>
                  <a:pt x="2101" y="1811"/>
                </a:cubicBezTo>
                <a:cubicBezTo>
                  <a:pt x="2124" y="1562"/>
                  <a:pt x="2044" y="961"/>
                  <a:pt x="2011" y="678"/>
                </a:cubicBezTo>
                <a:cubicBezTo>
                  <a:pt x="1978" y="395"/>
                  <a:pt x="2049" y="220"/>
                  <a:pt x="1902" y="112"/>
                </a:cubicBezTo>
                <a:cubicBezTo>
                  <a:pt x="1755" y="4"/>
                  <a:pt x="1419" y="35"/>
                  <a:pt x="1130" y="28"/>
                </a:cubicBezTo>
                <a:cubicBezTo>
                  <a:pt x="841" y="21"/>
                  <a:pt x="336" y="0"/>
                  <a:pt x="168" y="70"/>
                </a:cubicBezTo>
                <a:cubicBezTo>
                  <a:pt x="0" y="140"/>
                  <a:pt x="114" y="350"/>
                  <a:pt x="120" y="450"/>
                </a:cubicBezTo>
                <a:cubicBezTo>
                  <a:pt x="126" y="550"/>
                  <a:pt x="212" y="580"/>
                  <a:pt x="203" y="670"/>
                </a:cubicBezTo>
                <a:cubicBezTo>
                  <a:pt x="194" y="760"/>
                  <a:pt x="95" y="923"/>
                  <a:pt x="67" y="990"/>
                </a:cubicBezTo>
                <a:close/>
              </a:path>
            </a:pathLst>
          </a:cu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8375" name="Freeform 16">
            <a:extLst>
              <a:ext uri="{FF2B5EF4-FFF2-40B4-BE49-F238E27FC236}">
                <a16:creationId xmlns:a16="http://schemas.microsoft.com/office/drawing/2014/main" id="{B609BF25-D7CB-1921-20CC-4C3C773648B5}"/>
              </a:ext>
            </a:extLst>
          </p:cNvPr>
          <p:cNvSpPr>
            <a:spLocks/>
          </p:cNvSpPr>
          <p:nvPr/>
        </p:nvSpPr>
        <p:spPr bwMode="auto">
          <a:xfrm>
            <a:off x="4737101" y="52389"/>
            <a:ext cx="2828925" cy="3748087"/>
          </a:xfrm>
          <a:custGeom>
            <a:avLst/>
            <a:gdLst>
              <a:gd name="T0" fmla="*/ 332660625 w 1782"/>
              <a:gd name="T1" fmla="*/ 1577617602 h 2361"/>
              <a:gd name="T2" fmla="*/ 614918125 w 1782"/>
              <a:gd name="T3" fmla="*/ 1083667043 h 2361"/>
              <a:gd name="T4" fmla="*/ 975301263 w 1782"/>
              <a:gd name="T5" fmla="*/ 859372373 h 2361"/>
              <a:gd name="T6" fmla="*/ 1355844063 w 1782"/>
              <a:gd name="T7" fmla="*/ 559474613 h 2361"/>
              <a:gd name="T8" fmla="*/ 2147483646 w 1782"/>
              <a:gd name="T9" fmla="*/ 80644989 h 2361"/>
              <a:gd name="T10" fmla="*/ 2147483646 w 1782"/>
              <a:gd name="T11" fmla="*/ 110886860 h 2361"/>
              <a:gd name="T12" fmla="*/ 2147483646 w 1782"/>
              <a:gd name="T13" fmla="*/ 740925839 h 2361"/>
              <a:gd name="T14" fmla="*/ 2147483646 w 1782"/>
              <a:gd name="T15" fmla="*/ 1607859473 h 2361"/>
              <a:gd name="T16" fmla="*/ 2147483646 w 1782"/>
              <a:gd name="T17" fmla="*/ 2147483646 h 2361"/>
              <a:gd name="T18" fmla="*/ 2147483646 w 1782"/>
              <a:gd name="T19" fmla="*/ 2147483646 h 2361"/>
              <a:gd name="T20" fmla="*/ 2147483646 w 1782"/>
              <a:gd name="T21" fmla="*/ 2147483646 h 2361"/>
              <a:gd name="T22" fmla="*/ 2147483646 w 1782"/>
              <a:gd name="T23" fmla="*/ 2147483646 h 2361"/>
              <a:gd name="T24" fmla="*/ 2147483646 w 1782"/>
              <a:gd name="T25" fmla="*/ 2147483646 h 2361"/>
              <a:gd name="T26" fmla="*/ 2147483646 w 1782"/>
              <a:gd name="T27" fmla="*/ 2147483646 h 2361"/>
              <a:gd name="T28" fmla="*/ 1514614700 w 1782"/>
              <a:gd name="T29" fmla="*/ 2147483646 h 2361"/>
              <a:gd name="T30" fmla="*/ 1305440938 w 1782"/>
              <a:gd name="T31" fmla="*/ 2147483646 h 2361"/>
              <a:gd name="T32" fmla="*/ 645160000 w 1782"/>
              <a:gd name="T33" fmla="*/ 2147483646 h 2361"/>
              <a:gd name="T34" fmla="*/ 599797188 w 1782"/>
              <a:gd name="T35" fmla="*/ 2147483646 h 2361"/>
              <a:gd name="T36" fmla="*/ 93246575 w 1782"/>
              <a:gd name="T37" fmla="*/ 2147483646 h 2361"/>
              <a:gd name="T38" fmla="*/ 47883763 w 1782"/>
              <a:gd name="T39" fmla="*/ 2147483646 h 2361"/>
              <a:gd name="T40" fmla="*/ 332660625 w 1782"/>
              <a:gd name="T41" fmla="*/ 1577617602 h 2361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1782"/>
              <a:gd name="T64" fmla="*/ 0 h 2361"/>
              <a:gd name="T65" fmla="*/ 1782 w 1782"/>
              <a:gd name="T66" fmla="*/ 2361 h 2361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1782" h="2361">
                <a:moveTo>
                  <a:pt x="132" y="626"/>
                </a:moveTo>
                <a:cubicBezTo>
                  <a:pt x="170" y="530"/>
                  <a:pt x="202" y="477"/>
                  <a:pt x="244" y="430"/>
                </a:cubicBezTo>
                <a:cubicBezTo>
                  <a:pt x="286" y="383"/>
                  <a:pt x="338" y="376"/>
                  <a:pt x="387" y="341"/>
                </a:cubicBezTo>
                <a:cubicBezTo>
                  <a:pt x="436" y="306"/>
                  <a:pt x="456" y="273"/>
                  <a:pt x="538" y="222"/>
                </a:cubicBezTo>
                <a:cubicBezTo>
                  <a:pt x="620" y="171"/>
                  <a:pt x="745" y="62"/>
                  <a:pt x="880" y="32"/>
                </a:cubicBezTo>
                <a:cubicBezTo>
                  <a:pt x="1015" y="2"/>
                  <a:pt x="1243" y="0"/>
                  <a:pt x="1349" y="44"/>
                </a:cubicBezTo>
                <a:cubicBezTo>
                  <a:pt x="1455" y="88"/>
                  <a:pt x="1469" y="195"/>
                  <a:pt x="1515" y="294"/>
                </a:cubicBezTo>
                <a:cubicBezTo>
                  <a:pt x="1561" y="393"/>
                  <a:pt x="1629" y="523"/>
                  <a:pt x="1628" y="638"/>
                </a:cubicBezTo>
                <a:cubicBezTo>
                  <a:pt x="1627" y="753"/>
                  <a:pt x="1501" y="860"/>
                  <a:pt x="1509" y="982"/>
                </a:cubicBezTo>
                <a:cubicBezTo>
                  <a:pt x="1517" y="1104"/>
                  <a:pt x="1630" y="1221"/>
                  <a:pt x="1675" y="1368"/>
                </a:cubicBezTo>
                <a:cubicBezTo>
                  <a:pt x="1720" y="1515"/>
                  <a:pt x="1782" y="1717"/>
                  <a:pt x="1782" y="1867"/>
                </a:cubicBezTo>
                <a:cubicBezTo>
                  <a:pt x="1782" y="2017"/>
                  <a:pt x="1746" y="2209"/>
                  <a:pt x="1675" y="2271"/>
                </a:cubicBezTo>
                <a:cubicBezTo>
                  <a:pt x="1604" y="2333"/>
                  <a:pt x="1424" y="2303"/>
                  <a:pt x="1355" y="2241"/>
                </a:cubicBezTo>
                <a:cubicBezTo>
                  <a:pt x="1286" y="2179"/>
                  <a:pt x="1426" y="1921"/>
                  <a:pt x="1260" y="1897"/>
                </a:cubicBezTo>
                <a:cubicBezTo>
                  <a:pt x="1094" y="1873"/>
                  <a:pt x="708" y="1885"/>
                  <a:pt x="601" y="1909"/>
                </a:cubicBezTo>
                <a:cubicBezTo>
                  <a:pt x="494" y="1933"/>
                  <a:pt x="575" y="2222"/>
                  <a:pt x="518" y="2283"/>
                </a:cubicBezTo>
                <a:cubicBezTo>
                  <a:pt x="465" y="2345"/>
                  <a:pt x="303" y="2361"/>
                  <a:pt x="256" y="2277"/>
                </a:cubicBezTo>
                <a:cubicBezTo>
                  <a:pt x="209" y="2193"/>
                  <a:pt x="274" y="1910"/>
                  <a:pt x="238" y="1778"/>
                </a:cubicBezTo>
                <a:cubicBezTo>
                  <a:pt x="202" y="1646"/>
                  <a:pt x="74" y="1616"/>
                  <a:pt x="37" y="1487"/>
                </a:cubicBezTo>
                <a:cubicBezTo>
                  <a:pt x="0" y="1358"/>
                  <a:pt x="3" y="1149"/>
                  <a:pt x="19" y="1006"/>
                </a:cubicBezTo>
                <a:cubicBezTo>
                  <a:pt x="35" y="863"/>
                  <a:pt x="94" y="710"/>
                  <a:pt x="132" y="626"/>
                </a:cubicBezTo>
                <a:close/>
              </a:path>
            </a:pathLst>
          </a:cu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8376" name="Freeform 17">
            <a:extLst>
              <a:ext uri="{FF2B5EF4-FFF2-40B4-BE49-F238E27FC236}">
                <a16:creationId xmlns:a16="http://schemas.microsoft.com/office/drawing/2014/main" id="{EDF67E81-2315-5362-F7FD-4B722E45F948}"/>
              </a:ext>
            </a:extLst>
          </p:cNvPr>
          <p:cNvSpPr>
            <a:spLocks/>
          </p:cNvSpPr>
          <p:nvPr/>
        </p:nvSpPr>
        <p:spPr bwMode="auto">
          <a:xfrm>
            <a:off x="1770063" y="66675"/>
            <a:ext cx="3784600" cy="3708400"/>
          </a:xfrm>
          <a:custGeom>
            <a:avLst/>
            <a:gdLst>
              <a:gd name="T0" fmla="*/ 2147483646 w 2384"/>
              <a:gd name="T1" fmla="*/ 2147483646 h 2336"/>
              <a:gd name="T2" fmla="*/ 2147483646 w 2384"/>
              <a:gd name="T3" fmla="*/ 2147483646 h 2336"/>
              <a:gd name="T4" fmla="*/ 2147483646 w 2384"/>
              <a:gd name="T5" fmla="*/ 2147483646 h 2336"/>
              <a:gd name="T6" fmla="*/ 2147483646 w 2384"/>
              <a:gd name="T7" fmla="*/ 2147483646 h 2336"/>
              <a:gd name="T8" fmla="*/ 2147483646 w 2384"/>
              <a:gd name="T9" fmla="*/ 2147483646 h 2336"/>
              <a:gd name="T10" fmla="*/ 2147483646 w 2384"/>
              <a:gd name="T11" fmla="*/ 1436489063 h 2336"/>
              <a:gd name="T12" fmla="*/ 2147483646 w 2384"/>
              <a:gd name="T13" fmla="*/ 688003450 h 2336"/>
              <a:gd name="T14" fmla="*/ 2147483646 w 2384"/>
              <a:gd name="T15" fmla="*/ 642639050 h 2336"/>
              <a:gd name="T16" fmla="*/ 2147483646 w 2384"/>
              <a:gd name="T17" fmla="*/ 118446550 h 2336"/>
              <a:gd name="T18" fmla="*/ 2147483646 w 2384"/>
              <a:gd name="T19" fmla="*/ 88206263 h 2336"/>
              <a:gd name="T20" fmla="*/ 1391126250 w 2384"/>
              <a:gd name="T21" fmla="*/ 209172175 h 2336"/>
              <a:gd name="T22" fmla="*/ 466228113 w 2384"/>
              <a:gd name="T23" fmla="*/ 1335682813 h 2336"/>
              <a:gd name="T24" fmla="*/ 352821875 w 2384"/>
              <a:gd name="T25" fmla="*/ 2147483646 h 2336"/>
              <a:gd name="T26" fmla="*/ 118446550 w 2384"/>
              <a:gd name="T27" fmla="*/ 2147483646 h 2336"/>
              <a:gd name="T28" fmla="*/ 1060984988 w 2384"/>
              <a:gd name="T29" fmla="*/ 2147483646 h 2336"/>
              <a:gd name="T30" fmla="*/ 1630540300 w 2384"/>
              <a:gd name="T31" fmla="*/ 2147483646 h 2336"/>
              <a:gd name="T32" fmla="*/ 2147483646 w 2384"/>
              <a:gd name="T33" fmla="*/ 2147483646 h 2336"/>
              <a:gd name="T34" fmla="*/ 2147483646 w 2384"/>
              <a:gd name="T35" fmla="*/ 2147483646 h 23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2384"/>
              <a:gd name="T55" fmla="*/ 0 h 2336"/>
              <a:gd name="T56" fmla="*/ 2384 w 2384"/>
              <a:gd name="T57" fmla="*/ 2336 h 23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2384" h="2336">
                <a:moveTo>
                  <a:pt x="1401" y="2054"/>
                </a:moveTo>
                <a:cubicBezTo>
                  <a:pt x="1552" y="2098"/>
                  <a:pt x="1676" y="2257"/>
                  <a:pt x="1787" y="2292"/>
                </a:cubicBezTo>
                <a:cubicBezTo>
                  <a:pt x="1898" y="2327"/>
                  <a:pt x="2023" y="2336"/>
                  <a:pt x="2066" y="2262"/>
                </a:cubicBezTo>
                <a:cubicBezTo>
                  <a:pt x="2109" y="2188"/>
                  <a:pt x="2098" y="1979"/>
                  <a:pt x="2048" y="1846"/>
                </a:cubicBezTo>
                <a:cubicBezTo>
                  <a:pt x="1998" y="1713"/>
                  <a:pt x="1789" y="1673"/>
                  <a:pt x="1763" y="1460"/>
                </a:cubicBezTo>
                <a:cubicBezTo>
                  <a:pt x="1737" y="1247"/>
                  <a:pt x="1816" y="768"/>
                  <a:pt x="1894" y="570"/>
                </a:cubicBezTo>
                <a:cubicBezTo>
                  <a:pt x="1972" y="372"/>
                  <a:pt x="2173" y="325"/>
                  <a:pt x="2232" y="273"/>
                </a:cubicBezTo>
                <a:cubicBezTo>
                  <a:pt x="2291" y="221"/>
                  <a:pt x="2246" y="293"/>
                  <a:pt x="2250" y="255"/>
                </a:cubicBezTo>
                <a:cubicBezTo>
                  <a:pt x="2254" y="217"/>
                  <a:pt x="2384" y="84"/>
                  <a:pt x="2256" y="47"/>
                </a:cubicBezTo>
                <a:cubicBezTo>
                  <a:pt x="2128" y="10"/>
                  <a:pt x="1768" y="29"/>
                  <a:pt x="1484" y="35"/>
                </a:cubicBezTo>
                <a:cubicBezTo>
                  <a:pt x="1200" y="41"/>
                  <a:pt x="769" y="0"/>
                  <a:pt x="552" y="83"/>
                </a:cubicBezTo>
                <a:cubicBezTo>
                  <a:pt x="335" y="166"/>
                  <a:pt x="254" y="380"/>
                  <a:pt x="185" y="530"/>
                </a:cubicBezTo>
                <a:cubicBezTo>
                  <a:pt x="116" y="680"/>
                  <a:pt x="163" y="777"/>
                  <a:pt x="140" y="984"/>
                </a:cubicBezTo>
                <a:cubicBezTo>
                  <a:pt x="117" y="1191"/>
                  <a:pt x="0" y="1628"/>
                  <a:pt x="47" y="1775"/>
                </a:cubicBezTo>
                <a:cubicBezTo>
                  <a:pt x="94" y="1922"/>
                  <a:pt x="321" y="1833"/>
                  <a:pt x="421" y="1864"/>
                </a:cubicBezTo>
                <a:cubicBezTo>
                  <a:pt x="521" y="1895"/>
                  <a:pt x="571" y="1931"/>
                  <a:pt x="647" y="1959"/>
                </a:cubicBezTo>
                <a:cubicBezTo>
                  <a:pt x="723" y="1987"/>
                  <a:pt x="752" y="2014"/>
                  <a:pt x="878" y="2030"/>
                </a:cubicBezTo>
                <a:cubicBezTo>
                  <a:pt x="1004" y="2046"/>
                  <a:pt x="1292" y="2049"/>
                  <a:pt x="1401" y="2054"/>
                </a:cubicBezTo>
                <a:close/>
              </a:path>
            </a:pathLst>
          </a:cu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8377" name="Rectangle 18">
            <a:extLst>
              <a:ext uri="{FF2B5EF4-FFF2-40B4-BE49-F238E27FC236}">
                <a16:creationId xmlns:a16="http://schemas.microsoft.com/office/drawing/2014/main" id="{5E80D347-3E37-993C-B905-7C6FF1217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7151" y="3921126"/>
            <a:ext cx="2182813" cy="17891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1800">
              <a:latin typeface="Arial" panose="020B0604020202020204" pitchFamily="34" charset="0"/>
            </a:endParaRPr>
          </a:p>
        </p:txBody>
      </p:sp>
      <p:grpSp>
        <p:nvGrpSpPr>
          <p:cNvPr id="58378" name="Group 19">
            <a:extLst>
              <a:ext uri="{FF2B5EF4-FFF2-40B4-BE49-F238E27FC236}">
                <a16:creationId xmlns:a16="http://schemas.microsoft.com/office/drawing/2014/main" id="{A4149193-8D5F-7F98-04D6-D3FE269825B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68850" y="5495926"/>
            <a:ext cx="723900" cy="460375"/>
            <a:chOff x="3312" y="2160"/>
            <a:chExt cx="960" cy="528"/>
          </a:xfrm>
        </p:grpSpPr>
        <p:grpSp>
          <p:nvGrpSpPr>
            <p:cNvPr id="58647" name="Group 20">
              <a:extLst>
                <a:ext uri="{FF2B5EF4-FFF2-40B4-BE49-F238E27FC236}">
                  <a16:creationId xmlns:a16="http://schemas.microsoft.com/office/drawing/2014/main" id="{70172432-F835-03BC-81DF-74AFBFFE564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58649" name="AutoShape 21">
                <a:extLst>
                  <a:ext uri="{FF2B5EF4-FFF2-40B4-BE49-F238E27FC236}">
                    <a16:creationId xmlns:a16="http://schemas.microsoft.com/office/drawing/2014/main" id="{D6B884B3-0DA8-1BEC-4C89-2FF2F1C1A1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8650" name="Group 22">
                <a:extLst>
                  <a:ext uri="{FF2B5EF4-FFF2-40B4-BE49-F238E27FC236}">
                    <a16:creationId xmlns:a16="http://schemas.microsoft.com/office/drawing/2014/main" id="{46916D92-7EFE-3789-AB36-8D5461D3E8F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8651" name="Group 23">
                  <a:extLst>
                    <a:ext uri="{FF2B5EF4-FFF2-40B4-BE49-F238E27FC236}">
                      <a16:creationId xmlns:a16="http://schemas.microsoft.com/office/drawing/2014/main" id="{66493FC8-F422-A78A-EF88-305A63D6FB8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8661" name="Freeform 24">
                    <a:extLst>
                      <a:ext uri="{FF2B5EF4-FFF2-40B4-BE49-F238E27FC236}">
                        <a16:creationId xmlns:a16="http://schemas.microsoft.com/office/drawing/2014/main" id="{43FB16DB-0E6C-284F-2A65-E9C7D5CF3FC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62" name="Freeform 25">
                    <a:extLst>
                      <a:ext uri="{FF2B5EF4-FFF2-40B4-BE49-F238E27FC236}">
                        <a16:creationId xmlns:a16="http://schemas.microsoft.com/office/drawing/2014/main" id="{B2028A17-50BB-2D7C-61CA-1C979A71123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63" name="Freeform 26">
                    <a:extLst>
                      <a:ext uri="{FF2B5EF4-FFF2-40B4-BE49-F238E27FC236}">
                        <a16:creationId xmlns:a16="http://schemas.microsoft.com/office/drawing/2014/main" id="{A4153BDD-E107-A126-CE59-89BC6FD58D0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64" name="Freeform 27">
                    <a:extLst>
                      <a:ext uri="{FF2B5EF4-FFF2-40B4-BE49-F238E27FC236}">
                        <a16:creationId xmlns:a16="http://schemas.microsoft.com/office/drawing/2014/main" id="{B7C64A9C-0FBF-5126-2C4F-1B40EF9B589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65" name="Freeform 28">
                    <a:extLst>
                      <a:ext uri="{FF2B5EF4-FFF2-40B4-BE49-F238E27FC236}">
                        <a16:creationId xmlns:a16="http://schemas.microsoft.com/office/drawing/2014/main" id="{5650E20F-5A92-07CC-2659-43446A0E7F4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66" name="Freeform 29">
                    <a:extLst>
                      <a:ext uri="{FF2B5EF4-FFF2-40B4-BE49-F238E27FC236}">
                        <a16:creationId xmlns:a16="http://schemas.microsoft.com/office/drawing/2014/main" id="{F4025D5B-8E28-6148-5C2A-FA5F0011114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67" name="Freeform 30">
                    <a:extLst>
                      <a:ext uri="{FF2B5EF4-FFF2-40B4-BE49-F238E27FC236}">
                        <a16:creationId xmlns:a16="http://schemas.microsoft.com/office/drawing/2014/main" id="{EC2895DF-629C-5284-1E08-289811FD33C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68" name="Freeform 31">
                    <a:extLst>
                      <a:ext uri="{FF2B5EF4-FFF2-40B4-BE49-F238E27FC236}">
                        <a16:creationId xmlns:a16="http://schemas.microsoft.com/office/drawing/2014/main" id="{2ABA2088-4F75-CD7A-462D-EA97330343F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8652" name="Group 32">
                  <a:extLst>
                    <a:ext uri="{FF2B5EF4-FFF2-40B4-BE49-F238E27FC236}">
                      <a16:creationId xmlns:a16="http://schemas.microsoft.com/office/drawing/2014/main" id="{C561FE79-47DA-7707-8970-E34F0DAAA8B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8653" name="Freeform 33">
                    <a:extLst>
                      <a:ext uri="{FF2B5EF4-FFF2-40B4-BE49-F238E27FC236}">
                        <a16:creationId xmlns:a16="http://schemas.microsoft.com/office/drawing/2014/main" id="{9AFE890C-D95F-5FB1-2CAF-1BA1432370B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54" name="Freeform 34">
                    <a:extLst>
                      <a:ext uri="{FF2B5EF4-FFF2-40B4-BE49-F238E27FC236}">
                        <a16:creationId xmlns:a16="http://schemas.microsoft.com/office/drawing/2014/main" id="{7E984694-021E-972B-5450-593FACAAED4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55" name="Freeform 35">
                    <a:extLst>
                      <a:ext uri="{FF2B5EF4-FFF2-40B4-BE49-F238E27FC236}">
                        <a16:creationId xmlns:a16="http://schemas.microsoft.com/office/drawing/2014/main" id="{B0FCF2DA-C41B-E612-FCFB-F9E6F9623CA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56" name="Freeform 36">
                    <a:extLst>
                      <a:ext uri="{FF2B5EF4-FFF2-40B4-BE49-F238E27FC236}">
                        <a16:creationId xmlns:a16="http://schemas.microsoft.com/office/drawing/2014/main" id="{1D8EDC97-98A6-C43E-52EE-FA986C7BF32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57" name="Freeform 37">
                    <a:extLst>
                      <a:ext uri="{FF2B5EF4-FFF2-40B4-BE49-F238E27FC236}">
                        <a16:creationId xmlns:a16="http://schemas.microsoft.com/office/drawing/2014/main" id="{1544E201-732E-F5D5-49F8-B9EF6A607CA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58" name="Freeform 38">
                    <a:extLst>
                      <a:ext uri="{FF2B5EF4-FFF2-40B4-BE49-F238E27FC236}">
                        <a16:creationId xmlns:a16="http://schemas.microsoft.com/office/drawing/2014/main" id="{641AB54A-207B-EFCC-64E8-15276870EFB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59" name="Freeform 39">
                    <a:extLst>
                      <a:ext uri="{FF2B5EF4-FFF2-40B4-BE49-F238E27FC236}">
                        <a16:creationId xmlns:a16="http://schemas.microsoft.com/office/drawing/2014/main" id="{62C05BBC-5E4B-6837-B89E-07DB4FD7571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60" name="Freeform 40">
                    <a:extLst>
                      <a:ext uri="{FF2B5EF4-FFF2-40B4-BE49-F238E27FC236}">
                        <a16:creationId xmlns:a16="http://schemas.microsoft.com/office/drawing/2014/main" id="{1119DF7F-19CE-9002-7EC6-71FC9FA869A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8648" name="WordArt 41">
              <a:extLst>
                <a:ext uri="{FF2B5EF4-FFF2-40B4-BE49-F238E27FC236}">
                  <a16:creationId xmlns:a16="http://schemas.microsoft.com/office/drawing/2014/main" id="{974D0557-2538-2397-8FB4-8CA5EBA65F6E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bb4  </a:t>
              </a:r>
            </a:p>
          </p:txBody>
        </p:sp>
      </p:grpSp>
      <p:sp>
        <p:nvSpPr>
          <p:cNvPr id="58379" name="Line 42">
            <a:extLst>
              <a:ext uri="{FF2B5EF4-FFF2-40B4-BE49-F238E27FC236}">
                <a16:creationId xmlns:a16="http://schemas.microsoft.com/office/drawing/2014/main" id="{D239ED0C-CB51-C931-5231-16E8B5C059D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8075" y="3921125"/>
            <a:ext cx="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58380" name="Group 43">
            <a:extLst>
              <a:ext uri="{FF2B5EF4-FFF2-40B4-BE49-F238E27FC236}">
                <a16:creationId xmlns:a16="http://schemas.microsoft.com/office/drawing/2014/main" id="{09D88C51-0351-DBDE-6DDA-F570CA39D8F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832475" y="4584701"/>
            <a:ext cx="723900" cy="460375"/>
            <a:chOff x="3312" y="2160"/>
            <a:chExt cx="960" cy="528"/>
          </a:xfrm>
        </p:grpSpPr>
        <p:grpSp>
          <p:nvGrpSpPr>
            <p:cNvPr id="58625" name="Group 44">
              <a:extLst>
                <a:ext uri="{FF2B5EF4-FFF2-40B4-BE49-F238E27FC236}">
                  <a16:creationId xmlns:a16="http://schemas.microsoft.com/office/drawing/2014/main" id="{BC898720-FE64-17ED-069D-82599927323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58627" name="AutoShape 45">
                <a:extLst>
                  <a:ext uri="{FF2B5EF4-FFF2-40B4-BE49-F238E27FC236}">
                    <a16:creationId xmlns:a16="http://schemas.microsoft.com/office/drawing/2014/main" id="{09CD79BB-38CD-14FE-4FEB-BC0D9A4072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8628" name="Group 46">
                <a:extLst>
                  <a:ext uri="{FF2B5EF4-FFF2-40B4-BE49-F238E27FC236}">
                    <a16:creationId xmlns:a16="http://schemas.microsoft.com/office/drawing/2014/main" id="{3B04D4B8-3F41-9E20-0038-6A0996141F2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8629" name="Group 47">
                  <a:extLst>
                    <a:ext uri="{FF2B5EF4-FFF2-40B4-BE49-F238E27FC236}">
                      <a16:creationId xmlns:a16="http://schemas.microsoft.com/office/drawing/2014/main" id="{60D39927-C4CB-9448-F4F1-136336A7B6F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8639" name="Freeform 48">
                    <a:extLst>
                      <a:ext uri="{FF2B5EF4-FFF2-40B4-BE49-F238E27FC236}">
                        <a16:creationId xmlns:a16="http://schemas.microsoft.com/office/drawing/2014/main" id="{E05F6D3C-99DA-BBA8-DB39-678797209DF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40" name="Freeform 49">
                    <a:extLst>
                      <a:ext uri="{FF2B5EF4-FFF2-40B4-BE49-F238E27FC236}">
                        <a16:creationId xmlns:a16="http://schemas.microsoft.com/office/drawing/2014/main" id="{2B8BDDA1-8116-7222-8B44-1C7C694F829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41" name="Freeform 50">
                    <a:extLst>
                      <a:ext uri="{FF2B5EF4-FFF2-40B4-BE49-F238E27FC236}">
                        <a16:creationId xmlns:a16="http://schemas.microsoft.com/office/drawing/2014/main" id="{C71C7EAE-2EE4-AA4A-C2C6-0C6F66D6166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42" name="Freeform 51">
                    <a:extLst>
                      <a:ext uri="{FF2B5EF4-FFF2-40B4-BE49-F238E27FC236}">
                        <a16:creationId xmlns:a16="http://schemas.microsoft.com/office/drawing/2014/main" id="{3B69F2E7-4803-5AA8-6A5A-7232D0E7079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43" name="Freeform 52">
                    <a:extLst>
                      <a:ext uri="{FF2B5EF4-FFF2-40B4-BE49-F238E27FC236}">
                        <a16:creationId xmlns:a16="http://schemas.microsoft.com/office/drawing/2014/main" id="{66BA7A31-BF50-D1AD-D065-ABB194BFA91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44" name="Freeform 53">
                    <a:extLst>
                      <a:ext uri="{FF2B5EF4-FFF2-40B4-BE49-F238E27FC236}">
                        <a16:creationId xmlns:a16="http://schemas.microsoft.com/office/drawing/2014/main" id="{ECF914E5-7219-55E0-2F11-7FC18EF96C0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45" name="Freeform 54">
                    <a:extLst>
                      <a:ext uri="{FF2B5EF4-FFF2-40B4-BE49-F238E27FC236}">
                        <a16:creationId xmlns:a16="http://schemas.microsoft.com/office/drawing/2014/main" id="{81591F3F-2E23-9B0D-EFFB-6D42B6BDA8D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46" name="Freeform 55">
                    <a:extLst>
                      <a:ext uri="{FF2B5EF4-FFF2-40B4-BE49-F238E27FC236}">
                        <a16:creationId xmlns:a16="http://schemas.microsoft.com/office/drawing/2014/main" id="{F8B7F484-A5DF-3151-2B8E-A5DBB4EA693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8630" name="Group 56">
                  <a:extLst>
                    <a:ext uri="{FF2B5EF4-FFF2-40B4-BE49-F238E27FC236}">
                      <a16:creationId xmlns:a16="http://schemas.microsoft.com/office/drawing/2014/main" id="{DA8D3DDD-AB4C-CE4F-CEA2-1FB35BEC4BA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8631" name="Freeform 57">
                    <a:extLst>
                      <a:ext uri="{FF2B5EF4-FFF2-40B4-BE49-F238E27FC236}">
                        <a16:creationId xmlns:a16="http://schemas.microsoft.com/office/drawing/2014/main" id="{FC0571CF-E69E-925B-44FA-CF2029A3AC3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32" name="Freeform 58">
                    <a:extLst>
                      <a:ext uri="{FF2B5EF4-FFF2-40B4-BE49-F238E27FC236}">
                        <a16:creationId xmlns:a16="http://schemas.microsoft.com/office/drawing/2014/main" id="{A1D81894-3AC8-EDAA-C40A-DF377347B7D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33" name="Freeform 59">
                    <a:extLst>
                      <a:ext uri="{FF2B5EF4-FFF2-40B4-BE49-F238E27FC236}">
                        <a16:creationId xmlns:a16="http://schemas.microsoft.com/office/drawing/2014/main" id="{7F626D0A-EB4E-ACB7-C05D-8A62EBB7C39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34" name="Freeform 60">
                    <a:extLst>
                      <a:ext uri="{FF2B5EF4-FFF2-40B4-BE49-F238E27FC236}">
                        <a16:creationId xmlns:a16="http://schemas.microsoft.com/office/drawing/2014/main" id="{7A168493-8D51-C06E-199B-7696FA1E3F6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35" name="Freeform 61">
                    <a:extLst>
                      <a:ext uri="{FF2B5EF4-FFF2-40B4-BE49-F238E27FC236}">
                        <a16:creationId xmlns:a16="http://schemas.microsoft.com/office/drawing/2014/main" id="{5BE7A6E1-EDD8-A731-712D-8F30567F565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36" name="Freeform 62">
                    <a:extLst>
                      <a:ext uri="{FF2B5EF4-FFF2-40B4-BE49-F238E27FC236}">
                        <a16:creationId xmlns:a16="http://schemas.microsoft.com/office/drawing/2014/main" id="{A60FEDF2-60B9-5FA3-AA95-2AECD002EA9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37" name="Freeform 63">
                    <a:extLst>
                      <a:ext uri="{FF2B5EF4-FFF2-40B4-BE49-F238E27FC236}">
                        <a16:creationId xmlns:a16="http://schemas.microsoft.com/office/drawing/2014/main" id="{F596F4FC-9FEA-BCD7-8863-75C45380117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38" name="Freeform 64">
                    <a:extLst>
                      <a:ext uri="{FF2B5EF4-FFF2-40B4-BE49-F238E27FC236}">
                        <a16:creationId xmlns:a16="http://schemas.microsoft.com/office/drawing/2014/main" id="{8D59FDA2-6256-821C-A3BC-69E3C4C3046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8626" name="WordArt 65">
              <a:extLst>
                <a:ext uri="{FF2B5EF4-FFF2-40B4-BE49-F238E27FC236}">
                  <a16:creationId xmlns:a16="http://schemas.microsoft.com/office/drawing/2014/main" id="{7177A527-DF7C-6A74-389E-A7A058A20BE8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bb0  </a:t>
              </a:r>
            </a:p>
          </p:txBody>
        </p:sp>
      </p:grpSp>
      <p:sp>
        <p:nvSpPr>
          <p:cNvPr id="58381" name="AutoShape 66">
            <a:extLst>
              <a:ext uri="{FF2B5EF4-FFF2-40B4-BE49-F238E27FC236}">
                <a16:creationId xmlns:a16="http://schemas.microsoft.com/office/drawing/2014/main" id="{DEE065D7-C1FA-06AE-F821-2C37D8139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4" y="3876676"/>
            <a:ext cx="1011237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0.0.0.0</a:t>
            </a:r>
          </a:p>
        </p:txBody>
      </p:sp>
      <p:sp>
        <p:nvSpPr>
          <p:cNvPr id="58382" name="Line 67">
            <a:extLst>
              <a:ext uri="{FF2B5EF4-FFF2-40B4-BE49-F238E27FC236}">
                <a16:creationId xmlns:a16="http://schemas.microsoft.com/office/drawing/2014/main" id="{8E5D8A33-FB50-0F74-E056-5B61EB81AA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8913" y="1871664"/>
            <a:ext cx="1041400" cy="19208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8383" name="AutoShape 68">
            <a:extLst>
              <a:ext uri="{FF2B5EF4-FFF2-40B4-BE49-F238E27FC236}">
                <a16:creationId xmlns:a16="http://schemas.microsoft.com/office/drawing/2014/main" id="{4C24CAB4-E571-DDA1-43D6-F052C98E0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614" y="157164"/>
            <a:ext cx="1011237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1.1.1.1</a:t>
            </a:r>
          </a:p>
        </p:txBody>
      </p:sp>
      <p:sp>
        <p:nvSpPr>
          <p:cNvPr id="58384" name="AutoShape 69">
            <a:extLst>
              <a:ext uri="{FF2B5EF4-FFF2-40B4-BE49-F238E27FC236}">
                <a16:creationId xmlns:a16="http://schemas.microsoft.com/office/drawing/2014/main" id="{19291236-97AC-E004-1241-5CE996BC5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725" y="225426"/>
            <a:ext cx="1011238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2.2.2.2</a:t>
            </a:r>
          </a:p>
        </p:txBody>
      </p:sp>
      <p:sp>
        <p:nvSpPr>
          <p:cNvPr id="58385" name="AutoShape 70">
            <a:extLst>
              <a:ext uri="{FF2B5EF4-FFF2-40B4-BE49-F238E27FC236}">
                <a16:creationId xmlns:a16="http://schemas.microsoft.com/office/drawing/2014/main" id="{57C01511-B34F-4D58-BF38-D2B17DE52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1989" y="44451"/>
            <a:ext cx="1011237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3.3.3.3</a:t>
            </a:r>
          </a:p>
        </p:txBody>
      </p:sp>
      <p:sp>
        <p:nvSpPr>
          <p:cNvPr id="58386" name="Freeform 71">
            <a:extLst>
              <a:ext uri="{FF2B5EF4-FFF2-40B4-BE49-F238E27FC236}">
                <a16:creationId xmlns:a16="http://schemas.microsoft.com/office/drawing/2014/main" id="{E606B8A5-614E-AD39-9018-52E7831C64D0}"/>
              </a:ext>
            </a:extLst>
          </p:cNvPr>
          <p:cNvSpPr>
            <a:spLocks/>
          </p:cNvSpPr>
          <p:nvPr/>
        </p:nvSpPr>
        <p:spPr bwMode="auto">
          <a:xfrm>
            <a:off x="2927350" y="1052514"/>
            <a:ext cx="1081088" cy="720725"/>
          </a:xfrm>
          <a:custGeom>
            <a:avLst/>
            <a:gdLst>
              <a:gd name="T0" fmla="*/ 0 w 681"/>
              <a:gd name="T1" fmla="*/ 0 h 454"/>
              <a:gd name="T2" fmla="*/ 1716227994 w 681"/>
              <a:gd name="T3" fmla="*/ 0 h 454"/>
              <a:gd name="T4" fmla="*/ 1716227994 w 681"/>
              <a:gd name="T5" fmla="*/ 1144150938 h 454"/>
              <a:gd name="T6" fmla="*/ 0 60000 65536"/>
              <a:gd name="T7" fmla="*/ 0 60000 65536"/>
              <a:gd name="T8" fmla="*/ 0 60000 65536"/>
              <a:gd name="T9" fmla="*/ 0 w 681"/>
              <a:gd name="T10" fmla="*/ 0 h 454"/>
              <a:gd name="T11" fmla="*/ 681 w 681"/>
              <a:gd name="T12" fmla="*/ 454 h 4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81" h="454">
                <a:moveTo>
                  <a:pt x="0" y="0"/>
                </a:moveTo>
                <a:lnTo>
                  <a:pt x="681" y="0"/>
                </a:lnTo>
                <a:lnTo>
                  <a:pt x="681" y="454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58387" name="Group 72">
            <a:extLst>
              <a:ext uri="{FF2B5EF4-FFF2-40B4-BE49-F238E27FC236}">
                <a16:creationId xmlns:a16="http://schemas.microsoft.com/office/drawing/2014/main" id="{68F0537C-4B83-C98F-DFC9-CD2D5340C47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636963" y="1512889"/>
            <a:ext cx="723900" cy="460375"/>
            <a:chOff x="3312" y="2160"/>
            <a:chExt cx="960" cy="528"/>
          </a:xfrm>
        </p:grpSpPr>
        <p:grpSp>
          <p:nvGrpSpPr>
            <p:cNvPr id="58603" name="Group 73">
              <a:extLst>
                <a:ext uri="{FF2B5EF4-FFF2-40B4-BE49-F238E27FC236}">
                  <a16:creationId xmlns:a16="http://schemas.microsoft.com/office/drawing/2014/main" id="{B20679C9-9AD2-AE0A-AE71-D21C5D7B67C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58605" name="AutoShape 74">
                <a:extLst>
                  <a:ext uri="{FF2B5EF4-FFF2-40B4-BE49-F238E27FC236}">
                    <a16:creationId xmlns:a16="http://schemas.microsoft.com/office/drawing/2014/main" id="{2D54D28B-4F45-C0D0-AD25-95E599AC6D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8606" name="Group 75">
                <a:extLst>
                  <a:ext uri="{FF2B5EF4-FFF2-40B4-BE49-F238E27FC236}">
                    <a16:creationId xmlns:a16="http://schemas.microsoft.com/office/drawing/2014/main" id="{4B95C2A7-B350-572B-65DC-A8F963D9269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8607" name="Group 76">
                  <a:extLst>
                    <a:ext uri="{FF2B5EF4-FFF2-40B4-BE49-F238E27FC236}">
                      <a16:creationId xmlns:a16="http://schemas.microsoft.com/office/drawing/2014/main" id="{AB6EFA4F-C5C4-953B-6F18-F73465E4F22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8617" name="Freeform 77">
                    <a:extLst>
                      <a:ext uri="{FF2B5EF4-FFF2-40B4-BE49-F238E27FC236}">
                        <a16:creationId xmlns:a16="http://schemas.microsoft.com/office/drawing/2014/main" id="{2C214B02-2A3A-AC6B-B978-7CF3D75481B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18" name="Freeform 78">
                    <a:extLst>
                      <a:ext uri="{FF2B5EF4-FFF2-40B4-BE49-F238E27FC236}">
                        <a16:creationId xmlns:a16="http://schemas.microsoft.com/office/drawing/2014/main" id="{872F55DD-7977-4F05-7616-28338AD2957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19" name="Freeform 79">
                    <a:extLst>
                      <a:ext uri="{FF2B5EF4-FFF2-40B4-BE49-F238E27FC236}">
                        <a16:creationId xmlns:a16="http://schemas.microsoft.com/office/drawing/2014/main" id="{6DEE332E-E270-6888-69F2-6290F7CC09E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20" name="Freeform 80">
                    <a:extLst>
                      <a:ext uri="{FF2B5EF4-FFF2-40B4-BE49-F238E27FC236}">
                        <a16:creationId xmlns:a16="http://schemas.microsoft.com/office/drawing/2014/main" id="{ED3CD6A0-FF5F-306B-1321-E9EA6D9C6F6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21" name="Freeform 81">
                    <a:extLst>
                      <a:ext uri="{FF2B5EF4-FFF2-40B4-BE49-F238E27FC236}">
                        <a16:creationId xmlns:a16="http://schemas.microsoft.com/office/drawing/2014/main" id="{C85C81E1-468F-2919-529E-5BD0CEAC317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22" name="Freeform 82">
                    <a:extLst>
                      <a:ext uri="{FF2B5EF4-FFF2-40B4-BE49-F238E27FC236}">
                        <a16:creationId xmlns:a16="http://schemas.microsoft.com/office/drawing/2014/main" id="{CDED04B9-C9D7-7933-55FD-8314303E390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23" name="Freeform 83">
                    <a:extLst>
                      <a:ext uri="{FF2B5EF4-FFF2-40B4-BE49-F238E27FC236}">
                        <a16:creationId xmlns:a16="http://schemas.microsoft.com/office/drawing/2014/main" id="{4A8617AD-5AE0-B470-1F05-7542C98CB32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24" name="Freeform 84">
                    <a:extLst>
                      <a:ext uri="{FF2B5EF4-FFF2-40B4-BE49-F238E27FC236}">
                        <a16:creationId xmlns:a16="http://schemas.microsoft.com/office/drawing/2014/main" id="{14969355-A027-442A-6636-BE472C2C54D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8608" name="Group 85">
                  <a:extLst>
                    <a:ext uri="{FF2B5EF4-FFF2-40B4-BE49-F238E27FC236}">
                      <a16:creationId xmlns:a16="http://schemas.microsoft.com/office/drawing/2014/main" id="{CE63BA79-E98D-AD04-6965-E126C37A4A4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8609" name="Freeform 86">
                    <a:extLst>
                      <a:ext uri="{FF2B5EF4-FFF2-40B4-BE49-F238E27FC236}">
                        <a16:creationId xmlns:a16="http://schemas.microsoft.com/office/drawing/2014/main" id="{58E9055B-B00B-B295-55C3-8F8DF9CC804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10" name="Freeform 87">
                    <a:extLst>
                      <a:ext uri="{FF2B5EF4-FFF2-40B4-BE49-F238E27FC236}">
                        <a16:creationId xmlns:a16="http://schemas.microsoft.com/office/drawing/2014/main" id="{64F54F75-49BA-22E5-EEE1-2855C918600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11" name="Freeform 88">
                    <a:extLst>
                      <a:ext uri="{FF2B5EF4-FFF2-40B4-BE49-F238E27FC236}">
                        <a16:creationId xmlns:a16="http://schemas.microsoft.com/office/drawing/2014/main" id="{31DA9F06-1AC8-7906-DE77-6F3FD403AC9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12" name="Freeform 89">
                    <a:extLst>
                      <a:ext uri="{FF2B5EF4-FFF2-40B4-BE49-F238E27FC236}">
                        <a16:creationId xmlns:a16="http://schemas.microsoft.com/office/drawing/2014/main" id="{0B7CB857-0C4E-8FA6-B7A1-192BE9D9E6B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13" name="Freeform 90">
                    <a:extLst>
                      <a:ext uri="{FF2B5EF4-FFF2-40B4-BE49-F238E27FC236}">
                        <a16:creationId xmlns:a16="http://schemas.microsoft.com/office/drawing/2014/main" id="{FC576884-E493-DFF0-3FE0-75512E5B6CB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14" name="Freeform 91">
                    <a:extLst>
                      <a:ext uri="{FF2B5EF4-FFF2-40B4-BE49-F238E27FC236}">
                        <a16:creationId xmlns:a16="http://schemas.microsoft.com/office/drawing/2014/main" id="{F0A4EB97-83C7-7252-AD54-1C0186538E2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15" name="Freeform 92">
                    <a:extLst>
                      <a:ext uri="{FF2B5EF4-FFF2-40B4-BE49-F238E27FC236}">
                        <a16:creationId xmlns:a16="http://schemas.microsoft.com/office/drawing/2014/main" id="{6D89A6A7-8B60-0C59-8B02-441C7F1BD38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16" name="Freeform 93">
                    <a:extLst>
                      <a:ext uri="{FF2B5EF4-FFF2-40B4-BE49-F238E27FC236}">
                        <a16:creationId xmlns:a16="http://schemas.microsoft.com/office/drawing/2014/main" id="{AB4FA49B-A2E2-7E0E-5542-07DBCC03D25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8604" name="WordArt 94">
              <a:extLst>
                <a:ext uri="{FF2B5EF4-FFF2-40B4-BE49-F238E27FC236}">
                  <a16:creationId xmlns:a16="http://schemas.microsoft.com/office/drawing/2014/main" id="{8FBF0A27-A9C7-A3DA-4C6E-BDE7CDE6464B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r1  </a:t>
              </a:r>
            </a:p>
          </p:txBody>
        </p:sp>
      </p:grpSp>
      <p:grpSp>
        <p:nvGrpSpPr>
          <p:cNvPr id="58388" name="Group 95">
            <a:extLst>
              <a:ext uri="{FF2B5EF4-FFF2-40B4-BE49-F238E27FC236}">
                <a16:creationId xmlns:a16="http://schemas.microsoft.com/office/drawing/2014/main" id="{D57C4C95-EB45-457C-8344-64EC27FAD38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24125" y="881064"/>
            <a:ext cx="723900" cy="460375"/>
            <a:chOff x="3312" y="2160"/>
            <a:chExt cx="960" cy="528"/>
          </a:xfrm>
        </p:grpSpPr>
        <p:grpSp>
          <p:nvGrpSpPr>
            <p:cNvPr id="58581" name="Group 96">
              <a:extLst>
                <a:ext uri="{FF2B5EF4-FFF2-40B4-BE49-F238E27FC236}">
                  <a16:creationId xmlns:a16="http://schemas.microsoft.com/office/drawing/2014/main" id="{233419C6-4BD6-DF9B-DF4B-8E71B1BB0A8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58583" name="AutoShape 97">
                <a:extLst>
                  <a:ext uri="{FF2B5EF4-FFF2-40B4-BE49-F238E27FC236}">
                    <a16:creationId xmlns:a16="http://schemas.microsoft.com/office/drawing/2014/main" id="{214C43F6-2DCC-9359-D52B-DB79CBF4AC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8584" name="Group 98">
                <a:extLst>
                  <a:ext uri="{FF2B5EF4-FFF2-40B4-BE49-F238E27FC236}">
                    <a16:creationId xmlns:a16="http://schemas.microsoft.com/office/drawing/2014/main" id="{E659C8EF-4F65-C4B5-4C56-BCE4A8999BB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8585" name="Group 99">
                  <a:extLst>
                    <a:ext uri="{FF2B5EF4-FFF2-40B4-BE49-F238E27FC236}">
                      <a16:creationId xmlns:a16="http://schemas.microsoft.com/office/drawing/2014/main" id="{ABAE2213-2FAA-02F4-941C-4D95772D7A7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8595" name="Freeform 100">
                    <a:extLst>
                      <a:ext uri="{FF2B5EF4-FFF2-40B4-BE49-F238E27FC236}">
                        <a16:creationId xmlns:a16="http://schemas.microsoft.com/office/drawing/2014/main" id="{86458BCB-83EF-3129-E3A5-D3D4E56E141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96" name="Freeform 101">
                    <a:extLst>
                      <a:ext uri="{FF2B5EF4-FFF2-40B4-BE49-F238E27FC236}">
                        <a16:creationId xmlns:a16="http://schemas.microsoft.com/office/drawing/2014/main" id="{F8CBDF3D-1879-83A5-3C82-2360FED7C82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97" name="Freeform 102">
                    <a:extLst>
                      <a:ext uri="{FF2B5EF4-FFF2-40B4-BE49-F238E27FC236}">
                        <a16:creationId xmlns:a16="http://schemas.microsoft.com/office/drawing/2014/main" id="{D83A4CEE-B969-B9ED-1661-CF76F81DEB9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98" name="Freeform 103">
                    <a:extLst>
                      <a:ext uri="{FF2B5EF4-FFF2-40B4-BE49-F238E27FC236}">
                        <a16:creationId xmlns:a16="http://schemas.microsoft.com/office/drawing/2014/main" id="{9DE0AF5C-F014-B963-2F04-A236FCFF60D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99" name="Freeform 104">
                    <a:extLst>
                      <a:ext uri="{FF2B5EF4-FFF2-40B4-BE49-F238E27FC236}">
                        <a16:creationId xmlns:a16="http://schemas.microsoft.com/office/drawing/2014/main" id="{C1832E6C-BC3B-71BA-2597-A6167D34342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00" name="Freeform 105">
                    <a:extLst>
                      <a:ext uri="{FF2B5EF4-FFF2-40B4-BE49-F238E27FC236}">
                        <a16:creationId xmlns:a16="http://schemas.microsoft.com/office/drawing/2014/main" id="{194D70AD-B9A5-16F2-924B-52C1A865661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01" name="Freeform 106">
                    <a:extLst>
                      <a:ext uri="{FF2B5EF4-FFF2-40B4-BE49-F238E27FC236}">
                        <a16:creationId xmlns:a16="http://schemas.microsoft.com/office/drawing/2014/main" id="{DAA2CBB7-044D-4E5A-1DB1-BA6B92BE621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602" name="Freeform 107">
                    <a:extLst>
                      <a:ext uri="{FF2B5EF4-FFF2-40B4-BE49-F238E27FC236}">
                        <a16:creationId xmlns:a16="http://schemas.microsoft.com/office/drawing/2014/main" id="{1E0E8E3E-B1E8-9966-A4EE-A7C3FF72906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8586" name="Group 108">
                  <a:extLst>
                    <a:ext uri="{FF2B5EF4-FFF2-40B4-BE49-F238E27FC236}">
                      <a16:creationId xmlns:a16="http://schemas.microsoft.com/office/drawing/2014/main" id="{4F5427F8-2C6D-EB18-995B-B65C87A2978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8587" name="Freeform 109">
                    <a:extLst>
                      <a:ext uri="{FF2B5EF4-FFF2-40B4-BE49-F238E27FC236}">
                        <a16:creationId xmlns:a16="http://schemas.microsoft.com/office/drawing/2014/main" id="{5281EDB8-4B99-C644-9386-7B1A8EF23F5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88" name="Freeform 110">
                    <a:extLst>
                      <a:ext uri="{FF2B5EF4-FFF2-40B4-BE49-F238E27FC236}">
                        <a16:creationId xmlns:a16="http://schemas.microsoft.com/office/drawing/2014/main" id="{79622645-C376-92E2-3B87-9CEEECEC082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89" name="Freeform 111">
                    <a:extLst>
                      <a:ext uri="{FF2B5EF4-FFF2-40B4-BE49-F238E27FC236}">
                        <a16:creationId xmlns:a16="http://schemas.microsoft.com/office/drawing/2014/main" id="{0371DEEE-9771-0757-CEA7-AB908BA2223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90" name="Freeform 112">
                    <a:extLst>
                      <a:ext uri="{FF2B5EF4-FFF2-40B4-BE49-F238E27FC236}">
                        <a16:creationId xmlns:a16="http://schemas.microsoft.com/office/drawing/2014/main" id="{2ADD06E0-D40D-1704-65A9-37FA4C60076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91" name="Freeform 113">
                    <a:extLst>
                      <a:ext uri="{FF2B5EF4-FFF2-40B4-BE49-F238E27FC236}">
                        <a16:creationId xmlns:a16="http://schemas.microsoft.com/office/drawing/2014/main" id="{46C4DD57-8689-A3A2-D68F-3EC00444292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92" name="Freeform 114">
                    <a:extLst>
                      <a:ext uri="{FF2B5EF4-FFF2-40B4-BE49-F238E27FC236}">
                        <a16:creationId xmlns:a16="http://schemas.microsoft.com/office/drawing/2014/main" id="{FFEA6016-D4FE-D274-C344-F1F601F6A9B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93" name="Freeform 115">
                    <a:extLst>
                      <a:ext uri="{FF2B5EF4-FFF2-40B4-BE49-F238E27FC236}">
                        <a16:creationId xmlns:a16="http://schemas.microsoft.com/office/drawing/2014/main" id="{A181E696-4D15-9EB8-6586-20E9442C133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94" name="Freeform 116">
                    <a:extLst>
                      <a:ext uri="{FF2B5EF4-FFF2-40B4-BE49-F238E27FC236}">
                        <a16:creationId xmlns:a16="http://schemas.microsoft.com/office/drawing/2014/main" id="{447937FD-F1AB-8099-D11D-DBF18B14ED1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8582" name="WordArt 117">
              <a:extLst>
                <a:ext uri="{FF2B5EF4-FFF2-40B4-BE49-F238E27FC236}">
                  <a16:creationId xmlns:a16="http://schemas.microsoft.com/office/drawing/2014/main" id="{F6FA8163-838B-BBE9-8C70-32F5E4476F9E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r2  </a:t>
              </a:r>
            </a:p>
          </p:txBody>
        </p:sp>
      </p:grpSp>
      <p:sp>
        <p:nvSpPr>
          <p:cNvPr id="58389" name="Line 118">
            <a:extLst>
              <a:ext uri="{FF2B5EF4-FFF2-40B4-BE49-F238E27FC236}">
                <a16:creationId xmlns:a16="http://schemas.microsoft.com/office/drawing/2014/main" id="{185B84EB-70AB-830C-86B2-1209F8B5E2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75600" y="836614"/>
            <a:ext cx="1576388" cy="4778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8390" name="Line 119">
            <a:extLst>
              <a:ext uri="{FF2B5EF4-FFF2-40B4-BE49-F238E27FC236}">
                <a16:creationId xmlns:a16="http://schemas.microsoft.com/office/drawing/2014/main" id="{4A94F3D7-5869-61E5-0699-D464F487D212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0351" y="1368426"/>
            <a:ext cx="1744663" cy="765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8391" name="Line 120">
            <a:extLst>
              <a:ext uri="{FF2B5EF4-FFF2-40B4-BE49-F238E27FC236}">
                <a16:creationId xmlns:a16="http://schemas.microsoft.com/office/drawing/2014/main" id="{00A6E5D3-08D9-CE7F-42C0-5063D6088A8F}"/>
              </a:ext>
            </a:extLst>
          </p:cNvPr>
          <p:cNvSpPr>
            <a:spLocks noChangeShapeType="1"/>
          </p:cNvSpPr>
          <p:nvPr/>
        </p:nvSpPr>
        <p:spPr bwMode="auto">
          <a:xfrm>
            <a:off x="9551989" y="836614"/>
            <a:ext cx="1587" cy="1152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58392" name="Group 121">
            <a:extLst>
              <a:ext uri="{FF2B5EF4-FFF2-40B4-BE49-F238E27FC236}">
                <a16:creationId xmlns:a16="http://schemas.microsoft.com/office/drawing/2014/main" id="{60EB38D9-CF05-0441-E826-06171778B56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91625" y="520701"/>
            <a:ext cx="723900" cy="460375"/>
            <a:chOff x="3312" y="2160"/>
            <a:chExt cx="960" cy="528"/>
          </a:xfrm>
        </p:grpSpPr>
        <p:sp>
          <p:nvSpPr>
            <p:cNvPr id="58561" name="AutoShape 122">
              <a:extLst>
                <a:ext uri="{FF2B5EF4-FFF2-40B4-BE49-F238E27FC236}">
                  <a16:creationId xmlns:a16="http://schemas.microsoft.com/office/drawing/2014/main" id="{C28F619F-4283-4925-8528-345C4762B12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12" y="2160"/>
              <a:ext cx="960" cy="528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</p:spPr>
          <p:txBody>
            <a:bodyPr wrap="none" lIns="73025" tIns="36512" rIns="73025" bIns="36512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grpSp>
          <p:nvGrpSpPr>
            <p:cNvPr id="58562" name="Group 123">
              <a:extLst>
                <a:ext uri="{FF2B5EF4-FFF2-40B4-BE49-F238E27FC236}">
                  <a16:creationId xmlns:a16="http://schemas.microsoft.com/office/drawing/2014/main" id="{9A8536BD-F29D-82B3-E730-D954E3EB315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488" y="2193"/>
              <a:ext cx="599" cy="207"/>
              <a:chOff x="422" y="1632"/>
              <a:chExt cx="829" cy="298"/>
            </a:xfrm>
          </p:grpSpPr>
          <p:grpSp>
            <p:nvGrpSpPr>
              <p:cNvPr id="58563" name="Group 124">
                <a:extLst>
                  <a:ext uri="{FF2B5EF4-FFF2-40B4-BE49-F238E27FC236}">
                    <a16:creationId xmlns:a16="http://schemas.microsoft.com/office/drawing/2014/main" id="{D72EF1F3-51D2-61CA-2E66-0DECEF401A8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58573" name="Freeform 125">
                  <a:extLst>
                    <a:ext uri="{FF2B5EF4-FFF2-40B4-BE49-F238E27FC236}">
                      <a16:creationId xmlns:a16="http://schemas.microsoft.com/office/drawing/2014/main" id="{FCA3EE19-75DD-3373-5F60-C0F7E18A055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8574" name="Freeform 126">
                  <a:extLst>
                    <a:ext uri="{FF2B5EF4-FFF2-40B4-BE49-F238E27FC236}">
                      <a16:creationId xmlns:a16="http://schemas.microsoft.com/office/drawing/2014/main" id="{EC6733B0-22B9-91C1-C684-46AE621DC54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8575" name="Freeform 127">
                  <a:extLst>
                    <a:ext uri="{FF2B5EF4-FFF2-40B4-BE49-F238E27FC236}">
                      <a16:creationId xmlns:a16="http://schemas.microsoft.com/office/drawing/2014/main" id="{6B92425D-E002-8EF5-A255-E5E19F2EBFD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32"/>
                    <a:gd name="T26" fmla="*/ 393 w 393"/>
                    <a:gd name="T27" fmla="*/ 132 h 1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8576" name="Freeform 128">
                  <a:extLst>
                    <a:ext uri="{FF2B5EF4-FFF2-40B4-BE49-F238E27FC236}">
                      <a16:creationId xmlns:a16="http://schemas.microsoft.com/office/drawing/2014/main" id="{E0F5D8AB-CCDA-1ABA-8E10-9E0869CE4FA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32"/>
                    <a:gd name="T26" fmla="*/ 393 w 393"/>
                    <a:gd name="T27" fmla="*/ 132 h 1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8577" name="Freeform 129">
                  <a:extLst>
                    <a:ext uri="{FF2B5EF4-FFF2-40B4-BE49-F238E27FC236}">
                      <a16:creationId xmlns:a16="http://schemas.microsoft.com/office/drawing/2014/main" id="{27834593-EFAE-4DC1-E462-79107A715FD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2"/>
                    <a:gd name="T25" fmla="*/ 0 h 125"/>
                    <a:gd name="T26" fmla="*/ 392 w 392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8578" name="Freeform 130">
                  <a:extLst>
                    <a:ext uri="{FF2B5EF4-FFF2-40B4-BE49-F238E27FC236}">
                      <a16:creationId xmlns:a16="http://schemas.microsoft.com/office/drawing/2014/main" id="{397259D7-D6A8-5811-C4BA-EE1F30326CA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2"/>
                    <a:gd name="T25" fmla="*/ 0 h 125"/>
                    <a:gd name="T26" fmla="*/ 392 w 392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8579" name="Freeform 131">
                  <a:extLst>
                    <a:ext uri="{FF2B5EF4-FFF2-40B4-BE49-F238E27FC236}">
                      <a16:creationId xmlns:a16="http://schemas.microsoft.com/office/drawing/2014/main" id="{31ACE878-F110-B493-F749-F4C4B2FED0C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4"/>
                    <a:gd name="T26" fmla="*/ 393 w 393"/>
                    <a:gd name="T27" fmla="*/ 124 h 1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8580" name="Freeform 132">
                  <a:extLst>
                    <a:ext uri="{FF2B5EF4-FFF2-40B4-BE49-F238E27FC236}">
                      <a16:creationId xmlns:a16="http://schemas.microsoft.com/office/drawing/2014/main" id="{58EB8DA3-D525-D754-EE8C-775E1A1E232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4"/>
                    <a:gd name="T26" fmla="*/ 393 w 393"/>
                    <a:gd name="T27" fmla="*/ 124 h 1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58564" name="Group 133">
                <a:extLst>
                  <a:ext uri="{FF2B5EF4-FFF2-40B4-BE49-F238E27FC236}">
                    <a16:creationId xmlns:a16="http://schemas.microsoft.com/office/drawing/2014/main" id="{7FE5D3A5-5AF5-BBEE-DCD3-54D78C58C3B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58565" name="Freeform 134">
                  <a:extLst>
                    <a:ext uri="{FF2B5EF4-FFF2-40B4-BE49-F238E27FC236}">
                      <a16:creationId xmlns:a16="http://schemas.microsoft.com/office/drawing/2014/main" id="{2A1884EA-7C69-9938-FD5F-AE06A71A84D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8566" name="Freeform 135">
                  <a:extLst>
                    <a:ext uri="{FF2B5EF4-FFF2-40B4-BE49-F238E27FC236}">
                      <a16:creationId xmlns:a16="http://schemas.microsoft.com/office/drawing/2014/main" id="{7F22A03E-955F-A02E-781B-6D61F9D8F26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8567" name="Freeform 136">
                  <a:extLst>
                    <a:ext uri="{FF2B5EF4-FFF2-40B4-BE49-F238E27FC236}">
                      <a16:creationId xmlns:a16="http://schemas.microsoft.com/office/drawing/2014/main" id="{7143D891-1418-EBC7-3BAA-7F7A923C574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31"/>
                    <a:gd name="T26" fmla="*/ 393 w 393"/>
                    <a:gd name="T27" fmla="*/ 131 h 131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8568" name="Freeform 137">
                  <a:extLst>
                    <a:ext uri="{FF2B5EF4-FFF2-40B4-BE49-F238E27FC236}">
                      <a16:creationId xmlns:a16="http://schemas.microsoft.com/office/drawing/2014/main" id="{F7A8E7E5-67A8-8F0B-6578-0B4F3FD29D3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31"/>
                    <a:gd name="T26" fmla="*/ 393 w 393"/>
                    <a:gd name="T27" fmla="*/ 131 h 131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8569" name="Freeform 138">
                  <a:extLst>
                    <a:ext uri="{FF2B5EF4-FFF2-40B4-BE49-F238E27FC236}">
                      <a16:creationId xmlns:a16="http://schemas.microsoft.com/office/drawing/2014/main" id="{73C966E8-2071-C9B6-E3C1-C6EBE957F3C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8570" name="Freeform 139">
                  <a:extLst>
                    <a:ext uri="{FF2B5EF4-FFF2-40B4-BE49-F238E27FC236}">
                      <a16:creationId xmlns:a16="http://schemas.microsoft.com/office/drawing/2014/main" id="{D38EEDDC-4B07-C0CD-7DC7-90EBBC95C27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8571" name="Freeform 140">
                  <a:extLst>
                    <a:ext uri="{FF2B5EF4-FFF2-40B4-BE49-F238E27FC236}">
                      <a16:creationId xmlns:a16="http://schemas.microsoft.com/office/drawing/2014/main" id="{4CEB1777-047E-00E3-297C-B6FA6D8C409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2"/>
                    <a:gd name="T25" fmla="*/ 0 h 124"/>
                    <a:gd name="T26" fmla="*/ 392 w 392"/>
                    <a:gd name="T27" fmla="*/ 124 h 1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8572" name="Freeform 141">
                  <a:extLst>
                    <a:ext uri="{FF2B5EF4-FFF2-40B4-BE49-F238E27FC236}">
                      <a16:creationId xmlns:a16="http://schemas.microsoft.com/office/drawing/2014/main" id="{B16DA4AD-B02A-7E76-D647-1BD5DD766CE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2"/>
                    <a:gd name="T25" fmla="*/ 0 h 124"/>
                    <a:gd name="T26" fmla="*/ 392 w 392"/>
                    <a:gd name="T27" fmla="*/ 124 h 1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</p:grpSp>
      <p:sp>
        <p:nvSpPr>
          <p:cNvPr id="58393" name="WordArt 142">
            <a:extLst>
              <a:ext uri="{FF2B5EF4-FFF2-40B4-BE49-F238E27FC236}">
                <a16:creationId xmlns:a16="http://schemas.microsoft.com/office/drawing/2014/main" id="{F3108B42-704D-9F9C-C145-C11C65296540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9228139" y="709614"/>
            <a:ext cx="650875" cy="225425"/>
          </a:xfrm>
          <a:prstGeom prst="rect">
            <a:avLst/>
          </a:prstGeom>
        </p:spPr>
        <p:txBody>
          <a:bodyPr wrap="none" fromWordArt="1">
            <a:prstTxWarp prst="textCanDown">
              <a:avLst>
                <a:gd name="adj" fmla="val 33333"/>
              </a:avLst>
            </a:prstTxWarp>
          </a:bodyPr>
          <a:lstStyle/>
          <a:p>
            <a:pPr algn="ctr"/>
            <a:r>
              <a:rPr lang="en-GB" sz="1400" kern="10">
                <a:ln w="9525">
                  <a:solidFill>
                    <a:srgbClr val="FFFFFF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r6  </a:t>
            </a:r>
          </a:p>
        </p:txBody>
      </p:sp>
      <p:grpSp>
        <p:nvGrpSpPr>
          <p:cNvPr id="58394" name="Group 143">
            <a:extLst>
              <a:ext uri="{FF2B5EF4-FFF2-40B4-BE49-F238E27FC236}">
                <a16:creationId xmlns:a16="http://schemas.microsoft.com/office/drawing/2014/main" id="{B427CB7E-DEEF-5793-3D87-8C76FF065C3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956425" y="5495926"/>
            <a:ext cx="723900" cy="460375"/>
            <a:chOff x="3312" y="2160"/>
            <a:chExt cx="960" cy="528"/>
          </a:xfrm>
        </p:grpSpPr>
        <p:grpSp>
          <p:nvGrpSpPr>
            <p:cNvPr id="58539" name="Group 144">
              <a:extLst>
                <a:ext uri="{FF2B5EF4-FFF2-40B4-BE49-F238E27FC236}">
                  <a16:creationId xmlns:a16="http://schemas.microsoft.com/office/drawing/2014/main" id="{8C94069A-6159-7236-C74A-83917359D36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58541" name="AutoShape 145">
                <a:extLst>
                  <a:ext uri="{FF2B5EF4-FFF2-40B4-BE49-F238E27FC236}">
                    <a16:creationId xmlns:a16="http://schemas.microsoft.com/office/drawing/2014/main" id="{4B7C40A6-68D5-B960-051E-C0FA4BECDE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8542" name="Group 146">
                <a:extLst>
                  <a:ext uri="{FF2B5EF4-FFF2-40B4-BE49-F238E27FC236}">
                    <a16:creationId xmlns:a16="http://schemas.microsoft.com/office/drawing/2014/main" id="{27E67B6C-F33B-D5D6-4A85-EDE397ECBFE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8543" name="Group 147">
                  <a:extLst>
                    <a:ext uri="{FF2B5EF4-FFF2-40B4-BE49-F238E27FC236}">
                      <a16:creationId xmlns:a16="http://schemas.microsoft.com/office/drawing/2014/main" id="{FBDEBBB1-F917-1476-49BE-AAC54FBBC2E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8553" name="Freeform 148">
                    <a:extLst>
                      <a:ext uri="{FF2B5EF4-FFF2-40B4-BE49-F238E27FC236}">
                        <a16:creationId xmlns:a16="http://schemas.microsoft.com/office/drawing/2014/main" id="{9F645FF6-2F2A-CE4F-94E5-1EC7741228C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54" name="Freeform 149">
                    <a:extLst>
                      <a:ext uri="{FF2B5EF4-FFF2-40B4-BE49-F238E27FC236}">
                        <a16:creationId xmlns:a16="http://schemas.microsoft.com/office/drawing/2014/main" id="{155FBD71-92F6-7344-D31F-600B252540F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55" name="Freeform 150">
                    <a:extLst>
                      <a:ext uri="{FF2B5EF4-FFF2-40B4-BE49-F238E27FC236}">
                        <a16:creationId xmlns:a16="http://schemas.microsoft.com/office/drawing/2014/main" id="{20FC9A33-8921-42D1-C166-171F11BE79E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56" name="Freeform 151">
                    <a:extLst>
                      <a:ext uri="{FF2B5EF4-FFF2-40B4-BE49-F238E27FC236}">
                        <a16:creationId xmlns:a16="http://schemas.microsoft.com/office/drawing/2014/main" id="{91556B1A-6BB8-6B8B-6582-46675082FEE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57" name="Freeform 152">
                    <a:extLst>
                      <a:ext uri="{FF2B5EF4-FFF2-40B4-BE49-F238E27FC236}">
                        <a16:creationId xmlns:a16="http://schemas.microsoft.com/office/drawing/2014/main" id="{67F0AA5B-DB6B-9EAB-3B92-DB10BF6C9DC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58" name="Freeform 153">
                    <a:extLst>
                      <a:ext uri="{FF2B5EF4-FFF2-40B4-BE49-F238E27FC236}">
                        <a16:creationId xmlns:a16="http://schemas.microsoft.com/office/drawing/2014/main" id="{6441E6FB-81B5-859A-8621-D9A5B427AAE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59" name="Freeform 154">
                    <a:extLst>
                      <a:ext uri="{FF2B5EF4-FFF2-40B4-BE49-F238E27FC236}">
                        <a16:creationId xmlns:a16="http://schemas.microsoft.com/office/drawing/2014/main" id="{E4C0F443-3BCA-CA0C-9391-6824172C1C4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60" name="Freeform 155">
                    <a:extLst>
                      <a:ext uri="{FF2B5EF4-FFF2-40B4-BE49-F238E27FC236}">
                        <a16:creationId xmlns:a16="http://schemas.microsoft.com/office/drawing/2014/main" id="{08BCB837-2D68-39F8-D1D6-F328153C4E5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8544" name="Group 156">
                  <a:extLst>
                    <a:ext uri="{FF2B5EF4-FFF2-40B4-BE49-F238E27FC236}">
                      <a16:creationId xmlns:a16="http://schemas.microsoft.com/office/drawing/2014/main" id="{15472249-D5CD-4BCE-E35D-D404FABF39F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8545" name="Freeform 157">
                    <a:extLst>
                      <a:ext uri="{FF2B5EF4-FFF2-40B4-BE49-F238E27FC236}">
                        <a16:creationId xmlns:a16="http://schemas.microsoft.com/office/drawing/2014/main" id="{E99DDE7A-F297-F83E-77E6-61793404F42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46" name="Freeform 158">
                    <a:extLst>
                      <a:ext uri="{FF2B5EF4-FFF2-40B4-BE49-F238E27FC236}">
                        <a16:creationId xmlns:a16="http://schemas.microsoft.com/office/drawing/2014/main" id="{DBDC83BC-C6B0-5EFE-5368-EB7CEF697F2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47" name="Freeform 159">
                    <a:extLst>
                      <a:ext uri="{FF2B5EF4-FFF2-40B4-BE49-F238E27FC236}">
                        <a16:creationId xmlns:a16="http://schemas.microsoft.com/office/drawing/2014/main" id="{80B4E2F3-6983-C78B-040B-C514920383C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48" name="Freeform 160">
                    <a:extLst>
                      <a:ext uri="{FF2B5EF4-FFF2-40B4-BE49-F238E27FC236}">
                        <a16:creationId xmlns:a16="http://schemas.microsoft.com/office/drawing/2014/main" id="{5EE009E2-DFC5-06F7-64AC-F8A00A6454D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49" name="Freeform 161">
                    <a:extLst>
                      <a:ext uri="{FF2B5EF4-FFF2-40B4-BE49-F238E27FC236}">
                        <a16:creationId xmlns:a16="http://schemas.microsoft.com/office/drawing/2014/main" id="{8191C0D7-2F50-2A1B-8611-460E8A8A7CC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50" name="Freeform 162">
                    <a:extLst>
                      <a:ext uri="{FF2B5EF4-FFF2-40B4-BE49-F238E27FC236}">
                        <a16:creationId xmlns:a16="http://schemas.microsoft.com/office/drawing/2014/main" id="{EEE61460-4766-6D3F-73B4-55DA770AF5D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51" name="Freeform 163">
                    <a:extLst>
                      <a:ext uri="{FF2B5EF4-FFF2-40B4-BE49-F238E27FC236}">
                        <a16:creationId xmlns:a16="http://schemas.microsoft.com/office/drawing/2014/main" id="{876D8A4D-B8EE-1272-4B18-129EDEBFE4E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52" name="Freeform 164">
                    <a:extLst>
                      <a:ext uri="{FF2B5EF4-FFF2-40B4-BE49-F238E27FC236}">
                        <a16:creationId xmlns:a16="http://schemas.microsoft.com/office/drawing/2014/main" id="{589F8B16-BCC8-32C2-FD57-EBBC3F065E4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8540" name="WordArt 165">
              <a:extLst>
                <a:ext uri="{FF2B5EF4-FFF2-40B4-BE49-F238E27FC236}">
                  <a16:creationId xmlns:a16="http://schemas.microsoft.com/office/drawing/2014/main" id="{606FD370-1E11-0C7B-9A59-6E60804B785E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bb3  </a:t>
              </a:r>
            </a:p>
          </p:txBody>
        </p:sp>
      </p:grpSp>
      <p:sp>
        <p:nvSpPr>
          <p:cNvPr id="58395" name="Line 166">
            <a:extLst>
              <a:ext uri="{FF2B5EF4-FFF2-40B4-BE49-F238E27FC236}">
                <a16:creationId xmlns:a16="http://schemas.microsoft.com/office/drawing/2014/main" id="{F4F53154-FF81-FC45-AC86-6AB0FE3918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64425" y="2133601"/>
            <a:ext cx="2160588" cy="17319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58396" name="Group 167">
            <a:extLst>
              <a:ext uri="{FF2B5EF4-FFF2-40B4-BE49-F238E27FC236}">
                <a16:creationId xmlns:a16="http://schemas.microsoft.com/office/drawing/2014/main" id="{250A0928-FB33-FB00-F031-D564367FB713}"/>
              </a:ext>
            </a:extLst>
          </p:cNvPr>
          <p:cNvGrpSpPr>
            <a:grpSpLocks/>
          </p:cNvGrpSpPr>
          <p:nvPr/>
        </p:nvGrpSpPr>
        <p:grpSpPr bwMode="auto">
          <a:xfrm>
            <a:off x="9191625" y="1816101"/>
            <a:ext cx="723900" cy="460375"/>
            <a:chOff x="4830" y="1144"/>
            <a:chExt cx="456" cy="290"/>
          </a:xfrm>
        </p:grpSpPr>
        <p:grpSp>
          <p:nvGrpSpPr>
            <p:cNvPr id="58517" name="Group 168">
              <a:extLst>
                <a:ext uri="{FF2B5EF4-FFF2-40B4-BE49-F238E27FC236}">
                  <a16:creationId xmlns:a16="http://schemas.microsoft.com/office/drawing/2014/main" id="{62D44C74-D376-2923-2E80-B73E5518ABB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830" y="1144"/>
              <a:ext cx="456" cy="290"/>
              <a:chOff x="3312" y="2160"/>
              <a:chExt cx="960" cy="528"/>
            </a:xfrm>
          </p:grpSpPr>
          <p:sp>
            <p:nvSpPr>
              <p:cNvPr id="58519" name="AutoShape 169">
                <a:extLst>
                  <a:ext uri="{FF2B5EF4-FFF2-40B4-BE49-F238E27FC236}">
                    <a16:creationId xmlns:a16="http://schemas.microsoft.com/office/drawing/2014/main" id="{8E6CEA80-CCE5-257B-B93D-F7C54175D7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8520" name="Group 170">
                <a:extLst>
                  <a:ext uri="{FF2B5EF4-FFF2-40B4-BE49-F238E27FC236}">
                    <a16:creationId xmlns:a16="http://schemas.microsoft.com/office/drawing/2014/main" id="{87787E5B-EA06-106D-EBEF-443A6AC262B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8521" name="Group 171">
                  <a:extLst>
                    <a:ext uri="{FF2B5EF4-FFF2-40B4-BE49-F238E27FC236}">
                      <a16:creationId xmlns:a16="http://schemas.microsoft.com/office/drawing/2014/main" id="{E937372B-06FA-C65F-E650-94A41FCE410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8531" name="Freeform 172">
                    <a:extLst>
                      <a:ext uri="{FF2B5EF4-FFF2-40B4-BE49-F238E27FC236}">
                        <a16:creationId xmlns:a16="http://schemas.microsoft.com/office/drawing/2014/main" id="{31C26E26-AB74-8113-5974-6B00E6EA062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32" name="Freeform 173">
                    <a:extLst>
                      <a:ext uri="{FF2B5EF4-FFF2-40B4-BE49-F238E27FC236}">
                        <a16:creationId xmlns:a16="http://schemas.microsoft.com/office/drawing/2014/main" id="{CA321E03-7160-3002-5854-FA6AEC68C5D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33" name="Freeform 174">
                    <a:extLst>
                      <a:ext uri="{FF2B5EF4-FFF2-40B4-BE49-F238E27FC236}">
                        <a16:creationId xmlns:a16="http://schemas.microsoft.com/office/drawing/2014/main" id="{3EC9FDD8-BC08-BEF1-A366-34EBD15DC53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34" name="Freeform 175">
                    <a:extLst>
                      <a:ext uri="{FF2B5EF4-FFF2-40B4-BE49-F238E27FC236}">
                        <a16:creationId xmlns:a16="http://schemas.microsoft.com/office/drawing/2014/main" id="{BF594C27-693A-D35D-6092-2481B4D57B7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35" name="Freeform 176">
                    <a:extLst>
                      <a:ext uri="{FF2B5EF4-FFF2-40B4-BE49-F238E27FC236}">
                        <a16:creationId xmlns:a16="http://schemas.microsoft.com/office/drawing/2014/main" id="{C8DA89A4-BBAB-7A1F-9CDA-ABF5D342C7C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36" name="Freeform 177">
                    <a:extLst>
                      <a:ext uri="{FF2B5EF4-FFF2-40B4-BE49-F238E27FC236}">
                        <a16:creationId xmlns:a16="http://schemas.microsoft.com/office/drawing/2014/main" id="{FBDEA1F3-DF53-8943-47FC-C2687F811D5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37" name="Freeform 178">
                    <a:extLst>
                      <a:ext uri="{FF2B5EF4-FFF2-40B4-BE49-F238E27FC236}">
                        <a16:creationId xmlns:a16="http://schemas.microsoft.com/office/drawing/2014/main" id="{72710B81-E90A-4D88-F4CD-8DA3DACEA92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38" name="Freeform 179">
                    <a:extLst>
                      <a:ext uri="{FF2B5EF4-FFF2-40B4-BE49-F238E27FC236}">
                        <a16:creationId xmlns:a16="http://schemas.microsoft.com/office/drawing/2014/main" id="{1BE515D7-BF5F-167B-6A88-75BEB90974D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8522" name="Group 180">
                  <a:extLst>
                    <a:ext uri="{FF2B5EF4-FFF2-40B4-BE49-F238E27FC236}">
                      <a16:creationId xmlns:a16="http://schemas.microsoft.com/office/drawing/2014/main" id="{416CF6AA-066D-662A-CC4C-51789B801BD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8523" name="Freeform 181">
                    <a:extLst>
                      <a:ext uri="{FF2B5EF4-FFF2-40B4-BE49-F238E27FC236}">
                        <a16:creationId xmlns:a16="http://schemas.microsoft.com/office/drawing/2014/main" id="{D029FB84-4C1D-2A74-29AA-150B255B04E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24" name="Freeform 182">
                    <a:extLst>
                      <a:ext uri="{FF2B5EF4-FFF2-40B4-BE49-F238E27FC236}">
                        <a16:creationId xmlns:a16="http://schemas.microsoft.com/office/drawing/2014/main" id="{075113C9-42B3-54D4-84BD-C926AC7CCE8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25" name="Freeform 183">
                    <a:extLst>
                      <a:ext uri="{FF2B5EF4-FFF2-40B4-BE49-F238E27FC236}">
                        <a16:creationId xmlns:a16="http://schemas.microsoft.com/office/drawing/2014/main" id="{111718C6-D4D6-AB4E-A5B9-083733495AF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26" name="Freeform 184">
                    <a:extLst>
                      <a:ext uri="{FF2B5EF4-FFF2-40B4-BE49-F238E27FC236}">
                        <a16:creationId xmlns:a16="http://schemas.microsoft.com/office/drawing/2014/main" id="{C02CF50C-0A19-8C30-D997-9BEE14454E6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27" name="Freeform 185">
                    <a:extLst>
                      <a:ext uri="{FF2B5EF4-FFF2-40B4-BE49-F238E27FC236}">
                        <a16:creationId xmlns:a16="http://schemas.microsoft.com/office/drawing/2014/main" id="{5969C0BA-08B7-1FF8-D652-FD4DB5B09DB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28" name="Freeform 186">
                    <a:extLst>
                      <a:ext uri="{FF2B5EF4-FFF2-40B4-BE49-F238E27FC236}">
                        <a16:creationId xmlns:a16="http://schemas.microsoft.com/office/drawing/2014/main" id="{E2B2644B-97E5-DB7E-EBB8-90E72A63650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29" name="Freeform 187">
                    <a:extLst>
                      <a:ext uri="{FF2B5EF4-FFF2-40B4-BE49-F238E27FC236}">
                        <a16:creationId xmlns:a16="http://schemas.microsoft.com/office/drawing/2014/main" id="{F42E6B52-C09A-5FBE-A2E9-1CB6700C170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30" name="Freeform 188">
                    <a:extLst>
                      <a:ext uri="{FF2B5EF4-FFF2-40B4-BE49-F238E27FC236}">
                        <a16:creationId xmlns:a16="http://schemas.microsoft.com/office/drawing/2014/main" id="{B816BEF9-7F81-04BD-88F1-5E26B613025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8518" name="WordArt 189">
              <a:extLst>
                <a:ext uri="{FF2B5EF4-FFF2-40B4-BE49-F238E27FC236}">
                  <a16:creationId xmlns:a16="http://schemas.microsoft.com/office/drawing/2014/main" id="{0E00C613-4F53-6C9A-33A8-F2638DA90E7D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4853" y="1263"/>
              <a:ext cx="410" cy="142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r5  </a:t>
              </a:r>
            </a:p>
          </p:txBody>
        </p:sp>
      </p:grpSp>
      <p:sp>
        <p:nvSpPr>
          <p:cNvPr id="58397" name="Line 190">
            <a:extLst>
              <a:ext uri="{FF2B5EF4-FFF2-40B4-BE49-F238E27FC236}">
                <a16:creationId xmlns:a16="http://schemas.microsoft.com/office/drawing/2014/main" id="{B7A72FC1-F03F-3566-1E77-F11ED247BD5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5763" y="1436689"/>
            <a:ext cx="512762" cy="2352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58398" name="Group 191">
            <a:extLst>
              <a:ext uri="{FF2B5EF4-FFF2-40B4-BE49-F238E27FC236}">
                <a16:creationId xmlns:a16="http://schemas.microsoft.com/office/drawing/2014/main" id="{F75ADA06-1761-2024-1559-18971C57182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956425" y="3684589"/>
            <a:ext cx="723900" cy="460375"/>
            <a:chOff x="3312" y="2160"/>
            <a:chExt cx="960" cy="528"/>
          </a:xfrm>
        </p:grpSpPr>
        <p:grpSp>
          <p:nvGrpSpPr>
            <p:cNvPr id="58495" name="Group 192">
              <a:extLst>
                <a:ext uri="{FF2B5EF4-FFF2-40B4-BE49-F238E27FC236}">
                  <a16:creationId xmlns:a16="http://schemas.microsoft.com/office/drawing/2014/main" id="{56FEC7C7-D0FC-1B99-60FD-BA54B49F7EB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58497" name="AutoShape 193">
                <a:extLst>
                  <a:ext uri="{FF2B5EF4-FFF2-40B4-BE49-F238E27FC236}">
                    <a16:creationId xmlns:a16="http://schemas.microsoft.com/office/drawing/2014/main" id="{747A4552-3FB5-CA85-3887-7C96580472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8498" name="Group 194">
                <a:extLst>
                  <a:ext uri="{FF2B5EF4-FFF2-40B4-BE49-F238E27FC236}">
                    <a16:creationId xmlns:a16="http://schemas.microsoft.com/office/drawing/2014/main" id="{1FF8CDB5-5DDB-BDCF-CECA-D3A2047AE16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8499" name="Group 195">
                  <a:extLst>
                    <a:ext uri="{FF2B5EF4-FFF2-40B4-BE49-F238E27FC236}">
                      <a16:creationId xmlns:a16="http://schemas.microsoft.com/office/drawing/2014/main" id="{08F17FF4-99D9-91B5-4BAD-B82CE72DDCE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8509" name="Freeform 196">
                    <a:extLst>
                      <a:ext uri="{FF2B5EF4-FFF2-40B4-BE49-F238E27FC236}">
                        <a16:creationId xmlns:a16="http://schemas.microsoft.com/office/drawing/2014/main" id="{1052BC86-C151-8313-2167-A2C81832FAA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10" name="Freeform 197">
                    <a:extLst>
                      <a:ext uri="{FF2B5EF4-FFF2-40B4-BE49-F238E27FC236}">
                        <a16:creationId xmlns:a16="http://schemas.microsoft.com/office/drawing/2014/main" id="{D74E4DFB-12AA-A0D6-D21E-420ADEA569E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11" name="Freeform 198">
                    <a:extLst>
                      <a:ext uri="{FF2B5EF4-FFF2-40B4-BE49-F238E27FC236}">
                        <a16:creationId xmlns:a16="http://schemas.microsoft.com/office/drawing/2014/main" id="{1284B413-CA58-987E-3E65-7670B8D4B81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12" name="Freeform 199">
                    <a:extLst>
                      <a:ext uri="{FF2B5EF4-FFF2-40B4-BE49-F238E27FC236}">
                        <a16:creationId xmlns:a16="http://schemas.microsoft.com/office/drawing/2014/main" id="{84CCD338-03C7-6978-F474-B9C7B6B6532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13" name="Freeform 200">
                    <a:extLst>
                      <a:ext uri="{FF2B5EF4-FFF2-40B4-BE49-F238E27FC236}">
                        <a16:creationId xmlns:a16="http://schemas.microsoft.com/office/drawing/2014/main" id="{A4D1B42B-02D8-FE05-4AAE-458BDE28BAB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14" name="Freeform 201">
                    <a:extLst>
                      <a:ext uri="{FF2B5EF4-FFF2-40B4-BE49-F238E27FC236}">
                        <a16:creationId xmlns:a16="http://schemas.microsoft.com/office/drawing/2014/main" id="{C9124E68-70DC-1185-A827-54B4BC21245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15" name="Freeform 202">
                    <a:extLst>
                      <a:ext uri="{FF2B5EF4-FFF2-40B4-BE49-F238E27FC236}">
                        <a16:creationId xmlns:a16="http://schemas.microsoft.com/office/drawing/2014/main" id="{9EFA6324-1E5F-CB1F-B239-4A9D18A6A06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16" name="Freeform 203">
                    <a:extLst>
                      <a:ext uri="{FF2B5EF4-FFF2-40B4-BE49-F238E27FC236}">
                        <a16:creationId xmlns:a16="http://schemas.microsoft.com/office/drawing/2014/main" id="{1C56EC64-9AFA-B1E0-9D00-F94CB5F2D07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8500" name="Group 204">
                  <a:extLst>
                    <a:ext uri="{FF2B5EF4-FFF2-40B4-BE49-F238E27FC236}">
                      <a16:creationId xmlns:a16="http://schemas.microsoft.com/office/drawing/2014/main" id="{E392361B-F81C-106C-FC01-968FB806FEC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8501" name="Freeform 205">
                    <a:extLst>
                      <a:ext uri="{FF2B5EF4-FFF2-40B4-BE49-F238E27FC236}">
                        <a16:creationId xmlns:a16="http://schemas.microsoft.com/office/drawing/2014/main" id="{585EF37E-8B2F-5AD9-380A-22E264A286B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02" name="Freeform 206">
                    <a:extLst>
                      <a:ext uri="{FF2B5EF4-FFF2-40B4-BE49-F238E27FC236}">
                        <a16:creationId xmlns:a16="http://schemas.microsoft.com/office/drawing/2014/main" id="{E4EF6394-E6FD-BE04-B089-A6E53B37F35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03" name="Freeform 207">
                    <a:extLst>
                      <a:ext uri="{FF2B5EF4-FFF2-40B4-BE49-F238E27FC236}">
                        <a16:creationId xmlns:a16="http://schemas.microsoft.com/office/drawing/2014/main" id="{7E90B0C9-B688-ED34-5294-333718F6230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04" name="Freeform 208">
                    <a:extLst>
                      <a:ext uri="{FF2B5EF4-FFF2-40B4-BE49-F238E27FC236}">
                        <a16:creationId xmlns:a16="http://schemas.microsoft.com/office/drawing/2014/main" id="{FBC062BE-D98E-2315-70A8-1254E58D109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05" name="Freeform 209">
                    <a:extLst>
                      <a:ext uri="{FF2B5EF4-FFF2-40B4-BE49-F238E27FC236}">
                        <a16:creationId xmlns:a16="http://schemas.microsoft.com/office/drawing/2014/main" id="{6446C6F8-E604-281C-20AC-59083D5B3DE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06" name="Freeform 210">
                    <a:extLst>
                      <a:ext uri="{FF2B5EF4-FFF2-40B4-BE49-F238E27FC236}">
                        <a16:creationId xmlns:a16="http://schemas.microsoft.com/office/drawing/2014/main" id="{5F2C009F-604A-5FB7-6175-8D61F81BFD8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07" name="Freeform 211">
                    <a:extLst>
                      <a:ext uri="{FF2B5EF4-FFF2-40B4-BE49-F238E27FC236}">
                        <a16:creationId xmlns:a16="http://schemas.microsoft.com/office/drawing/2014/main" id="{1A935F3F-B9EF-B8B8-0CF6-677D6356E4A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508" name="Freeform 212">
                    <a:extLst>
                      <a:ext uri="{FF2B5EF4-FFF2-40B4-BE49-F238E27FC236}">
                        <a16:creationId xmlns:a16="http://schemas.microsoft.com/office/drawing/2014/main" id="{B8C3CC88-1DEF-4BF2-4DEB-F7F7E9942D2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8496" name="WordArt 213">
              <a:extLst>
                <a:ext uri="{FF2B5EF4-FFF2-40B4-BE49-F238E27FC236}">
                  <a16:creationId xmlns:a16="http://schemas.microsoft.com/office/drawing/2014/main" id="{6B756218-5945-E33F-BC76-9933C08E63AF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bb2  </a:t>
              </a:r>
            </a:p>
          </p:txBody>
        </p:sp>
      </p:grpSp>
      <p:grpSp>
        <p:nvGrpSpPr>
          <p:cNvPr id="58399" name="Group 214">
            <a:extLst>
              <a:ext uri="{FF2B5EF4-FFF2-40B4-BE49-F238E27FC236}">
                <a16:creationId xmlns:a16="http://schemas.microsoft.com/office/drawing/2014/main" id="{BE70B2DF-8C2F-1CB6-6326-4D028F537E3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532688" y="1168401"/>
            <a:ext cx="723900" cy="460375"/>
            <a:chOff x="3312" y="2160"/>
            <a:chExt cx="960" cy="528"/>
          </a:xfrm>
        </p:grpSpPr>
        <p:grpSp>
          <p:nvGrpSpPr>
            <p:cNvPr id="58473" name="Group 215">
              <a:extLst>
                <a:ext uri="{FF2B5EF4-FFF2-40B4-BE49-F238E27FC236}">
                  <a16:creationId xmlns:a16="http://schemas.microsoft.com/office/drawing/2014/main" id="{5CB61B86-1EB1-D4AD-9896-A4200103515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58475" name="AutoShape 216">
                <a:extLst>
                  <a:ext uri="{FF2B5EF4-FFF2-40B4-BE49-F238E27FC236}">
                    <a16:creationId xmlns:a16="http://schemas.microsoft.com/office/drawing/2014/main" id="{3CFAE0C5-CE41-1710-10AC-0A14162428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8476" name="Group 217">
                <a:extLst>
                  <a:ext uri="{FF2B5EF4-FFF2-40B4-BE49-F238E27FC236}">
                    <a16:creationId xmlns:a16="http://schemas.microsoft.com/office/drawing/2014/main" id="{F7784AD1-3AF0-A8D9-4868-E78FB1CB2EF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8477" name="Group 218">
                  <a:extLst>
                    <a:ext uri="{FF2B5EF4-FFF2-40B4-BE49-F238E27FC236}">
                      <a16:creationId xmlns:a16="http://schemas.microsoft.com/office/drawing/2014/main" id="{50F8FC32-020C-F0AF-F660-1F1BDB3AC8E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8487" name="Freeform 219">
                    <a:extLst>
                      <a:ext uri="{FF2B5EF4-FFF2-40B4-BE49-F238E27FC236}">
                        <a16:creationId xmlns:a16="http://schemas.microsoft.com/office/drawing/2014/main" id="{9D67B984-63CD-44F4-1ADA-79230A59A9B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88" name="Freeform 220">
                    <a:extLst>
                      <a:ext uri="{FF2B5EF4-FFF2-40B4-BE49-F238E27FC236}">
                        <a16:creationId xmlns:a16="http://schemas.microsoft.com/office/drawing/2014/main" id="{DC31DFD1-5FEF-7671-E44C-8CAF44E47E0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89" name="Freeform 221">
                    <a:extLst>
                      <a:ext uri="{FF2B5EF4-FFF2-40B4-BE49-F238E27FC236}">
                        <a16:creationId xmlns:a16="http://schemas.microsoft.com/office/drawing/2014/main" id="{6AFD8A8F-850F-EB16-5B30-0C7DFB306FB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90" name="Freeform 222">
                    <a:extLst>
                      <a:ext uri="{FF2B5EF4-FFF2-40B4-BE49-F238E27FC236}">
                        <a16:creationId xmlns:a16="http://schemas.microsoft.com/office/drawing/2014/main" id="{D9B41416-F6C4-055F-1DE3-C67FF0827DC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91" name="Freeform 223">
                    <a:extLst>
                      <a:ext uri="{FF2B5EF4-FFF2-40B4-BE49-F238E27FC236}">
                        <a16:creationId xmlns:a16="http://schemas.microsoft.com/office/drawing/2014/main" id="{01A7C5DA-DC28-DE86-8C5D-47535EB8D37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92" name="Freeform 224">
                    <a:extLst>
                      <a:ext uri="{FF2B5EF4-FFF2-40B4-BE49-F238E27FC236}">
                        <a16:creationId xmlns:a16="http://schemas.microsoft.com/office/drawing/2014/main" id="{D522EF0A-F2F7-B87B-B79B-5AE52F099A0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93" name="Freeform 225">
                    <a:extLst>
                      <a:ext uri="{FF2B5EF4-FFF2-40B4-BE49-F238E27FC236}">
                        <a16:creationId xmlns:a16="http://schemas.microsoft.com/office/drawing/2014/main" id="{1111DB6B-B577-DF8C-BE1C-50F2C322319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94" name="Freeform 226">
                    <a:extLst>
                      <a:ext uri="{FF2B5EF4-FFF2-40B4-BE49-F238E27FC236}">
                        <a16:creationId xmlns:a16="http://schemas.microsoft.com/office/drawing/2014/main" id="{572D1198-6A2F-9E50-0707-DD86E93C5ED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8478" name="Group 227">
                  <a:extLst>
                    <a:ext uri="{FF2B5EF4-FFF2-40B4-BE49-F238E27FC236}">
                      <a16:creationId xmlns:a16="http://schemas.microsoft.com/office/drawing/2014/main" id="{36A6C495-34EB-0F18-F2D4-B94D1C31D49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8479" name="Freeform 228">
                    <a:extLst>
                      <a:ext uri="{FF2B5EF4-FFF2-40B4-BE49-F238E27FC236}">
                        <a16:creationId xmlns:a16="http://schemas.microsoft.com/office/drawing/2014/main" id="{AEAD962D-C97E-1F99-0F94-560B89AC6E8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80" name="Freeform 229">
                    <a:extLst>
                      <a:ext uri="{FF2B5EF4-FFF2-40B4-BE49-F238E27FC236}">
                        <a16:creationId xmlns:a16="http://schemas.microsoft.com/office/drawing/2014/main" id="{EA5565C7-3AB8-2E12-E04E-C96EA752F06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81" name="Freeform 230">
                    <a:extLst>
                      <a:ext uri="{FF2B5EF4-FFF2-40B4-BE49-F238E27FC236}">
                        <a16:creationId xmlns:a16="http://schemas.microsoft.com/office/drawing/2014/main" id="{62364718-1171-BEB0-A483-B7180007FB1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82" name="Freeform 231">
                    <a:extLst>
                      <a:ext uri="{FF2B5EF4-FFF2-40B4-BE49-F238E27FC236}">
                        <a16:creationId xmlns:a16="http://schemas.microsoft.com/office/drawing/2014/main" id="{F0040366-A197-4B9D-C42F-89AABBEFD10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83" name="Freeform 232">
                    <a:extLst>
                      <a:ext uri="{FF2B5EF4-FFF2-40B4-BE49-F238E27FC236}">
                        <a16:creationId xmlns:a16="http://schemas.microsoft.com/office/drawing/2014/main" id="{10D3C057-5304-D017-7AA0-39CFB45DC19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84" name="Freeform 233">
                    <a:extLst>
                      <a:ext uri="{FF2B5EF4-FFF2-40B4-BE49-F238E27FC236}">
                        <a16:creationId xmlns:a16="http://schemas.microsoft.com/office/drawing/2014/main" id="{AA3A5651-2F37-9179-D9FC-1F6BA13F8CF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85" name="Freeform 234">
                    <a:extLst>
                      <a:ext uri="{FF2B5EF4-FFF2-40B4-BE49-F238E27FC236}">
                        <a16:creationId xmlns:a16="http://schemas.microsoft.com/office/drawing/2014/main" id="{2192B507-D85A-6443-5433-35832DA9DA9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86" name="Freeform 235">
                    <a:extLst>
                      <a:ext uri="{FF2B5EF4-FFF2-40B4-BE49-F238E27FC236}">
                        <a16:creationId xmlns:a16="http://schemas.microsoft.com/office/drawing/2014/main" id="{D0B60C4F-B92C-25FC-00D9-7E0D4249563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8474" name="WordArt 236">
              <a:extLst>
                <a:ext uri="{FF2B5EF4-FFF2-40B4-BE49-F238E27FC236}">
                  <a16:creationId xmlns:a16="http://schemas.microsoft.com/office/drawing/2014/main" id="{33F8AF6B-2A6E-58A2-051B-D7C672A3581A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r4  </a:t>
              </a:r>
            </a:p>
          </p:txBody>
        </p:sp>
      </p:grpSp>
      <p:sp>
        <p:nvSpPr>
          <p:cNvPr id="58400" name="Line 237">
            <a:extLst>
              <a:ext uri="{FF2B5EF4-FFF2-40B4-BE49-F238E27FC236}">
                <a16:creationId xmlns:a16="http://schemas.microsoft.com/office/drawing/2014/main" id="{F3533049-DC87-D092-E90C-E667377CA3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35563" y="1452563"/>
            <a:ext cx="1301750" cy="23669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58401" name="Group 238">
            <a:extLst>
              <a:ext uri="{FF2B5EF4-FFF2-40B4-BE49-F238E27FC236}">
                <a16:creationId xmlns:a16="http://schemas.microsoft.com/office/drawing/2014/main" id="{C9117BF3-8327-1CAE-1087-7A9231ECCAF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72213" y="1125539"/>
            <a:ext cx="723900" cy="460375"/>
            <a:chOff x="3312" y="2160"/>
            <a:chExt cx="960" cy="528"/>
          </a:xfrm>
        </p:grpSpPr>
        <p:grpSp>
          <p:nvGrpSpPr>
            <p:cNvPr id="58451" name="Group 239">
              <a:extLst>
                <a:ext uri="{FF2B5EF4-FFF2-40B4-BE49-F238E27FC236}">
                  <a16:creationId xmlns:a16="http://schemas.microsoft.com/office/drawing/2014/main" id="{0A40445F-90CB-5095-4CDC-6464D7957FF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58453" name="AutoShape 240">
                <a:extLst>
                  <a:ext uri="{FF2B5EF4-FFF2-40B4-BE49-F238E27FC236}">
                    <a16:creationId xmlns:a16="http://schemas.microsoft.com/office/drawing/2014/main" id="{95B039D7-FCBE-FDDD-1319-2C9D7FBFCF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8454" name="Group 241">
                <a:extLst>
                  <a:ext uri="{FF2B5EF4-FFF2-40B4-BE49-F238E27FC236}">
                    <a16:creationId xmlns:a16="http://schemas.microsoft.com/office/drawing/2014/main" id="{28D0B56D-2F88-2E25-96FF-A6DDBA19274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8455" name="Group 242">
                  <a:extLst>
                    <a:ext uri="{FF2B5EF4-FFF2-40B4-BE49-F238E27FC236}">
                      <a16:creationId xmlns:a16="http://schemas.microsoft.com/office/drawing/2014/main" id="{4C857C71-B348-A9A4-2CB1-A5A7283DC17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8465" name="Freeform 243">
                    <a:extLst>
                      <a:ext uri="{FF2B5EF4-FFF2-40B4-BE49-F238E27FC236}">
                        <a16:creationId xmlns:a16="http://schemas.microsoft.com/office/drawing/2014/main" id="{B894F0E2-9040-1899-3EA3-6F3692715C2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66" name="Freeform 244">
                    <a:extLst>
                      <a:ext uri="{FF2B5EF4-FFF2-40B4-BE49-F238E27FC236}">
                        <a16:creationId xmlns:a16="http://schemas.microsoft.com/office/drawing/2014/main" id="{A68121A1-F6F2-7A75-016C-30ECB48676F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67" name="Freeform 245">
                    <a:extLst>
                      <a:ext uri="{FF2B5EF4-FFF2-40B4-BE49-F238E27FC236}">
                        <a16:creationId xmlns:a16="http://schemas.microsoft.com/office/drawing/2014/main" id="{A7B81C32-5FF6-EF3E-4C39-BFE0FE1507D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68" name="Freeform 246">
                    <a:extLst>
                      <a:ext uri="{FF2B5EF4-FFF2-40B4-BE49-F238E27FC236}">
                        <a16:creationId xmlns:a16="http://schemas.microsoft.com/office/drawing/2014/main" id="{46A03008-1F43-F6CE-BFBD-D0DA65664BE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69" name="Freeform 247">
                    <a:extLst>
                      <a:ext uri="{FF2B5EF4-FFF2-40B4-BE49-F238E27FC236}">
                        <a16:creationId xmlns:a16="http://schemas.microsoft.com/office/drawing/2014/main" id="{790BD90E-F164-1CA9-E150-F8CFCF5680C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70" name="Freeform 248">
                    <a:extLst>
                      <a:ext uri="{FF2B5EF4-FFF2-40B4-BE49-F238E27FC236}">
                        <a16:creationId xmlns:a16="http://schemas.microsoft.com/office/drawing/2014/main" id="{E696C349-E122-9D44-D309-9115353EED7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71" name="Freeform 249">
                    <a:extLst>
                      <a:ext uri="{FF2B5EF4-FFF2-40B4-BE49-F238E27FC236}">
                        <a16:creationId xmlns:a16="http://schemas.microsoft.com/office/drawing/2014/main" id="{37C1C843-6FE1-E091-93B9-553CC994A36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72" name="Freeform 250">
                    <a:extLst>
                      <a:ext uri="{FF2B5EF4-FFF2-40B4-BE49-F238E27FC236}">
                        <a16:creationId xmlns:a16="http://schemas.microsoft.com/office/drawing/2014/main" id="{4FC1E3C1-BD68-6F5D-3EFC-DEBAEC7F4C6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8456" name="Group 251">
                  <a:extLst>
                    <a:ext uri="{FF2B5EF4-FFF2-40B4-BE49-F238E27FC236}">
                      <a16:creationId xmlns:a16="http://schemas.microsoft.com/office/drawing/2014/main" id="{0C6DEC7D-DF2E-C0FF-E2D2-D40D50E98C4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8457" name="Freeform 252">
                    <a:extLst>
                      <a:ext uri="{FF2B5EF4-FFF2-40B4-BE49-F238E27FC236}">
                        <a16:creationId xmlns:a16="http://schemas.microsoft.com/office/drawing/2014/main" id="{07B52A01-54EC-A930-BFE3-9EA1C396B9E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58" name="Freeform 253">
                    <a:extLst>
                      <a:ext uri="{FF2B5EF4-FFF2-40B4-BE49-F238E27FC236}">
                        <a16:creationId xmlns:a16="http://schemas.microsoft.com/office/drawing/2014/main" id="{A2954FDF-4739-2F45-BA81-56B8B9EC429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59" name="Freeform 254">
                    <a:extLst>
                      <a:ext uri="{FF2B5EF4-FFF2-40B4-BE49-F238E27FC236}">
                        <a16:creationId xmlns:a16="http://schemas.microsoft.com/office/drawing/2014/main" id="{A08C9A48-5950-BA4E-0B0B-2D9BE4EDB7D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60" name="Freeform 255">
                    <a:extLst>
                      <a:ext uri="{FF2B5EF4-FFF2-40B4-BE49-F238E27FC236}">
                        <a16:creationId xmlns:a16="http://schemas.microsoft.com/office/drawing/2014/main" id="{0ADC4684-AC22-EFA7-F363-25914F37BBF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61" name="Freeform 256">
                    <a:extLst>
                      <a:ext uri="{FF2B5EF4-FFF2-40B4-BE49-F238E27FC236}">
                        <a16:creationId xmlns:a16="http://schemas.microsoft.com/office/drawing/2014/main" id="{89E5686C-89B0-F55C-7484-518B832BD7E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62" name="Freeform 257">
                    <a:extLst>
                      <a:ext uri="{FF2B5EF4-FFF2-40B4-BE49-F238E27FC236}">
                        <a16:creationId xmlns:a16="http://schemas.microsoft.com/office/drawing/2014/main" id="{9D794A62-A63F-E293-01C2-516E594CBF1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63" name="Freeform 258">
                    <a:extLst>
                      <a:ext uri="{FF2B5EF4-FFF2-40B4-BE49-F238E27FC236}">
                        <a16:creationId xmlns:a16="http://schemas.microsoft.com/office/drawing/2014/main" id="{D56C95C2-F27C-E9E8-B2CF-4D11F402470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64" name="Freeform 259">
                    <a:extLst>
                      <a:ext uri="{FF2B5EF4-FFF2-40B4-BE49-F238E27FC236}">
                        <a16:creationId xmlns:a16="http://schemas.microsoft.com/office/drawing/2014/main" id="{B994C3BF-545C-30B6-38A6-5938175850F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8452" name="WordArt 260">
              <a:extLst>
                <a:ext uri="{FF2B5EF4-FFF2-40B4-BE49-F238E27FC236}">
                  <a16:creationId xmlns:a16="http://schemas.microsoft.com/office/drawing/2014/main" id="{C6DBF7A4-E6A2-B7B0-6F6C-9E21C597E22F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r3  </a:t>
              </a:r>
            </a:p>
          </p:txBody>
        </p:sp>
      </p:grpSp>
      <p:grpSp>
        <p:nvGrpSpPr>
          <p:cNvPr id="58402" name="Group 261">
            <a:extLst>
              <a:ext uri="{FF2B5EF4-FFF2-40B4-BE49-F238E27FC236}">
                <a16:creationId xmlns:a16="http://schemas.microsoft.com/office/drawing/2014/main" id="{F6C1E58D-3BA3-E0E1-58C7-84643D5D76E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68850" y="3684589"/>
            <a:ext cx="723900" cy="460375"/>
            <a:chOff x="3312" y="2160"/>
            <a:chExt cx="960" cy="528"/>
          </a:xfrm>
        </p:grpSpPr>
        <p:grpSp>
          <p:nvGrpSpPr>
            <p:cNvPr id="58429" name="Group 262">
              <a:extLst>
                <a:ext uri="{FF2B5EF4-FFF2-40B4-BE49-F238E27FC236}">
                  <a16:creationId xmlns:a16="http://schemas.microsoft.com/office/drawing/2014/main" id="{A86C86E1-85AA-A07E-B2A2-50E9A9C9F08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58431" name="AutoShape 263">
                <a:extLst>
                  <a:ext uri="{FF2B5EF4-FFF2-40B4-BE49-F238E27FC236}">
                    <a16:creationId xmlns:a16="http://schemas.microsoft.com/office/drawing/2014/main" id="{A04ACB44-7286-1386-4BDA-8E84471875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8432" name="Group 264">
                <a:extLst>
                  <a:ext uri="{FF2B5EF4-FFF2-40B4-BE49-F238E27FC236}">
                    <a16:creationId xmlns:a16="http://schemas.microsoft.com/office/drawing/2014/main" id="{FDBE835B-B6E9-04BF-AB0A-821DE54CB27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8433" name="Group 265">
                  <a:extLst>
                    <a:ext uri="{FF2B5EF4-FFF2-40B4-BE49-F238E27FC236}">
                      <a16:creationId xmlns:a16="http://schemas.microsoft.com/office/drawing/2014/main" id="{17539225-6A48-4AB5-B77F-C4A4544F74E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8443" name="Freeform 266">
                    <a:extLst>
                      <a:ext uri="{FF2B5EF4-FFF2-40B4-BE49-F238E27FC236}">
                        <a16:creationId xmlns:a16="http://schemas.microsoft.com/office/drawing/2014/main" id="{1C98D3CF-AB72-0696-A326-167F3ABDC0F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44" name="Freeform 267">
                    <a:extLst>
                      <a:ext uri="{FF2B5EF4-FFF2-40B4-BE49-F238E27FC236}">
                        <a16:creationId xmlns:a16="http://schemas.microsoft.com/office/drawing/2014/main" id="{3B5B0534-4238-9AA1-0E8A-917C2A826A8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45" name="Freeform 268">
                    <a:extLst>
                      <a:ext uri="{FF2B5EF4-FFF2-40B4-BE49-F238E27FC236}">
                        <a16:creationId xmlns:a16="http://schemas.microsoft.com/office/drawing/2014/main" id="{91EEE487-8B6B-96AA-DAF2-D41FC71D9E9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46" name="Freeform 269">
                    <a:extLst>
                      <a:ext uri="{FF2B5EF4-FFF2-40B4-BE49-F238E27FC236}">
                        <a16:creationId xmlns:a16="http://schemas.microsoft.com/office/drawing/2014/main" id="{4D9AE229-226D-1D79-8061-6CA2B2E7B93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47" name="Freeform 270">
                    <a:extLst>
                      <a:ext uri="{FF2B5EF4-FFF2-40B4-BE49-F238E27FC236}">
                        <a16:creationId xmlns:a16="http://schemas.microsoft.com/office/drawing/2014/main" id="{386CD826-49D7-7BC0-E2C5-032FC37A346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48" name="Freeform 271">
                    <a:extLst>
                      <a:ext uri="{FF2B5EF4-FFF2-40B4-BE49-F238E27FC236}">
                        <a16:creationId xmlns:a16="http://schemas.microsoft.com/office/drawing/2014/main" id="{DFF96DF1-57A1-31AD-37E5-D82C6CEEB00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49" name="Freeform 272">
                    <a:extLst>
                      <a:ext uri="{FF2B5EF4-FFF2-40B4-BE49-F238E27FC236}">
                        <a16:creationId xmlns:a16="http://schemas.microsoft.com/office/drawing/2014/main" id="{51A64964-089E-C5BA-0B5E-846FB132839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50" name="Freeform 273">
                    <a:extLst>
                      <a:ext uri="{FF2B5EF4-FFF2-40B4-BE49-F238E27FC236}">
                        <a16:creationId xmlns:a16="http://schemas.microsoft.com/office/drawing/2014/main" id="{14C379CD-4065-3E44-FB31-766F2C1FC6C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8434" name="Group 274">
                  <a:extLst>
                    <a:ext uri="{FF2B5EF4-FFF2-40B4-BE49-F238E27FC236}">
                      <a16:creationId xmlns:a16="http://schemas.microsoft.com/office/drawing/2014/main" id="{AA76B40D-C6A1-6E16-799C-47E345F6D97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8435" name="Freeform 275">
                    <a:extLst>
                      <a:ext uri="{FF2B5EF4-FFF2-40B4-BE49-F238E27FC236}">
                        <a16:creationId xmlns:a16="http://schemas.microsoft.com/office/drawing/2014/main" id="{1001F03A-FDA0-85CF-97FD-3C6D4DBA6B1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36" name="Freeform 276">
                    <a:extLst>
                      <a:ext uri="{FF2B5EF4-FFF2-40B4-BE49-F238E27FC236}">
                        <a16:creationId xmlns:a16="http://schemas.microsoft.com/office/drawing/2014/main" id="{72125D71-DF2A-C0AC-B433-4EF5C0759F5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37" name="Freeform 277">
                    <a:extLst>
                      <a:ext uri="{FF2B5EF4-FFF2-40B4-BE49-F238E27FC236}">
                        <a16:creationId xmlns:a16="http://schemas.microsoft.com/office/drawing/2014/main" id="{90DB5A42-7262-6554-DB2F-D8FF3F7DD62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38" name="Freeform 278">
                    <a:extLst>
                      <a:ext uri="{FF2B5EF4-FFF2-40B4-BE49-F238E27FC236}">
                        <a16:creationId xmlns:a16="http://schemas.microsoft.com/office/drawing/2014/main" id="{C00D7B42-860B-C77B-BB7A-D918C2C8F8C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39" name="Freeform 279">
                    <a:extLst>
                      <a:ext uri="{FF2B5EF4-FFF2-40B4-BE49-F238E27FC236}">
                        <a16:creationId xmlns:a16="http://schemas.microsoft.com/office/drawing/2014/main" id="{22F8215F-58DC-AF70-107F-2E0C20C97AA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40" name="Freeform 280">
                    <a:extLst>
                      <a:ext uri="{FF2B5EF4-FFF2-40B4-BE49-F238E27FC236}">
                        <a16:creationId xmlns:a16="http://schemas.microsoft.com/office/drawing/2014/main" id="{CD5F2F3A-0FAD-F9E8-9424-D626B4BB2D5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41" name="Freeform 281">
                    <a:extLst>
                      <a:ext uri="{FF2B5EF4-FFF2-40B4-BE49-F238E27FC236}">
                        <a16:creationId xmlns:a16="http://schemas.microsoft.com/office/drawing/2014/main" id="{464FDD06-EBE2-1BAD-1B7E-E4DA037D7FF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8442" name="Freeform 282">
                    <a:extLst>
                      <a:ext uri="{FF2B5EF4-FFF2-40B4-BE49-F238E27FC236}">
                        <a16:creationId xmlns:a16="http://schemas.microsoft.com/office/drawing/2014/main" id="{64DFA7E4-2837-8005-FCAA-66A5A3EFAC9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8430" name="WordArt 283">
              <a:extLst>
                <a:ext uri="{FF2B5EF4-FFF2-40B4-BE49-F238E27FC236}">
                  <a16:creationId xmlns:a16="http://schemas.microsoft.com/office/drawing/2014/main" id="{299C8B99-1230-8A28-8941-8ED155A2EB21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bb1  </a:t>
              </a:r>
            </a:p>
          </p:txBody>
        </p:sp>
      </p:grpSp>
      <p:grpSp>
        <p:nvGrpSpPr>
          <p:cNvPr id="58403" name="Group 284">
            <a:extLst>
              <a:ext uri="{FF2B5EF4-FFF2-40B4-BE49-F238E27FC236}">
                <a16:creationId xmlns:a16="http://schemas.microsoft.com/office/drawing/2014/main" id="{28148608-DF06-C97F-D598-AC9E9F1D29E7}"/>
              </a:ext>
            </a:extLst>
          </p:cNvPr>
          <p:cNvGrpSpPr>
            <a:grpSpLocks/>
          </p:cNvGrpSpPr>
          <p:nvPr/>
        </p:nvGrpSpPr>
        <p:grpSpPr bwMode="auto">
          <a:xfrm>
            <a:off x="4673601" y="3625850"/>
            <a:ext cx="904875" cy="571500"/>
            <a:chOff x="195" y="394"/>
            <a:chExt cx="570" cy="360"/>
          </a:xfrm>
        </p:grpSpPr>
        <p:sp>
          <p:nvSpPr>
            <p:cNvPr id="58425" name="Arc 285">
              <a:extLst>
                <a:ext uri="{FF2B5EF4-FFF2-40B4-BE49-F238E27FC236}">
                  <a16:creationId xmlns:a16="http://schemas.microsoft.com/office/drawing/2014/main" id="{3E8AD6CC-68B2-DB52-1DE8-6F91E4517FB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5" y="656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8426" name="Arc 286">
              <a:extLst>
                <a:ext uri="{FF2B5EF4-FFF2-40B4-BE49-F238E27FC236}">
                  <a16:creationId xmlns:a16="http://schemas.microsoft.com/office/drawing/2014/main" id="{F97A8797-BB62-FA41-58DE-5C8C856A1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" y="394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8427" name="Line 287">
              <a:extLst>
                <a:ext uri="{FF2B5EF4-FFF2-40B4-BE49-F238E27FC236}">
                  <a16:creationId xmlns:a16="http://schemas.microsoft.com/office/drawing/2014/main" id="{E1A29223-B0A0-CFD1-1BDC-D1D745ADD8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428" name="Line 288">
              <a:extLst>
                <a:ext uri="{FF2B5EF4-FFF2-40B4-BE49-F238E27FC236}">
                  <a16:creationId xmlns:a16="http://schemas.microsoft.com/office/drawing/2014/main" id="{8FC07FC1-0C32-2A6D-8E1E-0CFC118F2D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8404" name="Group 289">
            <a:extLst>
              <a:ext uri="{FF2B5EF4-FFF2-40B4-BE49-F238E27FC236}">
                <a16:creationId xmlns:a16="http://schemas.microsoft.com/office/drawing/2014/main" id="{E8AF21F1-5178-165E-A069-35DEA37A0CFE}"/>
              </a:ext>
            </a:extLst>
          </p:cNvPr>
          <p:cNvGrpSpPr>
            <a:grpSpLocks/>
          </p:cNvGrpSpPr>
          <p:nvPr/>
        </p:nvGrpSpPr>
        <p:grpSpPr bwMode="auto">
          <a:xfrm>
            <a:off x="4673601" y="5443538"/>
            <a:ext cx="904875" cy="571500"/>
            <a:chOff x="195" y="394"/>
            <a:chExt cx="570" cy="360"/>
          </a:xfrm>
        </p:grpSpPr>
        <p:sp>
          <p:nvSpPr>
            <p:cNvPr id="58421" name="Arc 290">
              <a:extLst>
                <a:ext uri="{FF2B5EF4-FFF2-40B4-BE49-F238E27FC236}">
                  <a16:creationId xmlns:a16="http://schemas.microsoft.com/office/drawing/2014/main" id="{7E16ADA0-816D-039A-2753-9DCE5A65B99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5" y="656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8422" name="Arc 291">
              <a:extLst>
                <a:ext uri="{FF2B5EF4-FFF2-40B4-BE49-F238E27FC236}">
                  <a16:creationId xmlns:a16="http://schemas.microsoft.com/office/drawing/2014/main" id="{1F4EB965-EA7A-231D-68D7-F0C32AD8E3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" y="394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8423" name="Line 292">
              <a:extLst>
                <a:ext uri="{FF2B5EF4-FFF2-40B4-BE49-F238E27FC236}">
                  <a16:creationId xmlns:a16="http://schemas.microsoft.com/office/drawing/2014/main" id="{15F7F7CE-54F0-2B17-1D01-47AFA3CBA2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424" name="Line 293">
              <a:extLst>
                <a:ext uri="{FF2B5EF4-FFF2-40B4-BE49-F238E27FC236}">
                  <a16:creationId xmlns:a16="http://schemas.microsoft.com/office/drawing/2014/main" id="{0ACB4129-F945-E10C-A1B6-F47973B219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8405" name="Group 294">
            <a:extLst>
              <a:ext uri="{FF2B5EF4-FFF2-40B4-BE49-F238E27FC236}">
                <a16:creationId xmlns:a16="http://schemas.microsoft.com/office/drawing/2014/main" id="{CF9A7ABD-533C-9B4E-7722-7F41A89B3369}"/>
              </a:ext>
            </a:extLst>
          </p:cNvPr>
          <p:cNvGrpSpPr>
            <a:grpSpLocks/>
          </p:cNvGrpSpPr>
          <p:nvPr/>
        </p:nvGrpSpPr>
        <p:grpSpPr bwMode="auto">
          <a:xfrm>
            <a:off x="6873876" y="5443538"/>
            <a:ext cx="904875" cy="571500"/>
            <a:chOff x="195" y="394"/>
            <a:chExt cx="570" cy="360"/>
          </a:xfrm>
        </p:grpSpPr>
        <p:sp>
          <p:nvSpPr>
            <p:cNvPr id="58417" name="Arc 295">
              <a:extLst>
                <a:ext uri="{FF2B5EF4-FFF2-40B4-BE49-F238E27FC236}">
                  <a16:creationId xmlns:a16="http://schemas.microsoft.com/office/drawing/2014/main" id="{3FFBFCCA-9D30-20D2-58CF-2E86CEA3CCF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5" y="656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8418" name="Arc 296">
              <a:extLst>
                <a:ext uri="{FF2B5EF4-FFF2-40B4-BE49-F238E27FC236}">
                  <a16:creationId xmlns:a16="http://schemas.microsoft.com/office/drawing/2014/main" id="{7835E033-BEA1-C746-39F7-8CF22FADA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" y="394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8419" name="Line 297">
              <a:extLst>
                <a:ext uri="{FF2B5EF4-FFF2-40B4-BE49-F238E27FC236}">
                  <a16:creationId xmlns:a16="http://schemas.microsoft.com/office/drawing/2014/main" id="{AAF13694-C746-E915-F354-ED3C171EB4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420" name="Line 298">
              <a:extLst>
                <a:ext uri="{FF2B5EF4-FFF2-40B4-BE49-F238E27FC236}">
                  <a16:creationId xmlns:a16="http://schemas.microsoft.com/office/drawing/2014/main" id="{A85DF9AC-5612-714F-8511-36C683765C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8406" name="Group 299">
            <a:extLst>
              <a:ext uri="{FF2B5EF4-FFF2-40B4-BE49-F238E27FC236}">
                <a16:creationId xmlns:a16="http://schemas.microsoft.com/office/drawing/2014/main" id="{1F8ECDDC-0705-6A10-D5B5-ECD32A995224}"/>
              </a:ext>
            </a:extLst>
          </p:cNvPr>
          <p:cNvGrpSpPr>
            <a:grpSpLocks/>
          </p:cNvGrpSpPr>
          <p:nvPr/>
        </p:nvGrpSpPr>
        <p:grpSpPr bwMode="auto">
          <a:xfrm>
            <a:off x="6864351" y="3625850"/>
            <a:ext cx="904875" cy="571500"/>
            <a:chOff x="195" y="394"/>
            <a:chExt cx="570" cy="360"/>
          </a:xfrm>
        </p:grpSpPr>
        <p:sp>
          <p:nvSpPr>
            <p:cNvPr id="58413" name="Arc 300">
              <a:extLst>
                <a:ext uri="{FF2B5EF4-FFF2-40B4-BE49-F238E27FC236}">
                  <a16:creationId xmlns:a16="http://schemas.microsoft.com/office/drawing/2014/main" id="{CB9F7920-30E0-D4AF-EAA5-F3EB30B0B15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5" y="656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8414" name="Arc 301">
              <a:extLst>
                <a:ext uri="{FF2B5EF4-FFF2-40B4-BE49-F238E27FC236}">
                  <a16:creationId xmlns:a16="http://schemas.microsoft.com/office/drawing/2014/main" id="{BD0F5AC2-37BA-5762-2293-DA4C4E61F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" y="394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8415" name="Line 302">
              <a:extLst>
                <a:ext uri="{FF2B5EF4-FFF2-40B4-BE49-F238E27FC236}">
                  <a16:creationId xmlns:a16="http://schemas.microsoft.com/office/drawing/2014/main" id="{1934C7E3-9115-B534-2698-F7E092AB76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416" name="Line 303">
              <a:extLst>
                <a:ext uri="{FF2B5EF4-FFF2-40B4-BE49-F238E27FC236}">
                  <a16:creationId xmlns:a16="http://schemas.microsoft.com/office/drawing/2014/main" id="{D9CB2CF1-0CCD-58AE-6772-039C3DEC6F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8407" name="Group 304">
            <a:extLst>
              <a:ext uri="{FF2B5EF4-FFF2-40B4-BE49-F238E27FC236}">
                <a16:creationId xmlns:a16="http://schemas.microsoft.com/office/drawing/2014/main" id="{03E50E6B-285B-2691-1F56-B7108ECCE6D0}"/>
              </a:ext>
            </a:extLst>
          </p:cNvPr>
          <p:cNvGrpSpPr>
            <a:grpSpLocks/>
          </p:cNvGrpSpPr>
          <p:nvPr/>
        </p:nvGrpSpPr>
        <p:grpSpPr bwMode="auto">
          <a:xfrm>
            <a:off x="5741989" y="4524375"/>
            <a:ext cx="904875" cy="571500"/>
            <a:chOff x="195" y="394"/>
            <a:chExt cx="570" cy="360"/>
          </a:xfrm>
        </p:grpSpPr>
        <p:sp>
          <p:nvSpPr>
            <p:cNvPr id="58409" name="Arc 305">
              <a:extLst>
                <a:ext uri="{FF2B5EF4-FFF2-40B4-BE49-F238E27FC236}">
                  <a16:creationId xmlns:a16="http://schemas.microsoft.com/office/drawing/2014/main" id="{B9995EC3-6C6A-8038-8063-4F4279532D8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5" y="656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8410" name="Arc 306">
              <a:extLst>
                <a:ext uri="{FF2B5EF4-FFF2-40B4-BE49-F238E27FC236}">
                  <a16:creationId xmlns:a16="http://schemas.microsoft.com/office/drawing/2014/main" id="{6740CDE6-A8DD-9861-1C04-090D49960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" y="394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8411" name="Line 307">
              <a:extLst>
                <a:ext uri="{FF2B5EF4-FFF2-40B4-BE49-F238E27FC236}">
                  <a16:creationId xmlns:a16="http://schemas.microsoft.com/office/drawing/2014/main" id="{6D882BD1-882B-4B00-919F-53AA189C2E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412" name="Line 308">
              <a:extLst>
                <a:ext uri="{FF2B5EF4-FFF2-40B4-BE49-F238E27FC236}">
                  <a16:creationId xmlns:a16="http://schemas.microsoft.com/office/drawing/2014/main" id="{E2C3315B-730A-6175-5B55-386A14AD4B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Text Box 309">
            <a:extLst>
              <a:ext uri="{FF2B5EF4-FFF2-40B4-BE49-F238E27FC236}">
                <a16:creationId xmlns:a16="http://schemas.microsoft.com/office/drawing/2014/main" id="{844EE9E1-4FFC-47F0-56B5-7DB394BD33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3639" y="4638387"/>
            <a:ext cx="1917513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dirty="0" err="1">
                <a:solidFill>
                  <a:schemeClr val="tx2"/>
                </a:solidFill>
              </a:rPr>
              <a:t>backbone</a:t>
            </a:r>
            <a:endParaRPr lang="it-IT" altLang="it-IT" dirty="0">
              <a:solidFill>
                <a:schemeClr val="tx2"/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dirty="0">
                <a:solidFill>
                  <a:schemeClr val="tx2"/>
                </a:solidFill>
              </a:rPr>
              <a:t>routers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304B5D-107B-F70C-47A7-8782D4925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altLang="en-IT"/>
              <a:t>kathara – [ labs: ospf_frr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A4A2526-1D89-DB93-2E43-537409CBE6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en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51D4F01-0C1E-F6BA-66EF-49469A2C4D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en-IT"/>
              <a:t>kathara – [ labs: ospf_frr ]</a:t>
            </a:r>
          </a:p>
        </p:txBody>
      </p:sp>
      <p:sp>
        <p:nvSpPr>
          <p:cNvPr id="296" name="Segnaposto piè di pagina 2">
            <a:extLst>
              <a:ext uri="{FF2B5EF4-FFF2-40B4-BE49-F238E27FC236}">
                <a16:creationId xmlns:a16="http://schemas.microsoft.com/office/drawing/2014/main" id="{EF4272BF-56A9-4DA9-98AB-261AB412AA82}"/>
              </a:ext>
            </a:extLst>
          </p:cNvPr>
          <p:cNvSpPr txBox="1">
            <a:spLocks noGrp="1"/>
          </p:cNvSpPr>
          <p:nvPr/>
        </p:nvSpPr>
        <p:spPr bwMode="auto">
          <a:xfrm>
            <a:off x="3863975" y="6453189"/>
            <a:ext cx="4464050" cy="33337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it-IT" sz="1400" dirty="0" err="1">
                <a:latin typeface="+mn-lt"/>
              </a:rPr>
              <a:t>kathara</a:t>
            </a:r>
            <a:r>
              <a:rPr lang="it-IT" sz="1400" dirty="0">
                <a:latin typeface="+mn-lt"/>
              </a:rPr>
              <a:t> – [ labs: </a:t>
            </a:r>
            <a:r>
              <a:rPr lang="it-IT" sz="1400" dirty="0" err="1">
                <a:latin typeface="+mn-lt"/>
              </a:rPr>
              <a:t>ospf</a:t>
            </a:r>
            <a:r>
              <a:rPr lang="it-IT" sz="1400" dirty="0">
                <a:latin typeface="+mn-lt"/>
              </a:rPr>
              <a:t> ]</a:t>
            </a:r>
          </a:p>
        </p:txBody>
      </p:sp>
      <p:sp>
        <p:nvSpPr>
          <p:cNvPr id="59396" name="Rectangle 2">
            <a:extLst>
              <a:ext uri="{FF2B5EF4-FFF2-40B4-BE49-F238E27FC236}">
                <a16:creationId xmlns:a16="http://schemas.microsoft.com/office/drawing/2014/main" id="{A8459BA1-7BB7-2CD6-3297-F458DEEF2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6457950"/>
            <a:ext cx="70167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1800">
              <a:latin typeface="Arial" panose="020B0604020202020204" pitchFamily="34" charset="0"/>
            </a:endParaRPr>
          </a:p>
        </p:txBody>
      </p:sp>
      <p:grpSp>
        <p:nvGrpSpPr>
          <p:cNvPr id="59397" name="Group 3">
            <a:extLst>
              <a:ext uri="{FF2B5EF4-FFF2-40B4-BE49-F238E27FC236}">
                <a16:creationId xmlns:a16="http://schemas.microsoft.com/office/drawing/2014/main" id="{4A715E48-635E-4691-A668-1DB8FEBDB85F}"/>
              </a:ext>
            </a:extLst>
          </p:cNvPr>
          <p:cNvGrpSpPr>
            <a:grpSpLocks/>
          </p:cNvGrpSpPr>
          <p:nvPr/>
        </p:nvGrpSpPr>
        <p:grpSpPr bwMode="auto">
          <a:xfrm>
            <a:off x="2894014" y="3603626"/>
            <a:ext cx="6510337" cy="3209925"/>
            <a:chOff x="863" y="2270"/>
            <a:chExt cx="4101" cy="2022"/>
          </a:xfrm>
        </p:grpSpPr>
        <p:grpSp>
          <p:nvGrpSpPr>
            <p:cNvPr id="59678" name="Group 4">
              <a:extLst>
                <a:ext uri="{FF2B5EF4-FFF2-40B4-BE49-F238E27FC236}">
                  <a16:creationId xmlns:a16="http://schemas.microsoft.com/office/drawing/2014/main" id="{D46C90DB-B1AA-AA14-6DA8-2EF86603ED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3" y="2406"/>
              <a:ext cx="4101" cy="1886"/>
              <a:chOff x="863" y="2406"/>
              <a:chExt cx="4101" cy="1886"/>
            </a:xfrm>
          </p:grpSpPr>
          <p:sp>
            <p:nvSpPr>
              <p:cNvPr id="59680" name="Oval 5">
                <a:extLst>
                  <a:ext uri="{FF2B5EF4-FFF2-40B4-BE49-F238E27FC236}">
                    <a16:creationId xmlns:a16="http://schemas.microsoft.com/office/drawing/2014/main" id="{5D18BD28-2A2E-8A5E-0135-AAFC736FA9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19" y="2406"/>
                <a:ext cx="2819" cy="760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9681" name="Oval 6">
                <a:extLst>
                  <a:ext uri="{FF2B5EF4-FFF2-40B4-BE49-F238E27FC236}">
                    <a16:creationId xmlns:a16="http://schemas.microsoft.com/office/drawing/2014/main" id="{2F9F77BF-1740-956C-5E69-28513D5E90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74" y="2666"/>
                <a:ext cx="1487" cy="673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9682" name="Oval 7">
                <a:extLst>
                  <a:ext uri="{FF2B5EF4-FFF2-40B4-BE49-F238E27FC236}">
                    <a16:creationId xmlns:a16="http://schemas.microsoft.com/office/drawing/2014/main" id="{BC6B1BF1-F595-E9AD-E9EB-C3DCFAA719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63" y="2887"/>
                <a:ext cx="860" cy="733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9683" name="Oval 8">
                <a:extLst>
                  <a:ext uri="{FF2B5EF4-FFF2-40B4-BE49-F238E27FC236}">
                    <a16:creationId xmlns:a16="http://schemas.microsoft.com/office/drawing/2014/main" id="{F8BEE095-98BC-6738-C103-CE9B13E104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47" y="3312"/>
                <a:ext cx="1286" cy="595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9684" name="Oval 9">
                <a:extLst>
                  <a:ext uri="{FF2B5EF4-FFF2-40B4-BE49-F238E27FC236}">
                    <a16:creationId xmlns:a16="http://schemas.microsoft.com/office/drawing/2014/main" id="{28A4BB05-FC99-9522-2D99-78DA388513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30" y="3412"/>
                <a:ext cx="2534" cy="880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9685" name="Oval 10">
                <a:extLst>
                  <a:ext uri="{FF2B5EF4-FFF2-40B4-BE49-F238E27FC236}">
                    <a16:creationId xmlns:a16="http://schemas.microsoft.com/office/drawing/2014/main" id="{7EE25DFC-19CA-375D-87DE-33A62AA3E3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525" y="2685"/>
                <a:ext cx="1439" cy="711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9686" name="Oval 11">
                <a:extLst>
                  <a:ext uri="{FF2B5EF4-FFF2-40B4-BE49-F238E27FC236}">
                    <a16:creationId xmlns:a16="http://schemas.microsoft.com/office/drawing/2014/main" id="{8A785DF8-5CEF-F47A-420C-2F8242494C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743" y="3025"/>
                <a:ext cx="826" cy="595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9687" name="Oval 12">
                <a:extLst>
                  <a:ext uri="{FF2B5EF4-FFF2-40B4-BE49-F238E27FC236}">
                    <a16:creationId xmlns:a16="http://schemas.microsoft.com/office/drawing/2014/main" id="{4AF8A9A0-9F81-57F9-E54D-4A9E6659D5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611" y="3136"/>
                <a:ext cx="675" cy="889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59688" name="Oval 13">
                <a:extLst>
                  <a:ext uri="{FF2B5EF4-FFF2-40B4-BE49-F238E27FC236}">
                    <a16:creationId xmlns:a16="http://schemas.microsoft.com/office/drawing/2014/main" id="{EE5ABE54-085F-2405-42C8-CBCCA11E18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30" y="2887"/>
                <a:ext cx="2890" cy="868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9679" name="Oval 14">
              <a:extLst>
                <a:ext uri="{FF2B5EF4-FFF2-40B4-BE49-F238E27FC236}">
                  <a16:creationId xmlns:a16="http://schemas.microsoft.com/office/drawing/2014/main" id="{337D99AA-28C4-C0D7-E554-7739C8C2D21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15" y="2270"/>
              <a:ext cx="1518" cy="760"/>
            </a:xfrm>
            <a:prstGeom prst="ellipse">
              <a:avLst/>
            </a:prstGeom>
            <a:solidFill>
              <a:srgbClr val="CC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</p:grpSp>
      <p:sp>
        <p:nvSpPr>
          <p:cNvPr id="59398" name="Freeform 15">
            <a:extLst>
              <a:ext uri="{FF2B5EF4-FFF2-40B4-BE49-F238E27FC236}">
                <a16:creationId xmlns:a16="http://schemas.microsoft.com/office/drawing/2014/main" id="{DB7EDAE9-EFDB-8728-F979-42F42A3F6873}"/>
              </a:ext>
            </a:extLst>
          </p:cNvPr>
          <p:cNvSpPr>
            <a:spLocks/>
          </p:cNvSpPr>
          <p:nvPr/>
        </p:nvSpPr>
        <p:spPr bwMode="auto">
          <a:xfrm>
            <a:off x="7224713" y="49213"/>
            <a:ext cx="3371850" cy="3886200"/>
          </a:xfrm>
          <a:custGeom>
            <a:avLst/>
            <a:gdLst>
              <a:gd name="T0" fmla="*/ 168849675 w 2124"/>
              <a:gd name="T1" fmla="*/ 2147483646 h 2448"/>
              <a:gd name="T2" fmla="*/ 572074675 w 2124"/>
              <a:gd name="T3" fmla="*/ 2147483646 h 2448"/>
              <a:gd name="T4" fmla="*/ 841732188 w 2124"/>
              <a:gd name="T5" fmla="*/ 2147483646 h 2448"/>
              <a:gd name="T6" fmla="*/ 587195613 w 2124"/>
              <a:gd name="T7" fmla="*/ 2147483646 h 2448"/>
              <a:gd name="T8" fmla="*/ 1081146238 w 2124"/>
              <a:gd name="T9" fmla="*/ 2147483646 h 2448"/>
              <a:gd name="T10" fmla="*/ 2069047488 w 2124"/>
              <a:gd name="T11" fmla="*/ 2147483646 h 2448"/>
              <a:gd name="T12" fmla="*/ 2147483646 w 2124"/>
              <a:gd name="T13" fmla="*/ 2147483646 h 2448"/>
              <a:gd name="T14" fmla="*/ 2147483646 w 2124"/>
              <a:gd name="T15" fmla="*/ 2147483646 h 2448"/>
              <a:gd name="T16" fmla="*/ 2147483646 w 2124"/>
              <a:gd name="T17" fmla="*/ 2147483646 h 2448"/>
              <a:gd name="T18" fmla="*/ 2147483646 w 2124"/>
              <a:gd name="T19" fmla="*/ 1708665938 h 2448"/>
              <a:gd name="T20" fmla="*/ 2147483646 w 2124"/>
              <a:gd name="T21" fmla="*/ 282257500 h 2448"/>
              <a:gd name="T22" fmla="*/ 2147483646 w 2124"/>
              <a:gd name="T23" fmla="*/ 70564375 h 2448"/>
              <a:gd name="T24" fmla="*/ 423386250 w 2124"/>
              <a:gd name="T25" fmla="*/ 176410938 h 2448"/>
              <a:gd name="T26" fmla="*/ 302418750 w 2124"/>
              <a:gd name="T27" fmla="*/ 1134070313 h 2448"/>
              <a:gd name="T28" fmla="*/ 511590925 w 2124"/>
              <a:gd name="T29" fmla="*/ 1688504688 h 2448"/>
              <a:gd name="T30" fmla="*/ 168849675 w 2124"/>
              <a:gd name="T31" fmla="*/ 2147483646 h 244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124"/>
              <a:gd name="T49" fmla="*/ 0 h 2448"/>
              <a:gd name="T50" fmla="*/ 2124 w 2124"/>
              <a:gd name="T51" fmla="*/ 2448 h 2448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124" h="2448">
                <a:moveTo>
                  <a:pt x="67" y="990"/>
                </a:moveTo>
                <a:cubicBezTo>
                  <a:pt x="27" y="1066"/>
                  <a:pt x="183" y="1206"/>
                  <a:pt x="227" y="1359"/>
                </a:cubicBezTo>
                <a:cubicBezTo>
                  <a:pt x="271" y="1512"/>
                  <a:pt x="333" y="1748"/>
                  <a:pt x="334" y="1911"/>
                </a:cubicBezTo>
                <a:cubicBezTo>
                  <a:pt x="335" y="2074"/>
                  <a:pt x="217" y="2249"/>
                  <a:pt x="233" y="2338"/>
                </a:cubicBezTo>
                <a:cubicBezTo>
                  <a:pt x="249" y="2427"/>
                  <a:pt x="331" y="2448"/>
                  <a:pt x="429" y="2445"/>
                </a:cubicBezTo>
                <a:cubicBezTo>
                  <a:pt x="527" y="2442"/>
                  <a:pt x="679" y="2351"/>
                  <a:pt x="821" y="2321"/>
                </a:cubicBezTo>
                <a:cubicBezTo>
                  <a:pt x="963" y="2291"/>
                  <a:pt x="1110" y="2289"/>
                  <a:pt x="1285" y="2265"/>
                </a:cubicBezTo>
                <a:cubicBezTo>
                  <a:pt x="1460" y="2241"/>
                  <a:pt x="1738" y="2250"/>
                  <a:pt x="1874" y="2174"/>
                </a:cubicBezTo>
                <a:cubicBezTo>
                  <a:pt x="2010" y="2098"/>
                  <a:pt x="2078" y="2060"/>
                  <a:pt x="2101" y="1811"/>
                </a:cubicBezTo>
                <a:cubicBezTo>
                  <a:pt x="2124" y="1562"/>
                  <a:pt x="2044" y="961"/>
                  <a:pt x="2011" y="678"/>
                </a:cubicBezTo>
                <a:cubicBezTo>
                  <a:pt x="1978" y="395"/>
                  <a:pt x="2049" y="220"/>
                  <a:pt x="1902" y="112"/>
                </a:cubicBezTo>
                <a:cubicBezTo>
                  <a:pt x="1755" y="4"/>
                  <a:pt x="1419" y="35"/>
                  <a:pt x="1130" y="28"/>
                </a:cubicBezTo>
                <a:cubicBezTo>
                  <a:pt x="841" y="21"/>
                  <a:pt x="336" y="0"/>
                  <a:pt x="168" y="70"/>
                </a:cubicBezTo>
                <a:cubicBezTo>
                  <a:pt x="0" y="140"/>
                  <a:pt x="114" y="350"/>
                  <a:pt x="120" y="450"/>
                </a:cubicBezTo>
                <a:cubicBezTo>
                  <a:pt x="126" y="550"/>
                  <a:pt x="212" y="580"/>
                  <a:pt x="203" y="670"/>
                </a:cubicBezTo>
                <a:cubicBezTo>
                  <a:pt x="194" y="760"/>
                  <a:pt x="95" y="923"/>
                  <a:pt x="67" y="990"/>
                </a:cubicBezTo>
                <a:close/>
              </a:path>
            </a:pathLst>
          </a:cu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9399" name="Freeform 16">
            <a:extLst>
              <a:ext uri="{FF2B5EF4-FFF2-40B4-BE49-F238E27FC236}">
                <a16:creationId xmlns:a16="http://schemas.microsoft.com/office/drawing/2014/main" id="{C6304A24-5447-8C79-B043-6F32268BD40E}"/>
              </a:ext>
            </a:extLst>
          </p:cNvPr>
          <p:cNvSpPr>
            <a:spLocks/>
          </p:cNvSpPr>
          <p:nvPr/>
        </p:nvSpPr>
        <p:spPr bwMode="auto">
          <a:xfrm>
            <a:off x="4737101" y="52389"/>
            <a:ext cx="2828925" cy="3748087"/>
          </a:xfrm>
          <a:custGeom>
            <a:avLst/>
            <a:gdLst>
              <a:gd name="T0" fmla="*/ 332660625 w 1782"/>
              <a:gd name="T1" fmla="*/ 1577617602 h 2361"/>
              <a:gd name="T2" fmla="*/ 614918125 w 1782"/>
              <a:gd name="T3" fmla="*/ 1083667043 h 2361"/>
              <a:gd name="T4" fmla="*/ 975301263 w 1782"/>
              <a:gd name="T5" fmla="*/ 859372373 h 2361"/>
              <a:gd name="T6" fmla="*/ 1355844063 w 1782"/>
              <a:gd name="T7" fmla="*/ 559474613 h 2361"/>
              <a:gd name="T8" fmla="*/ 2147483646 w 1782"/>
              <a:gd name="T9" fmla="*/ 80644989 h 2361"/>
              <a:gd name="T10" fmla="*/ 2147483646 w 1782"/>
              <a:gd name="T11" fmla="*/ 110886860 h 2361"/>
              <a:gd name="T12" fmla="*/ 2147483646 w 1782"/>
              <a:gd name="T13" fmla="*/ 740925839 h 2361"/>
              <a:gd name="T14" fmla="*/ 2147483646 w 1782"/>
              <a:gd name="T15" fmla="*/ 1607859473 h 2361"/>
              <a:gd name="T16" fmla="*/ 2147483646 w 1782"/>
              <a:gd name="T17" fmla="*/ 2147483646 h 2361"/>
              <a:gd name="T18" fmla="*/ 2147483646 w 1782"/>
              <a:gd name="T19" fmla="*/ 2147483646 h 2361"/>
              <a:gd name="T20" fmla="*/ 2147483646 w 1782"/>
              <a:gd name="T21" fmla="*/ 2147483646 h 2361"/>
              <a:gd name="T22" fmla="*/ 2147483646 w 1782"/>
              <a:gd name="T23" fmla="*/ 2147483646 h 2361"/>
              <a:gd name="T24" fmla="*/ 2147483646 w 1782"/>
              <a:gd name="T25" fmla="*/ 2147483646 h 2361"/>
              <a:gd name="T26" fmla="*/ 2147483646 w 1782"/>
              <a:gd name="T27" fmla="*/ 2147483646 h 2361"/>
              <a:gd name="T28" fmla="*/ 1514614700 w 1782"/>
              <a:gd name="T29" fmla="*/ 2147483646 h 2361"/>
              <a:gd name="T30" fmla="*/ 1305440938 w 1782"/>
              <a:gd name="T31" fmla="*/ 2147483646 h 2361"/>
              <a:gd name="T32" fmla="*/ 645160000 w 1782"/>
              <a:gd name="T33" fmla="*/ 2147483646 h 2361"/>
              <a:gd name="T34" fmla="*/ 599797188 w 1782"/>
              <a:gd name="T35" fmla="*/ 2147483646 h 2361"/>
              <a:gd name="T36" fmla="*/ 93246575 w 1782"/>
              <a:gd name="T37" fmla="*/ 2147483646 h 2361"/>
              <a:gd name="T38" fmla="*/ 47883763 w 1782"/>
              <a:gd name="T39" fmla="*/ 2147483646 h 2361"/>
              <a:gd name="T40" fmla="*/ 332660625 w 1782"/>
              <a:gd name="T41" fmla="*/ 1577617602 h 2361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1782"/>
              <a:gd name="T64" fmla="*/ 0 h 2361"/>
              <a:gd name="T65" fmla="*/ 1782 w 1782"/>
              <a:gd name="T66" fmla="*/ 2361 h 2361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1782" h="2361">
                <a:moveTo>
                  <a:pt x="132" y="626"/>
                </a:moveTo>
                <a:cubicBezTo>
                  <a:pt x="170" y="530"/>
                  <a:pt x="202" y="477"/>
                  <a:pt x="244" y="430"/>
                </a:cubicBezTo>
                <a:cubicBezTo>
                  <a:pt x="286" y="383"/>
                  <a:pt x="338" y="376"/>
                  <a:pt x="387" y="341"/>
                </a:cubicBezTo>
                <a:cubicBezTo>
                  <a:pt x="436" y="306"/>
                  <a:pt x="456" y="273"/>
                  <a:pt x="538" y="222"/>
                </a:cubicBezTo>
                <a:cubicBezTo>
                  <a:pt x="620" y="171"/>
                  <a:pt x="745" y="62"/>
                  <a:pt x="880" y="32"/>
                </a:cubicBezTo>
                <a:cubicBezTo>
                  <a:pt x="1015" y="2"/>
                  <a:pt x="1243" y="0"/>
                  <a:pt x="1349" y="44"/>
                </a:cubicBezTo>
                <a:cubicBezTo>
                  <a:pt x="1455" y="88"/>
                  <a:pt x="1469" y="195"/>
                  <a:pt x="1515" y="294"/>
                </a:cubicBezTo>
                <a:cubicBezTo>
                  <a:pt x="1561" y="393"/>
                  <a:pt x="1629" y="523"/>
                  <a:pt x="1628" y="638"/>
                </a:cubicBezTo>
                <a:cubicBezTo>
                  <a:pt x="1627" y="753"/>
                  <a:pt x="1501" y="860"/>
                  <a:pt x="1509" y="982"/>
                </a:cubicBezTo>
                <a:cubicBezTo>
                  <a:pt x="1517" y="1104"/>
                  <a:pt x="1630" y="1221"/>
                  <a:pt x="1675" y="1368"/>
                </a:cubicBezTo>
                <a:cubicBezTo>
                  <a:pt x="1720" y="1515"/>
                  <a:pt x="1782" y="1717"/>
                  <a:pt x="1782" y="1867"/>
                </a:cubicBezTo>
                <a:cubicBezTo>
                  <a:pt x="1782" y="2017"/>
                  <a:pt x="1746" y="2209"/>
                  <a:pt x="1675" y="2271"/>
                </a:cubicBezTo>
                <a:cubicBezTo>
                  <a:pt x="1604" y="2333"/>
                  <a:pt x="1424" y="2303"/>
                  <a:pt x="1355" y="2241"/>
                </a:cubicBezTo>
                <a:cubicBezTo>
                  <a:pt x="1286" y="2179"/>
                  <a:pt x="1426" y="1921"/>
                  <a:pt x="1260" y="1897"/>
                </a:cubicBezTo>
                <a:cubicBezTo>
                  <a:pt x="1094" y="1873"/>
                  <a:pt x="708" y="1885"/>
                  <a:pt x="601" y="1909"/>
                </a:cubicBezTo>
                <a:cubicBezTo>
                  <a:pt x="494" y="1933"/>
                  <a:pt x="575" y="2222"/>
                  <a:pt x="518" y="2283"/>
                </a:cubicBezTo>
                <a:cubicBezTo>
                  <a:pt x="465" y="2345"/>
                  <a:pt x="303" y="2361"/>
                  <a:pt x="256" y="2277"/>
                </a:cubicBezTo>
                <a:cubicBezTo>
                  <a:pt x="209" y="2193"/>
                  <a:pt x="274" y="1910"/>
                  <a:pt x="238" y="1778"/>
                </a:cubicBezTo>
                <a:cubicBezTo>
                  <a:pt x="202" y="1646"/>
                  <a:pt x="74" y="1616"/>
                  <a:pt x="37" y="1487"/>
                </a:cubicBezTo>
                <a:cubicBezTo>
                  <a:pt x="0" y="1358"/>
                  <a:pt x="3" y="1149"/>
                  <a:pt x="19" y="1006"/>
                </a:cubicBezTo>
                <a:cubicBezTo>
                  <a:pt x="35" y="863"/>
                  <a:pt x="94" y="710"/>
                  <a:pt x="132" y="626"/>
                </a:cubicBezTo>
                <a:close/>
              </a:path>
            </a:pathLst>
          </a:cu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9400" name="Freeform 17">
            <a:extLst>
              <a:ext uri="{FF2B5EF4-FFF2-40B4-BE49-F238E27FC236}">
                <a16:creationId xmlns:a16="http://schemas.microsoft.com/office/drawing/2014/main" id="{12325CAB-55DC-075F-11D3-D7EE441F8E65}"/>
              </a:ext>
            </a:extLst>
          </p:cNvPr>
          <p:cNvSpPr>
            <a:spLocks/>
          </p:cNvSpPr>
          <p:nvPr/>
        </p:nvSpPr>
        <p:spPr bwMode="auto">
          <a:xfrm>
            <a:off x="1770063" y="66675"/>
            <a:ext cx="3784600" cy="3708400"/>
          </a:xfrm>
          <a:custGeom>
            <a:avLst/>
            <a:gdLst>
              <a:gd name="T0" fmla="*/ 2147483646 w 2384"/>
              <a:gd name="T1" fmla="*/ 2147483646 h 2336"/>
              <a:gd name="T2" fmla="*/ 2147483646 w 2384"/>
              <a:gd name="T3" fmla="*/ 2147483646 h 2336"/>
              <a:gd name="T4" fmla="*/ 2147483646 w 2384"/>
              <a:gd name="T5" fmla="*/ 2147483646 h 2336"/>
              <a:gd name="T6" fmla="*/ 2147483646 w 2384"/>
              <a:gd name="T7" fmla="*/ 2147483646 h 2336"/>
              <a:gd name="T8" fmla="*/ 2147483646 w 2384"/>
              <a:gd name="T9" fmla="*/ 2147483646 h 2336"/>
              <a:gd name="T10" fmla="*/ 2147483646 w 2384"/>
              <a:gd name="T11" fmla="*/ 1436489063 h 2336"/>
              <a:gd name="T12" fmla="*/ 2147483646 w 2384"/>
              <a:gd name="T13" fmla="*/ 688003450 h 2336"/>
              <a:gd name="T14" fmla="*/ 2147483646 w 2384"/>
              <a:gd name="T15" fmla="*/ 642639050 h 2336"/>
              <a:gd name="T16" fmla="*/ 2147483646 w 2384"/>
              <a:gd name="T17" fmla="*/ 118446550 h 2336"/>
              <a:gd name="T18" fmla="*/ 2147483646 w 2384"/>
              <a:gd name="T19" fmla="*/ 88206263 h 2336"/>
              <a:gd name="T20" fmla="*/ 1391126250 w 2384"/>
              <a:gd name="T21" fmla="*/ 209172175 h 2336"/>
              <a:gd name="T22" fmla="*/ 466228113 w 2384"/>
              <a:gd name="T23" fmla="*/ 1335682813 h 2336"/>
              <a:gd name="T24" fmla="*/ 352821875 w 2384"/>
              <a:gd name="T25" fmla="*/ 2147483646 h 2336"/>
              <a:gd name="T26" fmla="*/ 118446550 w 2384"/>
              <a:gd name="T27" fmla="*/ 2147483646 h 2336"/>
              <a:gd name="T28" fmla="*/ 1060984988 w 2384"/>
              <a:gd name="T29" fmla="*/ 2147483646 h 2336"/>
              <a:gd name="T30" fmla="*/ 1630540300 w 2384"/>
              <a:gd name="T31" fmla="*/ 2147483646 h 2336"/>
              <a:gd name="T32" fmla="*/ 2147483646 w 2384"/>
              <a:gd name="T33" fmla="*/ 2147483646 h 2336"/>
              <a:gd name="T34" fmla="*/ 2147483646 w 2384"/>
              <a:gd name="T35" fmla="*/ 2147483646 h 23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2384"/>
              <a:gd name="T55" fmla="*/ 0 h 2336"/>
              <a:gd name="T56" fmla="*/ 2384 w 2384"/>
              <a:gd name="T57" fmla="*/ 2336 h 23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2384" h="2336">
                <a:moveTo>
                  <a:pt x="1401" y="2054"/>
                </a:moveTo>
                <a:cubicBezTo>
                  <a:pt x="1552" y="2098"/>
                  <a:pt x="1676" y="2257"/>
                  <a:pt x="1787" y="2292"/>
                </a:cubicBezTo>
                <a:cubicBezTo>
                  <a:pt x="1898" y="2327"/>
                  <a:pt x="2023" y="2336"/>
                  <a:pt x="2066" y="2262"/>
                </a:cubicBezTo>
                <a:cubicBezTo>
                  <a:pt x="2109" y="2188"/>
                  <a:pt x="2098" y="1979"/>
                  <a:pt x="2048" y="1846"/>
                </a:cubicBezTo>
                <a:cubicBezTo>
                  <a:pt x="1998" y="1713"/>
                  <a:pt x="1789" y="1673"/>
                  <a:pt x="1763" y="1460"/>
                </a:cubicBezTo>
                <a:cubicBezTo>
                  <a:pt x="1737" y="1247"/>
                  <a:pt x="1816" y="768"/>
                  <a:pt x="1894" y="570"/>
                </a:cubicBezTo>
                <a:cubicBezTo>
                  <a:pt x="1972" y="372"/>
                  <a:pt x="2173" y="325"/>
                  <a:pt x="2232" y="273"/>
                </a:cubicBezTo>
                <a:cubicBezTo>
                  <a:pt x="2291" y="221"/>
                  <a:pt x="2246" y="293"/>
                  <a:pt x="2250" y="255"/>
                </a:cubicBezTo>
                <a:cubicBezTo>
                  <a:pt x="2254" y="217"/>
                  <a:pt x="2384" y="84"/>
                  <a:pt x="2256" y="47"/>
                </a:cubicBezTo>
                <a:cubicBezTo>
                  <a:pt x="2128" y="10"/>
                  <a:pt x="1768" y="29"/>
                  <a:pt x="1484" y="35"/>
                </a:cubicBezTo>
                <a:cubicBezTo>
                  <a:pt x="1200" y="41"/>
                  <a:pt x="769" y="0"/>
                  <a:pt x="552" y="83"/>
                </a:cubicBezTo>
                <a:cubicBezTo>
                  <a:pt x="335" y="166"/>
                  <a:pt x="254" y="380"/>
                  <a:pt x="185" y="530"/>
                </a:cubicBezTo>
                <a:cubicBezTo>
                  <a:pt x="116" y="680"/>
                  <a:pt x="163" y="777"/>
                  <a:pt x="140" y="984"/>
                </a:cubicBezTo>
                <a:cubicBezTo>
                  <a:pt x="117" y="1191"/>
                  <a:pt x="0" y="1628"/>
                  <a:pt x="47" y="1775"/>
                </a:cubicBezTo>
                <a:cubicBezTo>
                  <a:pt x="94" y="1922"/>
                  <a:pt x="321" y="1833"/>
                  <a:pt x="421" y="1864"/>
                </a:cubicBezTo>
                <a:cubicBezTo>
                  <a:pt x="521" y="1895"/>
                  <a:pt x="571" y="1931"/>
                  <a:pt x="647" y="1959"/>
                </a:cubicBezTo>
                <a:cubicBezTo>
                  <a:pt x="723" y="1987"/>
                  <a:pt x="752" y="2014"/>
                  <a:pt x="878" y="2030"/>
                </a:cubicBezTo>
                <a:cubicBezTo>
                  <a:pt x="1004" y="2046"/>
                  <a:pt x="1292" y="2049"/>
                  <a:pt x="1401" y="2054"/>
                </a:cubicBezTo>
                <a:close/>
              </a:path>
            </a:pathLst>
          </a:cu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9401" name="Rectangle 18">
            <a:extLst>
              <a:ext uri="{FF2B5EF4-FFF2-40B4-BE49-F238E27FC236}">
                <a16:creationId xmlns:a16="http://schemas.microsoft.com/office/drawing/2014/main" id="{B529457B-896A-0E5C-4CD4-00F808667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7151" y="3921126"/>
            <a:ext cx="2182813" cy="17891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1800">
              <a:latin typeface="Arial" panose="020B0604020202020204" pitchFamily="34" charset="0"/>
            </a:endParaRPr>
          </a:p>
        </p:txBody>
      </p:sp>
      <p:grpSp>
        <p:nvGrpSpPr>
          <p:cNvPr id="59402" name="Group 19">
            <a:extLst>
              <a:ext uri="{FF2B5EF4-FFF2-40B4-BE49-F238E27FC236}">
                <a16:creationId xmlns:a16="http://schemas.microsoft.com/office/drawing/2014/main" id="{88743AB7-0A89-F83C-FAC8-680D5E13A5C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68850" y="5495926"/>
            <a:ext cx="723900" cy="460375"/>
            <a:chOff x="3312" y="2160"/>
            <a:chExt cx="960" cy="528"/>
          </a:xfrm>
        </p:grpSpPr>
        <p:grpSp>
          <p:nvGrpSpPr>
            <p:cNvPr id="59656" name="Group 20">
              <a:extLst>
                <a:ext uri="{FF2B5EF4-FFF2-40B4-BE49-F238E27FC236}">
                  <a16:creationId xmlns:a16="http://schemas.microsoft.com/office/drawing/2014/main" id="{D74F5D8E-F01C-6789-51CC-24309A46DA4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59658" name="AutoShape 21">
                <a:extLst>
                  <a:ext uri="{FF2B5EF4-FFF2-40B4-BE49-F238E27FC236}">
                    <a16:creationId xmlns:a16="http://schemas.microsoft.com/office/drawing/2014/main" id="{0553E24E-EC93-4506-BBDA-19E52F1212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9659" name="Group 22">
                <a:extLst>
                  <a:ext uri="{FF2B5EF4-FFF2-40B4-BE49-F238E27FC236}">
                    <a16:creationId xmlns:a16="http://schemas.microsoft.com/office/drawing/2014/main" id="{4A0841A8-4617-F0E2-37BD-717C29FCF6D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9660" name="Group 23">
                  <a:extLst>
                    <a:ext uri="{FF2B5EF4-FFF2-40B4-BE49-F238E27FC236}">
                      <a16:creationId xmlns:a16="http://schemas.microsoft.com/office/drawing/2014/main" id="{2B8A1287-2396-9A3C-5DCC-10FF3C68435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9670" name="Freeform 24">
                    <a:extLst>
                      <a:ext uri="{FF2B5EF4-FFF2-40B4-BE49-F238E27FC236}">
                        <a16:creationId xmlns:a16="http://schemas.microsoft.com/office/drawing/2014/main" id="{0C56D423-E237-4EF8-49DE-61BBE8C5D8E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71" name="Freeform 25">
                    <a:extLst>
                      <a:ext uri="{FF2B5EF4-FFF2-40B4-BE49-F238E27FC236}">
                        <a16:creationId xmlns:a16="http://schemas.microsoft.com/office/drawing/2014/main" id="{E6F7CAEA-C401-3E39-C7EC-85AF6F8564D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72" name="Freeform 26">
                    <a:extLst>
                      <a:ext uri="{FF2B5EF4-FFF2-40B4-BE49-F238E27FC236}">
                        <a16:creationId xmlns:a16="http://schemas.microsoft.com/office/drawing/2014/main" id="{DA261EA7-71E1-69D7-1FC6-D28FEDE3147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73" name="Freeform 27">
                    <a:extLst>
                      <a:ext uri="{FF2B5EF4-FFF2-40B4-BE49-F238E27FC236}">
                        <a16:creationId xmlns:a16="http://schemas.microsoft.com/office/drawing/2014/main" id="{FA495797-5C25-D1E4-141C-E89999F2D7B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74" name="Freeform 28">
                    <a:extLst>
                      <a:ext uri="{FF2B5EF4-FFF2-40B4-BE49-F238E27FC236}">
                        <a16:creationId xmlns:a16="http://schemas.microsoft.com/office/drawing/2014/main" id="{BB4EB832-D164-3F22-E092-22D41C3EDFB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75" name="Freeform 29">
                    <a:extLst>
                      <a:ext uri="{FF2B5EF4-FFF2-40B4-BE49-F238E27FC236}">
                        <a16:creationId xmlns:a16="http://schemas.microsoft.com/office/drawing/2014/main" id="{6A9987DB-602B-6A2D-3CCD-52691D3259D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76" name="Freeform 30">
                    <a:extLst>
                      <a:ext uri="{FF2B5EF4-FFF2-40B4-BE49-F238E27FC236}">
                        <a16:creationId xmlns:a16="http://schemas.microsoft.com/office/drawing/2014/main" id="{FCCAC6FD-5E86-6959-2A9A-4C6D29310D3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77" name="Freeform 31">
                    <a:extLst>
                      <a:ext uri="{FF2B5EF4-FFF2-40B4-BE49-F238E27FC236}">
                        <a16:creationId xmlns:a16="http://schemas.microsoft.com/office/drawing/2014/main" id="{0480765E-FD27-7A24-09F4-45A609FDCD8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9661" name="Group 32">
                  <a:extLst>
                    <a:ext uri="{FF2B5EF4-FFF2-40B4-BE49-F238E27FC236}">
                      <a16:creationId xmlns:a16="http://schemas.microsoft.com/office/drawing/2014/main" id="{1D374BD7-6553-A78C-53B1-75C5C741FEA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9662" name="Freeform 33">
                    <a:extLst>
                      <a:ext uri="{FF2B5EF4-FFF2-40B4-BE49-F238E27FC236}">
                        <a16:creationId xmlns:a16="http://schemas.microsoft.com/office/drawing/2014/main" id="{DF769612-B8D2-668C-F184-206628C2BC3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63" name="Freeform 34">
                    <a:extLst>
                      <a:ext uri="{FF2B5EF4-FFF2-40B4-BE49-F238E27FC236}">
                        <a16:creationId xmlns:a16="http://schemas.microsoft.com/office/drawing/2014/main" id="{3092DF75-DCE1-334B-308F-B751E701D72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64" name="Freeform 35">
                    <a:extLst>
                      <a:ext uri="{FF2B5EF4-FFF2-40B4-BE49-F238E27FC236}">
                        <a16:creationId xmlns:a16="http://schemas.microsoft.com/office/drawing/2014/main" id="{8EE6B1BB-DCD2-056E-8021-C10BA7F7EB2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65" name="Freeform 36">
                    <a:extLst>
                      <a:ext uri="{FF2B5EF4-FFF2-40B4-BE49-F238E27FC236}">
                        <a16:creationId xmlns:a16="http://schemas.microsoft.com/office/drawing/2014/main" id="{819B3E8C-DEF3-07F6-068A-9F33890C848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66" name="Freeform 37">
                    <a:extLst>
                      <a:ext uri="{FF2B5EF4-FFF2-40B4-BE49-F238E27FC236}">
                        <a16:creationId xmlns:a16="http://schemas.microsoft.com/office/drawing/2014/main" id="{6B36A248-FE08-241A-1573-7714507DCE3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67" name="Freeform 38">
                    <a:extLst>
                      <a:ext uri="{FF2B5EF4-FFF2-40B4-BE49-F238E27FC236}">
                        <a16:creationId xmlns:a16="http://schemas.microsoft.com/office/drawing/2014/main" id="{A0120735-9D73-1F30-E479-E70AC646FDB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68" name="Freeform 39">
                    <a:extLst>
                      <a:ext uri="{FF2B5EF4-FFF2-40B4-BE49-F238E27FC236}">
                        <a16:creationId xmlns:a16="http://schemas.microsoft.com/office/drawing/2014/main" id="{57458333-8735-A27B-49E5-4E3D90A5781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69" name="Freeform 40">
                    <a:extLst>
                      <a:ext uri="{FF2B5EF4-FFF2-40B4-BE49-F238E27FC236}">
                        <a16:creationId xmlns:a16="http://schemas.microsoft.com/office/drawing/2014/main" id="{08F7333E-9A21-DE62-030A-2F16157712C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9657" name="WordArt 41">
              <a:extLst>
                <a:ext uri="{FF2B5EF4-FFF2-40B4-BE49-F238E27FC236}">
                  <a16:creationId xmlns:a16="http://schemas.microsoft.com/office/drawing/2014/main" id="{90AD756D-D5E7-83D2-B857-5E50CB4BA4CF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bb4  </a:t>
              </a:r>
            </a:p>
          </p:txBody>
        </p:sp>
      </p:grpSp>
      <p:sp>
        <p:nvSpPr>
          <p:cNvPr id="59403" name="Line 42">
            <a:extLst>
              <a:ext uri="{FF2B5EF4-FFF2-40B4-BE49-F238E27FC236}">
                <a16:creationId xmlns:a16="http://schemas.microsoft.com/office/drawing/2014/main" id="{5E0AC8A4-3ECE-B547-B271-4D7B09E9F3B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8075" y="3921125"/>
            <a:ext cx="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59404" name="Group 43">
            <a:extLst>
              <a:ext uri="{FF2B5EF4-FFF2-40B4-BE49-F238E27FC236}">
                <a16:creationId xmlns:a16="http://schemas.microsoft.com/office/drawing/2014/main" id="{675DBA85-9B2F-4D3C-1E0A-1F36971786A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832475" y="4584701"/>
            <a:ext cx="723900" cy="460375"/>
            <a:chOff x="3312" y="2160"/>
            <a:chExt cx="960" cy="528"/>
          </a:xfrm>
        </p:grpSpPr>
        <p:grpSp>
          <p:nvGrpSpPr>
            <p:cNvPr id="59634" name="Group 44">
              <a:extLst>
                <a:ext uri="{FF2B5EF4-FFF2-40B4-BE49-F238E27FC236}">
                  <a16:creationId xmlns:a16="http://schemas.microsoft.com/office/drawing/2014/main" id="{3395BA46-9075-7A00-2C97-7773A605B70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59636" name="AutoShape 45">
                <a:extLst>
                  <a:ext uri="{FF2B5EF4-FFF2-40B4-BE49-F238E27FC236}">
                    <a16:creationId xmlns:a16="http://schemas.microsoft.com/office/drawing/2014/main" id="{07E2F32A-8B06-94F6-1E67-9183830855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9637" name="Group 46">
                <a:extLst>
                  <a:ext uri="{FF2B5EF4-FFF2-40B4-BE49-F238E27FC236}">
                    <a16:creationId xmlns:a16="http://schemas.microsoft.com/office/drawing/2014/main" id="{1D14B46E-7E5B-B7EE-E59F-09110BDB2B9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9638" name="Group 47">
                  <a:extLst>
                    <a:ext uri="{FF2B5EF4-FFF2-40B4-BE49-F238E27FC236}">
                      <a16:creationId xmlns:a16="http://schemas.microsoft.com/office/drawing/2014/main" id="{86B9EFEC-83E9-89B6-D0B5-8711000DB01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9648" name="Freeform 48">
                    <a:extLst>
                      <a:ext uri="{FF2B5EF4-FFF2-40B4-BE49-F238E27FC236}">
                        <a16:creationId xmlns:a16="http://schemas.microsoft.com/office/drawing/2014/main" id="{C5FABC09-6D8C-CB6F-BA13-4A396FC3B29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49" name="Freeform 49">
                    <a:extLst>
                      <a:ext uri="{FF2B5EF4-FFF2-40B4-BE49-F238E27FC236}">
                        <a16:creationId xmlns:a16="http://schemas.microsoft.com/office/drawing/2014/main" id="{97436432-722A-4D11-BD8A-4535D33284C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50" name="Freeform 50">
                    <a:extLst>
                      <a:ext uri="{FF2B5EF4-FFF2-40B4-BE49-F238E27FC236}">
                        <a16:creationId xmlns:a16="http://schemas.microsoft.com/office/drawing/2014/main" id="{FBA23F68-E4B4-40E0-8322-02A4910D107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51" name="Freeform 51">
                    <a:extLst>
                      <a:ext uri="{FF2B5EF4-FFF2-40B4-BE49-F238E27FC236}">
                        <a16:creationId xmlns:a16="http://schemas.microsoft.com/office/drawing/2014/main" id="{C5B5D486-B916-E53A-3626-881513F19C2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52" name="Freeform 52">
                    <a:extLst>
                      <a:ext uri="{FF2B5EF4-FFF2-40B4-BE49-F238E27FC236}">
                        <a16:creationId xmlns:a16="http://schemas.microsoft.com/office/drawing/2014/main" id="{78FE7AC2-32CF-0DC0-747F-75063FEB84C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53" name="Freeform 53">
                    <a:extLst>
                      <a:ext uri="{FF2B5EF4-FFF2-40B4-BE49-F238E27FC236}">
                        <a16:creationId xmlns:a16="http://schemas.microsoft.com/office/drawing/2014/main" id="{16B8AD69-BFF2-1485-6C86-77A1BF8729C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54" name="Freeform 54">
                    <a:extLst>
                      <a:ext uri="{FF2B5EF4-FFF2-40B4-BE49-F238E27FC236}">
                        <a16:creationId xmlns:a16="http://schemas.microsoft.com/office/drawing/2014/main" id="{DE82DE73-EF58-0BC3-5616-D4F89734415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55" name="Freeform 55">
                    <a:extLst>
                      <a:ext uri="{FF2B5EF4-FFF2-40B4-BE49-F238E27FC236}">
                        <a16:creationId xmlns:a16="http://schemas.microsoft.com/office/drawing/2014/main" id="{F2258331-304B-8D89-DF8F-720687DF9E6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9639" name="Group 56">
                  <a:extLst>
                    <a:ext uri="{FF2B5EF4-FFF2-40B4-BE49-F238E27FC236}">
                      <a16:creationId xmlns:a16="http://schemas.microsoft.com/office/drawing/2014/main" id="{CC7F030D-28B0-CFC3-41A0-309A9540978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9640" name="Freeform 57">
                    <a:extLst>
                      <a:ext uri="{FF2B5EF4-FFF2-40B4-BE49-F238E27FC236}">
                        <a16:creationId xmlns:a16="http://schemas.microsoft.com/office/drawing/2014/main" id="{D4E4FFF2-F76E-1B3E-4CCF-7AB2A8ACB75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41" name="Freeform 58">
                    <a:extLst>
                      <a:ext uri="{FF2B5EF4-FFF2-40B4-BE49-F238E27FC236}">
                        <a16:creationId xmlns:a16="http://schemas.microsoft.com/office/drawing/2014/main" id="{132B336D-F9E0-B8F9-90A2-D0C396629DA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42" name="Freeform 59">
                    <a:extLst>
                      <a:ext uri="{FF2B5EF4-FFF2-40B4-BE49-F238E27FC236}">
                        <a16:creationId xmlns:a16="http://schemas.microsoft.com/office/drawing/2014/main" id="{557BA30F-632E-4A2F-8A98-8861A0B7580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43" name="Freeform 60">
                    <a:extLst>
                      <a:ext uri="{FF2B5EF4-FFF2-40B4-BE49-F238E27FC236}">
                        <a16:creationId xmlns:a16="http://schemas.microsoft.com/office/drawing/2014/main" id="{F5A9A2F6-4079-40A2-D845-FBB79E50669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44" name="Freeform 61">
                    <a:extLst>
                      <a:ext uri="{FF2B5EF4-FFF2-40B4-BE49-F238E27FC236}">
                        <a16:creationId xmlns:a16="http://schemas.microsoft.com/office/drawing/2014/main" id="{9C71EB3A-5E36-778E-8F66-2C7C248A2AC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45" name="Freeform 62">
                    <a:extLst>
                      <a:ext uri="{FF2B5EF4-FFF2-40B4-BE49-F238E27FC236}">
                        <a16:creationId xmlns:a16="http://schemas.microsoft.com/office/drawing/2014/main" id="{1B65B33F-5AC7-A2EB-24A6-FDF1D6FF3E6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46" name="Freeform 63">
                    <a:extLst>
                      <a:ext uri="{FF2B5EF4-FFF2-40B4-BE49-F238E27FC236}">
                        <a16:creationId xmlns:a16="http://schemas.microsoft.com/office/drawing/2014/main" id="{8243D84E-4E79-7535-78BE-E046EAC4969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47" name="Freeform 64">
                    <a:extLst>
                      <a:ext uri="{FF2B5EF4-FFF2-40B4-BE49-F238E27FC236}">
                        <a16:creationId xmlns:a16="http://schemas.microsoft.com/office/drawing/2014/main" id="{4E06801B-9E2F-E20E-0486-283137BDCDC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9635" name="WordArt 65">
              <a:extLst>
                <a:ext uri="{FF2B5EF4-FFF2-40B4-BE49-F238E27FC236}">
                  <a16:creationId xmlns:a16="http://schemas.microsoft.com/office/drawing/2014/main" id="{E05E3B5B-67A7-9BD1-F4E3-398831204B04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bb0  </a:t>
              </a:r>
            </a:p>
          </p:txBody>
        </p:sp>
      </p:grpSp>
      <p:sp>
        <p:nvSpPr>
          <p:cNvPr id="59405" name="AutoShape 66">
            <a:extLst>
              <a:ext uri="{FF2B5EF4-FFF2-40B4-BE49-F238E27FC236}">
                <a16:creationId xmlns:a16="http://schemas.microsoft.com/office/drawing/2014/main" id="{010E0176-E586-C61B-EAD6-EC828C1BE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4" y="3876676"/>
            <a:ext cx="1011237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0.0.0.0</a:t>
            </a:r>
          </a:p>
        </p:txBody>
      </p:sp>
      <p:sp>
        <p:nvSpPr>
          <p:cNvPr id="59406" name="Line 67">
            <a:extLst>
              <a:ext uri="{FF2B5EF4-FFF2-40B4-BE49-F238E27FC236}">
                <a16:creationId xmlns:a16="http://schemas.microsoft.com/office/drawing/2014/main" id="{DF717EDA-F06D-3519-7559-FC8247E42927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8913" y="1871664"/>
            <a:ext cx="1041400" cy="19208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9407" name="AutoShape 68">
            <a:extLst>
              <a:ext uri="{FF2B5EF4-FFF2-40B4-BE49-F238E27FC236}">
                <a16:creationId xmlns:a16="http://schemas.microsoft.com/office/drawing/2014/main" id="{DF4768FC-3CC7-D6C4-CEBE-183022B99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614" y="157164"/>
            <a:ext cx="1011237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1.1.1.1</a:t>
            </a:r>
          </a:p>
        </p:txBody>
      </p:sp>
      <p:sp>
        <p:nvSpPr>
          <p:cNvPr id="59408" name="AutoShape 69">
            <a:extLst>
              <a:ext uri="{FF2B5EF4-FFF2-40B4-BE49-F238E27FC236}">
                <a16:creationId xmlns:a16="http://schemas.microsoft.com/office/drawing/2014/main" id="{EE54058B-B600-85BA-6308-D90037F98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725" y="225426"/>
            <a:ext cx="1011238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2.2.2.2</a:t>
            </a:r>
          </a:p>
        </p:txBody>
      </p:sp>
      <p:sp>
        <p:nvSpPr>
          <p:cNvPr id="59409" name="AutoShape 70">
            <a:extLst>
              <a:ext uri="{FF2B5EF4-FFF2-40B4-BE49-F238E27FC236}">
                <a16:creationId xmlns:a16="http://schemas.microsoft.com/office/drawing/2014/main" id="{C0624198-FFAF-A568-01AF-C460F6D31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1989" y="44451"/>
            <a:ext cx="1011237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3.3.3.3</a:t>
            </a:r>
          </a:p>
        </p:txBody>
      </p:sp>
      <p:sp>
        <p:nvSpPr>
          <p:cNvPr id="59410" name="Freeform 71">
            <a:extLst>
              <a:ext uri="{FF2B5EF4-FFF2-40B4-BE49-F238E27FC236}">
                <a16:creationId xmlns:a16="http://schemas.microsoft.com/office/drawing/2014/main" id="{A7BFD7CE-18E5-DC7E-C13E-CD7D834A2DA7}"/>
              </a:ext>
            </a:extLst>
          </p:cNvPr>
          <p:cNvSpPr>
            <a:spLocks/>
          </p:cNvSpPr>
          <p:nvPr/>
        </p:nvSpPr>
        <p:spPr bwMode="auto">
          <a:xfrm>
            <a:off x="2927350" y="1052514"/>
            <a:ext cx="1081088" cy="720725"/>
          </a:xfrm>
          <a:custGeom>
            <a:avLst/>
            <a:gdLst>
              <a:gd name="T0" fmla="*/ 0 w 681"/>
              <a:gd name="T1" fmla="*/ 0 h 454"/>
              <a:gd name="T2" fmla="*/ 1716227994 w 681"/>
              <a:gd name="T3" fmla="*/ 0 h 454"/>
              <a:gd name="T4" fmla="*/ 1716227994 w 681"/>
              <a:gd name="T5" fmla="*/ 1144150938 h 454"/>
              <a:gd name="T6" fmla="*/ 0 60000 65536"/>
              <a:gd name="T7" fmla="*/ 0 60000 65536"/>
              <a:gd name="T8" fmla="*/ 0 60000 65536"/>
              <a:gd name="T9" fmla="*/ 0 w 681"/>
              <a:gd name="T10" fmla="*/ 0 h 454"/>
              <a:gd name="T11" fmla="*/ 681 w 681"/>
              <a:gd name="T12" fmla="*/ 454 h 4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81" h="454">
                <a:moveTo>
                  <a:pt x="0" y="0"/>
                </a:moveTo>
                <a:lnTo>
                  <a:pt x="681" y="0"/>
                </a:lnTo>
                <a:lnTo>
                  <a:pt x="681" y="454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59411" name="Group 72">
            <a:extLst>
              <a:ext uri="{FF2B5EF4-FFF2-40B4-BE49-F238E27FC236}">
                <a16:creationId xmlns:a16="http://schemas.microsoft.com/office/drawing/2014/main" id="{50166313-55C2-62A1-1E35-784A97D9625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636963" y="1512889"/>
            <a:ext cx="723900" cy="460375"/>
            <a:chOff x="3312" y="2160"/>
            <a:chExt cx="960" cy="528"/>
          </a:xfrm>
        </p:grpSpPr>
        <p:grpSp>
          <p:nvGrpSpPr>
            <p:cNvPr id="59612" name="Group 73">
              <a:extLst>
                <a:ext uri="{FF2B5EF4-FFF2-40B4-BE49-F238E27FC236}">
                  <a16:creationId xmlns:a16="http://schemas.microsoft.com/office/drawing/2014/main" id="{67AC866A-3D14-CBC6-D119-12C7F05D73B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59614" name="AutoShape 74">
                <a:extLst>
                  <a:ext uri="{FF2B5EF4-FFF2-40B4-BE49-F238E27FC236}">
                    <a16:creationId xmlns:a16="http://schemas.microsoft.com/office/drawing/2014/main" id="{15BABE89-4015-969C-135A-9D271AD6BD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9615" name="Group 75">
                <a:extLst>
                  <a:ext uri="{FF2B5EF4-FFF2-40B4-BE49-F238E27FC236}">
                    <a16:creationId xmlns:a16="http://schemas.microsoft.com/office/drawing/2014/main" id="{68BA4A4A-5120-21C0-F3BE-77180A13638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9616" name="Group 76">
                  <a:extLst>
                    <a:ext uri="{FF2B5EF4-FFF2-40B4-BE49-F238E27FC236}">
                      <a16:creationId xmlns:a16="http://schemas.microsoft.com/office/drawing/2014/main" id="{068F5786-91BB-C7B4-96E1-DAE4FC5E10B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9626" name="Freeform 77">
                    <a:extLst>
                      <a:ext uri="{FF2B5EF4-FFF2-40B4-BE49-F238E27FC236}">
                        <a16:creationId xmlns:a16="http://schemas.microsoft.com/office/drawing/2014/main" id="{A4C5D808-570D-3252-F27F-C7CD1AB6E19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27" name="Freeform 78">
                    <a:extLst>
                      <a:ext uri="{FF2B5EF4-FFF2-40B4-BE49-F238E27FC236}">
                        <a16:creationId xmlns:a16="http://schemas.microsoft.com/office/drawing/2014/main" id="{D85198E4-2990-4723-EF92-EB3E3040D8E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28" name="Freeform 79">
                    <a:extLst>
                      <a:ext uri="{FF2B5EF4-FFF2-40B4-BE49-F238E27FC236}">
                        <a16:creationId xmlns:a16="http://schemas.microsoft.com/office/drawing/2014/main" id="{1585D85A-DA62-D008-8C5F-991A7EC3113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29" name="Freeform 80">
                    <a:extLst>
                      <a:ext uri="{FF2B5EF4-FFF2-40B4-BE49-F238E27FC236}">
                        <a16:creationId xmlns:a16="http://schemas.microsoft.com/office/drawing/2014/main" id="{C5DE5669-696A-308E-0931-8038EA5FE8D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30" name="Freeform 81">
                    <a:extLst>
                      <a:ext uri="{FF2B5EF4-FFF2-40B4-BE49-F238E27FC236}">
                        <a16:creationId xmlns:a16="http://schemas.microsoft.com/office/drawing/2014/main" id="{75417682-C004-BA1D-550F-D8169BC28B7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31" name="Freeform 82">
                    <a:extLst>
                      <a:ext uri="{FF2B5EF4-FFF2-40B4-BE49-F238E27FC236}">
                        <a16:creationId xmlns:a16="http://schemas.microsoft.com/office/drawing/2014/main" id="{7F059D18-7204-86B9-98D7-0E63E8CE581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32" name="Freeform 83">
                    <a:extLst>
                      <a:ext uri="{FF2B5EF4-FFF2-40B4-BE49-F238E27FC236}">
                        <a16:creationId xmlns:a16="http://schemas.microsoft.com/office/drawing/2014/main" id="{F0CBBF77-8F65-53CB-7B31-C69851AD303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33" name="Freeform 84">
                    <a:extLst>
                      <a:ext uri="{FF2B5EF4-FFF2-40B4-BE49-F238E27FC236}">
                        <a16:creationId xmlns:a16="http://schemas.microsoft.com/office/drawing/2014/main" id="{00D024CE-5697-9596-8253-74A42834679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9617" name="Group 85">
                  <a:extLst>
                    <a:ext uri="{FF2B5EF4-FFF2-40B4-BE49-F238E27FC236}">
                      <a16:creationId xmlns:a16="http://schemas.microsoft.com/office/drawing/2014/main" id="{8579CE62-860A-92E9-ED67-83AAD74E02D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9618" name="Freeform 86">
                    <a:extLst>
                      <a:ext uri="{FF2B5EF4-FFF2-40B4-BE49-F238E27FC236}">
                        <a16:creationId xmlns:a16="http://schemas.microsoft.com/office/drawing/2014/main" id="{0AAD13B7-23DE-3854-A22B-162211639C2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19" name="Freeform 87">
                    <a:extLst>
                      <a:ext uri="{FF2B5EF4-FFF2-40B4-BE49-F238E27FC236}">
                        <a16:creationId xmlns:a16="http://schemas.microsoft.com/office/drawing/2014/main" id="{95357BA8-B44B-CC55-7221-FB7731E517F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20" name="Freeform 88">
                    <a:extLst>
                      <a:ext uri="{FF2B5EF4-FFF2-40B4-BE49-F238E27FC236}">
                        <a16:creationId xmlns:a16="http://schemas.microsoft.com/office/drawing/2014/main" id="{0058E33C-6DDB-8607-EACC-4A13C384274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21" name="Freeform 89">
                    <a:extLst>
                      <a:ext uri="{FF2B5EF4-FFF2-40B4-BE49-F238E27FC236}">
                        <a16:creationId xmlns:a16="http://schemas.microsoft.com/office/drawing/2014/main" id="{8B7A30BC-8C52-C580-6C84-D633197D488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22" name="Freeform 90">
                    <a:extLst>
                      <a:ext uri="{FF2B5EF4-FFF2-40B4-BE49-F238E27FC236}">
                        <a16:creationId xmlns:a16="http://schemas.microsoft.com/office/drawing/2014/main" id="{6B66B13C-C2C2-72A8-3F76-8C084494851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23" name="Freeform 91">
                    <a:extLst>
                      <a:ext uri="{FF2B5EF4-FFF2-40B4-BE49-F238E27FC236}">
                        <a16:creationId xmlns:a16="http://schemas.microsoft.com/office/drawing/2014/main" id="{B4D50084-A312-89F4-9331-8B08DFE9EA2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24" name="Freeform 92">
                    <a:extLst>
                      <a:ext uri="{FF2B5EF4-FFF2-40B4-BE49-F238E27FC236}">
                        <a16:creationId xmlns:a16="http://schemas.microsoft.com/office/drawing/2014/main" id="{A7CED570-77E5-E94F-1A5D-BDA0BF3A1CF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25" name="Freeform 93">
                    <a:extLst>
                      <a:ext uri="{FF2B5EF4-FFF2-40B4-BE49-F238E27FC236}">
                        <a16:creationId xmlns:a16="http://schemas.microsoft.com/office/drawing/2014/main" id="{D22A457F-D779-4E5A-E113-6DA75E35E77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9613" name="WordArt 94">
              <a:extLst>
                <a:ext uri="{FF2B5EF4-FFF2-40B4-BE49-F238E27FC236}">
                  <a16:creationId xmlns:a16="http://schemas.microsoft.com/office/drawing/2014/main" id="{CAF0448C-6323-439E-C966-91A5BB4F5246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r1  </a:t>
              </a:r>
            </a:p>
          </p:txBody>
        </p:sp>
      </p:grpSp>
      <p:grpSp>
        <p:nvGrpSpPr>
          <p:cNvPr id="59412" name="Group 95">
            <a:extLst>
              <a:ext uri="{FF2B5EF4-FFF2-40B4-BE49-F238E27FC236}">
                <a16:creationId xmlns:a16="http://schemas.microsoft.com/office/drawing/2014/main" id="{855EB1D9-7382-F3F0-4B30-18906374F83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24125" y="881064"/>
            <a:ext cx="723900" cy="460375"/>
            <a:chOff x="3312" y="2160"/>
            <a:chExt cx="960" cy="528"/>
          </a:xfrm>
        </p:grpSpPr>
        <p:grpSp>
          <p:nvGrpSpPr>
            <p:cNvPr id="59590" name="Group 96">
              <a:extLst>
                <a:ext uri="{FF2B5EF4-FFF2-40B4-BE49-F238E27FC236}">
                  <a16:creationId xmlns:a16="http://schemas.microsoft.com/office/drawing/2014/main" id="{420FEDE6-EBEE-4BA9-DD82-2C4A806F393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59592" name="AutoShape 97">
                <a:extLst>
                  <a:ext uri="{FF2B5EF4-FFF2-40B4-BE49-F238E27FC236}">
                    <a16:creationId xmlns:a16="http://schemas.microsoft.com/office/drawing/2014/main" id="{3381E46F-105C-1547-ED57-055A3E757C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9593" name="Group 98">
                <a:extLst>
                  <a:ext uri="{FF2B5EF4-FFF2-40B4-BE49-F238E27FC236}">
                    <a16:creationId xmlns:a16="http://schemas.microsoft.com/office/drawing/2014/main" id="{03A15044-DAE1-CF3B-3049-ACEEC17117C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9594" name="Group 99">
                  <a:extLst>
                    <a:ext uri="{FF2B5EF4-FFF2-40B4-BE49-F238E27FC236}">
                      <a16:creationId xmlns:a16="http://schemas.microsoft.com/office/drawing/2014/main" id="{E30F0AC7-46FD-C944-6AF0-84F9DE84CC9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9604" name="Freeform 100">
                    <a:extLst>
                      <a:ext uri="{FF2B5EF4-FFF2-40B4-BE49-F238E27FC236}">
                        <a16:creationId xmlns:a16="http://schemas.microsoft.com/office/drawing/2014/main" id="{A029E80B-FEE8-2FAF-2D98-ABF6CD5136F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05" name="Freeform 101">
                    <a:extLst>
                      <a:ext uri="{FF2B5EF4-FFF2-40B4-BE49-F238E27FC236}">
                        <a16:creationId xmlns:a16="http://schemas.microsoft.com/office/drawing/2014/main" id="{D805FD39-2667-945B-3C74-45B2DB205F7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06" name="Freeform 102">
                    <a:extLst>
                      <a:ext uri="{FF2B5EF4-FFF2-40B4-BE49-F238E27FC236}">
                        <a16:creationId xmlns:a16="http://schemas.microsoft.com/office/drawing/2014/main" id="{0937636E-84B1-6584-72A0-57B521D4E3E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07" name="Freeform 103">
                    <a:extLst>
                      <a:ext uri="{FF2B5EF4-FFF2-40B4-BE49-F238E27FC236}">
                        <a16:creationId xmlns:a16="http://schemas.microsoft.com/office/drawing/2014/main" id="{A9B7D8B5-7E55-BF1B-8E7B-28B3E76C374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08" name="Freeform 104">
                    <a:extLst>
                      <a:ext uri="{FF2B5EF4-FFF2-40B4-BE49-F238E27FC236}">
                        <a16:creationId xmlns:a16="http://schemas.microsoft.com/office/drawing/2014/main" id="{982CF328-96CE-5EB9-8BDA-5468614E5A4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09" name="Freeform 105">
                    <a:extLst>
                      <a:ext uri="{FF2B5EF4-FFF2-40B4-BE49-F238E27FC236}">
                        <a16:creationId xmlns:a16="http://schemas.microsoft.com/office/drawing/2014/main" id="{58F715A4-BA97-42E8-CCDD-3AA78B77AE3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10" name="Freeform 106">
                    <a:extLst>
                      <a:ext uri="{FF2B5EF4-FFF2-40B4-BE49-F238E27FC236}">
                        <a16:creationId xmlns:a16="http://schemas.microsoft.com/office/drawing/2014/main" id="{FBD97EF1-828A-E636-26AA-AF28C48D60C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11" name="Freeform 107">
                    <a:extLst>
                      <a:ext uri="{FF2B5EF4-FFF2-40B4-BE49-F238E27FC236}">
                        <a16:creationId xmlns:a16="http://schemas.microsoft.com/office/drawing/2014/main" id="{BCAAB568-AC4F-65A9-DF4B-D82063C2A2A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9595" name="Group 108">
                  <a:extLst>
                    <a:ext uri="{FF2B5EF4-FFF2-40B4-BE49-F238E27FC236}">
                      <a16:creationId xmlns:a16="http://schemas.microsoft.com/office/drawing/2014/main" id="{31DB65A3-3BBE-486F-2CA5-7CE8FC3A9F3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9596" name="Freeform 109">
                    <a:extLst>
                      <a:ext uri="{FF2B5EF4-FFF2-40B4-BE49-F238E27FC236}">
                        <a16:creationId xmlns:a16="http://schemas.microsoft.com/office/drawing/2014/main" id="{49552682-F012-F3D1-CBC2-D322F00E8DF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97" name="Freeform 110">
                    <a:extLst>
                      <a:ext uri="{FF2B5EF4-FFF2-40B4-BE49-F238E27FC236}">
                        <a16:creationId xmlns:a16="http://schemas.microsoft.com/office/drawing/2014/main" id="{B7C3FF56-60B1-C984-6ABB-BAD975951E4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98" name="Freeform 111">
                    <a:extLst>
                      <a:ext uri="{FF2B5EF4-FFF2-40B4-BE49-F238E27FC236}">
                        <a16:creationId xmlns:a16="http://schemas.microsoft.com/office/drawing/2014/main" id="{5B169604-B84E-DD0D-311C-ABA1B9870C8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99" name="Freeform 112">
                    <a:extLst>
                      <a:ext uri="{FF2B5EF4-FFF2-40B4-BE49-F238E27FC236}">
                        <a16:creationId xmlns:a16="http://schemas.microsoft.com/office/drawing/2014/main" id="{E68A9AD9-A679-81E6-7E2C-88AB2E93FD6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00" name="Freeform 113">
                    <a:extLst>
                      <a:ext uri="{FF2B5EF4-FFF2-40B4-BE49-F238E27FC236}">
                        <a16:creationId xmlns:a16="http://schemas.microsoft.com/office/drawing/2014/main" id="{C2CAF407-A28D-24C8-BCC9-588417D75AE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01" name="Freeform 114">
                    <a:extLst>
                      <a:ext uri="{FF2B5EF4-FFF2-40B4-BE49-F238E27FC236}">
                        <a16:creationId xmlns:a16="http://schemas.microsoft.com/office/drawing/2014/main" id="{7511A812-1065-71B2-46C0-B11B99C45BE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02" name="Freeform 115">
                    <a:extLst>
                      <a:ext uri="{FF2B5EF4-FFF2-40B4-BE49-F238E27FC236}">
                        <a16:creationId xmlns:a16="http://schemas.microsoft.com/office/drawing/2014/main" id="{999083CA-7BC5-CA27-6C95-9571A7A2639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603" name="Freeform 116">
                    <a:extLst>
                      <a:ext uri="{FF2B5EF4-FFF2-40B4-BE49-F238E27FC236}">
                        <a16:creationId xmlns:a16="http://schemas.microsoft.com/office/drawing/2014/main" id="{B872E8F7-62BF-4C7B-1D95-1FCCC9DBAE4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9591" name="WordArt 117">
              <a:extLst>
                <a:ext uri="{FF2B5EF4-FFF2-40B4-BE49-F238E27FC236}">
                  <a16:creationId xmlns:a16="http://schemas.microsoft.com/office/drawing/2014/main" id="{7A927978-4D03-9F24-8BB8-42A5C0E8EFDC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r2  </a:t>
              </a:r>
            </a:p>
          </p:txBody>
        </p:sp>
      </p:grpSp>
      <p:sp>
        <p:nvSpPr>
          <p:cNvPr id="59413" name="Line 118">
            <a:extLst>
              <a:ext uri="{FF2B5EF4-FFF2-40B4-BE49-F238E27FC236}">
                <a16:creationId xmlns:a16="http://schemas.microsoft.com/office/drawing/2014/main" id="{D15E8DE4-C74E-1119-142B-003FA57FA7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75600" y="836614"/>
            <a:ext cx="1576388" cy="4778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9414" name="Line 119">
            <a:extLst>
              <a:ext uri="{FF2B5EF4-FFF2-40B4-BE49-F238E27FC236}">
                <a16:creationId xmlns:a16="http://schemas.microsoft.com/office/drawing/2014/main" id="{7B8FB99A-5FBB-C1B5-EE64-AFD43478AC2B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0351" y="1368426"/>
            <a:ext cx="1744663" cy="765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9415" name="Line 120">
            <a:extLst>
              <a:ext uri="{FF2B5EF4-FFF2-40B4-BE49-F238E27FC236}">
                <a16:creationId xmlns:a16="http://schemas.microsoft.com/office/drawing/2014/main" id="{3CC2EA50-B0D3-3648-F17E-0B4EE2E8700A}"/>
              </a:ext>
            </a:extLst>
          </p:cNvPr>
          <p:cNvSpPr>
            <a:spLocks noChangeShapeType="1"/>
          </p:cNvSpPr>
          <p:nvPr/>
        </p:nvSpPr>
        <p:spPr bwMode="auto">
          <a:xfrm>
            <a:off x="9551989" y="836614"/>
            <a:ext cx="1587" cy="1152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59416" name="Group 121">
            <a:extLst>
              <a:ext uri="{FF2B5EF4-FFF2-40B4-BE49-F238E27FC236}">
                <a16:creationId xmlns:a16="http://schemas.microsoft.com/office/drawing/2014/main" id="{0221D552-C023-15E7-FECE-F485ED740DA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91625" y="520701"/>
            <a:ext cx="723900" cy="460375"/>
            <a:chOff x="3312" y="2160"/>
            <a:chExt cx="960" cy="528"/>
          </a:xfrm>
        </p:grpSpPr>
        <p:sp>
          <p:nvSpPr>
            <p:cNvPr id="59570" name="AutoShape 122">
              <a:extLst>
                <a:ext uri="{FF2B5EF4-FFF2-40B4-BE49-F238E27FC236}">
                  <a16:creationId xmlns:a16="http://schemas.microsoft.com/office/drawing/2014/main" id="{01DC8C4D-9E17-924A-C2AB-3B67A959891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12" y="2160"/>
              <a:ext cx="960" cy="528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</p:spPr>
          <p:txBody>
            <a:bodyPr wrap="none" lIns="73025" tIns="36512" rIns="73025" bIns="36512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grpSp>
          <p:nvGrpSpPr>
            <p:cNvPr id="59571" name="Group 123">
              <a:extLst>
                <a:ext uri="{FF2B5EF4-FFF2-40B4-BE49-F238E27FC236}">
                  <a16:creationId xmlns:a16="http://schemas.microsoft.com/office/drawing/2014/main" id="{19481897-30E4-B765-A32B-C87AA5E55A0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488" y="2193"/>
              <a:ext cx="599" cy="207"/>
              <a:chOff x="422" y="1632"/>
              <a:chExt cx="829" cy="298"/>
            </a:xfrm>
          </p:grpSpPr>
          <p:grpSp>
            <p:nvGrpSpPr>
              <p:cNvPr id="59572" name="Group 124">
                <a:extLst>
                  <a:ext uri="{FF2B5EF4-FFF2-40B4-BE49-F238E27FC236}">
                    <a16:creationId xmlns:a16="http://schemas.microsoft.com/office/drawing/2014/main" id="{0FD0BF03-0F2D-BABA-DFBA-80B78C0E5F4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59582" name="Freeform 125">
                  <a:extLst>
                    <a:ext uri="{FF2B5EF4-FFF2-40B4-BE49-F238E27FC236}">
                      <a16:creationId xmlns:a16="http://schemas.microsoft.com/office/drawing/2014/main" id="{055C19F6-B337-8B9E-FA59-4A165BC20DD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9583" name="Freeform 126">
                  <a:extLst>
                    <a:ext uri="{FF2B5EF4-FFF2-40B4-BE49-F238E27FC236}">
                      <a16:creationId xmlns:a16="http://schemas.microsoft.com/office/drawing/2014/main" id="{E9A95083-E104-5DFF-31AB-97DCE859C44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9584" name="Freeform 127">
                  <a:extLst>
                    <a:ext uri="{FF2B5EF4-FFF2-40B4-BE49-F238E27FC236}">
                      <a16:creationId xmlns:a16="http://schemas.microsoft.com/office/drawing/2014/main" id="{B2ECDE1B-2F77-7F61-35B9-AE2EA9E31E9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32"/>
                    <a:gd name="T26" fmla="*/ 393 w 393"/>
                    <a:gd name="T27" fmla="*/ 132 h 1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9585" name="Freeform 128">
                  <a:extLst>
                    <a:ext uri="{FF2B5EF4-FFF2-40B4-BE49-F238E27FC236}">
                      <a16:creationId xmlns:a16="http://schemas.microsoft.com/office/drawing/2014/main" id="{F0D08F18-F8FD-17BE-A2DD-EAE70697D4D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32"/>
                    <a:gd name="T26" fmla="*/ 393 w 393"/>
                    <a:gd name="T27" fmla="*/ 132 h 1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9586" name="Freeform 129">
                  <a:extLst>
                    <a:ext uri="{FF2B5EF4-FFF2-40B4-BE49-F238E27FC236}">
                      <a16:creationId xmlns:a16="http://schemas.microsoft.com/office/drawing/2014/main" id="{01C22FD5-0C9E-9110-57DC-3766BFCD790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2"/>
                    <a:gd name="T25" fmla="*/ 0 h 125"/>
                    <a:gd name="T26" fmla="*/ 392 w 392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9587" name="Freeform 130">
                  <a:extLst>
                    <a:ext uri="{FF2B5EF4-FFF2-40B4-BE49-F238E27FC236}">
                      <a16:creationId xmlns:a16="http://schemas.microsoft.com/office/drawing/2014/main" id="{A1168816-8818-FBC3-ED2B-BA40FA42376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2"/>
                    <a:gd name="T25" fmla="*/ 0 h 125"/>
                    <a:gd name="T26" fmla="*/ 392 w 392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9588" name="Freeform 131">
                  <a:extLst>
                    <a:ext uri="{FF2B5EF4-FFF2-40B4-BE49-F238E27FC236}">
                      <a16:creationId xmlns:a16="http://schemas.microsoft.com/office/drawing/2014/main" id="{7095DCF0-9F9E-26AD-BE20-101DDFC00DA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4"/>
                    <a:gd name="T26" fmla="*/ 393 w 393"/>
                    <a:gd name="T27" fmla="*/ 124 h 1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9589" name="Freeform 132">
                  <a:extLst>
                    <a:ext uri="{FF2B5EF4-FFF2-40B4-BE49-F238E27FC236}">
                      <a16:creationId xmlns:a16="http://schemas.microsoft.com/office/drawing/2014/main" id="{8C7FDBAC-A18E-FA7F-4C86-18895DCF4F3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4"/>
                    <a:gd name="T26" fmla="*/ 393 w 393"/>
                    <a:gd name="T27" fmla="*/ 124 h 1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59573" name="Group 133">
                <a:extLst>
                  <a:ext uri="{FF2B5EF4-FFF2-40B4-BE49-F238E27FC236}">
                    <a16:creationId xmlns:a16="http://schemas.microsoft.com/office/drawing/2014/main" id="{ECC3CD20-349F-4729-47A0-4DB49E3A5B4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59574" name="Freeform 134">
                  <a:extLst>
                    <a:ext uri="{FF2B5EF4-FFF2-40B4-BE49-F238E27FC236}">
                      <a16:creationId xmlns:a16="http://schemas.microsoft.com/office/drawing/2014/main" id="{4E337129-1ABC-343A-1584-8C7F84FB979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9575" name="Freeform 135">
                  <a:extLst>
                    <a:ext uri="{FF2B5EF4-FFF2-40B4-BE49-F238E27FC236}">
                      <a16:creationId xmlns:a16="http://schemas.microsoft.com/office/drawing/2014/main" id="{EDB59AED-5520-64D7-58F1-35BAA6A9CC4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9576" name="Freeform 136">
                  <a:extLst>
                    <a:ext uri="{FF2B5EF4-FFF2-40B4-BE49-F238E27FC236}">
                      <a16:creationId xmlns:a16="http://schemas.microsoft.com/office/drawing/2014/main" id="{9288B536-C000-3E9E-84A6-EA3FBDEDF61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31"/>
                    <a:gd name="T26" fmla="*/ 393 w 393"/>
                    <a:gd name="T27" fmla="*/ 131 h 131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9577" name="Freeform 137">
                  <a:extLst>
                    <a:ext uri="{FF2B5EF4-FFF2-40B4-BE49-F238E27FC236}">
                      <a16:creationId xmlns:a16="http://schemas.microsoft.com/office/drawing/2014/main" id="{402F6AC0-38E2-001E-973E-72F453D0755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31"/>
                    <a:gd name="T26" fmla="*/ 393 w 393"/>
                    <a:gd name="T27" fmla="*/ 131 h 131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9578" name="Freeform 138">
                  <a:extLst>
                    <a:ext uri="{FF2B5EF4-FFF2-40B4-BE49-F238E27FC236}">
                      <a16:creationId xmlns:a16="http://schemas.microsoft.com/office/drawing/2014/main" id="{D81FE1CB-A620-C9F6-04EF-AF890EFE7D9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9579" name="Freeform 139">
                  <a:extLst>
                    <a:ext uri="{FF2B5EF4-FFF2-40B4-BE49-F238E27FC236}">
                      <a16:creationId xmlns:a16="http://schemas.microsoft.com/office/drawing/2014/main" id="{51DC707B-F6A0-78C8-5331-819338C24B0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9580" name="Freeform 140">
                  <a:extLst>
                    <a:ext uri="{FF2B5EF4-FFF2-40B4-BE49-F238E27FC236}">
                      <a16:creationId xmlns:a16="http://schemas.microsoft.com/office/drawing/2014/main" id="{81AE6180-2DB3-D56A-6586-20260EEC38F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2"/>
                    <a:gd name="T25" fmla="*/ 0 h 124"/>
                    <a:gd name="T26" fmla="*/ 392 w 392"/>
                    <a:gd name="T27" fmla="*/ 124 h 1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9581" name="Freeform 141">
                  <a:extLst>
                    <a:ext uri="{FF2B5EF4-FFF2-40B4-BE49-F238E27FC236}">
                      <a16:creationId xmlns:a16="http://schemas.microsoft.com/office/drawing/2014/main" id="{BE9C97B9-615C-E5DD-C6DF-FD896C2B7E2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2"/>
                    <a:gd name="T25" fmla="*/ 0 h 124"/>
                    <a:gd name="T26" fmla="*/ 392 w 392"/>
                    <a:gd name="T27" fmla="*/ 124 h 1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</p:grpSp>
      <p:sp>
        <p:nvSpPr>
          <p:cNvPr id="59417" name="WordArt 142">
            <a:extLst>
              <a:ext uri="{FF2B5EF4-FFF2-40B4-BE49-F238E27FC236}">
                <a16:creationId xmlns:a16="http://schemas.microsoft.com/office/drawing/2014/main" id="{22C55BE6-69D4-BDE3-0480-2AD9A6CA2069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9228139" y="709614"/>
            <a:ext cx="650875" cy="225425"/>
          </a:xfrm>
          <a:prstGeom prst="rect">
            <a:avLst/>
          </a:prstGeom>
        </p:spPr>
        <p:txBody>
          <a:bodyPr wrap="none" fromWordArt="1">
            <a:prstTxWarp prst="textCanDown">
              <a:avLst>
                <a:gd name="adj" fmla="val 33333"/>
              </a:avLst>
            </a:prstTxWarp>
          </a:bodyPr>
          <a:lstStyle/>
          <a:p>
            <a:pPr algn="ctr"/>
            <a:r>
              <a:rPr lang="en-GB" sz="1400" kern="10">
                <a:ln w="9525">
                  <a:solidFill>
                    <a:srgbClr val="FFFFFF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r6  </a:t>
            </a:r>
          </a:p>
        </p:txBody>
      </p:sp>
      <p:grpSp>
        <p:nvGrpSpPr>
          <p:cNvPr id="59418" name="Group 143">
            <a:extLst>
              <a:ext uri="{FF2B5EF4-FFF2-40B4-BE49-F238E27FC236}">
                <a16:creationId xmlns:a16="http://schemas.microsoft.com/office/drawing/2014/main" id="{E3A27585-76E7-1B85-8ED8-0F1F0E2DFEF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956425" y="5495926"/>
            <a:ext cx="723900" cy="460375"/>
            <a:chOff x="3312" y="2160"/>
            <a:chExt cx="960" cy="528"/>
          </a:xfrm>
        </p:grpSpPr>
        <p:grpSp>
          <p:nvGrpSpPr>
            <p:cNvPr id="59548" name="Group 144">
              <a:extLst>
                <a:ext uri="{FF2B5EF4-FFF2-40B4-BE49-F238E27FC236}">
                  <a16:creationId xmlns:a16="http://schemas.microsoft.com/office/drawing/2014/main" id="{EACF6909-25DC-43AD-B609-7FFF1E09F03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59550" name="AutoShape 145">
                <a:extLst>
                  <a:ext uri="{FF2B5EF4-FFF2-40B4-BE49-F238E27FC236}">
                    <a16:creationId xmlns:a16="http://schemas.microsoft.com/office/drawing/2014/main" id="{1672028F-C6F8-2C13-E501-2CEDFBDA12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9551" name="Group 146">
                <a:extLst>
                  <a:ext uri="{FF2B5EF4-FFF2-40B4-BE49-F238E27FC236}">
                    <a16:creationId xmlns:a16="http://schemas.microsoft.com/office/drawing/2014/main" id="{7504C03E-081D-DECC-97A8-D68E58A3CFC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9552" name="Group 147">
                  <a:extLst>
                    <a:ext uri="{FF2B5EF4-FFF2-40B4-BE49-F238E27FC236}">
                      <a16:creationId xmlns:a16="http://schemas.microsoft.com/office/drawing/2014/main" id="{FFA1554C-EBC3-1B92-0C24-C1A47227BF6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9562" name="Freeform 148">
                    <a:extLst>
                      <a:ext uri="{FF2B5EF4-FFF2-40B4-BE49-F238E27FC236}">
                        <a16:creationId xmlns:a16="http://schemas.microsoft.com/office/drawing/2014/main" id="{45DEDB73-B0A1-9D55-EF66-C57B3705E14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63" name="Freeform 149">
                    <a:extLst>
                      <a:ext uri="{FF2B5EF4-FFF2-40B4-BE49-F238E27FC236}">
                        <a16:creationId xmlns:a16="http://schemas.microsoft.com/office/drawing/2014/main" id="{FE1E0B0A-3015-51C4-20A2-61894043838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64" name="Freeform 150">
                    <a:extLst>
                      <a:ext uri="{FF2B5EF4-FFF2-40B4-BE49-F238E27FC236}">
                        <a16:creationId xmlns:a16="http://schemas.microsoft.com/office/drawing/2014/main" id="{37663283-F0D7-5D10-E43C-01103D8E82C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65" name="Freeform 151">
                    <a:extLst>
                      <a:ext uri="{FF2B5EF4-FFF2-40B4-BE49-F238E27FC236}">
                        <a16:creationId xmlns:a16="http://schemas.microsoft.com/office/drawing/2014/main" id="{F6612D9F-6E90-336D-0DBE-E39709640C0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66" name="Freeform 152">
                    <a:extLst>
                      <a:ext uri="{FF2B5EF4-FFF2-40B4-BE49-F238E27FC236}">
                        <a16:creationId xmlns:a16="http://schemas.microsoft.com/office/drawing/2014/main" id="{B45DE879-60CD-5CDB-E76C-D9E9C73B681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67" name="Freeform 153">
                    <a:extLst>
                      <a:ext uri="{FF2B5EF4-FFF2-40B4-BE49-F238E27FC236}">
                        <a16:creationId xmlns:a16="http://schemas.microsoft.com/office/drawing/2014/main" id="{6D92CFEE-B53B-F5DA-4A6E-9A148727A18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68" name="Freeform 154">
                    <a:extLst>
                      <a:ext uri="{FF2B5EF4-FFF2-40B4-BE49-F238E27FC236}">
                        <a16:creationId xmlns:a16="http://schemas.microsoft.com/office/drawing/2014/main" id="{D4A3759B-FC91-4892-E74A-08A445CD7D8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69" name="Freeform 155">
                    <a:extLst>
                      <a:ext uri="{FF2B5EF4-FFF2-40B4-BE49-F238E27FC236}">
                        <a16:creationId xmlns:a16="http://schemas.microsoft.com/office/drawing/2014/main" id="{54143461-3A28-A0BC-91A6-F148A89477B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9553" name="Group 156">
                  <a:extLst>
                    <a:ext uri="{FF2B5EF4-FFF2-40B4-BE49-F238E27FC236}">
                      <a16:creationId xmlns:a16="http://schemas.microsoft.com/office/drawing/2014/main" id="{AF77DC8F-84AC-E160-E3DA-D8A1816BAB0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9554" name="Freeform 157">
                    <a:extLst>
                      <a:ext uri="{FF2B5EF4-FFF2-40B4-BE49-F238E27FC236}">
                        <a16:creationId xmlns:a16="http://schemas.microsoft.com/office/drawing/2014/main" id="{CB46AD3D-306E-1209-5E63-5741109CB50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55" name="Freeform 158">
                    <a:extLst>
                      <a:ext uri="{FF2B5EF4-FFF2-40B4-BE49-F238E27FC236}">
                        <a16:creationId xmlns:a16="http://schemas.microsoft.com/office/drawing/2014/main" id="{BE5D81D5-B433-B9BA-DE8B-8262B389432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56" name="Freeform 159">
                    <a:extLst>
                      <a:ext uri="{FF2B5EF4-FFF2-40B4-BE49-F238E27FC236}">
                        <a16:creationId xmlns:a16="http://schemas.microsoft.com/office/drawing/2014/main" id="{AF100146-602C-0723-52BB-3E6F66AA5BB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57" name="Freeform 160">
                    <a:extLst>
                      <a:ext uri="{FF2B5EF4-FFF2-40B4-BE49-F238E27FC236}">
                        <a16:creationId xmlns:a16="http://schemas.microsoft.com/office/drawing/2014/main" id="{FE233720-1D9F-A5DF-EB0C-D9669283DF8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58" name="Freeform 161">
                    <a:extLst>
                      <a:ext uri="{FF2B5EF4-FFF2-40B4-BE49-F238E27FC236}">
                        <a16:creationId xmlns:a16="http://schemas.microsoft.com/office/drawing/2014/main" id="{13427CDB-9090-29E5-666E-BB207B9D23C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59" name="Freeform 162">
                    <a:extLst>
                      <a:ext uri="{FF2B5EF4-FFF2-40B4-BE49-F238E27FC236}">
                        <a16:creationId xmlns:a16="http://schemas.microsoft.com/office/drawing/2014/main" id="{E2B6545C-6D7A-38F1-A7F1-A346CFCB865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60" name="Freeform 163">
                    <a:extLst>
                      <a:ext uri="{FF2B5EF4-FFF2-40B4-BE49-F238E27FC236}">
                        <a16:creationId xmlns:a16="http://schemas.microsoft.com/office/drawing/2014/main" id="{C638A3E5-5FFE-414C-74F1-006CE813C87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61" name="Freeform 164">
                    <a:extLst>
                      <a:ext uri="{FF2B5EF4-FFF2-40B4-BE49-F238E27FC236}">
                        <a16:creationId xmlns:a16="http://schemas.microsoft.com/office/drawing/2014/main" id="{C07CA6F1-29C3-6CAB-903B-CE691067A01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9549" name="WordArt 165">
              <a:extLst>
                <a:ext uri="{FF2B5EF4-FFF2-40B4-BE49-F238E27FC236}">
                  <a16:creationId xmlns:a16="http://schemas.microsoft.com/office/drawing/2014/main" id="{952EFDD8-A8A6-7FCB-EF85-3035B2A672DC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bb3  </a:t>
              </a:r>
            </a:p>
          </p:txBody>
        </p:sp>
      </p:grpSp>
      <p:sp>
        <p:nvSpPr>
          <p:cNvPr id="59419" name="Line 166">
            <a:extLst>
              <a:ext uri="{FF2B5EF4-FFF2-40B4-BE49-F238E27FC236}">
                <a16:creationId xmlns:a16="http://schemas.microsoft.com/office/drawing/2014/main" id="{31EFF768-941A-DA11-491B-B188839E4B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64425" y="2133601"/>
            <a:ext cx="2160588" cy="17319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59420" name="Group 167">
            <a:extLst>
              <a:ext uri="{FF2B5EF4-FFF2-40B4-BE49-F238E27FC236}">
                <a16:creationId xmlns:a16="http://schemas.microsoft.com/office/drawing/2014/main" id="{591445A1-F2CA-BF67-5E6A-7BF89E2C5BB1}"/>
              </a:ext>
            </a:extLst>
          </p:cNvPr>
          <p:cNvGrpSpPr>
            <a:grpSpLocks/>
          </p:cNvGrpSpPr>
          <p:nvPr/>
        </p:nvGrpSpPr>
        <p:grpSpPr bwMode="auto">
          <a:xfrm>
            <a:off x="9191625" y="1816101"/>
            <a:ext cx="723900" cy="460375"/>
            <a:chOff x="4830" y="1144"/>
            <a:chExt cx="456" cy="290"/>
          </a:xfrm>
        </p:grpSpPr>
        <p:grpSp>
          <p:nvGrpSpPr>
            <p:cNvPr id="59526" name="Group 168">
              <a:extLst>
                <a:ext uri="{FF2B5EF4-FFF2-40B4-BE49-F238E27FC236}">
                  <a16:creationId xmlns:a16="http://schemas.microsoft.com/office/drawing/2014/main" id="{2FF6AA32-EF3A-0F18-71BD-A1269DC073A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830" y="1144"/>
              <a:ext cx="456" cy="290"/>
              <a:chOff x="3312" y="2160"/>
              <a:chExt cx="960" cy="528"/>
            </a:xfrm>
          </p:grpSpPr>
          <p:sp>
            <p:nvSpPr>
              <p:cNvPr id="59528" name="AutoShape 169">
                <a:extLst>
                  <a:ext uri="{FF2B5EF4-FFF2-40B4-BE49-F238E27FC236}">
                    <a16:creationId xmlns:a16="http://schemas.microsoft.com/office/drawing/2014/main" id="{1481E23E-AE57-347A-4EBF-7445E394B7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9529" name="Group 170">
                <a:extLst>
                  <a:ext uri="{FF2B5EF4-FFF2-40B4-BE49-F238E27FC236}">
                    <a16:creationId xmlns:a16="http://schemas.microsoft.com/office/drawing/2014/main" id="{28F42316-B831-8AE2-1AF8-1872E6F47F5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9530" name="Group 171">
                  <a:extLst>
                    <a:ext uri="{FF2B5EF4-FFF2-40B4-BE49-F238E27FC236}">
                      <a16:creationId xmlns:a16="http://schemas.microsoft.com/office/drawing/2014/main" id="{8AD6AE58-229A-81FF-A220-A96B392D7AA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9540" name="Freeform 172">
                    <a:extLst>
                      <a:ext uri="{FF2B5EF4-FFF2-40B4-BE49-F238E27FC236}">
                        <a16:creationId xmlns:a16="http://schemas.microsoft.com/office/drawing/2014/main" id="{B9AC6D10-B7EE-41FE-297E-F17B9EA47D1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41" name="Freeform 173">
                    <a:extLst>
                      <a:ext uri="{FF2B5EF4-FFF2-40B4-BE49-F238E27FC236}">
                        <a16:creationId xmlns:a16="http://schemas.microsoft.com/office/drawing/2014/main" id="{3FC4FB0A-3944-8876-9DB2-91D974D8E44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42" name="Freeform 174">
                    <a:extLst>
                      <a:ext uri="{FF2B5EF4-FFF2-40B4-BE49-F238E27FC236}">
                        <a16:creationId xmlns:a16="http://schemas.microsoft.com/office/drawing/2014/main" id="{F390460F-7C22-45E2-3E6A-FBD6BA495A9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43" name="Freeform 175">
                    <a:extLst>
                      <a:ext uri="{FF2B5EF4-FFF2-40B4-BE49-F238E27FC236}">
                        <a16:creationId xmlns:a16="http://schemas.microsoft.com/office/drawing/2014/main" id="{271315B0-7EB1-1751-27DB-0B06E71B6D6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44" name="Freeform 176">
                    <a:extLst>
                      <a:ext uri="{FF2B5EF4-FFF2-40B4-BE49-F238E27FC236}">
                        <a16:creationId xmlns:a16="http://schemas.microsoft.com/office/drawing/2014/main" id="{36B3A7F0-7740-A060-2F53-052046995A5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45" name="Freeform 177">
                    <a:extLst>
                      <a:ext uri="{FF2B5EF4-FFF2-40B4-BE49-F238E27FC236}">
                        <a16:creationId xmlns:a16="http://schemas.microsoft.com/office/drawing/2014/main" id="{CB726682-FA8A-7BFB-DB5E-33908AEEAF2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46" name="Freeform 178">
                    <a:extLst>
                      <a:ext uri="{FF2B5EF4-FFF2-40B4-BE49-F238E27FC236}">
                        <a16:creationId xmlns:a16="http://schemas.microsoft.com/office/drawing/2014/main" id="{D8196FD6-3C42-7FEC-C7AA-8E3BFE23FAD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47" name="Freeform 179">
                    <a:extLst>
                      <a:ext uri="{FF2B5EF4-FFF2-40B4-BE49-F238E27FC236}">
                        <a16:creationId xmlns:a16="http://schemas.microsoft.com/office/drawing/2014/main" id="{F2DD8DD3-AC8B-4187-10A8-3F2C1EA5B99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9531" name="Group 180">
                  <a:extLst>
                    <a:ext uri="{FF2B5EF4-FFF2-40B4-BE49-F238E27FC236}">
                      <a16:creationId xmlns:a16="http://schemas.microsoft.com/office/drawing/2014/main" id="{D3B0A5BC-7744-02AF-CF84-D994205D0C5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9532" name="Freeform 181">
                    <a:extLst>
                      <a:ext uri="{FF2B5EF4-FFF2-40B4-BE49-F238E27FC236}">
                        <a16:creationId xmlns:a16="http://schemas.microsoft.com/office/drawing/2014/main" id="{73FC86E2-AFDB-F299-5A83-F54DF698A18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33" name="Freeform 182">
                    <a:extLst>
                      <a:ext uri="{FF2B5EF4-FFF2-40B4-BE49-F238E27FC236}">
                        <a16:creationId xmlns:a16="http://schemas.microsoft.com/office/drawing/2014/main" id="{3C8FFC62-2603-C41D-EFF4-FDEA1EA9A3F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34" name="Freeform 183">
                    <a:extLst>
                      <a:ext uri="{FF2B5EF4-FFF2-40B4-BE49-F238E27FC236}">
                        <a16:creationId xmlns:a16="http://schemas.microsoft.com/office/drawing/2014/main" id="{D3DB3FEA-4F4A-E0D9-727E-D7E8EA283E9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35" name="Freeform 184">
                    <a:extLst>
                      <a:ext uri="{FF2B5EF4-FFF2-40B4-BE49-F238E27FC236}">
                        <a16:creationId xmlns:a16="http://schemas.microsoft.com/office/drawing/2014/main" id="{EB9A5A8B-1B23-888A-21DB-E234531E62C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36" name="Freeform 185">
                    <a:extLst>
                      <a:ext uri="{FF2B5EF4-FFF2-40B4-BE49-F238E27FC236}">
                        <a16:creationId xmlns:a16="http://schemas.microsoft.com/office/drawing/2014/main" id="{D774CC91-8570-0E96-F2CA-E7E6D413F28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37" name="Freeform 186">
                    <a:extLst>
                      <a:ext uri="{FF2B5EF4-FFF2-40B4-BE49-F238E27FC236}">
                        <a16:creationId xmlns:a16="http://schemas.microsoft.com/office/drawing/2014/main" id="{376D2BF7-A181-F8C2-16A9-3792B503797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38" name="Freeform 187">
                    <a:extLst>
                      <a:ext uri="{FF2B5EF4-FFF2-40B4-BE49-F238E27FC236}">
                        <a16:creationId xmlns:a16="http://schemas.microsoft.com/office/drawing/2014/main" id="{332C8A90-546A-E465-7D17-D0FC8F0C83D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39" name="Freeform 188">
                    <a:extLst>
                      <a:ext uri="{FF2B5EF4-FFF2-40B4-BE49-F238E27FC236}">
                        <a16:creationId xmlns:a16="http://schemas.microsoft.com/office/drawing/2014/main" id="{84C15F3A-BFAC-2905-AB25-E57512604D7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9527" name="WordArt 189">
              <a:extLst>
                <a:ext uri="{FF2B5EF4-FFF2-40B4-BE49-F238E27FC236}">
                  <a16:creationId xmlns:a16="http://schemas.microsoft.com/office/drawing/2014/main" id="{D4D0F2F6-A302-E275-D223-9AF8AEDCA7B0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4853" y="1263"/>
              <a:ext cx="410" cy="142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r5  </a:t>
              </a:r>
            </a:p>
          </p:txBody>
        </p:sp>
      </p:grpSp>
      <p:sp>
        <p:nvSpPr>
          <p:cNvPr id="59421" name="Line 190">
            <a:extLst>
              <a:ext uri="{FF2B5EF4-FFF2-40B4-BE49-F238E27FC236}">
                <a16:creationId xmlns:a16="http://schemas.microsoft.com/office/drawing/2014/main" id="{DA0CEBE7-5C35-2804-437E-144E4FEF445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5763" y="1436689"/>
            <a:ext cx="512762" cy="2352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59422" name="Group 191">
            <a:extLst>
              <a:ext uri="{FF2B5EF4-FFF2-40B4-BE49-F238E27FC236}">
                <a16:creationId xmlns:a16="http://schemas.microsoft.com/office/drawing/2014/main" id="{8C1AE6A9-AE7D-8CCD-45EF-361855CD737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956425" y="3684589"/>
            <a:ext cx="723900" cy="460375"/>
            <a:chOff x="3312" y="2160"/>
            <a:chExt cx="960" cy="528"/>
          </a:xfrm>
        </p:grpSpPr>
        <p:grpSp>
          <p:nvGrpSpPr>
            <p:cNvPr id="59504" name="Group 192">
              <a:extLst>
                <a:ext uri="{FF2B5EF4-FFF2-40B4-BE49-F238E27FC236}">
                  <a16:creationId xmlns:a16="http://schemas.microsoft.com/office/drawing/2014/main" id="{187D119B-A1BC-EF9D-9E09-B21A0F62FB7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59506" name="AutoShape 193">
                <a:extLst>
                  <a:ext uri="{FF2B5EF4-FFF2-40B4-BE49-F238E27FC236}">
                    <a16:creationId xmlns:a16="http://schemas.microsoft.com/office/drawing/2014/main" id="{72CF3A62-1C66-29CE-D5EB-2799C56B13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9507" name="Group 194">
                <a:extLst>
                  <a:ext uri="{FF2B5EF4-FFF2-40B4-BE49-F238E27FC236}">
                    <a16:creationId xmlns:a16="http://schemas.microsoft.com/office/drawing/2014/main" id="{B862FD88-D24A-40CC-ABD0-AD90FD1CBC9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9508" name="Group 195">
                  <a:extLst>
                    <a:ext uri="{FF2B5EF4-FFF2-40B4-BE49-F238E27FC236}">
                      <a16:creationId xmlns:a16="http://schemas.microsoft.com/office/drawing/2014/main" id="{EC5F6116-965B-94F3-0D20-BEA3F999801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9518" name="Freeform 196">
                    <a:extLst>
                      <a:ext uri="{FF2B5EF4-FFF2-40B4-BE49-F238E27FC236}">
                        <a16:creationId xmlns:a16="http://schemas.microsoft.com/office/drawing/2014/main" id="{86F28C21-7E2B-9BB9-74E7-A531065C243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19" name="Freeform 197">
                    <a:extLst>
                      <a:ext uri="{FF2B5EF4-FFF2-40B4-BE49-F238E27FC236}">
                        <a16:creationId xmlns:a16="http://schemas.microsoft.com/office/drawing/2014/main" id="{2F2B545F-2B59-073A-7A07-A1C0071D581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20" name="Freeform 198">
                    <a:extLst>
                      <a:ext uri="{FF2B5EF4-FFF2-40B4-BE49-F238E27FC236}">
                        <a16:creationId xmlns:a16="http://schemas.microsoft.com/office/drawing/2014/main" id="{616331A5-9659-6AFF-1751-0A65EAEC999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21" name="Freeform 199">
                    <a:extLst>
                      <a:ext uri="{FF2B5EF4-FFF2-40B4-BE49-F238E27FC236}">
                        <a16:creationId xmlns:a16="http://schemas.microsoft.com/office/drawing/2014/main" id="{4DD0264A-65B9-554E-5835-A7188D2D690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22" name="Freeform 200">
                    <a:extLst>
                      <a:ext uri="{FF2B5EF4-FFF2-40B4-BE49-F238E27FC236}">
                        <a16:creationId xmlns:a16="http://schemas.microsoft.com/office/drawing/2014/main" id="{DA347213-7424-10D4-03A3-D40D934E9CA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23" name="Freeform 201">
                    <a:extLst>
                      <a:ext uri="{FF2B5EF4-FFF2-40B4-BE49-F238E27FC236}">
                        <a16:creationId xmlns:a16="http://schemas.microsoft.com/office/drawing/2014/main" id="{CFC7FF28-2DDC-6835-644C-FB59F36D47F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24" name="Freeform 202">
                    <a:extLst>
                      <a:ext uri="{FF2B5EF4-FFF2-40B4-BE49-F238E27FC236}">
                        <a16:creationId xmlns:a16="http://schemas.microsoft.com/office/drawing/2014/main" id="{8E961051-D9A7-9F22-3537-12AD975836F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25" name="Freeform 203">
                    <a:extLst>
                      <a:ext uri="{FF2B5EF4-FFF2-40B4-BE49-F238E27FC236}">
                        <a16:creationId xmlns:a16="http://schemas.microsoft.com/office/drawing/2014/main" id="{5317BE81-0B3D-89CB-3602-8DA277B1449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9509" name="Group 204">
                  <a:extLst>
                    <a:ext uri="{FF2B5EF4-FFF2-40B4-BE49-F238E27FC236}">
                      <a16:creationId xmlns:a16="http://schemas.microsoft.com/office/drawing/2014/main" id="{C3047DFE-D34A-6CA4-818D-8598A2E75FC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9510" name="Freeform 205">
                    <a:extLst>
                      <a:ext uri="{FF2B5EF4-FFF2-40B4-BE49-F238E27FC236}">
                        <a16:creationId xmlns:a16="http://schemas.microsoft.com/office/drawing/2014/main" id="{4FC2C605-1B15-97A4-62BE-244779B8364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11" name="Freeform 206">
                    <a:extLst>
                      <a:ext uri="{FF2B5EF4-FFF2-40B4-BE49-F238E27FC236}">
                        <a16:creationId xmlns:a16="http://schemas.microsoft.com/office/drawing/2014/main" id="{659A0F65-CF1C-846A-E79C-B1208B45826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12" name="Freeform 207">
                    <a:extLst>
                      <a:ext uri="{FF2B5EF4-FFF2-40B4-BE49-F238E27FC236}">
                        <a16:creationId xmlns:a16="http://schemas.microsoft.com/office/drawing/2014/main" id="{5A002CB5-D1FF-DAF9-5F4C-6C9066A0D00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13" name="Freeform 208">
                    <a:extLst>
                      <a:ext uri="{FF2B5EF4-FFF2-40B4-BE49-F238E27FC236}">
                        <a16:creationId xmlns:a16="http://schemas.microsoft.com/office/drawing/2014/main" id="{10767C3E-2EA2-0147-9AFA-B997CA369E8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14" name="Freeform 209">
                    <a:extLst>
                      <a:ext uri="{FF2B5EF4-FFF2-40B4-BE49-F238E27FC236}">
                        <a16:creationId xmlns:a16="http://schemas.microsoft.com/office/drawing/2014/main" id="{FF8B722D-4525-E4FA-1B46-AF05A3A2539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15" name="Freeform 210">
                    <a:extLst>
                      <a:ext uri="{FF2B5EF4-FFF2-40B4-BE49-F238E27FC236}">
                        <a16:creationId xmlns:a16="http://schemas.microsoft.com/office/drawing/2014/main" id="{D5C39153-5E8F-24DE-5696-1FBF1BD025E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16" name="Freeform 211">
                    <a:extLst>
                      <a:ext uri="{FF2B5EF4-FFF2-40B4-BE49-F238E27FC236}">
                        <a16:creationId xmlns:a16="http://schemas.microsoft.com/office/drawing/2014/main" id="{AF17A154-7062-FC81-8012-11B2EBBA75A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17" name="Freeform 212">
                    <a:extLst>
                      <a:ext uri="{FF2B5EF4-FFF2-40B4-BE49-F238E27FC236}">
                        <a16:creationId xmlns:a16="http://schemas.microsoft.com/office/drawing/2014/main" id="{79A60DA7-B886-636B-911D-02E0B556A26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9505" name="WordArt 213">
              <a:extLst>
                <a:ext uri="{FF2B5EF4-FFF2-40B4-BE49-F238E27FC236}">
                  <a16:creationId xmlns:a16="http://schemas.microsoft.com/office/drawing/2014/main" id="{040D1315-3D75-8B35-4F5F-BA0A0D89F001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bb2  </a:t>
              </a:r>
            </a:p>
          </p:txBody>
        </p:sp>
      </p:grpSp>
      <p:grpSp>
        <p:nvGrpSpPr>
          <p:cNvPr id="59423" name="Group 214">
            <a:extLst>
              <a:ext uri="{FF2B5EF4-FFF2-40B4-BE49-F238E27FC236}">
                <a16:creationId xmlns:a16="http://schemas.microsoft.com/office/drawing/2014/main" id="{0DD3D526-D781-13FB-B40B-005CC4A3CB9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532688" y="1168401"/>
            <a:ext cx="723900" cy="460375"/>
            <a:chOff x="3312" y="2160"/>
            <a:chExt cx="960" cy="528"/>
          </a:xfrm>
        </p:grpSpPr>
        <p:grpSp>
          <p:nvGrpSpPr>
            <p:cNvPr id="59482" name="Group 215">
              <a:extLst>
                <a:ext uri="{FF2B5EF4-FFF2-40B4-BE49-F238E27FC236}">
                  <a16:creationId xmlns:a16="http://schemas.microsoft.com/office/drawing/2014/main" id="{A23534F2-C510-4F8F-A81A-4382C9DE964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59484" name="AutoShape 216">
                <a:extLst>
                  <a:ext uri="{FF2B5EF4-FFF2-40B4-BE49-F238E27FC236}">
                    <a16:creationId xmlns:a16="http://schemas.microsoft.com/office/drawing/2014/main" id="{F9391DF4-E798-B327-12B7-43BEE437E3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9485" name="Group 217">
                <a:extLst>
                  <a:ext uri="{FF2B5EF4-FFF2-40B4-BE49-F238E27FC236}">
                    <a16:creationId xmlns:a16="http://schemas.microsoft.com/office/drawing/2014/main" id="{4C70AE36-4405-D2E0-5BB1-91FA6F71FB5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9486" name="Group 218">
                  <a:extLst>
                    <a:ext uri="{FF2B5EF4-FFF2-40B4-BE49-F238E27FC236}">
                      <a16:creationId xmlns:a16="http://schemas.microsoft.com/office/drawing/2014/main" id="{38F55797-A967-3997-2140-B4668F03203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9496" name="Freeform 219">
                    <a:extLst>
                      <a:ext uri="{FF2B5EF4-FFF2-40B4-BE49-F238E27FC236}">
                        <a16:creationId xmlns:a16="http://schemas.microsoft.com/office/drawing/2014/main" id="{94CFEB93-B800-8233-2FB0-51471EA400D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97" name="Freeform 220">
                    <a:extLst>
                      <a:ext uri="{FF2B5EF4-FFF2-40B4-BE49-F238E27FC236}">
                        <a16:creationId xmlns:a16="http://schemas.microsoft.com/office/drawing/2014/main" id="{81631EDC-D71E-D59A-EF1A-C20250FBF4D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98" name="Freeform 221">
                    <a:extLst>
                      <a:ext uri="{FF2B5EF4-FFF2-40B4-BE49-F238E27FC236}">
                        <a16:creationId xmlns:a16="http://schemas.microsoft.com/office/drawing/2014/main" id="{CD1E5EAE-E796-47EF-2418-68E0064F771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99" name="Freeform 222">
                    <a:extLst>
                      <a:ext uri="{FF2B5EF4-FFF2-40B4-BE49-F238E27FC236}">
                        <a16:creationId xmlns:a16="http://schemas.microsoft.com/office/drawing/2014/main" id="{25E7BEC3-E6FE-07C1-70FD-EBB2A28CE43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00" name="Freeform 223">
                    <a:extLst>
                      <a:ext uri="{FF2B5EF4-FFF2-40B4-BE49-F238E27FC236}">
                        <a16:creationId xmlns:a16="http://schemas.microsoft.com/office/drawing/2014/main" id="{DB5D56BB-9DF4-2ABC-E184-800563E1C3C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01" name="Freeform 224">
                    <a:extLst>
                      <a:ext uri="{FF2B5EF4-FFF2-40B4-BE49-F238E27FC236}">
                        <a16:creationId xmlns:a16="http://schemas.microsoft.com/office/drawing/2014/main" id="{454D78AB-61AD-3716-D5D1-ADF37021D44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02" name="Freeform 225">
                    <a:extLst>
                      <a:ext uri="{FF2B5EF4-FFF2-40B4-BE49-F238E27FC236}">
                        <a16:creationId xmlns:a16="http://schemas.microsoft.com/office/drawing/2014/main" id="{51CD527D-04E3-618E-D0BE-BF466D6F5C7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503" name="Freeform 226">
                    <a:extLst>
                      <a:ext uri="{FF2B5EF4-FFF2-40B4-BE49-F238E27FC236}">
                        <a16:creationId xmlns:a16="http://schemas.microsoft.com/office/drawing/2014/main" id="{996A84AD-21D5-AF8E-211B-897D44FCB3B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9487" name="Group 227">
                  <a:extLst>
                    <a:ext uri="{FF2B5EF4-FFF2-40B4-BE49-F238E27FC236}">
                      <a16:creationId xmlns:a16="http://schemas.microsoft.com/office/drawing/2014/main" id="{627548B6-524D-7F84-BB11-AD84178A0D9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9488" name="Freeform 228">
                    <a:extLst>
                      <a:ext uri="{FF2B5EF4-FFF2-40B4-BE49-F238E27FC236}">
                        <a16:creationId xmlns:a16="http://schemas.microsoft.com/office/drawing/2014/main" id="{30D9F035-1C82-C600-EC6E-F56E0501E4D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89" name="Freeform 229">
                    <a:extLst>
                      <a:ext uri="{FF2B5EF4-FFF2-40B4-BE49-F238E27FC236}">
                        <a16:creationId xmlns:a16="http://schemas.microsoft.com/office/drawing/2014/main" id="{E3BCB0B3-48F0-FF14-9AC0-67DA5D5087C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90" name="Freeform 230">
                    <a:extLst>
                      <a:ext uri="{FF2B5EF4-FFF2-40B4-BE49-F238E27FC236}">
                        <a16:creationId xmlns:a16="http://schemas.microsoft.com/office/drawing/2014/main" id="{98A33A0C-B003-43F0-5CB9-CBCED8B0B2C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91" name="Freeform 231">
                    <a:extLst>
                      <a:ext uri="{FF2B5EF4-FFF2-40B4-BE49-F238E27FC236}">
                        <a16:creationId xmlns:a16="http://schemas.microsoft.com/office/drawing/2014/main" id="{682AEEBF-E79E-C030-FFCB-6CA5C5D0C13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92" name="Freeform 232">
                    <a:extLst>
                      <a:ext uri="{FF2B5EF4-FFF2-40B4-BE49-F238E27FC236}">
                        <a16:creationId xmlns:a16="http://schemas.microsoft.com/office/drawing/2014/main" id="{54B9EC66-5997-0DD7-867E-973B71A5CD6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93" name="Freeform 233">
                    <a:extLst>
                      <a:ext uri="{FF2B5EF4-FFF2-40B4-BE49-F238E27FC236}">
                        <a16:creationId xmlns:a16="http://schemas.microsoft.com/office/drawing/2014/main" id="{B6A1E70C-E100-CCC7-980E-E29C01A8A50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94" name="Freeform 234">
                    <a:extLst>
                      <a:ext uri="{FF2B5EF4-FFF2-40B4-BE49-F238E27FC236}">
                        <a16:creationId xmlns:a16="http://schemas.microsoft.com/office/drawing/2014/main" id="{2D77C1B1-7745-6250-0D6E-51477EB1C10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95" name="Freeform 235">
                    <a:extLst>
                      <a:ext uri="{FF2B5EF4-FFF2-40B4-BE49-F238E27FC236}">
                        <a16:creationId xmlns:a16="http://schemas.microsoft.com/office/drawing/2014/main" id="{E68A7EB3-7073-FF0A-9152-2499A2C2256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9483" name="WordArt 236">
              <a:extLst>
                <a:ext uri="{FF2B5EF4-FFF2-40B4-BE49-F238E27FC236}">
                  <a16:creationId xmlns:a16="http://schemas.microsoft.com/office/drawing/2014/main" id="{57344EAE-E4EE-8323-96A2-8D51F94D6137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r4  </a:t>
              </a:r>
            </a:p>
          </p:txBody>
        </p:sp>
      </p:grpSp>
      <p:sp>
        <p:nvSpPr>
          <p:cNvPr id="59424" name="Line 237">
            <a:extLst>
              <a:ext uri="{FF2B5EF4-FFF2-40B4-BE49-F238E27FC236}">
                <a16:creationId xmlns:a16="http://schemas.microsoft.com/office/drawing/2014/main" id="{C0E39EAB-CD00-9B06-39BA-0FBDAF870F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35563" y="1452563"/>
            <a:ext cx="1301750" cy="23669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59425" name="Group 238">
            <a:extLst>
              <a:ext uri="{FF2B5EF4-FFF2-40B4-BE49-F238E27FC236}">
                <a16:creationId xmlns:a16="http://schemas.microsoft.com/office/drawing/2014/main" id="{247AAEDA-4FE1-EF48-FFD2-0E8F4CF2E4F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72213" y="1125539"/>
            <a:ext cx="723900" cy="460375"/>
            <a:chOff x="3312" y="2160"/>
            <a:chExt cx="960" cy="528"/>
          </a:xfrm>
        </p:grpSpPr>
        <p:grpSp>
          <p:nvGrpSpPr>
            <p:cNvPr id="59460" name="Group 239">
              <a:extLst>
                <a:ext uri="{FF2B5EF4-FFF2-40B4-BE49-F238E27FC236}">
                  <a16:creationId xmlns:a16="http://schemas.microsoft.com/office/drawing/2014/main" id="{882A616B-A4AA-18FD-954D-0D49D9CF660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59462" name="AutoShape 240">
                <a:extLst>
                  <a:ext uri="{FF2B5EF4-FFF2-40B4-BE49-F238E27FC236}">
                    <a16:creationId xmlns:a16="http://schemas.microsoft.com/office/drawing/2014/main" id="{6934CCB0-AE1D-0392-413D-4C90CEA382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9463" name="Group 241">
                <a:extLst>
                  <a:ext uri="{FF2B5EF4-FFF2-40B4-BE49-F238E27FC236}">
                    <a16:creationId xmlns:a16="http://schemas.microsoft.com/office/drawing/2014/main" id="{6BF0BCDE-CE67-3487-BA50-68272AA4932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9464" name="Group 242">
                  <a:extLst>
                    <a:ext uri="{FF2B5EF4-FFF2-40B4-BE49-F238E27FC236}">
                      <a16:creationId xmlns:a16="http://schemas.microsoft.com/office/drawing/2014/main" id="{EC4F60F5-4A26-BBA2-8629-FC69DB448C0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9474" name="Freeform 243">
                    <a:extLst>
                      <a:ext uri="{FF2B5EF4-FFF2-40B4-BE49-F238E27FC236}">
                        <a16:creationId xmlns:a16="http://schemas.microsoft.com/office/drawing/2014/main" id="{9E63391E-ADFC-78AB-C6C3-3FE97DC2F63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75" name="Freeform 244">
                    <a:extLst>
                      <a:ext uri="{FF2B5EF4-FFF2-40B4-BE49-F238E27FC236}">
                        <a16:creationId xmlns:a16="http://schemas.microsoft.com/office/drawing/2014/main" id="{53F230A1-5245-AB79-C968-CBA724028D5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76" name="Freeform 245">
                    <a:extLst>
                      <a:ext uri="{FF2B5EF4-FFF2-40B4-BE49-F238E27FC236}">
                        <a16:creationId xmlns:a16="http://schemas.microsoft.com/office/drawing/2014/main" id="{631D80F7-67DC-CD0B-D51E-3C89384B321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77" name="Freeform 246">
                    <a:extLst>
                      <a:ext uri="{FF2B5EF4-FFF2-40B4-BE49-F238E27FC236}">
                        <a16:creationId xmlns:a16="http://schemas.microsoft.com/office/drawing/2014/main" id="{7D4F0018-EFED-6150-9E95-E2E8EA5B944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78" name="Freeform 247">
                    <a:extLst>
                      <a:ext uri="{FF2B5EF4-FFF2-40B4-BE49-F238E27FC236}">
                        <a16:creationId xmlns:a16="http://schemas.microsoft.com/office/drawing/2014/main" id="{889C228A-F82E-B9A5-29BB-1BD1BD45B38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79" name="Freeform 248">
                    <a:extLst>
                      <a:ext uri="{FF2B5EF4-FFF2-40B4-BE49-F238E27FC236}">
                        <a16:creationId xmlns:a16="http://schemas.microsoft.com/office/drawing/2014/main" id="{06962E96-D1B2-1185-159D-8BC78B805C8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80" name="Freeform 249">
                    <a:extLst>
                      <a:ext uri="{FF2B5EF4-FFF2-40B4-BE49-F238E27FC236}">
                        <a16:creationId xmlns:a16="http://schemas.microsoft.com/office/drawing/2014/main" id="{A298AF90-2F39-0B83-E436-F363DE42760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81" name="Freeform 250">
                    <a:extLst>
                      <a:ext uri="{FF2B5EF4-FFF2-40B4-BE49-F238E27FC236}">
                        <a16:creationId xmlns:a16="http://schemas.microsoft.com/office/drawing/2014/main" id="{C379E6C2-05B0-57E5-02CC-02F7F5D9C60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9465" name="Group 251">
                  <a:extLst>
                    <a:ext uri="{FF2B5EF4-FFF2-40B4-BE49-F238E27FC236}">
                      <a16:creationId xmlns:a16="http://schemas.microsoft.com/office/drawing/2014/main" id="{E61E8334-F3B6-2F87-3EA5-D104D0DF0CF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9466" name="Freeform 252">
                    <a:extLst>
                      <a:ext uri="{FF2B5EF4-FFF2-40B4-BE49-F238E27FC236}">
                        <a16:creationId xmlns:a16="http://schemas.microsoft.com/office/drawing/2014/main" id="{2F1F33A7-980C-6984-5E4A-5ADA71666F2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67" name="Freeform 253">
                    <a:extLst>
                      <a:ext uri="{FF2B5EF4-FFF2-40B4-BE49-F238E27FC236}">
                        <a16:creationId xmlns:a16="http://schemas.microsoft.com/office/drawing/2014/main" id="{454469AC-E1DF-5E86-2DBA-2875F38644B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68" name="Freeform 254">
                    <a:extLst>
                      <a:ext uri="{FF2B5EF4-FFF2-40B4-BE49-F238E27FC236}">
                        <a16:creationId xmlns:a16="http://schemas.microsoft.com/office/drawing/2014/main" id="{D9000D9A-3BF1-51B4-E3ED-643A3518A75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69" name="Freeform 255">
                    <a:extLst>
                      <a:ext uri="{FF2B5EF4-FFF2-40B4-BE49-F238E27FC236}">
                        <a16:creationId xmlns:a16="http://schemas.microsoft.com/office/drawing/2014/main" id="{42196A8B-D82A-C227-00C3-52523BE4C37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70" name="Freeform 256">
                    <a:extLst>
                      <a:ext uri="{FF2B5EF4-FFF2-40B4-BE49-F238E27FC236}">
                        <a16:creationId xmlns:a16="http://schemas.microsoft.com/office/drawing/2014/main" id="{2F347D6D-5244-8071-2862-5FB7D308625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71" name="Freeform 257">
                    <a:extLst>
                      <a:ext uri="{FF2B5EF4-FFF2-40B4-BE49-F238E27FC236}">
                        <a16:creationId xmlns:a16="http://schemas.microsoft.com/office/drawing/2014/main" id="{D38947C8-77ED-F497-377C-420F0CDCD54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72" name="Freeform 258">
                    <a:extLst>
                      <a:ext uri="{FF2B5EF4-FFF2-40B4-BE49-F238E27FC236}">
                        <a16:creationId xmlns:a16="http://schemas.microsoft.com/office/drawing/2014/main" id="{BB446C22-78B8-EF7C-3A64-ADA25B627E1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73" name="Freeform 259">
                    <a:extLst>
                      <a:ext uri="{FF2B5EF4-FFF2-40B4-BE49-F238E27FC236}">
                        <a16:creationId xmlns:a16="http://schemas.microsoft.com/office/drawing/2014/main" id="{8DBE16D0-E9FE-6525-1D80-BBCE82ABA21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9461" name="WordArt 260">
              <a:extLst>
                <a:ext uri="{FF2B5EF4-FFF2-40B4-BE49-F238E27FC236}">
                  <a16:creationId xmlns:a16="http://schemas.microsoft.com/office/drawing/2014/main" id="{B330F924-CE8F-5344-F375-45686D4A3913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r3  </a:t>
              </a:r>
            </a:p>
          </p:txBody>
        </p:sp>
      </p:grpSp>
      <p:grpSp>
        <p:nvGrpSpPr>
          <p:cNvPr id="59426" name="Group 261">
            <a:extLst>
              <a:ext uri="{FF2B5EF4-FFF2-40B4-BE49-F238E27FC236}">
                <a16:creationId xmlns:a16="http://schemas.microsoft.com/office/drawing/2014/main" id="{06446E2C-8B14-95F8-E3E9-E0ED101C151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68850" y="3684589"/>
            <a:ext cx="723900" cy="460375"/>
            <a:chOff x="3312" y="2160"/>
            <a:chExt cx="960" cy="528"/>
          </a:xfrm>
        </p:grpSpPr>
        <p:grpSp>
          <p:nvGrpSpPr>
            <p:cNvPr id="59438" name="Group 262">
              <a:extLst>
                <a:ext uri="{FF2B5EF4-FFF2-40B4-BE49-F238E27FC236}">
                  <a16:creationId xmlns:a16="http://schemas.microsoft.com/office/drawing/2014/main" id="{FFBBB2CC-7BA2-1E3D-F69F-9BCB23F8A02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59440" name="AutoShape 263">
                <a:extLst>
                  <a:ext uri="{FF2B5EF4-FFF2-40B4-BE49-F238E27FC236}">
                    <a16:creationId xmlns:a16="http://schemas.microsoft.com/office/drawing/2014/main" id="{2962E7DA-5CC9-0A8A-6E97-70461576C1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59441" name="Group 264">
                <a:extLst>
                  <a:ext uri="{FF2B5EF4-FFF2-40B4-BE49-F238E27FC236}">
                    <a16:creationId xmlns:a16="http://schemas.microsoft.com/office/drawing/2014/main" id="{2677FBEB-6338-7AA7-82A9-DAB51A62098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59442" name="Group 265">
                  <a:extLst>
                    <a:ext uri="{FF2B5EF4-FFF2-40B4-BE49-F238E27FC236}">
                      <a16:creationId xmlns:a16="http://schemas.microsoft.com/office/drawing/2014/main" id="{FD916D56-CB13-EA23-5F16-97D72E120E2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59452" name="Freeform 266">
                    <a:extLst>
                      <a:ext uri="{FF2B5EF4-FFF2-40B4-BE49-F238E27FC236}">
                        <a16:creationId xmlns:a16="http://schemas.microsoft.com/office/drawing/2014/main" id="{C7DAC681-014D-01D9-CDB6-6C9F0AD70C2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53" name="Freeform 267">
                    <a:extLst>
                      <a:ext uri="{FF2B5EF4-FFF2-40B4-BE49-F238E27FC236}">
                        <a16:creationId xmlns:a16="http://schemas.microsoft.com/office/drawing/2014/main" id="{C5CBDEF5-E686-D5EE-5FE0-95B45DC1A48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54" name="Freeform 268">
                    <a:extLst>
                      <a:ext uri="{FF2B5EF4-FFF2-40B4-BE49-F238E27FC236}">
                        <a16:creationId xmlns:a16="http://schemas.microsoft.com/office/drawing/2014/main" id="{6EE0976E-BD42-C281-BCD0-E2C571E1B68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55" name="Freeform 269">
                    <a:extLst>
                      <a:ext uri="{FF2B5EF4-FFF2-40B4-BE49-F238E27FC236}">
                        <a16:creationId xmlns:a16="http://schemas.microsoft.com/office/drawing/2014/main" id="{5013F5A2-8CDC-AFBE-5089-FBAE82AEE21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56" name="Freeform 270">
                    <a:extLst>
                      <a:ext uri="{FF2B5EF4-FFF2-40B4-BE49-F238E27FC236}">
                        <a16:creationId xmlns:a16="http://schemas.microsoft.com/office/drawing/2014/main" id="{FFA9FC49-E439-150D-5420-F246ED50EFE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57" name="Freeform 271">
                    <a:extLst>
                      <a:ext uri="{FF2B5EF4-FFF2-40B4-BE49-F238E27FC236}">
                        <a16:creationId xmlns:a16="http://schemas.microsoft.com/office/drawing/2014/main" id="{0C1BAB84-72D6-C1EE-CA8C-BBEAA303901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58" name="Freeform 272">
                    <a:extLst>
                      <a:ext uri="{FF2B5EF4-FFF2-40B4-BE49-F238E27FC236}">
                        <a16:creationId xmlns:a16="http://schemas.microsoft.com/office/drawing/2014/main" id="{76272841-4BBE-A49E-B5CC-71AAB26E4CD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59" name="Freeform 273">
                    <a:extLst>
                      <a:ext uri="{FF2B5EF4-FFF2-40B4-BE49-F238E27FC236}">
                        <a16:creationId xmlns:a16="http://schemas.microsoft.com/office/drawing/2014/main" id="{C6EBF8E3-5B52-600D-EA01-9BA7A3FCE80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59443" name="Group 274">
                  <a:extLst>
                    <a:ext uri="{FF2B5EF4-FFF2-40B4-BE49-F238E27FC236}">
                      <a16:creationId xmlns:a16="http://schemas.microsoft.com/office/drawing/2014/main" id="{50C8DF03-2F2E-F639-733F-26B4E38508D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59444" name="Freeform 275">
                    <a:extLst>
                      <a:ext uri="{FF2B5EF4-FFF2-40B4-BE49-F238E27FC236}">
                        <a16:creationId xmlns:a16="http://schemas.microsoft.com/office/drawing/2014/main" id="{CE1C4AF2-2AC2-1423-CE74-01FB5D5A452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45" name="Freeform 276">
                    <a:extLst>
                      <a:ext uri="{FF2B5EF4-FFF2-40B4-BE49-F238E27FC236}">
                        <a16:creationId xmlns:a16="http://schemas.microsoft.com/office/drawing/2014/main" id="{B48AEC6E-2F46-B39D-B3F1-9ADF34BE447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46" name="Freeform 277">
                    <a:extLst>
                      <a:ext uri="{FF2B5EF4-FFF2-40B4-BE49-F238E27FC236}">
                        <a16:creationId xmlns:a16="http://schemas.microsoft.com/office/drawing/2014/main" id="{773B5027-D0F5-C334-D9F0-AC670C3145F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47" name="Freeform 278">
                    <a:extLst>
                      <a:ext uri="{FF2B5EF4-FFF2-40B4-BE49-F238E27FC236}">
                        <a16:creationId xmlns:a16="http://schemas.microsoft.com/office/drawing/2014/main" id="{51E9E9D4-C90B-0FD5-B08C-F02DBB070B2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48" name="Freeform 279">
                    <a:extLst>
                      <a:ext uri="{FF2B5EF4-FFF2-40B4-BE49-F238E27FC236}">
                        <a16:creationId xmlns:a16="http://schemas.microsoft.com/office/drawing/2014/main" id="{11D87CF3-677A-8779-FB3C-1A4274A0B54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49" name="Freeform 280">
                    <a:extLst>
                      <a:ext uri="{FF2B5EF4-FFF2-40B4-BE49-F238E27FC236}">
                        <a16:creationId xmlns:a16="http://schemas.microsoft.com/office/drawing/2014/main" id="{5333B519-342C-ED5B-16E9-D14447A2218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50" name="Freeform 281">
                    <a:extLst>
                      <a:ext uri="{FF2B5EF4-FFF2-40B4-BE49-F238E27FC236}">
                        <a16:creationId xmlns:a16="http://schemas.microsoft.com/office/drawing/2014/main" id="{8AD19755-EF58-ACBA-08B1-87A3ADE543E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59451" name="Freeform 282">
                    <a:extLst>
                      <a:ext uri="{FF2B5EF4-FFF2-40B4-BE49-F238E27FC236}">
                        <a16:creationId xmlns:a16="http://schemas.microsoft.com/office/drawing/2014/main" id="{8C4B0A78-4E1D-E196-E70B-0D707E6F783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59439" name="WordArt 283">
              <a:extLst>
                <a:ext uri="{FF2B5EF4-FFF2-40B4-BE49-F238E27FC236}">
                  <a16:creationId xmlns:a16="http://schemas.microsoft.com/office/drawing/2014/main" id="{B3D2B5A2-A661-2BDE-74AF-8E80B8BD74CD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bb1  </a:t>
              </a:r>
            </a:p>
          </p:txBody>
        </p:sp>
      </p:grpSp>
      <p:grpSp>
        <p:nvGrpSpPr>
          <p:cNvPr id="59427" name="Group 284">
            <a:extLst>
              <a:ext uri="{FF2B5EF4-FFF2-40B4-BE49-F238E27FC236}">
                <a16:creationId xmlns:a16="http://schemas.microsoft.com/office/drawing/2014/main" id="{2A18A0D4-FAC2-5E1D-227E-5C11448F222F}"/>
              </a:ext>
            </a:extLst>
          </p:cNvPr>
          <p:cNvGrpSpPr>
            <a:grpSpLocks/>
          </p:cNvGrpSpPr>
          <p:nvPr/>
        </p:nvGrpSpPr>
        <p:grpSpPr bwMode="auto">
          <a:xfrm>
            <a:off x="4673601" y="3625850"/>
            <a:ext cx="904875" cy="571500"/>
            <a:chOff x="195" y="394"/>
            <a:chExt cx="570" cy="360"/>
          </a:xfrm>
        </p:grpSpPr>
        <p:sp>
          <p:nvSpPr>
            <p:cNvPr id="59434" name="Arc 285">
              <a:extLst>
                <a:ext uri="{FF2B5EF4-FFF2-40B4-BE49-F238E27FC236}">
                  <a16:creationId xmlns:a16="http://schemas.microsoft.com/office/drawing/2014/main" id="{D00C8C10-D0A5-EC7C-12C3-A04749C9569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5" y="656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9435" name="Arc 286">
              <a:extLst>
                <a:ext uri="{FF2B5EF4-FFF2-40B4-BE49-F238E27FC236}">
                  <a16:creationId xmlns:a16="http://schemas.microsoft.com/office/drawing/2014/main" id="{1366EA6D-1D38-4B2E-469E-1031C8EC6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" y="394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9436" name="Line 287">
              <a:extLst>
                <a:ext uri="{FF2B5EF4-FFF2-40B4-BE49-F238E27FC236}">
                  <a16:creationId xmlns:a16="http://schemas.microsoft.com/office/drawing/2014/main" id="{CF8FC503-EA53-FF8E-BC79-4B7BCB3B09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9437" name="Line 288">
              <a:extLst>
                <a:ext uri="{FF2B5EF4-FFF2-40B4-BE49-F238E27FC236}">
                  <a16:creationId xmlns:a16="http://schemas.microsoft.com/office/drawing/2014/main" id="{D0261E3F-6EF9-81B6-336D-B250FCC1AB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9428" name="Group 299">
            <a:extLst>
              <a:ext uri="{FF2B5EF4-FFF2-40B4-BE49-F238E27FC236}">
                <a16:creationId xmlns:a16="http://schemas.microsoft.com/office/drawing/2014/main" id="{EDFC0FB0-2770-846B-1138-6773DD407EF2}"/>
              </a:ext>
            </a:extLst>
          </p:cNvPr>
          <p:cNvGrpSpPr>
            <a:grpSpLocks/>
          </p:cNvGrpSpPr>
          <p:nvPr/>
        </p:nvGrpSpPr>
        <p:grpSpPr bwMode="auto">
          <a:xfrm>
            <a:off x="6864351" y="3625850"/>
            <a:ext cx="904875" cy="571500"/>
            <a:chOff x="195" y="394"/>
            <a:chExt cx="570" cy="360"/>
          </a:xfrm>
        </p:grpSpPr>
        <p:sp>
          <p:nvSpPr>
            <p:cNvPr id="59430" name="Arc 300">
              <a:extLst>
                <a:ext uri="{FF2B5EF4-FFF2-40B4-BE49-F238E27FC236}">
                  <a16:creationId xmlns:a16="http://schemas.microsoft.com/office/drawing/2014/main" id="{8B818E62-98FE-ABE3-B975-8D5C9B1CE49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5" y="656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9431" name="Arc 301">
              <a:extLst>
                <a:ext uri="{FF2B5EF4-FFF2-40B4-BE49-F238E27FC236}">
                  <a16:creationId xmlns:a16="http://schemas.microsoft.com/office/drawing/2014/main" id="{4FA9D3A2-7DC9-7629-0A2A-61C62FBBE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" y="394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9432" name="Line 302">
              <a:extLst>
                <a:ext uri="{FF2B5EF4-FFF2-40B4-BE49-F238E27FC236}">
                  <a16:creationId xmlns:a16="http://schemas.microsoft.com/office/drawing/2014/main" id="{C7FCECB9-4853-A89D-F531-07B5EA34A0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9433" name="Line 303">
              <a:extLst>
                <a:ext uri="{FF2B5EF4-FFF2-40B4-BE49-F238E27FC236}">
                  <a16:creationId xmlns:a16="http://schemas.microsoft.com/office/drawing/2014/main" id="{6112CE35-D966-D654-E89F-6DEE608D3C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9429" name="Text Box 309">
            <a:extLst>
              <a:ext uri="{FF2B5EF4-FFF2-40B4-BE49-F238E27FC236}">
                <a16:creationId xmlns:a16="http://schemas.microsoft.com/office/drawing/2014/main" id="{5986B484-4170-5CA0-EB60-EE724AAE4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951" y="4638387"/>
            <a:ext cx="227488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dirty="0">
                <a:solidFill>
                  <a:schemeClr val="tx2"/>
                </a:solidFill>
              </a:rPr>
              <a:t>area </a:t>
            </a:r>
            <a:r>
              <a:rPr lang="it-IT" altLang="it-IT" dirty="0" err="1">
                <a:solidFill>
                  <a:schemeClr val="tx2"/>
                </a:solidFill>
              </a:rPr>
              <a:t>border</a:t>
            </a:r>
            <a:endParaRPr lang="it-IT" altLang="it-IT" dirty="0">
              <a:solidFill>
                <a:schemeClr val="tx2"/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dirty="0">
                <a:solidFill>
                  <a:schemeClr val="tx2"/>
                </a:solidFill>
              </a:rPr>
              <a:t>routers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D3015FE-1083-9218-2DF8-C7EBF66DEC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en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0FE0A00-E36D-7D09-2008-6D16FF1490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en-IT"/>
              <a:t>kathara – [ labs: ospf_frr ]</a:t>
            </a:r>
          </a:p>
        </p:txBody>
      </p:sp>
      <p:sp>
        <p:nvSpPr>
          <p:cNvPr id="331" name="Segnaposto piè di pagina 2">
            <a:extLst>
              <a:ext uri="{FF2B5EF4-FFF2-40B4-BE49-F238E27FC236}">
                <a16:creationId xmlns:a16="http://schemas.microsoft.com/office/drawing/2014/main" id="{943AD41E-697B-4E3B-A206-06D071D338DC}"/>
              </a:ext>
            </a:extLst>
          </p:cNvPr>
          <p:cNvSpPr txBox="1">
            <a:spLocks noGrp="1"/>
          </p:cNvSpPr>
          <p:nvPr/>
        </p:nvSpPr>
        <p:spPr bwMode="auto">
          <a:xfrm>
            <a:off x="3863975" y="6453189"/>
            <a:ext cx="4464050" cy="33337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it-IT" sz="1400" dirty="0" err="1">
                <a:latin typeface="+mn-lt"/>
              </a:rPr>
              <a:t>kathara</a:t>
            </a:r>
            <a:r>
              <a:rPr lang="it-IT" sz="1400" dirty="0">
                <a:latin typeface="+mn-lt"/>
              </a:rPr>
              <a:t> – [ labs: </a:t>
            </a:r>
            <a:r>
              <a:rPr lang="it-IT" sz="1400" dirty="0" err="1">
                <a:latin typeface="+mn-lt"/>
              </a:rPr>
              <a:t>ospf</a:t>
            </a:r>
            <a:r>
              <a:rPr lang="it-IT" sz="1400" dirty="0">
                <a:latin typeface="+mn-lt"/>
              </a:rPr>
              <a:t> ]</a:t>
            </a:r>
          </a:p>
        </p:txBody>
      </p:sp>
      <p:sp>
        <p:nvSpPr>
          <p:cNvPr id="60420" name="Rectangle 2">
            <a:extLst>
              <a:ext uri="{FF2B5EF4-FFF2-40B4-BE49-F238E27FC236}">
                <a16:creationId xmlns:a16="http://schemas.microsoft.com/office/drawing/2014/main" id="{0014A3ED-DA3B-8CF2-D498-4FBD3146F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6457950"/>
            <a:ext cx="70167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1800">
              <a:latin typeface="Arial" panose="020B0604020202020204" pitchFamily="34" charset="0"/>
            </a:endParaRPr>
          </a:p>
        </p:txBody>
      </p:sp>
      <p:grpSp>
        <p:nvGrpSpPr>
          <p:cNvPr id="60421" name="Group 3">
            <a:extLst>
              <a:ext uri="{FF2B5EF4-FFF2-40B4-BE49-F238E27FC236}">
                <a16:creationId xmlns:a16="http://schemas.microsoft.com/office/drawing/2014/main" id="{952090BA-3E37-49C9-9A25-1BA3B7BCC206}"/>
              </a:ext>
            </a:extLst>
          </p:cNvPr>
          <p:cNvGrpSpPr>
            <a:grpSpLocks/>
          </p:cNvGrpSpPr>
          <p:nvPr/>
        </p:nvGrpSpPr>
        <p:grpSpPr bwMode="auto">
          <a:xfrm>
            <a:off x="2894014" y="3603626"/>
            <a:ext cx="6510337" cy="3209925"/>
            <a:chOff x="863" y="2270"/>
            <a:chExt cx="4101" cy="2022"/>
          </a:xfrm>
        </p:grpSpPr>
        <p:grpSp>
          <p:nvGrpSpPr>
            <p:cNvPr id="60737" name="Group 4">
              <a:extLst>
                <a:ext uri="{FF2B5EF4-FFF2-40B4-BE49-F238E27FC236}">
                  <a16:creationId xmlns:a16="http://schemas.microsoft.com/office/drawing/2014/main" id="{0F410419-AE06-0906-4509-4FEAB8E682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3" y="2406"/>
              <a:ext cx="4101" cy="1886"/>
              <a:chOff x="863" y="2406"/>
              <a:chExt cx="4101" cy="1886"/>
            </a:xfrm>
          </p:grpSpPr>
          <p:sp>
            <p:nvSpPr>
              <p:cNvPr id="60739" name="Oval 5">
                <a:extLst>
                  <a:ext uri="{FF2B5EF4-FFF2-40B4-BE49-F238E27FC236}">
                    <a16:creationId xmlns:a16="http://schemas.microsoft.com/office/drawing/2014/main" id="{2CE6A0DC-C40F-42CF-1C9F-ED3568C5C9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19" y="2406"/>
                <a:ext cx="2819" cy="760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0740" name="Oval 6">
                <a:extLst>
                  <a:ext uri="{FF2B5EF4-FFF2-40B4-BE49-F238E27FC236}">
                    <a16:creationId xmlns:a16="http://schemas.microsoft.com/office/drawing/2014/main" id="{781652A7-1740-5BD7-A4B4-783CE42814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74" y="2666"/>
                <a:ext cx="1487" cy="673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0741" name="Oval 7">
                <a:extLst>
                  <a:ext uri="{FF2B5EF4-FFF2-40B4-BE49-F238E27FC236}">
                    <a16:creationId xmlns:a16="http://schemas.microsoft.com/office/drawing/2014/main" id="{06C3121D-6D61-025B-050D-426CB09BB1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63" y="2887"/>
                <a:ext cx="860" cy="733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0742" name="Oval 8">
                <a:extLst>
                  <a:ext uri="{FF2B5EF4-FFF2-40B4-BE49-F238E27FC236}">
                    <a16:creationId xmlns:a16="http://schemas.microsoft.com/office/drawing/2014/main" id="{1D75867E-5B24-6A4C-EDB5-9F1F0E3109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47" y="3312"/>
                <a:ext cx="1286" cy="595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0743" name="Oval 9">
                <a:extLst>
                  <a:ext uri="{FF2B5EF4-FFF2-40B4-BE49-F238E27FC236}">
                    <a16:creationId xmlns:a16="http://schemas.microsoft.com/office/drawing/2014/main" id="{ACB12B54-C637-00A1-8A24-30F04DF0D9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30" y="3412"/>
                <a:ext cx="2534" cy="880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0744" name="Oval 10">
                <a:extLst>
                  <a:ext uri="{FF2B5EF4-FFF2-40B4-BE49-F238E27FC236}">
                    <a16:creationId xmlns:a16="http://schemas.microsoft.com/office/drawing/2014/main" id="{0B42FA7A-1874-351A-DCE9-E76825669D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525" y="2685"/>
                <a:ext cx="1439" cy="711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0745" name="Oval 11">
                <a:extLst>
                  <a:ext uri="{FF2B5EF4-FFF2-40B4-BE49-F238E27FC236}">
                    <a16:creationId xmlns:a16="http://schemas.microsoft.com/office/drawing/2014/main" id="{CF4B4A47-5888-7BB2-0183-7703803B4D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743" y="3025"/>
                <a:ext cx="826" cy="595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0746" name="Oval 12">
                <a:extLst>
                  <a:ext uri="{FF2B5EF4-FFF2-40B4-BE49-F238E27FC236}">
                    <a16:creationId xmlns:a16="http://schemas.microsoft.com/office/drawing/2014/main" id="{AAF89064-0588-5A73-CB25-01A0934FA6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611" y="3136"/>
                <a:ext cx="675" cy="889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0747" name="Oval 13">
                <a:extLst>
                  <a:ext uri="{FF2B5EF4-FFF2-40B4-BE49-F238E27FC236}">
                    <a16:creationId xmlns:a16="http://schemas.microsoft.com/office/drawing/2014/main" id="{07767A6E-EF69-B693-E5A7-58370A1E18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30" y="2887"/>
                <a:ext cx="2890" cy="868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0738" name="Oval 14">
              <a:extLst>
                <a:ext uri="{FF2B5EF4-FFF2-40B4-BE49-F238E27FC236}">
                  <a16:creationId xmlns:a16="http://schemas.microsoft.com/office/drawing/2014/main" id="{BCFE0299-BCB7-7CAD-8991-001305C7EB3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15" y="2270"/>
              <a:ext cx="1518" cy="760"/>
            </a:xfrm>
            <a:prstGeom prst="ellipse">
              <a:avLst/>
            </a:prstGeom>
            <a:solidFill>
              <a:srgbClr val="CC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</p:grpSp>
      <p:sp>
        <p:nvSpPr>
          <p:cNvPr id="60422" name="Freeform 15">
            <a:extLst>
              <a:ext uri="{FF2B5EF4-FFF2-40B4-BE49-F238E27FC236}">
                <a16:creationId xmlns:a16="http://schemas.microsoft.com/office/drawing/2014/main" id="{4953D185-E377-E55F-1834-064A66DCF34E}"/>
              </a:ext>
            </a:extLst>
          </p:cNvPr>
          <p:cNvSpPr>
            <a:spLocks/>
          </p:cNvSpPr>
          <p:nvPr/>
        </p:nvSpPr>
        <p:spPr bwMode="auto">
          <a:xfrm>
            <a:off x="7224713" y="49213"/>
            <a:ext cx="3371850" cy="3886200"/>
          </a:xfrm>
          <a:custGeom>
            <a:avLst/>
            <a:gdLst>
              <a:gd name="T0" fmla="*/ 168849675 w 2124"/>
              <a:gd name="T1" fmla="*/ 2147483646 h 2448"/>
              <a:gd name="T2" fmla="*/ 572074675 w 2124"/>
              <a:gd name="T3" fmla="*/ 2147483646 h 2448"/>
              <a:gd name="T4" fmla="*/ 841732188 w 2124"/>
              <a:gd name="T5" fmla="*/ 2147483646 h 2448"/>
              <a:gd name="T6" fmla="*/ 587195613 w 2124"/>
              <a:gd name="T7" fmla="*/ 2147483646 h 2448"/>
              <a:gd name="T8" fmla="*/ 1081146238 w 2124"/>
              <a:gd name="T9" fmla="*/ 2147483646 h 2448"/>
              <a:gd name="T10" fmla="*/ 2069047488 w 2124"/>
              <a:gd name="T11" fmla="*/ 2147483646 h 2448"/>
              <a:gd name="T12" fmla="*/ 2147483646 w 2124"/>
              <a:gd name="T13" fmla="*/ 2147483646 h 2448"/>
              <a:gd name="T14" fmla="*/ 2147483646 w 2124"/>
              <a:gd name="T15" fmla="*/ 2147483646 h 2448"/>
              <a:gd name="T16" fmla="*/ 2147483646 w 2124"/>
              <a:gd name="T17" fmla="*/ 2147483646 h 2448"/>
              <a:gd name="T18" fmla="*/ 2147483646 w 2124"/>
              <a:gd name="T19" fmla="*/ 1708665938 h 2448"/>
              <a:gd name="T20" fmla="*/ 2147483646 w 2124"/>
              <a:gd name="T21" fmla="*/ 282257500 h 2448"/>
              <a:gd name="T22" fmla="*/ 2147483646 w 2124"/>
              <a:gd name="T23" fmla="*/ 70564375 h 2448"/>
              <a:gd name="T24" fmla="*/ 423386250 w 2124"/>
              <a:gd name="T25" fmla="*/ 176410938 h 2448"/>
              <a:gd name="T26" fmla="*/ 302418750 w 2124"/>
              <a:gd name="T27" fmla="*/ 1134070313 h 2448"/>
              <a:gd name="T28" fmla="*/ 511590925 w 2124"/>
              <a:gd name="T29" fmla="*/ 1688504688 h 2448"/>
              <a:gd name="T30" fmla="*/ 168849675 w 2124"/>
              <a:gd name="T31" fmla="*/ 2147483646 h 244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124"/>
              <a:gd name="T49" fmla="*/ 0 h 2448"/>
              <a:gd name="T50" fmla="*/ 2124 w 2124"/>
              <a:gd name="T51" fmla="*/ 2448 h 2448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124" h="2448">
                <a:moveTo>
                  <a:pt x="67" y="990"/>
                </a:moveTo>
                <a:cubicBezTo>
                  <a:pt x="27" y="1066"/>
                  <a:pt x="183" y="1206"/>
                  <a:pt x="227" y="1359"/>
                </a:cubicBezTo>
                <a:cubicBezTo>
                  <a:pt x="271" y="1512"/>
                  <a:pt x="333" y="1748"/>
                  <a:pt x="334" y="1911"/>
                </a:cubicBezTo>
                <a:cubicBezTo>
                  <a:pt x="335" y="2074"/>
                  <a:pt x="217" y="2249"/>
                  <a:pt x="233" y="2338"/>
                </a:cubicBezTo>
                <a:cubicBezTo>
                  <a:pt x="249" y="2427"/>
                  <a:pt x="331" y="2448"/>
                  <a:pt x="429" y="2445"/>
                </a:cubicBezTo>
                <a:cubicBezTo>
                  <a:pt x="527" y="2442"/>
                  <a:pt x="679" y="2351"/>
                  <a:pt x="821" y="2321"/>
                </a:cubicBezTo>
                <a:cubicBezTo>
                  <a:pt x="963" y="2291"/>
                  <a:pt x="1110" y="2289"/>
                  <a:pt x="1285" y="2265"/>
                </a:cubicBezTo>
                <a:cubicBezTo>
                  <a:pt x="1460" y="2241"/>
                  <a:pt x="1738" y="2250"/>
                  <a:pt x="1874" y="2174"/>
                </a:cubicBezTo>
                <a:cubicBezTo>
                  <a:pt x="2010" y="2098"/>
                  <a:pt x="2078" y="2060"/>
                  <a:pt x="2101" y="1811"/>
                </a:cubicBezTo>
                <a:cubicBezTo>
                  <a:pt x="2124" y="1562"/>
                  <a:pt x="2044" y="961"/>
                  <a:pt x="2011" y="678"/>
                </a:cubicBezTo>
                <a:cubicBezTo>
                  <a:pt x="1978" y="395"/>
                  <a:pt x="2049" y="220"/>
                  <a:pt x="1902" y="112"/>
                </a:cubicBezTo>
                <a:cubicBezTo>
                  <a:pt x="1755" y="4"/>
                  <a:pt x="1419" y="35"/>
                  <a:pt x="1130" y="28"/>
                </a:cubicBezTo>
                <a:cubicBezTo>
                  <a:pt x="841" y="21"/>
                  <a:pt x="336" y="0"/>
                  <a:pt x="168" y="70"/>
                </a:cubicBezTo>
                <a:cubicBezTo>
                  <a:pt x="0" y="140"/>
                  <a:pt x="114" y="350"/>
                  <a:pt x="120" y="450"/>
                </a:cubicBezTo>
                <a:cubicBezTo>
                  <a:pt x="126" y="550"/>
                  <a:pt x="212" y="580"/>
                  <a:pt x="203" y="670"/>
                </a:cubicBezTo>
                <a:cubicBezTo>
                  <a:pt x="194" y="760"/>
                  <a:pt x="95" y="923"/>
                  <a:pt x="67" y="990"/>
                </a:cubicBezTo>
                <a:close/>
              </a:path>
            </a:pathLst>
          </a:cu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0423" name="Freeform 16">
            <a:extLst>
              <a:ext uri="{FF2B5EF4-FFF2-40B4-BE49-F238E27FC236}">
                <a16:creationId xmlns:a16="http://schemas.microsoft.com/office/drawing/2014/main" id="{97A8263A-BEE2-7235-356E-26E0634990FA}"/>
              </a:ext>
            </a:extLst>
          </p:cNvPr>
          <p:cNvSpPr>
            <a:spLocks/>
          </p:cNvSpPr>
          <p:nvPr/>
        </p:nvSpPr>
        <p:spPr bwMode="auto">
          <a:xfrm>
            <a:off x="4737101" y="52389"/>
            <a:ext cx="2828925" cy="3748087"/>
          </a:xfrm>
          <a:custGeom>
            <a:avLst/>
            <a:gdLst>
              <a:gd name="T0" fmla="*/ 332660625 w 1782"/>
              <a:gd name="T1" fmla="*/ 1577617602 h 2361"/>
              <a:gd name="T2" fmla="*/ 614918125 w 1782"/>
              <a:gd name="T3" fmla="*/ 1083667043 h 2361"/>
              <a:gd name="T4" fmla="*/ 975301263 w 1782"/>
              <a:gd name="T5" fmla="*/ 859372373 h 2361"/>
              <a:gd name="T6" fmla="*/ 1355844063 w 1782"/>
              <a:gd name="T7" fmla="*/ 559474613 h 2361"/>
              <a:gd name="T8" fmla="*/ 2147483646 w 1782"/>
              <a:gd name="T9" fmla="*/ 80644989 h 2361"/>
              <a:gd name="T10" fmla="*/ 2147483646 w 1782"/>
              <a:gd name="T11" fmla="*/ 110886860 h 2361"/>
              <a:gd name="T12" fmla="*/ 2147483646 w 1782"/>
              <a:gd name="T13" fmla="*/ 740925839 h 2361"/>
              <a:gd name="T14" fmla="*/ 2147483646 w 1782"/>
              <a:gd name="T15" fmla="*/ 1607859473 h 2361"/>
              <a:gd name="T16" fmla="*/ 2147483646 w 1782"/>
              <a:gd name="T17" fmla="*/ 2147483646 h 2361"/>
              <a:gd name="T18" fmla="*/ 2147483646 w 1782"/>
              <a:gd name="T19" fmla="*/ 2147483646 h 2361"/>
              <a:gd name="T20" fmla="*/ 2147483646 w 1782"/>
              <a:gd name="T21" fmla="*/ 2147483646 h 2361"/>
              <a:gd name="T22" fmla="*/ 2147483646 w 1782"/>
              <a:gd name="T23" fmla="*/ 2147483646 h 2361"/>
              <a:gd name="T24" fmla="*/ 2147483646 w 1782"/>
              <a:gd name="T25" fmla="*/ 2147483646 h 2361"/>
              <a:gd name="T26" fmla="*/ 2147483646 w 1782"/>
              <a:gd name="T27" fmla="*/ 2147483646 h 2361"/>
              <a:gd name="T28" fmla="*/ 1514614700 w 1782"/>
              <a:gd name="T29" fmla="*/ 2147483646 h 2361"/>
              <a:gd name="T30" fmla="*/ 1305440938 w 1782"/>
              <a:gd name="T31" fmla="*/ 2147483646 h 2361"/>
              <a:gd name="T32" fmla="*/ 645160000 w 1782"/>
              <a:gd name="T33" fmla="*/ 2147483646 h 2361"/>
              <a:gd name="T34" fmla="*/ 599797188 w 1782"/>
              <a:gd name="T35" fmla="*/ 2147483646 h 2361"/>
              <a:gd name="T36" fmla="*/ 93246575 w 1782"/>
              <a:gd name="T37" fmla="*/ 2147483646 h 2361"/>
              <a:gd name="T38" fmla="*/ 47883763 w 1782"/>
              <a:gd name="T39" fmla="*/ 2147483646 h 2361"/>
              <a:gd name="T40" fmla="*/ 332660625 w 1782"/>
              <a:gd name="T41" fmla="*/ 1577617602 h 2361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1782"/>
              <a:gd name="T64" fmla="*/ 0 h 2361"/>
              <a:gd name="T65" fmla="*/ 1782 w 1782"/>
              <a:gd name="T66" fmla="*/ 2361 h 2361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1782" h="2361">
                <a:moveTo>
                  <a:pt x="132" y="626"/>
                </a:moveTo>
                <a:cubicBezTo>
                  <a:pt x="170" y="530"/>
                  <a:pt x="202" y="477"/>
                  <a:pt x="244" y="430"/>
                </a:cubicBezTo>
                <a:cubicBezTo>
                  <a:pt x="286" y="383"/>
                  <a:pt x="338" y="376"/>
                  <a:pt x="387" y="341"/>
                </a:cubicBezTo>
                <a:cubicBezTo>
                  <a:pt x="436" y="306"/>
                  <a:pt x="456" y="273"/>
                  <a:pt x="538" y="222"/>
                </a:cubicBezTo>
                <a:cubicBezTo>
                  <a:pt x="620" y="171"/>
                  <a:pt x="745" y="62"/>
                  <a:pt x="880" y="32"/>
                </a:cubicBezTo>
                <a:cubicBezTo>
                  <a:pt x="1015" y="2"/>
                  <a:pt x="1243" y="0"/>
                  <a:pt x="1349" y="44"/>
                </a:cubicBezTo>
                <a:cubicBezTo>
                  <a:pt x="1455" y="88"/>
                  <a:pt x="1469" y="195"/>
                  <a:pt x="1515" y="294"/>
                </a:cubicBezTo>
                <a:cubicBezTo>
                  <a:pt x="1561" y="393"/>
                  <a:pt x="1629" y="523"/>
                  <a:pt x="1628" y="638"/>
                </a:cubicBezTo>
                <a:cubicBezTo>
                  <a:pt x="1627" y="753"/>
                  <a:pt x="1501" y="860"/>
                  <a:pt x="1509" y="982"/>
                </a:cubicBezTo>
                <a:cubicBezTo>
                  <a:pt x="1517" y="1104"/>
                  <a:pt x="1630" y="1221"/>
                  <a:pt x="1675" y="1368"/>
                </a:cubicBezTo>
                <a:cubicBezTo>
                  <a:pt x="1720" y="1515"/>
                  <a:pt x="1782" y="1717"/>
                  <a:pt x="1782" y="1867"/>
                </a:cubicBezTo>
                <a:cubicBezTo>
                  <a:pt x="1782" y="2017"/>
                  <a:pt x="1746" y="2209"/>
                  <a:pt x="1675" y="2271"/>
                </a:cubicBezTo>
                <a:cubicBezTo>
                  <a:pt x="1604" y="2333"/>
                  <a:pt x="1424" y="2303"/>
                  <a:pt x="1355" y="2241"/>
                </a:cubicBezTo>
                <a:cubicBezTo>
                  <a:pt x="1286" y="2179"/>
                  <a:pt x="1426" y="1921"/>
                  <a:pt x="1260" y="1897"/>
                </a:cubicBezTo>
                <a:cubicBezTo>
                  <a:pt x="1094" y="1873"/>
                  <a:pt x="708" y="1885"/>
                  <a:pt x="601" y="1909"/>
                </a:cubicBezTo>
                <a:cubicBezTo>
                  <a:pt x="494" y="1933"/>
                  <a:pt x="575" y="2222"/>
                  <a:pt x="518" y="2283"/>
                </a:cubicBezTo>
                <a:cubicBezTo>
                  <a:pt x="465" y="2345"/>
                  <a:pt x="303" y="2361"/>
                  <a:pt x="256" y="2277"/>
                </a:cubicBezTo>
                <a:cubicBezTo>
                  <a:pt x="209" y="2193"/>
                  <a:pt x="274" y="1910"/>
                  <a:pt x="238" y="1778"/>
                </a:cubicBezTo>
                <a:cubicBezTo>
                  <a:pt x="202" y="1646"/>
                  <a:pt x="74" y="1616"/>
                  <a:pt x="37" y="1487"/>
                </a:cubicBezTo>
                <a:cubicBezTo>
                  <a:pt x="0" y="1358"/>
                  <a:pt x="3" y="1149"/>
                  <a:pt x="19" y="1006"/>
                </a:cubicBezTo>
                <a:cubicBezTo>
                  <a:pt x="35" y="863"/>
                  <a:pt x="94" y="710"/>
                  <a:pt x="132" y="626"/>
                </a:cubicBezTo>
                <a:close/>
              </a:path>
            </a:pathLst>
          </a:cu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0424" name="Freeform 17">
            <a:extLst>
              <a:ext uri="{FF2B5EF4-FFF2-40B4-BE49-F238E27FC236}">
                <a16:creationId xmlns:a16="http://schemas.microsoft.com/office/drawing/2014/main" id="{1F4269D2-1394-1EAE-9F91-965CFCEE45B3}"/>
              </a:ext>
            </a:extLst>
          </p:cNvPr>
          <p:cNvSpPr>
            <a:spLocks/>
          </p:cNvSpPr>
          <p:nvPr/>
        </p:nvSpPr>
        <p:spPr bwMode="auto">
          <a:xfrm>
            <a:off x="1770063" y="66675"/>
            <a:ext cx="3784600" cy="3708400"/>
          </a:xfrm>
          <a:custGeom>
            <a:avLst/>
            <a:gdLst>
              <a:gd name="T0" fmla="*/ 2147483646 w 2384"/>
              <a:gd name="T1" fmla="*/ 2147483646 h 2336"/>
              <a:gd name="T2" fmla="*/ 2147483646 w 2384"/>
              <a:gd name="T3" fmla="*/ 2147483646 h 2336"/>
              <a:gd name="T4" fmla="*/ 2147483646 w 2384"/>
              <a:gd name="T5" fmla="*/ 2147483646 h 2336"/>
              <a:gd name="T6" fmla="*/ 2147483646 w 2384"/>
              <a:gd name="T7" fmla="*/ 2147483646 h 2336"/>
              <a:gd name="T8" fmla="*/ 2147483646 w 2384"/>
              <a:gd name="T9" fmla="*/ 2147483646 h 2336"/>
              <a:gd name="T10" fmla="*/ 2147483646 w 2384"/>
              <a:gd name="T11" fmla="*/ 1436489063 h 2336"/>
              <a:gd name="T12" fmla="*/ 2147483646 w 2384"/>
              <a:gd name="T13" fmla="*/ 688003450 h 2336"/>
              <a:gd name="T14" fmla="*/ 2147483646 w 2384"/>
              <a:gd name="T15" fmla="*/ 642639050 h 2336"/>
              <a:gd name="T16" fmla="*/ 2147483646 w 2384"/>
              <a:gd name="T17" fmla="*/ 118446550 h 2336"/>
              <a:gd name="T18" fmla="*/ 2147483646 w 2384"/>
              <a:gd name="T19" fmla="*/ 88206263 h 2336"/>
              <a:gd name="T20" fmla="*/ 1391126250 w 2384"/>
              <a:gd name="T21" fmla="*/ 209172175 h 2336"/>
              <a:gd name="T22" fmla="*/ 466228113 w 2384"/>
              <a:gd name="T23" fmla="*/ 1335682813 h 2336"/>
              <a:gd name="T24" fmla="*/ 352821875 w 2384"/>
              <a:gd name="T25" fmla="*/ 2147483646 h 2336"/>
              <a:gd name="T26" fmla="*/ 118446550 w 2384"/>
              <a:gd name="T27" fmla="*/ 2147483646 h 2336"/>
              <a:gd name="T28" fmla="*/ 1060984988 w 2384"/>
              <a:gd name="T29" fmla="*/ 2147483646 h 2336"/>
              <a:gd name="T30" fmla="*/ 1630540300 w 2384"/>
              <a:gd name="T31" fmla="*/ 2147483646 h 2336"/>
              <a:gd name="T32" fmla="*/ 2147483646 w 2384"/>
              <a:gd name="T33" fmla="*/ 2147483646 h 2336"/>
              <a:gd name="T34" fmla="*/ 2147483646 w 2384"/>
              <a:gd name="T35" fmla="*/ 2147483646 h 23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2384"/>
              <a:gd name="T55" fmla="*/ 0 h 2336"/>
              <a:gd name="T56" fmla="*/ 2384 w 2384"/>
              <a:gd name="T57" fmla="*/ 2336 h 23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2384" h="2336">
                <a:moveTo>
                  <a:pt x="1401" y="2054"/>
                </a:moveTo>
                <a:cubicBezTo>
                  <a:pt x="1552" y="2098"/>
                  <a:pt x="1676" y="2257"/>
                  <a:pt x="1787" y="2292"/>
                </a:cubicBezTo>
                <a:cubicBezTo>
                  <a:pt x="1898" y="2327"/>
                  <a:pt x="2023" y="2336"/>
                  <a:pt x="2066" y="2262"/>
                </a:cubicBezTo>
                <a:cubicBezTo>
                  <a:pt x="2109" y="2188"/>
                  <a:pt x="2098" y="1979"/>
                  <a:pt x="2048" y="1846"/>
                </a:cubicBezTo>
                <a:cubicBezTo>
                  <a:pt x="1998" y="1713"/>
                  <a:pt x="1789" y="1673"/>
                  <a:pt x="1763" y="1460"/>
                </a:cubicBezTo>
                <a:cubicBezTo>
                  <a:pt x="1737" y="1247"/>
                  <a:pt x="1816" y="768"/>
                  <a:pt x="1894" y="570"/>
                </a:cubicBezTo>
                <a:cubicBezTo>
                  <a:pt x="1972" y="372"/>
                  <a:pt x="2173" y="325"/>
                  <a:pt x="2232" y="273"/>
                </a:cubicBezTo>
                <a:cubicBezTo>
                  <a:pt x="2291" y="221"/>
                  <a:pt x="2246" y="293"/>
                  <a:pt x="2250" y="255"/>
                </a:cubicBezTo>
                <a:cubicBezTo>
                  <a:pt x="2254" y="217"/>
                  <a:pt x="2384" y="84"/>
                  <a:pt x="2256" y="47"/>
                </a:cubicBezTo>
                <a:cubicBezTo>
                  <a:pt x="2128" y="10"/>
                  <a:pt x="1768" y="29"/>
                  <a:pt x="1484" y="35"/>
                </a:cubicBezTo>
                <a:cubicBezTo>
                  <a:pt x="1200" y="41"/>
                  <a:pt x="769" y="0"/>
                  <a:pt x="552" y="83"/>
                </a:cubicBezTo>
                <a:cubicBezTo>
                  <a:pt x="335" y="166"/>
                  <a:pt x="254" y="380"/>
                  <a:pt x="185" y="530"/>
                </a:cubicBezTo>
                <a:cubicBezTo>
                  <a:pt x="116" y="680"/>
                  <a:pt x="163" y="777"/>
                  <a:pt x="140" y="984"/>
                </a:cubicBezTo>
                <a:cubicBezTo>
                  <a:pt x="117" y="1191"/>
                  <a:pt x="0" y="1628"/>
                  <a:pt x="47" y="1775"/>
                </a:cubicBezTo>
                <a:cubicBezTo>
                  <a:pt x="94" y="1922"/>
                  <a:pt x="321" y="1833"/>
                  <a:pt x="421" y="1864"/>
                </a:cubicBezTo>
                <a:cubicBezTo>
                  <a:pt x="521" y="1895"/>
                  <a:pt x="571" y="1931"/>
                  <a:pt x="647" y="1959"/>
                </a:cubicBezTo>
                <a:cubicBezTo>
                  <a:pt x="723" y="1987"/>
                  <a:pt x="752" y="2014"/>
                  <a:pt x="878" y="2030"/>
                </a:cubicBezTo>
                <a:cubicBezTo>
                  <a:pt x="1004" y="2046"/>
                  <a:pt x="1292" y="2049"/>
                  <a:pt x="1401" y="2054"/>
                </a:cubicBezTo>
                <a:close/>
              </a:path>
            </a:pathLst>
          </a:cu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0425" name="Rectangle 18">
            <a:extLst>
              <a:ext uri="{FF2B5EF4-FFF2-40B4-BE49-F238E27FC236}">
                <a16:creationId xmlns:a16="http://schemas.microsoft.com/office/drawing/2014/main" id="{F8CA1879-AE04-5B26-AE09-8F5413547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7151" y="3921126"/>
            <a:ext cx="2182813" cy="17891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1800">
              <a:latin typeface="Arial" panose="020B0604020202020204" pitchFamily="34" charset="0"/>
            </a:endParaRPr>
          </a:p>
        </p:txBody>
      </p:sp>
      <p:grpSp>
        <p:nvGrpSpPr>
          <p:cNvPr id="60426" name="Group 19">
            <a:extLst>
              <a:ext uri="{FF2B5EF4-FFF2-40B4-BE49-F238E27FC236}">
                <a16:creationId xmlns:a16="http://schemas.microsoft.com/office/drawing/2014/main" id="{A08D9A03-F9A9-C0CE-3010-FB5AFAD138C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68850" y="5495926"/>
            <a:ext cx="723900" cy="460375"/>
            <a:chOff x="3312" y="2160"/>
            <a:chExt cx="960" cy="528"/>
          </a:xfrm>
        </p:grpSpPr>
        <p:grpSp>
          <p:nvGrpSpPr>
            <p:cNvPr id="60715" name="Group 20">
              <a:extLst>
                <a:ext uri="{FF2B5EF4-FFF2-40B4-BE49-F238E27FC236}">
                  <a16:creationId xmlns:a16="http://schemas.microsoft.com/office/drawing/2014/main" id="{281CB50B-F03A-8204-433F-729DE6B4EE7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60717" name="AutoShape 21">
                <a:extLst>
                  <a:ext uri="{FF2B5EF4-FFF2-40B4-BE49-F238E27FC236}">
                    <a16:creationId xmlns:a16="http://schemas.microsoft.com/office/drawing/2014/main" id="{71F515B7-335A-D555-739C-4FD2F6A54C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60718" name="Group 22">
                <a:extLst>
                  <a:ext uri="{FF2B5EF4-FFF2-40B4-BE49-F238E27FC236}">
                    <a16:creationId xmlns:a16="http://schemas.microsoft.com/office/drawing/2014/main" id="{308A3E80-1351-92C5-A42B-E2B5979A10F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60719" name="Group 23">
                  <a:extLst>
                    <a:ext uri="{FF2B5EF4-FFF2-40B4-BE49-F238E27FC236}">
                      <a16:creationId xmlns:a16="http://schemas.microsoft.com/office/drawing/2014/main" id="{283E2373-6B52-DD34-41D5-9E03D98BDA7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60729" name="Freeform 24">
                    <a:extLst>
                      <a:ext uri="{FF2B5EF4-FFF2-40B4-BE49-F238E27FC236}">
                        <a16:creationId xmlns:a16="http://schemas.microsoft.com/office/drawing/2014/main" id="{EAD87E71-9B21-0BED-F7A6-A757805FEC0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30" name="Freeform 25">
                    <a:extLst>
                      <a:ext uri="{FF2B5EF4-FFF2-40B4-BE49-F238E27FC236}">
                        <a16:creationId xmlns:a16="http://schemas.microsoft.com/office/drawing/2014/main" id="{00EBB99B-AE93-0AB9-5978-4276B3FD2A0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31" name="Freeform 26">
                    <a:extLst>
                      <a:ext uri="{FF2B5EF4-FFF2-40B4-BE49-F238E27FC236}">
                        <a16:creationId xmlns:a16="http://schemas.microsoft.com/office/drawing/2014/main" id="{8367035D-81BF-477C-AC4E-1B87565D9AA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32" name="Freeform 27">
                    <a:extLst>
                      <a:ext uri="{FF2B5EF4-FFF2-40B4-BE49-F238E27FC236}">
                        <a16:creationId xmlns:a16="http://schemas.microsoft.com/office/drawing/2014/main" id="{9DA8D004-3DE0-AF7F-F8FB-BB5EC6CBB1E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33" name="Freeform 28">
                    <a:extLst>
                      <a:ext uri="{FF2B5EF4-FFF2-40B4-BE49-F238E27FC236}">
                        <a16:creationId xmlns:a16="http://schemas.microsoft.com/office/drawing/2014/main" id="{AD85EFDA-C6BA-5F23-9975-4FD30B130F2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34" name="Freeform 29">
                    <a:extLst>
                      <a:ext uri="{FF2B5EF4-FFF2-40B4-BE49-F238E27FC236}">
                        <a16:creationId xmlns:a16="http://schemas.microsoft.com/office/drawing/2014/main" id="{5C749011-6549-0D74-731A-9BE4F9B39D5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35" name="Freeform 30">
                    <a:extLst>
                      <a:ext uri="{FF2B5EF4-FFF2-40B4-BE49-F238E27FC236}">
                        <a16:creationId xmlns:a16="http://schemas.microsoft.com/office/drawing/2014/main" id="{FE8C8B8D-3906-95FF-36FD-C62B31A165C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36" name="Freeform 31">
                    <a:extLst>
                      <a:ext uri="{FF2B5EF4-FFF2-40B4-BE49-F238E27FC236}">
                        <a16:creationId xmlns:a16="http://schemas.microsoft.com/office/drawing/2014/main" id="{5524B618-C2CB-B33A-684C-7672FB3F992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60720" name="Group 32">
                  <a:extLst>
                    <a:ext uri="{FF2B5EF4-FFF2-40B4-BE49-F238E27FC236}">
                      <a16:creationId xmlns:a16="http://schemas.microsoft.com/office/drawing/2014/main" id="{74B6ADEF-0542-13AB-39D9-E8D2C83F9E8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60721" name="Freeform 33">
                    <a:extLst>
                      <a:ext uri="{FF2B5EF4-FFF2-40B4-BE49-F238E27FC236}">
                        <a16:creationId xmlns:a16="http://schemas.microsoft.com/office/drawing/2014/main" id="{2195A1FF-8CED-10FD-0FCC-C6B4F92E4A3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22" name="Freeform 34">
                    <a:extLst>
                      <a:ext uri="{FF2B5EF4-FFF2-40B4-BE49-F238E27FC236}">
                        <a16:creationId xmlns:a16="http://schemas.microsoft.com/office/drawing/2014/main" id="{924F04FB-E601-0313-AAD3-0D9B141259F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23" name="Freeform 35">
                    <a:extLst>
                      <a:ext uri="{FF2B5EF4-FFF2-40B4-BE49-F238E27FC236}">
                        <a16:creationId xmlns:a16="http://schemas.microsoft.com/office/drawing/2014/main" id="{BC75D5F2-3EA1-9C26-F4C9-6FF2FFC6F99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24" name="Freeform 36">
                    <a:extLst>
                      <a:ext uri="{FF2B5EF4-FFF2-40B4-BE49-F238E27FC236}">
                        <a16:creationId xmlns:a16="http://schemas.microsoft.com/office/drawing/2014/main" id="{B936B503-953C-0B44-2FE2-9E1BC2696C6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25" name="Freeform 37">
                    <a:extLst>
                      <a:ext uri="{FF2B5EF4-FFF2-40B4-BE49-F238E27FC236}">
                        <a16:creationId xmlns:a16="http://schemas.microsoft.com/office/drawing/2014/main" id="{D87AB83C-9ACF-283B-D57B-31B46E8F387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26" name="Freeform 38">
                    <a:extLst>
                      <a:ext uri="{FF2B5EF4-FFF2-40B4-BE49-F238E27FC236}">
                        <a16:creationId xmlns:a16="http://schemas.microsoft.com/office/drawing/2014/main" id="{332305F3-81B5-BB7A-2DD3-57C43EA07C9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27" name="Freeform 39">
                    <a:extLst>
                      <a:ext uri="{FF2B5EF4-FFF2-40B4-BE49-F238E27FC236}">
                        <a16:creationId xmlns:a16="http://schemas.microsoft.com/office/drawing/2014/main" id="{7B61E8EB-9F42-D921-FA86-E14CF82D945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28" name="Freeform 40">
                    <a:extLst>
                      <a:ext uri="{FF2B5EF4-FFF2-40B4-BE49-F238E27FC236}">
                        <a16:creationId xmlns:a16="http://schemas.microsoft.com/office/drawing/2014/main" id="{1891C93E-A97D-1845-7707-92A7C52DE7E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60716" name="WordArt 41">
              <a:extLst>
                <a:ext uri="{FF2B5EF4-FFF2-40B4-BE49-F238E27FC236}">
                  <a16:creationId xmlns:a16="http://schemas.microsoft.com/office/drawing/2014/main" id="{12968D5A-D186-BDD1-B174-CBC5B768BCAD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bb4  </a:t>
              </a:r>
            </a:p>
          </p:txBody>
        </p:sp>
      </p:grpSp>
      <p:sp>
        <p:nvSpPr>
          <p:cNvPr id="60427" name="Line 42">
            <a:extLst>
              <a:ext uri="{FF2B5EF4-FFF2-40B4-BE49-F238E27FC236}">
                <a16:creationId xmlns:a16="http://schemas.microsoft.com/office/drawing/2014/main" id="{A3E264C0-4BDD-A204-459D-C6E67738920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8075" y="3921125"/>
            <a:ext cx="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60428" name="Group 43">
            <a:extLst>
              <a:ext uri="{FF2B5EF4-FFF2-40B4-BE49-F238E27FC236}">
                <a16:creationId xmlns:a16="http://schemas.microsoft.com/office/drawing/2014/main" id="{BC8FA202-E00B-4779-C682-08CE00A9ECF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832475" y="4584701"/>
            <a:ext cx="723900" cy="460375"/>
            <a:chOff x="3312" y="2160"/>
            <a:chExt cx="960" cy="528"/>
          </a:xfrm>
        </p:grpSpPr>
        <p:grpSp>
          <p:nvGrpSpPr>
            <p:cNvPr id="60693" name="Group 44">
              <a:extLst>
                <a:ext uri="{FF2B5EF4-FFF2-40B4-BE49-F238E27FC236}">
                  <a16:creationId xmlns:a16="http://schemas.microsoft.com/office/drawing/2014/main" id="{F5513EB4-53DF-CA9E-2321-8CBE1B98585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60695" name="AutoShape 45">
                <a:extLst>
                  <a:ext uri="{FF2B5EF4-FFF2-40B4-BE49-F238E27FC236}">
                    <a16:creationId xmlns:a16="http://schemas.microsoft.com/office/drawing/2014/main" id="{6467C3EE-DA66-625C-19F6-8B7168641C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60696" name="Group 46">
                <a:extLst>
                  <a:ext uri="{FF2B5EF4-FFF2-40B4-BE49-F238E27FC236}">
                    <a16:creationId xmlns:a16="http://schemas.microsoft.com/office/drawing/2014/main" id="{7EBB6A65-F233-834A-ECE7-C076A38084A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60697" name="Group 47">
                  <a:extLst>
                    <a:ext uri="{FF2B5EF4-FFF2-40B4-BE49-F238E27FC236}">
                      <a16:creationId xmlns:a16="http://schemas.microsoft.com/office/drawing/2014/main" id="{AB230051-E0F5-60AA-C76E-7BD29AC18B7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60707" name="Freeform 48">
                    <a:extLst>
                      <a:ext uri="{FF2B5EF4-FFF2-40B4-BE49-F238E27FC236}">
                        <a16:creationId xmlns:a16="http://schemas.microsoft.com/office/drawing/2014/main" id="{7BE67CCC-FFE9-4764-B4DD-12275AF7270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08" name="Freeform 49">
                    <a:extLst>
                      <a:ext uri="{FF2B5EF4-FFF2-40B4-BE49-F238E27FC236}">
                        <a16:creationId xmlns:a16="http://schemas.microsoft.com/office/drawing/2014/main" id="{89D23760-A0D5-5A8C-0794-A203DE94BF9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09" name="Freeform 50">
                    <a:extLst>
                      <a:ext uri="{FF2B5EF4-FFF2-40B4-BE49-F238E27FC236}">
                        <a16:creationId xmlns:a16="http://schemas.microsoft.com/office/drawing/2014/main" id="{250F70D4-7054-BB07-AA11-70298F858E4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10" name="Freeform 51">
                    <a:extLst>
                      <a:ext uri="{FF2B5EF4-FFF2-40B4-BE49-F238E27FC236}">
                        <a16:creationId xmlns:a16="http://schemas.microsoft.com/office/drawing/2014/main" id="{88420AA7-E0AA-FA7D-011B-EA65466C07E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11" name="Freeform 52">
                    <a:extLst>
                      <a:ext uri="{FF2B5EF4-FFF2-40B4-BE49-F238E27FC236}">
                        <a16:creationId xmlns:a16="http://schemas.microsoft.com/office/drawing/2014/main" id="{00D5F59C-BE7D-8A4B-B324-EEA31FEE7BF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12" name="Freeform 53">
                    <a:extLst>
                      <a:ext uri="{FF2B5EF4-FFF2-40B4-BE49-F238E27FC236}">
                        <a16:creationId xmlns:a16="http://schemas.microsoft.com/office/drawing/2014/main" id="{DA5522C6-6DFC-4C44-BE3B-6E63B2842F7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13" name="Freeform 54">
                    <a:extLst>
                      <a:ext uri="{FF2B5EF4-FFF2-40B4-BE49-F238E27FC236}">
                        <a16:creationId xmlns:a16="http://schemas.microsoft.com/office/drawing/2014/main" id="{41B6280A-65C2-8C4A-BBB9-7A67548ADEC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14" name="Freeform 55">
                    <a:extLst>
                      <a:ext uri="{FF2B5EF4-FFF2-40B4-BE49-F238E27FC236}">
                        <a16:creationId xmlns:a16="http://schemas.microsoft.com/office/drawing/2014/main" id="{272F462C-E423-C860-2A60-0B7CD1B3B3B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60698" name="Group 56">
                  <a:extLst>
                    <a:ext uri="{FF2B5EF4-FFF2-40B4-BE49-F238E27FC236}">
                      <a16:creationId xmlns:a16="http://schemas.microsoft.com/office/drawing/2014/main" id="{0F2B575F-6C74-3C80-78AE-8DE7C9B05AA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60699" name="Freeform 57">
                    <a:extLst>
                      <a:ext uri="{FF2B5EF4-FFF2-40B4-BE49-F238E27FC236}">
                        <a16:creationId xmlns:a16="http://schemas.microsoft.com/office/drawing/2014/main" id="{0F586660-0022-0B88-FE38-80CED93D589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00" name="Freeform 58">
                    <a:extLst>
                      <a:ext uri="{FF2B5EF4-FFF2-40B4-BE49-F238E27FC236}">
                        <a16:creationId xmlns:a16="http://schemas.microsoft.com/office/drawing/2014/main" id="{FE52FF79-3D56-DBE4-87F0-E2F6357F884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01" name="Freeform 59">
                    <a:extLst>
                      <a:ext uri="{FF2B5EF4-FFF2-40B4-BE49-F238E27FC236}">
                        <a16:creationId xmlns:a16="http://schemas.microsoft.com/office/drawing/2014/main" id="{973C45CC-105F-D234-A0E7-DF0FBC5915A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02" name="Freeform 60">
                    <a:extLst>
                      <a:ext uri="{FF2B5EF4-FFF2-40B4-BE49-F238E27FC236}">
                        <a16:creationId xmlns:a16="http://schemas.microsoft.com/office/drawing/2014/main" id="{00B24A3B-BE8A-626D-CC64-D57CCE9933D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03" name="Freeform 61">
                    <a:extLst>
                      <a:ext uri="{FF2B5EF4-FFF2-40B4-BE49-F238E27FC236}">
                        <a16:creationId xmlns:a16="http://schemas.microsoft.com/office/drawing/2014/main" id="{D965E590-1758-B2CC-D57E-E36B256B201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04" name="Freeform 62">
                    <a:extLst>
                      <a:ext uri="{FF2B5EF4-FFF2-40B4-BE49-F238E27FC236}">
                        <a16:creationId xmlns:a16="http://schemas.microsoft.com/office/drawing/2014/main" id="{45CBFC3C-DE13-662D-C658-6FBECCDBACA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05" name="Freeform 63">
                    <a:extLst>
                      <a:ext uri="{FF2B5EF4-FFF2-40B4-BE49-F238E27FC236}">
                        <a16:creationId xmlns:a16="http://schemas.microsoft.com/office/drawing/2014/main" id="{43F65E89-9204-1797-1749-76D5B9CB633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706" name="Freeform 64">
                    <a:extLst>
                      <a:ext uri="{FF2B5EF4-FFF2-40B4-BE49-F238E27FC236}">
                        <a16:creationId xmlns:a16="http://schemas.microsoft.com/office/drawing/2014/main" id="{E9889F8D-9D51-3225-7CA9-04F8B465FD5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60694" name="WordArt 65">
              <a:extLst>
                <a:ext uri="{FF2B5EF4-FFF2-40B4-BE49-F238E27FC236}">
                  <a16:creationId xmlns:a16="http://schemas.microsoft.com/office/drawing/2014/main" id="{6172F123-38DD-FFE9-D9BB-9BDF7A66D243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bb0  </a:t>
              </a:r>
            </a:p>
          </p:txBody>
        </p:sp>
      </p:grpSp>
      <p:sp>
        <p:nvSpPr>
          <p:cNvPr id="60429" name="AutoShape 66">
            <a:extLst>
              <a:ext uri="{FF2B5EF4-FFF2-40B4-BE49-F238E27FC236}">
                <a16:creationId xmlns:a16="http://schemas.microsoft.com/office/drawing/2014/main" id="{0107D564-CAD8-4744-F49B-3D27B9187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4" y="3876676"/>
            <a:ext cx="1011237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0.0.0.0</a:t>
            </a:r>
          </a:p>
        </p:txBody>
      </p:sp>
      <p:sp>
        <p:nvSpPr>
          <p:cNvPr id="60430" name="Line 67">
            <a:extLst>
              <a:ext uri="{FF2B5EF4-FFF2-40B4-BE49-F238E27FC236}">
                <a16:creationId xmlns:a16="http://schemas.microsoft.com/office/drawing/2014/main" id="{C7FC5A28-0D76-42F7-71BE-7500B33C123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8913" y="1871664"/>
            <a:ext cx="1041400" cy="19208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0431" name="AutoShape 68">
            <a:extLst>
              <a:ext uri="{FF2B5EF4-FFF2-40B4-BE49-F238E27FC236}">
                <a16:creationId xmlns:a16="http://schemas.microsoft.com/office/drawing/2014/main" id="{94F71F3B-5AD2-08D8-9240-A074F3EE2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614" y="157164"/>
            <a:ext cx="1011237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1.1.1.1</a:t>
            </a:r>
          </a:p>
        </p:txBody>
      </p:sp>
      <p:sp>
        <p:nvSpPr>
          <p:cNvPr id="60432" name="AutoShape 69">
            <a:extLst>
              <a:ext uri="{FF2B5EF4-FFF2-40B4-BE49-F238E27FC236}">
                <a16:creationId xmlns:a16="http://schemas.microsoft.com/office/drawing/2014/main" id="{F46DF6BD-36B9-626E-6C03-F8C74FFEF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725" y="225426"/>
            <a:ext cx="1011238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2.2.2.2</a:t>
            </a:r>
          </a:p>
        </p:txBody>
      </p:sp>
      <p:sp>
        <p:nvSpPr>
          <p:cNvPr id="60433" name="AutoShape 70">
            <a:extLst>
              <a:ext uri="{FF2B5EF4-FFF2-40B4-BE49-F238E27FC236}">
                <a16:creationId xmlns:a16="http://schemas.microsoft.com/office/drawing/2014/main" id="{E049F2E7-ED19-73D4-B6D6-A84981F5F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1989" y="44451"/>
            <a:ext cx="1011237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3.3.3.3</a:t>
            </a:r>
          </a:p>
        </p:txBody>
      </p:sp>
      <p:sp>
        <p:nvSpPr>
          <p:cNvPr id="60434" name="Freeform 71">
            <a:extLst>
              <a:ext uri="{FF2B5EF4-FFF2-40B4-BE49-F238E27FC236}">
                <a16:creationId xmlns:a16="http://schemas.microsoft.com/office/drawing/2014/main" id="{F4C6EF8D-85C7-1144-F2F0-C17A4A8AA34A}"/>
              </a:ext>
            </a:extLst>
          </p:cNvPr>
          <p:cNvSpPr>
            <a:spLocks/>
          </p:cNvSpPr>
          <p:nvPr/>
        </p:nvSpPr>
        <p:spPr bwMode="auto">
          <a:xfrm>
            <a:off x="2927350" y="1052514"/>
            <a:ext cx="1081088" cy="720725"/>
          </a:xfrm>
          <a:custGeom>
            <a:avLst/>
            <a:gdLst>
              <a:gd name="T0" fmla="*/ 0 w 681"/>
              <a:gd name="T1" fmla="*/ 0 h 454"/>
              <a:gd name="T2" fmla="*/ 1716227994 w 681"/>
              <a:gd name="T3" fmla="*/ 0 h 454"/>
              <a:gd name="T4" fmla="*/ 1716227994 w 681"/>
              <a:gd name="T5" fmla="*/ 1144150938 h 454"/>
              <a:gd name="T6" fmla="*/ 0 60000 65536"/>
              <a:gd name="T7" fmla="*/ 0 60000 65536"/>
              <a:gd name="T8" fmla="*/ 0 60000 65536"/>
              <a:gd name="T9" fmla="*/ 0 w 681"/>
              <a:gd name="T10" fmla="*/ 0 h 454"/>
              <a:gd name="T11" fmla="*/ 681 w 681"/>
              <a:gd name="T12" fmla="*/ 454 h 4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81" h="454">
                <a:moveTo>
                  <a:pt x="0" y="0"/>
                </a:moveTo>
                <a:lnTo>
                  <a:pt x="681" y="0"/>
                </a:lnTo>
                <a:lnTo>
                  <a:pt x="681" y="454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60435" name="Group 72">
            <a:extLst>
              <a:ext uri="{FF2B5EF4-FFF2-40B4-BE49-F238E27FC236}">
                <a16:creationId xmlns:a16="http://schemas.microsoft.com/office/drawing/2014/main" id="{F75B868C-86BD-EB90-57F7-A3CFE35A55D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636963" y="1512889"/>
            <a:ext cx="723900" cy="460375"/>
            <a:chOff x="3312" y="2160"/>
            <a:chExt cx="960" cy="528"/>
          </a:xfrm>
        </p:grpSpPr>
        <p:grpSp>
          <p:nvGrpSpPr>
            <p:cNvPr id="60671" name="Group 73">
              <a:extLst>
                <a:ext uri="{FF2B5EF4-FFF2-40B4-BE49-F238E27FC236}">
                  <a16:creationId xmlns:a16="http://schemas.microsoft.com/office/drawing/2014/main" id="{127AB861-A57B-975F-17A3-F085F822AFA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60673" name="AutoShape 74">
                <a:extLst>
                  <a:ext uri="{FF2B5EF4-FFF2-40B4-BE49-F238E27FC236}">
                    <a16:creationId xmlns:a16="http://schemas.microsoft.com/office/drawing/2014/main" id="{47BAEE75-8A03-59F8-3254-35D5FAEC03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60674" name="Group 75">
                <a:extLst>
                  <a:ext uri="{FF2B5EF4-FFF2-40B4-BE49-F238E27FC236}">
                    <a16:creationId xmlns:a16="http://schemas.microsoft.com/office/drawing/2014/main" id="{1E35433A-C049-39BA-C355-2BA91313C77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60675" name="Group 76">
                  <a:extLst>
                    <a:ext uri="{FF2B5EF4-FFF2-40B4-BE49-F238E27FC236}">
                      <a16:creationId xmlns:a16="http://schemas.microsoft.com/office/drawing/2014/main" id="{1A05A16F-752B-9A1F-C6E8-6518A1A0214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60685" name="Freeform 77">
                    <a:extLst>
                      <a:ext uri="{FF2B5EF4-FFF2-40B4-BE49-F238E27FC236}">
                        <a16:creationId xmlns:a16="http://schemas.microsoft.com/office/drawing/2014/main" id="{61A33DD1-09D1-FB3A-859A-ED63AD7EF7E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86" name="Freeform 78">
                    <a:extLst>
                      <a:ext uri="{FF2B5EF4-FFF2-40B4-BE49-F238E27FC236}">
                        <a16:creationId xmlns:a16="http://schemas.microsoft.com/office/drawing/2014/main" id="{EA941612-01E9-2C88-48E2-3845F871DB6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87" name="Freeform 79">
                    <a:extLst>
                      <a:ext uri="{FF2B5EF4-FFF2-40B4-BE49-F238E27FC236}">
                        <a16:creationId xmlns:a16="http://schemas.microsoft.com/office/drawing/2014/main" id="{5F540F5C-80A3-6F43-2A35-3AD4CF35213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88" name="Freeform 80">
                    <a:extLst>
                      <a:ext uri="{FF2B5EF4-FFF2-40B4-BE49-F238E27FC236}">
                        <a16:creationId xmlns:a16="http://schemas.microsoft.com/office/drawing/2014/main" id="{74D0DB94-7B64-2657-684C-E9D0858AB4C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89" name="Freeform 81">
                    <a:extLst>
                      <a:ext uri="{FF2B5EF4-FFF2-40B4-BE49-F238E27FC236}">
                        <a16:creationId xmlns:a16="http://schemas.microsoft.com/office/drawing/2014/main" id="{D32AA6BD-45D5-658A-0432-B6796AC081C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90" name="Freeform 82">
                    <a:extLst>
                      <a:ext uri="{FF2B5EF4-FFF2-40B4-BE49-F238E27FC236}">
                        <a16:creationId xmlns:a16="http://schemas.microsoft.com/office/drawing/2014/main" id="{8A5B1F97-517F-2534-CAAB-9EFEDBD64C1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91" name="Freeform 83">
                    <a:extLst>
                      <a:ext uri="{FF2B5EF4-FFF2-40B4-BE49-F238E27FC236}">
                        <a16:creationId xmlns:a16="http://schemas.microsoft.com/office/drawing/2014/main" id="{9A0FB2EB-90DE-AC45-3D70-4A2F3F8AA7F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92" name="Freeform 84">
                    <a:extLst>
                      <a:ext uri="{FF2B5EF4-FFF2-40B4-BE49-F238E27FC236}">
                        <a16:creationId xmlns:a16="http://schemas.microsoft.com/office/drawing/2014/main" id="{857D64F8-B39E-70B0-9D03-80485CDECAD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60676" name="Group 85">
                  <a:extLst>
                    <a:ext uri="{FF2B5EF4-FFF2-40B4-BE49-F238E27FC236}">
                      <a16:creationId xmlns:a16="http://schemas.microsoft.com/office/drawing/2014/main" id="{009E5D64-24B3-156A-5077-4687374A21A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60677" name="Freeform 86">
                    <a:extLst>
                      <a:ext uri="{FF2B5EF4-FFF2-40B4-BE49-F238E27FC236}">
                        <a16:creationId xmlns:a16="http://schemas.microsoft.com/office/drawing/2014/main" id="{3923EBAA-F0E5-FA29-F242-E8E8CF819F3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78" name="Freeform 87">
                    <a:extLst>
                      <a:ext uri="{FF2B5EF4-FFF2-40B4-BE49-F238E27FC236}">
                        <a16:creationId xmlns:a16="http://schemas.microsoft.com/office/drawing/2014/main" id="{28622E04-B212-DEFC-0687-16D25DD19D7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79" name="Freeform 88">
                    <a:extLst>
                      <a:ext uri="{FF2B5EF4-FFF2-40B4-BE49-F238E27FC236}">
                        <a16:creationId xmlns:a16="http://schemas.microsoft.com/office/drawing/2014/main" id="{EA61058A-F419-EC79-6A3A-65EDE7B71E1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80" name="Freeform 89">
                    <a:extLst>
                      <a:ext uri="{FF2B5EF4-FFF2-40B4-BE49-F238E27FC236}">
                        <a16:creationId xmlns:a16="http://schemas.microsoft.com/office/drawing/2014/main" id="{9BC08513-77CC-B6C3-A91D-95472AEC974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81" name="Freeform 90">
                    <a:extLst>
                      <a:ext uri="{FF2B5EF4-FFF2-40B4-BE49-F238E27FC236}">
                        <a16:creationId xmlns:a16="http://schemas.microsoft.com/office/drawing/2014/main" id="{6781D4B7-DA9D-7EAE-1D1A-398D455F875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82" name="Freeform 91">
                    <a:extLst>
                      <a:ext uri="{FF2B5EF4-FFF2-40B4-BE49-F238E27FC236}">
                        <a16:creationId xmlns:a16="http://schemas.microsoft.com/office/drawing/2014/main" id="{1A4E8627-0505-3612-F11D-0361730547B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83" name="Freeform 92">
                    <a:extLst>
                      <a:ext uri="{FF2B5EF4-FFF2-40B4-BE49-F238E27FC236}">
                        <a16:creationId xmlns:a16="http://schemas.microsoft.com/office/drawing/2014/main" id="{5CCF1E7C-CBF3-F4A3-B63E-106F26E4360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84" name="Freeform 93">
                    <a:extLst>
                      <a:ext uri="{FF2B5EF4-FFF2-40B4-BE49-F238E27FC236}">
                        <a16:creationId xmlns:a16="http://schemas.microsoft.com/office/drawing/2014/main" id="{50972628-DAA8-BFCB-4806-8EB68974CC3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60672" name="WordArt 94">
              <a:extLst>
                <a:ext uri="{FF2B5EF4-FFF2-40B4-BE49-F238E27FC236}">
                  <a16:creationId xmlns:a16="http://schemas.microsoft.com/office/drawing/2014/main" id="{B68FB397-879A-222A-068F-8DD32EA35BC5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r1  </a:t>
              </a:r>
            </a:p>
          </p:txBody>
        </p:sp>
      </p:grpSp>
      <p:grpSp>
        <p:nvGrpSpPr>
          <p:cNvPr id="60436" name="Group 95">
            <a:extLst>
              <a:ext uri="{FF2B5EF4-FFF2-40B4-BE49-F238E27FC236}">
                <a16:creationId xmlns:a16="http://schemas.microsoft.com/office/drawing/2014/main" id="{20405E50-41C3-38A8-A9EE-8F8BCA15DC8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24125" y="881064"/>
            <a:ext cx="723900" cy="460375"/>
            <a:chOff x="3312" y="2160"/>
            <a:chExt cx="960" cy="528"/>
          </a:xfrm>
        </p:grpSpPr>
        <p:grpSp>
          <p:nvGrpSpPr>
            <p:cNvPr id="60649" name="Group 96">
              <a:extLst>
                <a:ext uri="{FF2B5EF4-FFF2-40B4-BE49-F238E27FC236}">
                  <a16:creationId xmlns:a16="http://schemas.microsoft.com/office/drawing/2014/main" id="{8295F736-07A2-14B7-E3D4-05F035C9782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60651" name="AutoShape 97">
                <a:extLst>
                  <a:ext uri="{FF2B5EF4-FFF2-40B4-BE49-F238E27FC236}">
                    <a16:creationId xmlns:a16="http://schemas.microsoft.com/office/drawing/2014/main" id="{1C589178-BBAE-D949-BC9D-CD757FEB24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60652" name="Group 98">
                <a:extLst>
                  <a:ext uri="{FF2B5EF4-FFF2-40B4-BE49-F238E27FC236}">
                    <a16:creationId xmlns:a16="http://schemas.microsoft.com/office/drawing/2014/main" id="{4A3B35C2-AB77-0BDC-ACC9-BE6AAB62489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60653" name="Group 99">
                  <a:extLst>
                    <a:ext uri="{FF2B5EF4-FFF2-40B4-BE49-F238E27FC236}">
                      <a16:creationId xmlns:a16="http://schemas.microsoft.com/office/drawing/2014/main" id="{CD4BD82C-1DBD-9957-CE9F-B395DE435A5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60663" name="Freeform 100">
                    <a:extLst>
                      <a:ext uri="{FF2B5EF4-FFF2-40B4-BE49-F238E27FC236}">
                        <a16:creationId xmlns:a16="http://schemas.microsoft.com/office/drawing/2014/main" id="{35B56A70-A3E0-4788-B2BF-377139B0FB2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64" name="Freeform 101">
                    <a:extLst>
                      <a:ext uri="{FF2B5EF4-FFF2-40B4-BE49-F238E27FC236}">
                        <a16:creationId xmlns:a16="http://schemas.microsoft.com/office/drawing/2014/main" id="{A02A24C1-C462-EF2C-8F31-045BCFEFA3D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65" name="Freeform 102">
                    <a:extLst>
                      <a:ext uri="{FF2B5EF4-FFF2-40B4-BE49-F238E27FC236}">
                        <a16:creationId xmlns:a16="http://schemas.microsoft.com/office/drawing/2014/main" id="{480CB96D-A228-5FC8-5E0D-BA21268BCE9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66" name="Freeform 103">
                    <a:extLst>
                      <a:ext uri="{FF2B5EF4-FFF2-40B4-BE49-F238E27FC236}">
                        <a16:creationId xmlns:a16="http://schemas.microsoft.com/office/drawing/2014/main" id="{AED30E0E-C838-AD61-9079-3DA563BA889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67" name="Freeform 104">
                    <a:extLst>
                      <a:ext uri="{FF2B5EF4-FFF2-40B4-BE49-F238E27FC236}">
                        <a16:creationId xmlns:a16="http://schemas.microsoft.com/office/drawing/2014/main" id="{D83FA7D9-8112-83FB-785B-09208A51969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68" name="Freeform 105">
                    <a:extLst>
                      <a:ext uri="{FF2B5EF4-FFF2-40B4-BE49-F238E27FC236}">
                        <a16:creationId xmlns:a16="http://schemas.microsoft.com/office/drawing/2014/main" id="{367EE7A6-CBD5-6C02-6F55-469746FF146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69" name="Freeform 106">
                    <a:extLst>
                      <a:ext uri="{FF2B5EF4-FFF2-40B4-BE49-F238E27FC236}">
                        <a16:creationId xmlns:a16="http://schemas.microsoft.com/office/drawing/2014/main" id="{700F6BB9-8C0D-8F25-0551-97B7F487FA6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70" name="Freeform 107">
                    <a:extLst>
                      <a:ext uri="{FF2B5EF4-FFF2-40B4-BE49-F238E27FC236}">
                        <a16:creationId xmlns:a16="http://schemas.microsoft.com/office/drawing/2014/main" id="{489EDFCD-20B3-0235-DCE5-AD4933EBC9D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60654" name="Group 108">
                  <a:extLst>
                    <a:ext uri="{FF2B5EF4-FFF2-40B4-BE49-F238E27FC236}">
                      <a16:creationId xmlns:a16="http://schemas.microsoft.com/office/drawing/2014/main" id="{4854C37C-F3C7-ED56-1333-601CC8587B9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60655" name="Freeform 109">
                    <a:extLst>
                      <a:ext uri="{FF2B5EF4-FFF2-40B4-BE49-F238E27FC236}">
                        <a16:creationId xmlns:a16="http://schemas.microsoft.com/office/drawing/2014/main" id="{44182B72-BC9B-A493-50E0-7E94EEC1AC3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56" name="Freeform 110">
                    <a:extLst>
                      <a:ext uri="{FF2B5EF4-FFF2-40B4-BE49-F238E27FC236}">
                        <a16:creationId xmlns:a16="http://schemas.microsoft.com/office/drawing/2014/main" id="{293FF4B3-B304-58F9-A0C8-4501BB42C51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57" name="Freeform 111">
                    <a:extLst>
                      <a:ext uri="{FF2B5EF4-FFF2-40B4-BE49-F238E27FC236}">
                        <a16:creationId xmlns:a16="http://schemas.microsoft.com/office/drawing/2014/main" id="{4731A10B-71D3-1E50-C335-AD2CD02D078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58" name="Freeform 112">
                    <a:extLst>
                      <a:ext uri="{FF2B5EF4-FFF2-40B4-BE49-F238E27FC236}">
                        <a16:creationId xmlns:a16="http://schemas.microsoft.com/office/drawing/2014/main" id="{73E251F5-5BFC-63A2-A9A3-FAC69CEF182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59" name="Freeform 113">
                    <a:extLst>
                      <a:ext uri="{FF2B5EF4-FFF2-40B4-BE49-F238E27FC236}">
                        <a16:creationId xmlns:a16="http://schemas.microsoft.com/office/drawing/2014/main" id="{34F619A1-3820-C75F-7568-1F6530DFB82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60" name="Freeform 114">
                    <a:extLst>
                      <a:ext uri="{FF2B5EF4-FFF2-40B4-BE49-F238E27FC236}">
                        <a16:creationId xmlns:a16="http://schemas.microsoft.com/office/drawing/2014/main" id="{0B6E9292-8B31-6438-57CD-D7E441F57CE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61" name="Freeform 115">
                    <a:extLst>
                      <a:ext uri="{FF2B5EF4-FFF2-40B4-BE49-F238E27FC236}">
                        <a16:creationId xmlns:a16="http://schemas.microsoft.com/office/drawing/2014/main" id="{6C4227C9-FFA7-CA16-6915-F0F631046DA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62" name="Freeform 116">
                    <a:extLst>
                      <a:ext uri="{FF2B5EF4-FFF2-40B4-BE49-F238E27FC236}">
                        <a16:creationId xmlns:a16="http://schemas.microsoft.com/office/drawing/2014/main" id="{87F385D9-FA84-2F86-7E92-A03EA8DD5EC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60650" name="WordArt 117">
              <a:extLst>
                <a:ext uri="{FF2B5EF4-FFF2-40B4-BE49-F238E27FC236}">
                  <a16:creationId xmlns:a16="http://schemas.microsoft.com/office/drawing/2014/main" id="{B0493141-864D-13A9-E2FF-87615B17D18C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r2  </a:t>
              </a:r>
            </a:p>
          </p:txBody>
        </p:sp>
      </p:grpSp>
      <p:sp>
        <p:nvSpPr>
          <p:cNvPr id="60437" name="Line 118">
            <a:extLst>
              <a:ext uri="{FF2B5EF4-FFF2-40B4-BE49-F238E27FC236}">
                <a16:creationId xmlns:a16="http://schemas.microsoft.com/office/drawing/2014/main" id="{988F3264-5554-A687-474D-5760B421F7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75600" y="836614"/>
            <a:ext cx="1576388" cy="4778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0438" name="Line 119">
            <a:extLst>
              <a:ext uri="{FF2B5EF4-FFF2-40B4-BE49-F238E27FC236}">
                <a16:creationId xmlns:a16="http://schemas.microsoft.com/office/drawing/2014/main" id="{EDBBEAF2-4041-C5A6-4B94-42B72154DDB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0351" y="1368426"/>
            <a:ext cx="1744663" cy="765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0439" name="Line 120">
            <a:extLst>
              <a:ext uri="{FF2B5EF4-FFF2-40B4-BE49-F238E27FC236}">
                <a16:creationId xmlns:a16="http://schemas.microsoft.com/office/drawing/2014/main" id="{CB71E13D-4573-5D46-21CC-84D883814D0E}"/>
              </a:ext>
            </a:extLst>
          </p:cNvPr>
          <p:cNvSpPr>
            <a:spLocks noChangeShapeType="1"/>
          </p:cNvSpPr>
          <p:nvPr/>
        </p:nvSpPr>
        <p:spPr bwMode="auto">
          <a:xfrm>
            <a:off x="9551989" y="836614"/>
            <a:ext cx="1587" cy="1152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60440" name="Group 121">
            <a:extLst>
              <a:ext uri="{FF2B5EF4-FFF2-40B4-BE49-F238E27FC236}">
                <a16:creationId xmlns:a16="http://schemas.microsoft.com/office/drawing/2014/main" id="{BB7FB5BC-3EF4-C73D-E81E-D1B682DD8D8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91625" y="520701"/>
            <a:ext cx="723900" cy="460375"/>
            <a:chOff x="3312" y="2160"/>
            <a:chExt cx="960" cy="528"/>
          </a:xfrm>
        </p:grpSpPr>
        <p:sp>
          <p:nvSpPr>
            <p:cNvPr id="60629" name="AutoShape 122">
              <a:extLst>
                <a:ext uri="{FF2B5EF4-FFF2-40B4-BE49-F238E27FC236}">
                  <a16:creationId xmlns:a16="http://schemas.microsoft.com/office/drawing/2014/main" id="{15C13E0E-C7C6-DE2A-2B6D-A6901E8656E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12" y="2160"/>
              <a:ext cx="960" cy="528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</p:spPr>
          <p:txBody>
            <a:bodyPr wrap="none" lIns="73025" tIns="36512" rIns="73025" bIns="36512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grpSp>
          <p:nvGrpSpPr>
            <p:cNvPr id="60630" name="Group 123">
              <a:extLst>
                <a:ext uri="{FF2B5EF4-FFF2-40B4-BE49-F238E27FC236}">
                  <a16:creationId xmlns:a16="http://schemas.microsoft.com/office/drawing/2014/main" id="{A91FBADD-716C-9D55-A63C-11CEC0866D6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488" y="2193"/>
              <a:ext cx="599" cy="207"/>
              <a:chOff x="422" y="1632"/>
              <a:chExt cx="829" cy="298"/>
            </a:xfrm>
          </p:grpSpPr>
          <p:grpSp>
            <p:nvGrpSpPr>
              <p:cNvPr id="60631" name="Group 124">
                <a:extLst>
                  <a:ext uri="{FF2B5EF4-FFF2-40B4-BE49-F238E27FC236}">
                    <a16:creationId xmlns:a16="http://schemas.microsoft.com/office/drawing/2014/main" id="{CFA78C7F-D9A1-109C-4B8C-211B3E76183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60641" name="Freeform 125">
                  <a:extLst>
                    <a:ext uri="{FF2B5EF4-FFF2-40B4-BE49-F238E27FC236}">
                      <a16:creationId xmlns:a16="http://schemas.microsoft.com/office/drawing/2014/main" id="{8AD263F7-F61D-C733-6466-9B80E001455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0642" name="Freeform 126">
                  <a:extLst>
                    <a:ext uri="{FF2B5EF4-FFF2-40B4-BE49-F238E27FC236}">
                      <a16:creationId xmlns:a16="http://schemas.microsoft.com/office/drawing/2014/main" id="{1123AEB6-D5EB-40B4-3116-8BF82E770FF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0643" name="Freeform 127">
                  <a:extLst>
                    <a:ext uri="{FF2B5EF4-FFF2-40B4-BE49-F238E27FC236}">
                      <a16:creationId xmlns:a16="http://schemas.microsoft.com/office/drawing/2014/main" id="{2BD80A4F-9493-0EB4-A09D-F3C1CFD84A8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32"/>
                    <a:gd name="T26" fmla="*/ 393 w 393"/>
                    <a:gd name="T27" fmla="*/ 132 h 1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0644" name="Freeform 128">
                  <a:extLst>
                    <a:ext uri="{FF2B5EF4-FFF2-40B4-BE49-F238E27FC236}">
                      <a16:creationId xmlns:a16="http://schemas.microsoft.com/office/drawing/2014/main" id="{270ACE52-5777-52FB-AE0A-DF9CA233951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32"/>
                    <a:gd name="T26" fmla="*/ 393 w 393"/>
                    <a:gd name="T27" fmla="*/ 132 h 1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0645" name="Freeform 129">
                  <a:extLst>
                    <a:ext uri="{FF2B5EF4-FFF2-40B4-BE49-F238E27FC236}">
                      <a16:creationId xmlns:a16="http://schemas.microsoft.com/office/drawing/2014/main" id="{4B40E760-912C-67DD-6337-F4CC2DF0E97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2"/>
                    <a:gd name="T25" fmla="*/ 0 h 125"/>
                    <a:gd name="T26" fmla="*/ 392 w 392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0646" name="Freeform 130">
                  <a:extLst>
                    <a:ext uri="{FF2B5EF4-FFF2-40B4-BE49-F238E27FC236}">
                      <a16:creationId xmlns:a16="http://schemas.microsoft.com/office/drawing/2014/main" id="{5DCCDF43-5042-BE4B-CEC1-6FEE4A8F96E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2"/>
                    <a:gd name="T25" fmla="*/ 0 h 125"/>
                    <a:gd name="T26" fmla="*/ 392 w 392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0647" name="Freeform 131">
                  <a:extLst>
                    <a:ext uri="{FF2B5EF4-FFF2-40B4-BE49-F238E27FC236}">
                      <a16:creationId xmlns:a16="http://schemas.microsoft.com/office/drawing/2014/main" id="{5A59C436-1937-E456-FCEC-2876C8EC109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4"/>
                    <a:gd name="T26" fmla="*/ 393 w 393"/>
                    <a:gd name="T27" fmla="*/ 124 h 1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0648" name="Freeform 132">
                  <a:extLst>
                    <a:ext uri="{FF2B5EF4-FFF2-40B4-BE49-F238E27FC236}">
                      <a16:creationId xmlns:a16="http://schemas.microsoft.com/office/drawing/2014/main" id="{6ABC9D25-1774-BD58-379E-918A96D7866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4"/>
                    <a:gd name="T26" fmla="*/ 393 w 393"/>
                    <a:gd name="T27" fmla="*/ 124 h 1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60632" name="Group 133">
                <a:extLst>
                  <a:ext uri="{FF2B5EF4-FFF2-40B4-BE49-F238E27FC236}">
                    <a16:creationId xmlns:a16="http://schemas.microsoft.com/office/drawing/2014/main" id="{DD92E340-971C-1821-2651-AEFCA3D6EA5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60633" name="Freeform 134">
                  <a:extLst>
                    <a:ext uri="{FF2B5EF4-FFF2-40B4-BE49-F238E27FC236}">
                      <a16:creationId xmlns:a16="http://schemas.microsoft.com/office/drawing/2014/main" id="{C4DF91AB-9DC4-1225-0A98-DFE26F988F3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0634" name="Freeform 135">
                  <a:extLst>
                    <a:ext uri="{FF2B5EF4-FFF2-40B4-BE49-F238E27FC236}">
                      <a16:creationId xmlns:a16="http://schemas.microsoft.com/office/drawing/2014/main" id="{7FE8616E-8C70-2451-B6FD-ACC24DE825A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0635" name="Freeform 136">
                  <a:extLst>
                    <a:ext uri="{FF2B5EF4-FFF2-40B4-BE49-F238E27FC236}">
                      <a16:creationId xmlns:a16="http://schemas.microsoft.com/office/drawing/2014/main" id="{B49F1762-8561-23FB-72B6-E808E9589E4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31"/>
                    <a:gd name="T26" fmla="*/ 393 w 393"/>
                    <a:gd name="T27" fmla="*/ 131 h 131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0636" name="Freeform 137">
                  <a:extLst>
                    <a:ext uri="{FF2B5EF4-FFF2-40B4-BE49-F238E27FC236}">
                      <a16:creationId xmlns:a16="http://schemas.microsoft.com/office/drawing/2014/main" id="{AB885A2E-3160-30A5-53E2-64D4BA7306C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31"/>
                    <a:gd name="T26" fmla="*/ 393 w 393"/>
                    <a:gd name="T27" fmla="*/ 131 h 131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0637" name="Freeform 138">
                  <a:extLst>
                    <a:ext uri="{FF2B5EF4-FFF2-40B4-BE49-F238E27FC236}">
                      <a16:creationId xmlns:a16="http://schemas.microsoft.com/office/drawing/2014/main" id="{E465EBEE-778B-E569-6693-A62B85EFE24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0638" name="Freeform 139">
                  <a:extLst>
                    <a:ext uri="{FF2B5EF4-FFF2-40B4-BE49-F238E27FC236}">
                      <a16:creationId xmlns:a16="http://schemas.microsoft.com/office/drawing/2014/main" id="{36740559-8A21-6380-26AF-C3C6471F899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0639" name="Freeform 140">
                  <a:extLst>
                    <a:ext uri="{FF2B5EF4-FFF2-40B4-BE49-F238E27FC236}">
                      <a16:creationId xmlns:a16="http://schemas.microsoft.com/office/drawing/2014/main" id="{3C394234-0E59-FD85-9218-C82CB0D50F8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2"/>
                    <a:gd name="T25" fmla="*/ 0 h 124"/>
                    <a:gd name="T26" fmla="*/ 392 w 392"/>
                    <a:gd name="T27" fmla="*/ 124 h 1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0640" name="Freeform 141">
                  <a:extLst>
                    <a:ext uri="{FF2B5EF4-FFF2-40B4-BE49-F238E27FC236}">
                      <a16:creationId xmlns:a16="http://schemas.microsoft.com/office/drawing/2014/main" id="{D055140C-BFD2-8DBA-C452-9613E4A57D2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2"/>
                    <a:gd name="T25" fmla="*/ 0 h 124"/>
                    <a:gd name="T26" fmla="*/ 392 w 392"/>
                    <a:gd name="T27" fmla="*/ 124 h 1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</p:grpSp>
      <p:sp>
        <p:nvSpPr>
          <p:cNvPr id="60441" name="WordArt 142">
            <a:extLst>
              <a:ext uri="{FF2B5EF4-FFF2-40B4-BE49-F238E27FC236}">
                <a16:creationId xmlns:a16="http://schemas.microsoft.com/office/drawing/2014/main" id="{81126527-D0FE-DD30-CDD0-1DB7D9C31ECF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9228139" y="709614"/>
            <a:ext cx="650875" cy="225425"/>
          </a:xfrm>
          <a:prstGeom prst="rect">
            <a:avLst/>
          </a:prstGeom>
        </p:spPr>
        <p:txBody>
          <a:bodyPr wrap="none" fromWordArt="1">
            <a:prstTxWarp prst="textCanDown">
              <a:avLst>
                <a:gd name="adj" fmla="val 33333"/>
              </a:avLst>
            </a:prstTxWarp>
          </a:bodyPr>
          <a:lstStyle/>
          <a:p>
            <a:pPr algn="ctr"/>
            <a:r>
              <a:rPr lang="en-GB" sz="1400" kern="10">
                <a:ln w="9525">
                  <a:solidFill>
                    <a:srgbClr val="FFFFFF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r6  </a:t>
            </a:r>
          </a:p>
        </p:txBody>
      </p:sp>
      <p:grpSp>
        <p:nvGrpSpPr>
          <p:cNvPr id="60442" name="Group 143">
            <a:extLst>
              <a:ext uri="{FF2B5EF4-FFF2-40B4-BE49-F238E27FC236}">
                <a16:creationId xmlns:a16="http://schemas.microsoft.com/office/drawing/2014/main" id="{46911A53-9EBA-8517-09C5-A1A0D968F5C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956425" y="5495926"/>
            <a:ext cx="723900" cy="460375"/>
            <a:chOff x="3312" y="2160"/>
            <a:chExt cx="960" cy="528"/>
          </a:xfrm>
        </p:grpSpPr>
        <p:grpSp>
          <p:nvGrpSpPr>
            <p:cNvPr id="60607" name="Group 144">
              <a:extLst>
                <a:ext uri="{FF2B5EF4-FFF2-40B4-BE49-F238E27FC236}">
                  <a16:creationId xmlns:a16="http://schemas.microsoft.com/office/drawing/2014/main" id="{FA0D471B-19BF-5A19-0497-77DDE0D89ED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60609" name="AutoShape 145">
                <a:extLst>
                  <a:ext uri="{FF2B5EF4-FFF2-40B4-BE49-F238E27FC236}">
                    <a16:creationId xmlns:a16="http://schemas.microsoft.com/office/drawing/2014/main" id="{7E35669B-AF99-F87A-A50A-4DF3E1769D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60610" name="Group 146">
                <a:extLst>
                  <a:ext uri="{FF2B5EF4-FFF2-40B4-BE49-F238E27FC236}">
                    <a16:creationId xmlns:a16="http://schemas.microsoft.com/office/drawing/2014/main" id="{0A665B3E-18E0-E294-C3C4-72053063C92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60611" name="Group 147">
                  <a:extLst>
                    <a:ext uri="{FF2B5EF4-FFF2-40B4-BE49-F238E27FC236}">
                      <a16:creationId xmlns:a16="http://schemas.microsoft.com/office/drawing/2014/main" id="{D0533B93-F66E-D5D1-398B-B3CAEB90861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60621" name="Freeform 148">
                    <a:extLst>
                      <a:ext uri="{FF2B5EF4-FFF2-40B4-BE49-F238E27FC236}">
                        <a16:creationId xmlns:a16="http://schemas.microsoft.com/office/drawing/2014/main" id="{1BB413C3-0F54-D89C-886A-3895559AD93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22" name="Freeform 149">
                    <a:extLst>
                      <a:ext uri="{FF2B5EF4-FFF2-40B4-BE49-F238E27FC236}">
                        <a16:creationId xmlns:a16="http://schemas.microsoft.com/office/drawing/2014/main" id="{1EAF575D-95CA-DCDB-792E-E0F025BF2C7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23" name="Freeform 150">
                    <a:extLst>
                      <a:ext uri="{FF2B5EF4-FFF2-40B4-BE49-F238E27FC236}">
                        <a16:creationId xmlns:a16="http://schemas.microsoft.com/office/drawing/2014/main" id="{CC2B207A-F099-D761-C4EF-215AC620BB2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24" name="Freeform 151">
                    <a:extLst>
                      <a:ext uri="{FF2B5EF4-FFF2-40B4-BE49-F238E27FC236}">
                        <a16:creationId xmlns:a16="http://schemas.microsoft.com/office/drawing/2014/main" id="{399F0FF8-335A-4FA7-21AD-4CE5A241343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25" name="Freeform 152">
                    <a:extLst>
                      <a:ext uri="{FF2B5EF4-FFF2-40B4-BE49-F238E27FC236}">
                        <a16:creationId xmlns:a16="http://schemas.microsoft.com/office/drawing/2014/main" id="{18D5D7CB-DE8C-F73B-2C71-B161D06511F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26" name="Freeform 153">
                    <a:extLst>
                      <a:ext uri="{FF2B5EF4-FFF2-40B4-BE49-F238E27FC236}">
                        <a16:creationId xmlns:a16="http://schemas.microsoft.com/office/drawing/2014/main" id="{3EAED5A2-6378-2A84-293B-D5CED4714E9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27" name="Freeform 154">
                    <a:extLst>
                      <a:ext uri="{FF2B5EF4-FFF2-40B4-BE49-F238E27FC236}">
                        <a16:creationId xmlns:a16="http://schemas.microsoft.com/office/drawing/2014/main" id="{6A53A002-359F-7F86-5CE1-D5ABCA42001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28" name="Freeform 155">
                    <a:extLst>
                      <a:ext uri="{FF2B5EF4-FFF2-40B4-BE49-F238E27FC236}">
                        <a16:creationId xmlns:a16="http://schemas.microsoft.com/office/drawing/2014/main" id="{2986D750-C51B-0CD3-8CE8-2AFA7736B58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60612" name="Group 156">
                  <a:extLst>
                    <a:ext uri="{FF2B5EF4-FFF2-40B4-BE49-F238E27FC236}">
                      <a16:creationId xmlns:a16="http://schemas.microsoft.com/office/drawing/2014/main" id="{751A66C7-D233-F44A-ED48-242116A476F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60613" name="Freeform 157">
                    <a:extLst>
                      <a:ext uri="{FF2B5EF4-FFF2-40B4-BE49-F238E27FC236}">
                        <a16:creationId xmlns:a16="http://schemas.microsoft.com/office/drawing/2014/main" id="{287967C8-4BCE-A9EF-ED03-E999CE2037D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14" name="Freeform 158">
                    <a:extLst>
                      <a:ext uri="{FF2B5EF4-FFF2-40B4-BE49-F238E27FC236}">
                        <a16:creationId xmlns:a16="http://schemas.microsoft.com/office/drawing/2014/main" id="{7DFE9F54-8AA7-3F19-772B-0CE8598F284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15" name="Freeform 159">
                    <a:extLst>
                      <a:ext uri="{FF2B5EF4-FFF2-40B4-BE49-F238E27FC236}">
                        <a16:creationId xmlns:a16="http://schemas.microsoft.com/office/drawing/2014/main" id="{A62790C8-3501-FF4B-8326-315B7F5D4A4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16" name="Freeform 160">
                    <a:extLst>
                      <a:ext uri="{FF2B5EF4-FFF2-40B4-BE49-F238E27FC236}">
                        <a16:creationId xmlns:a16="http://schemas.microsoft.com/office/drawing/2014/main" id="{3BBEF0DD-ACC0-0257-F8FA-F3C589F364F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17" name="Freeform 161">
                    <a:extLst>
                      <a:ext uri="{FF2B5EF4-FFF2-40B4-BE49-F238E27FC236}">
                        <a16:creationId xmlns:a16="http://schemas.microsoft.com/office/drawing/2014/main" id="{DB5746FC-B7EB-EFFB-76C9-C4D85BA2B46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18" name="Freeform 162">
                    <a:extLst>
                      <a:ext uri="{FF2B5EF4-FFF2-40B4-BE49-F238E27FC236}">
                        <a16:creationId xmlns:a16="http://schemas.microsoft.com/office/drawing/2014/main" id="{038747C4-8454-91C6-F8EE-2381578EDBD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19" name="Freeform 163">
                    <a:extLst>
                      <a:ext uri="{FF2B5EF4-FFF2-40B4-BE49-F238E27FC236}">
                        <a16:creationId xmlns:a16="http://schemas.microsoft.com/office/drawing/2014/main" id="{2A01F775-28C9-3F16-D220-FB27987588D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20" name="Freeform 164">
                    <a:extLst>
                      <a:ext uri="{FF2B5EF4-FFF2-40B4-BE49-F238E27FC236}">
                        <a16:creationId xmlns:a16="http://schemas.microsoft.com/office/drawing/2014/main" id="{FA3BD884-7C7B-3422-ECE7-5827C06E6AB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60608" name="WordArt 165">
              <a:extLst>
                <a:ext uri="{FF2B5EF4-FFF2-40B4-BE49-F238E27FC236}">
                  <a16:creationId xmlns:a16="http://schemas.microsoft.com/office/drawing/2014/main" id="{1706BD53-3278-0EF6-19A5-398025775E22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bb3  </a:t>
              </a:r>
            </a:p>
          </p:txBody>
        </p:sp>
      </p:grpSp>
      <p:sp>
        <p:nvSpPr>
          <p:cNvPr id="60443" name="Line 166">
            <a:extLst>
              <a:ext uri="{FF2B5EF4-FFF2-40B4-BE49-F238E27FC236}">
                <a16:creationId xmlns:a16="http://schemas.microsoft.com/office/drawing/2014/main" id="{C804F108-88EE-F9FB-E5A1-EEC4E4D08A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64425" y="2133601"/>
            <a:ext cx="2160588" cy="17319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60444" name="Group 167">
            <a:extLst>
              <a:ext uri="{FF2B5EF4-FFF2-40B4-BE49-F238E27FC236}">
                <a16:creationId xmlns:a16="http://schemas.microsoft.com/office/drawing/2014/main" id="{32E0AF64-9340-3E83-7EA3-FDCA3E84F27B}"/>
              </a:ext>
            </a:extLst>
          </p:cNvPr>
          <p:cNvGrpSpPr>
            <a:grpSpLocks/>
          </p:cNvGrpSpPr>
          <p:nvPr/>
        </p:nvGrpSpPr>
        <p:grpSpPr bwMode="auto">
          <a:xfrm>
            <a:off x="9191625" y="1816101"/>
            <a:ext cx="723900" cy="460375"/>
            <a:chOff x="4830" y="1144"/>
            <a:chExt cx="456" cy="290"/>
          </a:xfrm>
        </p:grpSpPr>
        <p:grpSp>
          <p:nvGrpSpPr>
            <p:cNvPr id="60585" name="Group 168">
              <a:extLst>
                <a:ext uri="{FF2B5EF4-FFF2-40B4-BE49-F238E27FC236}">
                  <a16:creationId xmlns:a16="http://schemas.microsoft.com/office/drawing/2014/main" id="{5A73BE24-C835-3F52-14C2-0A80F00D519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830" y="1144"/>
              <a:ext cx="456" cy="290"/>
              <a:chOff x="3312" y="2160"/>
              <a:chExt cx="960" cy="528"/>
            </a:xfrm>
          </p:grpSpPr>
          <p:sp>
            <p:nvSpPr>
              <p:cNvPr id="60587" name="AutoShape 169">
                <a:extLst>
                  <a:ext uri="{FF2B5EF4-FFF2-40B4-BE49-F238E27FC236}">
                    <a16:creationId xmlns:a16="http://schemas.microsoft.com/office/drawing/2014/main" id="{F5B0C29F-A20D-C097-16E1-C11BD8866F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60588" name="Group 170">
                <a:extLst>
                  <a:ext uri="{FF2B5EF4-FFF2-40B4-BE49-F238E27FC236}">
                    <a16:creationId xmlns:a16="http://schemas.microsoft.com/office/drawing/2014/main" id="{23E2CF01-E375-A0A6-25D2-2D278F0DCF1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60589" name="Group 171">
                  <a:extLst>
                    <a:ext uri="{FF2B5EF4-FFF2-40B4-BE49-F238E27FC236}">
                      <a16:creationId xmlns:a16="http://schemas.microsoft.com/office/drawing/2014/main" id="{10DF564C-6387-1B09-FB1F-55542E957B6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60599" name="Freeform 172">
                    <a:extLst>
                      <a:ext uri="{FF2B5EF4-FFF2-40B4-BE49-F238E27FC236}">
                        <a16:creationId xmlns:a16="http://schemas.microsoft.com/office/drawing/2014/main" id="{D4224BCE-43A1-256A-50C1-8B5F714F8D2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00" name="Freeform 173">
                    <a:extLst>
                      <a:ext uri="{FF2B5EF4-FFF2-40B4-BE49-F238E27FC236}">
                        <a16:creationId xmlns:a16="http://schemas.microsoft.com/office/drawing/2014/main" id="{82CDDD76-FE40-735D-5302-BCA221C3780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01" name="Freeform 174">
                    <a:extLst>
                      <a:ext uri="{FF2B5EF4-FFF2-40B4-BE49-F238E27FC236}">
                        <a16:creationId xmlns:a16="http://schemas.microsoft.com/office/drawing/2014/main" id="{650D07C6-5463-0035-96BB-55DFAFDF7AE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02" name="Freeform 175">
                    <a:extLst>
                      <a:ext uri="{FF2B5EF4-FFF2-40B4-BE49-F238E27FC236}">
                        <a16:creationId xmlns:a16="http://schemas.microsoft.com/office/drawing/2014/main" id="{3728BDF7-E204-F518-FBAD-80B8D4927BF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03" name="Freeform 176">
                    <a:extLst>
                      <a:ext uri="{FF2B5EF4-FFF2-40B4-BE49-F238E27FC236}">
                        <a16:creationId xmlns:a16="http://schemas.microsoft.com/office/drawing/2014/main" id="{E256FC99-0DFB-C50D-4EBF-9F0815B48E6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04" name="Freeform 177">
                    <a:extLst>
                      <a:ext uri="{FF2B5EF4-FFF2-40B4-BE49-F238E27FC236}">
                        <a16:creationId xmlns:a16="http://schemas.microsoft.com/office/drawing/2014/main" id="{BE96E6D2-080E-5D4B-0D4A-C118D947F0A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05" name="Freeform 178">
                    <a:extLst>
                      <a:ext uri="{FF2B5EF4-FFF2-40B4-BE49-F238E27FC236}">
                        <a16:creationId xmlns:a16="http://schemas.microsoft.com/office/drawing/2014/main" id="{E66E3D84-1E4E-2C02-8D60-72081E18940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606" name="Freeform 179">
                    <a:extLst>
                      <a:ext uri="{FF2B5EF4-FFF2-40B4-BE49-F238E27FC236}">
                        <a16:creationId xmlns:a16="http://schemas.microsoft.com/office/drawing/2014/main" id="{597758CA-F36D-B11C-F188-332DF4FF92C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60590" name="Group 180">
                  <a:extLst>
                    <a:ext uri="{FF2B5EF4-FFF2-40B4-BE49-F238E27FC236}">
                      <a16:creationId xmlns:a16="http://schemas.microsoft.com/office/drawing/2014/main" id="{00D9FB85-3C7F-7782-2AE7-0504A1610F0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60591" name="Freeform 181">
                    <a:extLst>
                      <a:ext uri="{FF2B5EF4-FFF2-40B4-BE49-F238E27FC236}">
                        <a16:creationId xmlns:a16="http://schemas.microsoft.com/office/drawing/2014/main" id="{2AB4B1F1-2A61-1907-B8AA-5DC075E8D86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92" name="Freeform 182">
                    <a:extLst>
                      <a:ext uri="{FF2B5EF4-FFF2-40B4-BE49-F238E27FC236}">
                        <a16:creationId xmlns:a16="http://schemas.microsoft.com/office/drawing/2014/main" id="{1ED89888-E9BD-823D-F82C-0AE16EF66F9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93" name="Freeform 183">
                    <a:extLst>
                      <a:ext uri="{FF2B5EF4-FFF2-40B4-BE49-F238E27FC236}">
                        <a16:creationId xmlns:a16="http://schemas.microsoft.com/office/drawing/2014/main" id="{540CD853-5B26-E5B2-D3F8-7E42131FC9F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94" name="Freeform 184">
                    <a:extLst>
                      <a:ext uri="{FF2B5EF4-FFF2-40B4-BE49-F238E27FC236}">
                        <a16:creationId xmlns:a16="http://schemas.microsoft.com/office/drawing/2014/main" id="{9FBEA097-B204-9B19-16B7-D21D53F9E5E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95" name="Freeform 185">
                    <a:extLst>
                      <a:ext uri="{FF2B5EF4-FFF2-40B4-BE49-F238E27FC236}">
                        <a16:creationId xmlns:a16="http://schemas.microsoft.com/office/drawing/2014/main" id="{D5994725-33F7-C932-9294-D73146A4BB8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96" name="Freeform 186">
                    <a:extLst>
                      <a:ext uri="{FF2B5EF4-FFF2-40B4-BE49-F238E27FC236}">
                        <a16:creationId xmlns:a16="http://schemas.microsoft.com/office/drawing/2014/main" id="{8620DE68-F86F-A9FB-7C9C-DC4FFB81566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97" name="Freeform 187">
                    <a:extLst>
                      <a:ext uri="{FF2B5EF4-FFF2-40B4-BE49-F238E27FC236}">
                        <a16:creationId xmlns:a16="http://schemas.microsoft.com/office/drawing/2014/main" id="{C8533032-6A35-824A-2ADE-AD65F6F119F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98" name="Freeform 188">
                    <a:extLst>
                      <a:ext uri="{FF2B5EF4-FFF2-40B4-BE49-F238E27FC236}">
                        <a16:creationId xmlns:a16="http://schemas.microsoft.com/office/drawing/2014/main" id="{8A560698-55D9-7431-C490-91F168CF709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60586" name="WordArt 189">
              <a:extLst>
                <a:ext uri="{FF2B5EF4-FFF2-40B4-BE49-F238E27FC236}">
                  <a16:creationId xmlns:a16="http://schemas.microsoft.com/office/drawing/2014/main" id="{6BF85E01-C62C-7DC7-CA93-FBD58D6B45CF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4853" y="1263"/>
              <a:ext cx="410" cy="142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r5  </a:t>
              </a:r>
            </a:p>
          </p:txBody>
        </p:sp>
      </p:grpSp>
      <p:sp>
        <p:nvSpPr>
          <p:cNvPr id="60445" name="Line 190">
            <a:extLst>
              <a:ext uri="{FF2B5EF4-FFF2-40B4-BE49-F238E27FC236}">
                <a16:creationId xmlns:a16="http://schemas.microsoft.com/office/drawing/2014/main" id="{454CBE0D-EA90-4709-27F1-E9B13A4D74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5763" y="1436689"/>
            <a:ext cx="512762" cy="2352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60446" name="Group 191">
            <a:extLst>
              <a:ext uri="{FF2B5EF4-FFF2-40B4-BE49-F238E27FC236}">
                <a16:creationId xmlns:a16="http://schemas.microsoft.com/office/drawing/2014/main" id="{D7C2FF55-7B9C-C931-4A9F-167C5C2E9F4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956425" y="3684589"/>
            <a:ext cx="723900" cy="460375"/>
            <a:chOff x="3312" y="2160"/>
            <a:chExt cx="960" cy="528"/>
          </a:xfrm>
        </p:grpSpPr>
        <p:grpSp>
          <p:nvGrpSpPr>
            <p:cNvPr id="60563" name="Group 192">
              <a:extLst>
                <a:ext uri="{FF2B5EF4-FFF2-40B4-BE49-F238E27FC236}">
                  <a16:creationId xmlns:a16="http://schemas.microsoft.com/office/drawing/2014/main" id="{DDA9B76D-3B54-A473-9A9E-24142E98CD7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60565" name="AutoShape 193">
                <a:extLst>
                  <a:ext uri="{FF2B5EF4-FFF2-40B4-BE49-F238E27FC236}">
                    <a16:creationId xmlns:a16="http://schemas.microsoft.com/office/drawing/2014/main" id="{768328EC-9761-E42C-5FB5-37EFF745A1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60566" name="Group 194">
                <a:extLst>
                  <a:ext uri="{FF2B5EF4-FFF2-40B4-BE49-F238E27FC236}">
                    <a16:creationId xmlns:a16="http://schemas.microsoft.com/office/drawing/2014/main" id="{B7C6B5C2-C7B4-FFE8-2C43-7015310CA9D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60567" name="Group 195">
                  <a:extLst>
                    <a:ext uri="{FF2B5EF4-FFF2-40B4-BE49-F238E27FC236}">
                      <a16:creationId xmlns:a16="http://schemas.microsoft.com/office/drawing/2014/main" id="{B451B2A2-CA86-32B2-3F28-03B26F19F77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60577" name="Freeform 196">
                    <a:extLst>
                      <a:ext uri="{FF2B5EF4-FFF2-40B4-BE49-F238E27FC236}">
                        <a16:creationId xmlns:a16="http://schemas.microsoft.com/office/drawing/2014/main" id="{5BFFC8A3-522A-6522-D471-9EA6FE861E7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78" name="Freeform 197">
                    <a:extLst>
                      <a:ext uri="{FF2B5EF4-FFF2-40B4-BE49-F238E27FC236}">
                        <a16:creationId xmlns:a16="http://schemas.microsoft.com/office/drawing/2014/main" id="{4A7ACC22-1505-7AD1-C507-C43D85CAF4C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79" name="Freeform 198">
                    <a:extLst>
                      <a:ext uri="{FF2B5EF4-FFF2-40B4-BE49-F238E27FC236}">
                        <a16:creationId xmlns:a16="http://schemas.microsoft.com/office/drawing/2014/main" id="{8C1FC83F-375A-A24B-2F83-671E2C8EA17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80" name="Freeform 199">
                    <a:extLst>
                      <a:ext uri="{FF2B5EF4-FFF2-40B4-BE49-F238E27FC236}">
                        <a16:creationId xmlns:a16="http://schemas.microsoft.com/office/drawing/2014/main" id="{1F8C56AD-AE57-0268-14A4-6237EF7AA1B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81" name="Freeform 200">
                    <a:extLst>
                      <a:ext uri="{FF2B5EF4-FFF2-40B4-BE49-F238E27FC236}">
                        <a16:creationId xmlns:a16="http://schemas.microsoft.com/office/drawing/2014/main" id="{C31BA137-E33F-071E-A3C2-D6CF310A73C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82" name="Freeform 201">
                    <a:extLst>
                      <a:ext uri="{FF2B5EF4-FFF2-40B4-BE49-F238E27FC236}">
                        <a16:creationId xmlns:a16="http://schemas.microsoft.com/office/drawing/2014/main" id="{CDFB65C4-D5C6-2915-D64D-A301B8DA8BC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83" name="Freeform 202">
                    <a:extLst>
                      <a:ext uri="{FF2B5EF4-FFF2-40B4-BE49-F238E27FC236}">
                        <a16:creationId xmlns:a16="http://schemas.microsoft.com/office/drawing/2014/main" id="{C089F883-DC40-1869-A57B-24559BF5D5E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84" name="Freeform 203">
                    <a:extLst>
                      <a:ext uri="{FF2B5EF4-FFF2-40B4-BE49-F238E27FC236}">
                        <a16:creationId xmlns:a16="http://schemas.microsoft.com/office/drawing/2014/main" id="{FD51BB23-7F4A-5966-AC04-301A1285AEF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60568" name="Group 204">
                  <a:extLst>
                    <a:ext uri="{FF2B5EF4-FFF2-40B4-BE49-F238E27FC236}">
                      <a16:creationId xmlns:a16="http://schemas.microsoft.com/office/drawing/2014/main" id="{5651831C-6D04-9502-59E0-9D9A8164043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60569" name="Freeform 205">
                    <a:extLst>
                      <a:ext uri="{FF2B5EF4-FFF2-40B4-BE49-F238E27FC236}">
                        <a16:creationId xmlns:a16="http://schemas.microsoft.com/office/drawing/2014/main" id="{1BE3AC4A-05E9-CDF8-7010-AF00EC3C029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70" name="Freeform 206">
                    <a:extLst>
                      <a:ext uri="{FF2B5EF4-FFF2-40B4-BE49-F238E27FC236}">
                        <a16:creationId xmlns:a16="http://schemas.microsoft.com/office/drawing/2014/main" id="{56623440-B92E-22DB-F574-C2482A26C8B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71" name="Freeform 207">
                    <a:extLst>
                      <a:ext uri="{FF2B5EF4-FFF2-40B4-BE49-F238E27FC236}">
                        <a16:creationId xmlns:a16="http://schemas.microsoft.com/office/drawing/2014/main" id="{8B39A003-4E66-EBA2-5C42-EEDAEC2CA4A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72" name="Freeform 208">
                    <a:extLst>
                      <a:ext uri="{FF2B5EF4-FFF2-40B4-BE49-F238E27FC236}">
                        <a16:creationId xmlns:a16="http://schemas.microsoft.com/office/drawing/2014/main" id="{D9FDEB57-8889-6E79-CECC-6A74C7C38FD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73" name="Freeform 209">
                    <a:extLst>
                      <a:ext uri="{FF2B5EF4-FFF2-40B4-BE49-F238E27FC236}">
                        <a16:creationId xmlns:a16="http://schemas.microsoft.com/office/drawing/2014/main" id="{B0F97228-1D38-75A9-226C-E1C439F96C8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74" name="Freeform 210">
                    <a:extLst>
                      <a:ext uri="{FF2B5EF4-FFF2-40B4-BE49-F238E27FC236}">
                        <a16:creationId xmlns:a16="http://schemas.microsoft.com/office/drawing/2014/main" id="{3A61FA1D-0F81-1A47-E031-5C9536B5DFF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75" name="Freeform 211">
                    <a:extLst>
                      <a:ext uri="{FF2B5EF4-FFF2-40B4-BE49-F238E27FC236}">
                        <a16:creationId xmlns:a16="http://schemas.microsoft.com/office/drawing/2014/main" id="{D5119554-4985-0675-A4A2-0DD7D38D5CA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76" name="Freeform 212">
                    <a:extLst>
                      <a:ext uri="{FF2B5EF4-FFF2-40B4-BE49-F238E27FC236}">
                        <a16:creationId xmlns:a16="http://schemas.microsoft.com/office/drawing/2014/main" id="{F4B16315-58BF-FEEA-9DF5-2AA10DAA31B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60564" name="WordArt 213">
              <a:extLst>
                <a:ext uri="{FF2B5EF4-FFF2-40B4-BE49-F238E27FC236}">
                  <a16:creationId xmlns:a16="http://schemas.microsoft.com/office/drawing/2014/main" id="{29F9920E-EAB5-326E-97EF-8AA105C9657C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bb2  </a:t>
              </a:r>
            </a:p>
          </p:txBody>
        </p:sp>
      </p:grpSp>
      <p:grpSp>
        <p:nvGrpSpPr>
          <p:cNvPr id="60447" name="Group 214">
            <a:extLst>
              <a:ext uri="{FF2B5EF4-FFF2-40B4-BE49-F238E27FC236}">
                <a16:creationId xmlns:a16="http://schemas.microsoft.com/office/drawing/2014/main" id="{19BF3785-DC7F-E5FD-0C01-14D0119B2D8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532688" y="1168401"/>
            <a:ext cx="723900" cy="460375"/>
            <a:chOff x="3312" y="2160"/>
            <a:chExt cx="960" cy="528"/>
          </a:xfrm>
        </p:grpSpPr>
        <p:grpSp>
          <p:nvGrpSpPr>
            <p:cNvPr id="60541" name="Group 215">
              <a:extLst>
                <a:ext uri="{FF2B5EF4-FFF2-40B4-BE49-F238E27FC236}">
                  <a16:creationId xmlns:a16="http://schemas.microsoft.com/office/drawing/2014/main" id="{B12572EF-194C-AB7D-FA3D-D2828745BA9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60543" name="AutoShape 216">
                <a:extLst>
                  <a:ext uri="{FF2B5EF4-FFF2-40B4-BE49-F238E27FC236}">
                    <a16:creationId xmlns:a16="http://schemas.microsoft.com/office/drawing/2014/main" id="{B0A8ECA8-0040-5692-1E3C-B25600DE86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60544" name="Group 217">
                <a:extLst>
                  <a:ext uri="{FF2B5EF4-FFF2-40B4-BE49-F238E27FC236}">
                    <a16:creationId xmlns:a16="http://schemas.microsoft.com/office/drawing/2014/main" id="{9402B7ED-7A34-316B-FC9F-B0B7FB4BD14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60545" name="Group 218">
                  <a:extLst>
                    <a:ext uri="{FF2B5EF4-FFF2-40B4-BE49-F238E27FC236}">
                      <a16:creationId xmlns:a16="http://schemas.microsoft.com/office/drawing/2014/main" id="{19673F93-639B-6C7B-3EB9-EA41E468C49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60555" name="Freeform 219">
                    <a:extLst>
                      <a:ext uri="{FF2B5EF4-FFF2-40B4-BE49-F238E27FC236}">
                        <a16:creationId xmlns:a16="http://schemas.microsoft.com/office/drawing/2014/main" id="{BE08153A-5126-C41D-A42D-8D1DF1CCB1D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56" name="Freeform 220">
                    <a:extLst>
                      <a:ext uri="{FF2B5EF4-FFF2-40B4-BE49-F238E27FC236}">
                        <a16:creationId xmlns:a16="http://schemas.microsoft.com/office/drawing/2014/main" id="{97F320E8-DF9E-EE35-C1FE-523B450FDCE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57" name="Freeform 221">
                    <a:extLst>
                      <a:ext uri="{FF2B5EF4-FFF2-40B4-BE49-F238E27FC236}">
                        <a16:creationId xmlns:a16="http://schemas.microsoft.com/office/drawing/2014/main" id="{8DBDC014-3D9D-8D59-B7AB-A6EEEBFAD8C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58" name="Freeform 222">
                    <a:extLst>
                      <a:ext uri="{FF2B5EF4-FFF2-40B4-BE49-F238E27FC236}">
                        <a16:creationId xmlns:a16="http://schemas.microsoft.com/office/drawing/2014/main" id="{6CEA31FA-3793-9DAD-603F-29FCF7F7AAB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59" name="Freeform 223">
                    <a:extLst>
                      <a:ext uri="{FF2B5EF4-FFF2-40B4-BE49-F238E27FC236}">
                        <a16:creationId xmlns:a16="http://schemas.microsoft.com/office/drawing/2014/main" id="{0B8352C8-F088-3726-C690-64989D653C8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60" name="Freeform 224">
                    <a:extLst>
                      <a:ext uri="{FF2B5EF4-FFF2-40B4-BE49-F238E27FC236}">
                        <a16:creationId xmlns:a16="http://schemas.microsoft.com/office/drawing/2014/main" id="{4AAE118D-04F2-C0A8-5361-BD4447433F6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61" name="Freeform 225">
                    <a:extLst>
                      <a:ext uri="{FF2B5EF4-FFF2-40B4-BE49-F238E27FC236}">
                        <a16:creationId xmlns:a16="http://schemas.microsoft.com/office/drawing/2014/main" id="{D3EF23B1-35B6-4B58-7AA7-7D9B78DF560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62" name="Freeform 226">
                    <a:extLst>
                      <a:ext uri="{FF2B5EF4-FFF2-40B4-BE49-F238E27FC236}">
                        <a16:creationId xmlns:a16="http://schemas.microsoft.com/office/drawing/2014/main" id="{8C2565B0-A14F-0BB0-37F1-0158496EEF0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60546" name="Group 227">
                  <a:extLst>
                    <a:ext uri="{FF2B5EF4-FFF2-40B4-BE49-F238E27FC236}">
                      <a16:creationId xmlns:a16="http://schemas.microsoft.com/office/drawing/2014/main" id="{42132046-14B9-1ADC-C46C-F465211A18F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60547" name="Freeform 228">
                    <a:extLst>
                      <a:ext uri="{FF2B5EF4-FFF2-40B4-BE49-F238E27FC236}">
                        <a16:creationId xmlns:a16="http://schemas.microsoft.com/office/drawing/2014/main" id="{F94818B1-AE89-A76A-90CD-FCD69DDB478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48" name="Freeform 229">
                    <a:extLst>
                      <a:ext uri="{FF2B5EF4-FFF2-40B4-BE49-F238E27FC236}">
                        <a16:creationId xmlns:a16="http://schemas.microsoft.com/office/drawing/2014/main" id="{FEC50EFB-E323-8FE8-B5C3-2E370A0B89C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49" name="Freeform 230">
                    <a:extLst>
                      <a:ext uri="{FF2B5EF4-FFF2-40B4-BE49-F238E27FC236}">
                        <a16:creationId xmlns:a16="http://schemas.microsoft.com/office/drawing/2014/main" id="{9B8E0227-606E-C9F7-BE07-54139725AAF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50" name="Freeform 231">
                    <a:extLst>
                      <a:ext uri="{FF2B5EF4-FFF2-40B4-BE49-F238E27FC236}">
                        <a16:creationId xmlns:a16="http://schemas.microsoft.com/office/drawing/2014/main" id="{DDF42D0C-0FF1-3EBF-6050-479562BE0CB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51" name="Freeform 232">
                    <a:extLst>
                      <a:ext uri="{FF2B5EF4-FFF2-40B4-BE49-F238E27FC236}">
                        <a16:creationId xmlns:a16="http://schemas.microsoft.com/office/drawing/2014/main" id="{661A7EC3-0F7B-E846-4E2F-FAD9161D558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52" name="Freeform 233">
                    <a:extLst>
                      <a:ext uri="{FF2B5EF4-FFF2-40B4-BE49-F238E27FC236}">
                        <a16:creationId xmlns:a16="http://schemas.microsoft.com/office/drawing/2014/main" id="{83AC655E-5D17-4EAB-F42A-FC2990691D7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53" name="Freeform 234">
                    <a:extLst>
                      <a:ext uri="{FF2B5EF4-FFF2-40B4-BE49-F238E27FC236}">
                        <a16:creationId xmlns:a16="http://schemas.microsoft.com/office/drawing/2014/main" id="{9FF91C5D-B2C3-EF68-63B2-07BF9733FA4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54" name="Freeform 235">
                    <a:extLst>
                      <a:ext uri="{FF2B5EF4-FFF2-40B4-BE49-F238E27FC236}">
                        <a16:creationId xmlns:a16="http://schemas.microsoft.com/office/drawing/2014/main" id="{489D63E7-B510-96C6-CA27-05BE3D887CC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60542" name="WordArt 236">
              <a:extLst>
                <a:ext uri="{FF2B5EF4-FFF2-40B4-BE49-F238E27FC236}">
                  <a16:creationId xmlns:a16="http://schemas.microsoft.com/office/drawing/2014/main" id="{8AB6DA46-51F5-621C-E5E5-B8C5B88B588F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r4  </a:t>
              </a:r>
            </a:p>
          </p:txBody>
        </p:sp>
      </p:grpSp>
      <p:sp>
        <p:nvSpPr>
          <p:cNvPr id="60448" name="Line 237">
            <a:extLst>
              <a:ext uri="{FF2B5EF4-FFF2-40B4-BE49-F238E27FC236}">
                <a16:creationId xmlns:a16="http://schemas.microsoft.com/office/drawing/2014/main" id="{B2C93A1B-4B13-B35B-3353-DBB1A977CF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35563" y="1452563"/>
            <a:ext cx="1301750" cy="23669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60449" name="Group 238">
            <a:extLst>
              <a:ext uri="{FF2B5EF4-FFF2-40B4-BE49-F238E27FC236}">
                <a16:creationId xmlns:a16="http://schemas.microsoft.com/office/drawing/2014/main" id="{20116548-78CF-228E-0DC6-463BAC07723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72213" y="1125539"/>
            <a:ext cx="723900" cy="460375"/>
            <a:chOff x="3312" y="2160"/>
            <a:chExt cx="960" cy="528"/>
          </a:xfrm>
        </p:grpSpPr>
        <p:grpSp>
          <p:nvGrpSpPr>
            <p:cNvPr id="60519" name="Group 239">
              <a:extLst>
                <a:ext uri="{FF2B5EF4-FFF2-40B4-BE49-F238E27FC236}">
                  <a16:creationId xmlns:a16="http://schemas.microsoft.com/office/drawing/2014/main" id="{4F7CC1E1-5689-310B-797A-8E0C513DEFA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60521" name="AutoShape 240">
                <a:extLst>
                  <a:ext uri="{FF2B5EF4-FFF2-40B4-BE49-F238E27FC236}">
                    <a16:creationId xmlns:a16="http://schemas.microsoft.com/office/drawing/2014/main" id="{3671020C-6073-75EF-A902-58C65E7444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60522" name="Group 241">
                <a:extLst>
                  <a:ext uri="{FF2B5EF4-FFF2-40B4-BE49-F238E27FC236}">
                    <a16:creationId xmlns:a16="http://schemas.microsoft.com/office/drawing/2014/main" id="{C6244D99-5652-AB25-0ECE-E34EA660176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60523" name="Group 242">
                  <a:extLst>
                    <a:ext uri="{FF2B5EF4-FFF2-40B4-BE49-F238E27FC236}">
                      <a16:creationId xmlns:a16="http://schemas.microsoft.com/office/drawing/2014/main" id="{F157672C-9C24-2E4A-3D00-E6B04F79C96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60533" name="Freeform 243">
                    <a:extLst>
                      <a:ext uri="{FF2B5EF4-FFF2-40B4-BE49-F238E27FC236}">
                        <a16:creationId xmlns:a16="http://schemas.microsoft.com/office/drawing/2014/main" id="{4FAA7563-EBFE-6B3A-8196-179D615CF9F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34" name="Freeform 244">
                    <a:extLst>
                      <a:ext uri="{FF2B5EF4-FFF2-40B4-BE49-F238E27FC236}">
                        <a16:creationId xmlns:a16="http://schemas.microsoft.com/office/drawing/2014/main" id="{363FA989-DD26-CFCA-962D-ADF4925D485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35" name="Freeform 245">
                    <a:extLst>
                      <a:ext uri="{FF2B5EF4-FFF2-40B4-BE49-F238E27FC236}">
                        <a16:creationId xmlns:a16="http://schemas.microsoft.com/office/drawing/2014/main" id="{5F0AB7F1-2966-B70A-8D07-0B0C3856F94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36" name="Freeform 246">
                    <a:extLst>
                      <a:ext uri="{FF2B5EF4-FFF2-40B4-BE49-F238E27FC236}">
                        <a16:creationId xmlns:a16="http://schemas.microsoft.com/office/drawing/2014/main" id="{E34E524A-634D-F0D2-3470-96D2CC1A3D0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37" name="Freeform 247">
                    <a:extLst>
                      <a:ext uri="{FF2B5EF4-FFF2-40B4-BE49-F238E27FC236}">
                        <a16:creationId xmlns:a16="http://schemas.microsoft.com/office/drawing/2014/main" id="{4684E342-66E5-C25D-4C7C-B8B67ACDBB9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38" name="Freeform 248">
                    <a:extLst>
                      <a:ext uri="{FF2B5EF4-FFF2-40B4-BE49-F238E27FC236}">
                        <a16:creationId xmlns:a16="http://schemas.microsoft.com/office/drawing/2014/main" id="{DF03DD72-92BB-888F-606C-2F897AD0373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39" name="Freeform 249">
                    <a:extLst>
                      <a:ext uri="{FF2B5EF4-FFF2-40B4-BE49-F238E27FC236}">
                        <a16:creationId xmlns:a16="http://schemas.microsoft.com/office/drawing/2014/main" id="{A9BE4B22-E5F0-4409-0C98-F9ED70590CB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40" name="Freeform 250">
                    <a:extLst>
                      <a:ext uri="{FF2B5EF4-FFF2-40B4-BE49-F238E27FC236}">
                        <a16:creationId xmlns:a16="http://schemas.microsoft.com/office/drawing/2014/main" id="{9175F505-0462-2CD4-D620-01640B2E03E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60524" name="Group 251">
                  <a:extLst>
                    <a:ext uri="{FF2B5EF4-FFF2-40B4-BE49-F238E27FC236}">
                      <a16:creationId xmlns:a16="http://schemas.microsoft.com/office/drawing/2014/main" id="{07C8AD7D-409E-F5DF-A943-1E4885F9139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60525" name="Freeform 252">
                    <a:extLst>
                      <a:ext uri="{FF2B5EF4-FFF2-40B4-BE49-F238E27FC236}">
                        <a16:creationId xmlns:a16="http://schemas.microsoft.com/office/drawing/2014/main" id="{6C4F0AC6-6C84-15FE-AC37-B62B34B2827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26" name="Freeform 253">
                    <a:extLst>
                      <a:ext uri="{FF2B5EF4-FFF2-40B4-BE49-F238E27FC236}">
                        <a16:creationId xmlns:a16="http://schemas.microsoft.com/office/drawing/2014/main" id="{7CA127F9-A7F5-ADE5-EF7E-A8419BDF35A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27" name="Freeform 254">
                    <a:extLst>
                      <a:ext uri="{FF2B5EF4-FFF2-40B4-BE49-F238E27FC236}">
                        <a16:creationId xmlns:a16="http://schemas.microsoft.com/office/drawing/2014/main" id="{633CED97-F62E-B779-0AB9-250304A301B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28" name="Freeform 255">
                    <a:extLst>
                      <a:ext uri="{FF2B5EF4-FFF2-40B4-BE49-F238E27FC236}">
                        <a16:creationId xmlns:a16="http://schemas.microsoft.com/office/drawing/2014/main" id="{E868ED17-59BF-2312-BB81-BFF9D768354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29" name="Freeform 256">
                    <a:extLst>
                      <a:ext uri="{FF2B5EF4-FFF2-40B4-BE49-F238E27FC236}">
                        <a16:creationId xmlns:a16="http://schemas.microsoft.com/office/drawing/2014/main" id="{A398879A-4C4F-9380-A396-531C08A2428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30" name="Freeform 257">
                    <a:extLst>
                      <a:ext uri="{FF2B5EF4-FFF2-40B4-BE49-F238E27FC236}">
                        <a16:creationId xmlns:a16="http://schemas.microsoft.com/office/drawing/2014/main" id="{B359DF29-0265-30B7-316E-5EFA8699454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31" name="Freeform 258">
                    <a:extLst>
                      <a:ext uri="{FF2B5EF4-FFF2-40B4-BE49-F238E27FC236}">
                        <a16:creationId xmlns:a16="http://schemas.microsoft.com/office/drawing/2014/main" id="{12DCCE70-F367-0D6C-CA57-9BCA4FDC430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32" name="Freeform 259">
                    <a:extLst>
                      <a:ext uri="{FF2B5EF4-FFF2-40B4-BE49-F238E27FC236}">
                        <a16:creationId xmlns:a16="http://schemas.microsoft.com/office/drawing/2014/main" id="{443E7C02-90BE-AD7D-7942-9502C7985CC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60520" name="WordArt 260">
              <a:extLst>
                <a:ext uri="{FF2B5EF4-FFF2-40B4-BE49-F238E27FC236}">
                  <a16:creationId xmlns:a16="http://schemas.microsoft.com/office/drawing/2014/main" id="{135E19D1-9AEE-A42D-3210-2CC75EC1E248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r3  </a:t>
              </a:r>
            </a:p>
          </p:txBody>
        </p:sp>
      </p:grpSp>
      <p:grpSp>
        <p:nvGrpSpPr>
          <p:cNvPr id="60450" name="Group 261">
            <a:extLst>
              <a:ext uri="{FF2B5EF4-FFF2-40B4-BE49-F238E27FC236}">
                <a16:creationId xmlns:a16="http://schemas.microsoft.com/office/drawing/2014/main" id="{76FB0FE5-DD9C-BA08-13FC-A2B3C4A925B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68850" y="3684589"/>
            <a:ext cx="723900" cy="460375"/>
            <a:chOff x="3312" y="2160"/>
            <a:chExt cx="960" cy="528"/>
          </a:xfrm>
        </p:grpSpPr>
        <p:grpSp>
          <p:nvGrpSpPr>
            <p:cNvPr id="60497" name="Group 262">
              <a:extLst>
                <a:ext uri="{FF2B5EF4-FFF2-40B4-BE49-F238E27FC236}">
                  <a16:creationId xmlns:a16="http://schemas.microsoft.com/office/drawing/2014/main" id="{1D5D5C73-2368-0B66-DAE4-6179BC75AA8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60499" name="AutoShape 263">
                <a:extLst>
                  <a:ext uri="{FF2B5EF4-FFF2-40B4-BE49-F238E27FC236}">
                    <a16:creationId xmlns:a16="http://schemas.microsoft.com/office/drawing/2014/main" id="{50B625B2-298A-5D29-5230-81E71D11D6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60500" name="Group 264">
                <a:extLst>
                  <a:ext uri="{FF2B5EF4-FFF2-40B4-BE49-F238E27FC236}">
                    <a16:creationId xmlns:a16="http://schemas.microsoft.com/office/drawing/2014/main" id="{6420A14F-C58C-C72B-5FCD-E9B9DB72668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60501" name="Group 265">
                  <a:extLst>
                    <a:ext uri="{FF2B5EF4-FFF2-40B4-BE49-F238E27FC236}">
                      <a16:creationId xmlns:a16="http://schemas.microsoft.com/office/drawing/2014/main" id="{8556CC5E-49AF-774B-E4F0-EB16AC63FA7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60511" name="Freeform 266">
                    <a:extLst>
                      <a:ext uri="{FF2B5EF4-FFF2-40B4-BE49-F238E27FC236}">
                        <a16:creationId xmlns:a16="http://schemas.microsoft.com/office/drawing/2014/main" id="{938256AC-3FCD-ED94-A0D5-BFFC03F68B4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12" name="Freeform 267">
                    <a:extLst>
                      <a:ext uri="{FF2B5EF4-FFF2-40B4-BE49-F238E27FC236}">
                        <a16:creationId xmlns:a16="http://schemas.microsoft.com/office/drawing/2014/main" id="{17D27DF3-DB35-2661-44EC-4C7A5ACD5D7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13" name="Freeform 268">
                    <a:extLst>
                      <a:ext uri="{FF2B5EF4-FFF2-40B4-BE49-F238E27FC236}">
                        <a16:creationId xmlns:a16="http://schemas.microsoft.com/office/drawing/2014/main" id="{3D231928-FBC5-B6FE-C2EC-9ABBA3A1F08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14" name="Freeform 269">
                    <a:extLst>
                      <a:ext uri="{FF2B5EF4-FFF2-40B4-BE49-F238E27FC236}">
                        <a16:creationId xmlns:a16="http://schemas.microsoft.com/office/drawing/2014/main" id="{E280EA2D-39BB-02F1-747F-4A926A3F025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15" name="Freeform 270">
                    <a:extLst>
                      <a:ext uri="{FF2B5EF4-FFF2-40B4-BE49-F238E27FC236}">
                        <a16:creationId xmlns:a16="http://schemas.microsoft.com/office/drawing/2014/main" id="{6DD53E34-E87B-ED30-34FB-A51CA48E031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16" name="Freeform 271">
                    <a:extLst>
                      <a:ext uri="{FF2B5EF4-FFF2-40B4-BE49-F238E27FC236}">
                        <a16:creationId xmlns:a16="http://schemas.microsoft.com/office/drawing/2014/main" id="{C1D6AEA4-87F0-A931-648B-C58B4A6FD73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17" name="Freeform 272">
                    <a:extLst>
                      <a:ext uri="{FF2B5EF4-FFF2-40B4-BE49-F238E27FC236}">
                        <a16:creationId xmlns:a16="http://schemas.microsoft.com/office/drawing/2014/main" id="{D1C22EF3-1C4D-C108-5BE5-D4334C25D83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18" name="Freeform 273">
                    <a:extLst>
                      <a:ext uri="{FF2B5EF4-FFF2-40B4-BE49-F238E27FC236}">
                        <a16:creationId xmlns:a16="http://schemas.microsoft.com/office/drawing/2014/main" id="{ED34E8A7-0399-D1C7-F4A2-5CD03BC2740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60502" name="Group 274">
                  <a:extLst>
                    <a:ext uri="{FF2B5EF4-FFF2-40B4-BE49-F238E27FC236}">
                      <a16:creationId xmlns:a16="http://schemas.microsoft.com/office/drawing/2014/main" id="{EF0959AA-91C6-907E-3DA7-58D44B00BF1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60503" name="Freeform 275">
                    <a:extLst>
                      <a:ext uri="{FF2B5EF4-FFF2-40B4-BE49-F238E27FC236}">
                        <a16:creationId xmlns:a16="http://schemas.microsoft.com/office/drawing/2014/main" id="{22592170-A67B-9CED-54B7-9BF565E4AEB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04" name="Freeform 276">
                    <a:extLst>
                      <a:ext uri="{FF2B5EF4-FFF2-40B4-BE49-F238E27FC236}">
                        <a16:creationId xmlns:a16="http://schemas.microsoft.com/office/drawing/2014/main" id="{CD713C36-B907-91CF-012A-DFB31273417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05" name="Freeform 277">
                    <a:extLst>
                      <a:ext uri="{FF2B5EF4-FFF2-40B4-BE49-F238E27FC236}">
                        <a16:creationId xmlns:a16="http://schemas.microsoft.com/office/drawing/2014/main" id="{349140C4-97F1-3AD1-DE71-E1C41DE1EC6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06" name="Freeform 278">
                    <a:extLst>
                      <a:ext uri="{FF2B5EF4-FFF2-40B4-BE49-F238E27FC236}">
                        <a16:creationId xmlns:a16="http://schemas.microsoft.com/office/drawing/2014/main" id="{081C692D-B323-AD58-A4A3-40AEBEAC5B7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07" name="Freeform 279">
                    <a:extLst>
                      <a:ext uri="{FF2B5EF4-FFF2-40B4-BE49-F238E27FC236}">
                        <a16:creationId xmlns:a16="http://schemas.microsoft.com/office/drawing/2014/main" id="{964D9FA8-0119-28EB-73A4-2E3B6539EF9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08" name="Freeform 280">
                    <a:extLst>
                      <a:ext uri="{FF2B5EF4-FFF2-40B4-BE49-F238E27FC236}">
                        <a16:creationId xmlns:a16="http://schemas.microsoft.com/office/drawing/2014/main" id="{AE57290C-CB34-6901-8770-D121BB01E72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09" name="Freeform 281">
                    <a:extLst>
                      <a:ext uri="{FF2B5EF4-FFF2-40B4-BE49-F238E27FC236}">
                        <a16:creationId xmlns:a16="http://schemas.microsoft.com/office/drawing/2014/main" id="{C84381C3-EDFC-2637-C890-C4AD347F0E9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0510" name="Freeform 282">
                    <a:extLst>
                      <a:ext uri="{FF2B5EF4-FFF2-40B4-BE49-F238E27FC236}">
                        <a16:creationId xmlns:a16="http://schemas.microsoft.com/office/drawing/2014/main" id="{17BA9F65-49EC-3C99-030A-13514AFF165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60498" name="WordArt 283">
              <a:extLst>
                <a:ext uri="{FF2B5EF4-FFF2-40B4-BE49-F238E27FC236}">
                  <a16:creationId xmlns:a16="http://schemas.microsoft.com/office/drawing/2014/main" id="{9EAD74E9-97C6-FB80-7E9D-803BA34C186C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bb1  </a:t>
              </a:r>
            </a:p>
          </p:txBody>
        </p:sp>
      </p:grpSp>
      <p:grpSp>
        <p:nvGrpSpPr>
          <p:cNvPr id="60451" name="Group 284">
            <a:extLst>
              <a:ext uri="{FF2B5EF4-FFF2-40B4-BE49-F238E27FC236}">
                <a16:creationId xmlns:a16="http://schemas.microsoft.com/office/drawing/2014/main" id="{5133744B-AC61-FCB4-F8A5-BB14A8B9D95B}"/>
              </a:ext>
            </a:extLst>
          </p:cNvPr>
          <p:cNvGrpSpPr>
            <a:grpSpLocks/>
          </p:cNvGrpSpPr>
          <p:nvPr/>
        </p:nvGrpSpPr>
        <p:grpSpPr bwMode="auto">
          <a:xfrm>
            <a:off x="5749926" y="4524375"/>
            <a:ext cx="904875" cy="571500"/>
            <a:chOff x="195" y="394"/>
            <a:chExt cx="570" cy="360"/>
          </a:xfrm>
        </p:grpSpPr>
        <p:sp>
          <p:nvSpPr>
            <p:cNvPr id="60493" name="Arc 285">
              <a:extLst>
                <a:ext uri="{FF2B5EF4-FFF2-40B4-BE49-F238E27FC236}">
                  <a16:creationId xmlns:a16="http://schemas.microsoft.com/office/drawing/2014/main" id="{E5DF5E02-6ADE-1E64-BA3A-7FB86D09A69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5" y="656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94" name="Arc 286">
              <a:extLst>
                <a:ext uri="{FF2B5EF4-FFF2-40B4-BE49-F238E27FC236}">
                  <a16:creationId xmlns:a16="http://schemas.microsoft.com/office/drawing/2014/main" id="{4C52B4D5-FB19-E45A-D7A9-5AEF33A5FD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" y="394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95" name="Line 287">
              <a:extLst>
                <a:ext uri="{FF2B5EF4-FFF2-40B4-BE49-F238E27FC236}">
                  <a16:creationId xmlns:a16="http://schemas.microsoft.com/office/drawing/2014/main" id="{BABFAD27-4761-3C89-308D-1083B5450C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96" name="Line 288">
              <a:extLst>
                <a:ext uri="{FF2B5EF4-FFF2-40B4-BE49-F238E27FC236}">
                  <a16:creationId xmlns:a16="http://schemas.microsoft.com/office/drawing/2014/main" id="{DAA36F3B-C1B0-72D0-A81F-F69CF66B4E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0453" name="Group 295">
            <a:extLst>
              <a:ext uri="{FF2B5EF4-FFF2-40B4-BE49-F238E27FC236}">
                <a16:creationId xmlns:a16="http://schemas.microsoft.com/office/drawing/2014/main" id="{1E89EA5D-D9FE-301D-220C-444E195F0A44}"/>
              </a:ext>
            </a:extLst>
          </p:cNvPr>
          <p:cNvGrpSpPr>
            <a:grpSpLocks/>
          </p:cNvGrpSpPr>
          <p:nvPr/>
        </p:nvGrpSpPr>
        <p:grpSpPr bwMode="auto">
          <a:xfrm>
            <a:off x="4667251" y="5434013"/>
            <a:ext cx="904875" cy="571500"/>
            <a:chOff x="195" y="394"/>
            <a:chExt cx="570" cy="360"/>
          </a:xfrm>
        </p:grpSpPr>
        <p:sp>
          <p:nvSpPr>
            <p:cNvPr id="60489" name="Arc 296">
              <a:extLst>
                <a:ext uri="{FF2B5EF4-FFF2-40B4-BE49-F238E27FC236}">
                  <a16:creationId xmlns:a16="http://schemas.microsoft.com/office/drawing/2014/main" id="{D09D7026-1F32-0EFF-B000-72B946FDCD8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5" y="656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90" name="Arc 297">
              <a:extLst>
                <a:ext uri="{FF2B5EF4-FFF2-40B4-BE49-F238E27FC236}">
                  <a16:creationId xmlns:a16="http://schemas.microsoft.com/office/drawing/2014/main" id="{C35625FE-4F5F-AFC0-3AFD-9B60706CA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" y="394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91" name="Line 298">
              <a:extLst>
                <a:ext uri="{FF2B5EF4-FFF2-40B4-BE49-F238E27FC236}">
                  <a16:creationId xmlns:a16="http://schemas.microsoft.com/office/drawing/2014/main" id="{7084027E-8E29-CB47-5E0C-5561E00FC0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92" name="Line 299">
              <a:extLst>
                <a:ext uri="{FF2B5EF4-FFF2-40B4-BE49-F238E27FC236}">
                  <a16:creationId xmlns:a16="http://schemas.microsoft.com/office/drawing/2014/main" id="{E0D9BDA5-29ED-DA4E-6E48-5C76757F81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0454" name="Group 300">
            <a:extLst>
              <a:ext uri="{FF2B5EF4-FFF2-40B4-BE49-F238E27FC236}">
                <a16:creationId xmlns:a16="http://schemas.microsoft.com/office/drawing/2014/main" id="{D80EFFC9-3255-29C0-D811-25F1DDE07043}"/>
              </a:ext>
            </a:extLst>
          </p:cNvPr>
          <p:cNvGrpSpPr>
            <a:grpSpLocks/>
          </p:cNvGrpSpPr>
          <p:nvPr/>
        </p:nvGrpSpPr>
        <p:grpSpPr bwMode="auto">
          <a:xfrm>
            <a:off x="6864351" y="5434013"/>
            <a:ext cx="904875" cy="571500"/>
            <a:chOff x="195" y="394"/>
            <a:chExt cx="570" cy="360"/>
          </a:xfrm>
        </p:grpSpPr>
        <p:sp>
          <p:nvSpPr>
            <p:cNvPr id="60485" name="Arc 301">
              <a:extLst>
                <a:ext uri="{FF2B5EF4-FFF2-40B4-BE49-F238E27FC236}">
                  <a16:creationId xmlns:a16="http://schemas.microsoft.com/office/drawing/2014/main" id="{4386E053-4F73-14A5-BF44-5560BAACCF1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5" y="656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86" name="Arc 302">
              <a:extLst>
                <a:ext uri="{FF2B5EF4-FFF2-40B4-BE49-F238E27FC236}">
                  <a16:creationId xmlns:a16="http://schemas.microsoft.com/office/drawing/2014/main" id="{7C03B76C-C407-E80F-FC41-E041C3095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" y="394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87" name="Line 303">
              <a:extLst>
                <a:ext uri="{FF2B5EF4-FFF2-40B4-BE49-F238E27FC236}">
                  <a16:creationId xmlns:a16="http://schemas.microsoft.com/office/drawing/2014/main" id="{41C72AD2-5036-5168-4791-13C8A30A5C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88" name="Line 304">
              <a:extLst>
                <a:ext uri="{FF2B5EF4-FFF2-40B4-BE49-F238E27FC236}">
                  <a16:creationId xmlns:a16="http://schemas.microsoft.com/office/drawing/2014/main" id="{CDBA09A1-6AE9-8EB6-3CEE-EBF8B080CC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0455" name="Group 305">
            <a:extLst>
              <a:ext uri="{FF2B5EF4-FFF2-40B4-BE49-F238E27FC236}">
                <a16:creationId xmlns:a16="http://schemas.microsoft.com/office/drawing/2014/main" id="{4DBD1C76-27FC-5E0E-7CBE-280B89C993F3}"/>
              </a:ext>
            </a:extLst>
          </p:cNvPr>
          <p:cNvGrpSpPr>
            <a:grpSpLocks/>
          </p:cNvGrpSpPr>
          <p:nvPr/>
        </p:nvGrpSpPr>
        <p:grpSpPr bwMode="auto">
          <a:xfrm>
            <a:off x="3535364" y="1454150"/>
            <a:ext cx="904875" cy="571500"/>
            <a:chOff x="195" y="394"/>
            <a:chExt cx="570" cy="360"/>
          </a:xfrm>
        </p:grpSpPr>
        <p:sp>
          <p:nvSpPr>
            <p:cNvPr id="60481" name="Arc 306">
              <a:extLst>
                <a:ext uri="{FF2B5EF4-FFF2-40B4-BE49-F238E27FC236}">
                  <a16:creationId xmlns:a16="http://schemas.microsoft.com/office/drawing/2014/main" id="{4E6CDA14-8C87-8AD4-6378-2CBE2673920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5" y="656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82" name="Arc 307">
              <a:extLst>
                <a:ext uri="{FF2B5EF4-FFF2-40B4-BE49-F238E27FC236}">
                  <a16:creationId xmlns:a16="http://schemas.microsoft.com/office/drawing/2014/main" id="{77A84E28-D1C0-758D-5158-028963F6F8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" y="394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83" name="Line 308">
              <a:extLst>
                <a:ext uri="{FF2B5EF4-FFF2-40B4-BE49-F238E27FC236}">
                  <a16:creationId xmlns:a16="http://schemas.microsoft.com/office/drawing/2014/main" id="{26C366F1-C151-2DF9-4CA2-8D5339E1D0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84" name="Line 309">
              <a:extLst>
                <a:ext uri="{FF2B5EF4-FFF2-40B4-BE49-F238E27FC236}">
                  <a16:creationId xmlns:a16="http://schemas.microsoft.com/office/drawing/2014/main" id="{7016DBC3-C8C0-D96A-7B89-04FDCF18AC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0456" name="Group 310">
            <a:extLst>
              <a:ext uri="{FF2B5EF4-FFF2-40B4-BE49-F238E27FC236}">
                <a16:creationId xmlns:a16="http://schemas.microsoft.com/office/drawing/2014/main" id="{EE31BEEC-4C17-D069-CAEC-86DB001B1018}"/>
              </a:ext>
            </a:extLst>
          </p:cNvPr>
          <p:cNvGrpSpPr>
            <a:grpSpLocks/>
          </p:cNvGrpSpPr>
          <p:nvPr/>
        </p:nvGrpSpPr>
        <p:grpSpPr bwMode="auto">
          <a:xfrm>
            <a:off x="2432051" y="820738"/>
            <a:ext cx="904875" cy="571500"/>
            <a:chOff x="195" y="394"/>
            <a:chExt cx="570" cy="360"/>
          </a:xfrm>
        </p:grpSpPr>
        <p:sp>
          <p:nvSpPr>
            <p:cNvPr id="60477" name="Arc 311">
              <a:extLst>
                <a:ext uri="{FF2B5EF4-FFF2-40B4-BE49-F238E27FC236}">
                  <a16:creationId xmlns:a16="http://schemas.microsoft.com/office/drawing/2014/main" id="{488BEA29-9465-96AC-C55F-593E6D2CA33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5" y="656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78" name="Arc 312">
              <a:extLst>
                <a:ext uri="{FF2B5EF4-FFF2-40B4-BE49-F238E27FC236}">
                  <a16:creationId xmlns:a16="http://schemas.microsoft.com/office/drawing/2014/main" id="{70F97539-CEAE-FFA9-9A4B-70696C217E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" y="394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79" name="Line 313">
              <a:extLst>
                <a:ext uri="{FF2B5EF4-FFF2-40B4-BE49-F238E27FC236}">
                  <a16:creationId xmlns:a16="http://schemas.microsoft.com/office/drawing/2014/main" id="{8303F45D-FD83-DB24-3A92-262BC3838A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80" name="Line 314">
              <a:extLst>
                <a:ext uri="{FF2B5EF4-FFF2-40B4-BE49-F238E27FC236}">
                  <a16:creationId xmlns:a16="http://schemas.microsoft.com/office/drawing/2014/main" id="{96BA7C33-8AD7-4869-1288-D062A5C3BB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0457" name="Group 315">
            <a:extLst>
              <a:ext uri="{FF2B5EF4-FFF2-40B4-BE49-F238E27FC236}">
                <a16:creationId xmlns:a16="http://schemas.microsoft.com/office/drawing/2014/main" id="{B5CA159E-593E-20D7-D90F-614984BFF823}"/>
              </a:ext>
            </a:extLst>
          </p:cNvPr>
          <p:cNvGrpSpPr>
            <a:grpSpLocks/>
          </p:cNvGrpSpPr>
          <p:nvPr/>
        </p:nvGrpSpPr>
        <p:grpSpPr bwMode="auto">
          <a:xfrm>
            <a:off x="6167439" y="1066800"/>
            <a:ext cx="904875" cy="571500"/>
            <a:chOff x="195" y="394"/>
            <a:chExt cx="570" cy="360"/>
          </a:xfrm>
        </p:grpSpPr>
        <p:sp>
          <p:nvSpPr>
            <p:cNvPr id="60473" name="Arc 316">
              <a:extLst>
                <a:ext uri="{FF2B5EF4-FFF2-40B4-BE49-F238E27FC236}">
                  <a16:creationId xmlns:a16="http://schemas.microsoft.com/office/drawing/2014/main" id="{2D974F90-3B5A-45D9-32C7-DDDEA604C0D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5" y="656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74" name="Arc 317">
              <a:extLst>
                <a:ext uri="{FF2B5EF4-FFF2-40B4-BE49-F238E27FC236}">
                  <a16:creationId xmlns:a16="http://schemas.microsoft.com/office/drawing/2014/main" id="{F54FA4AF-9E43-3A73-D120-CFB1D4B1D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" y="394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75" name="Line 318">
              <a:extLst>
                <a:ext uri="{FF2B5EF4-FFF2-40B4-BE49-F238E27FC236}">
                  <a16:creationId xmlns:a16="http://schemas.microsoft.com/office/drawing/2014/main" id="{F6E59E5D-0CDD-7887-3030-EEF0B70FF9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76" name="Line 319">
              <a:extLst>
                <a:ext uri="{FF2B5EF4-FFF2-40B4-BE49-F238E27FC236}">
                  <a16:creationId xmlns:a16="http://schemas.microsoft.com/office/drawing/2014/main" id="{EB2C5BF6-21B4-CCAD-8750-E38F70B1F3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0458" name="Group 320">
            <a:extLst>
              <a:ext uri="{FF2B5EF4-FFF2-40B4-BE49-F238E27FC236}">
                <a16:creationId xmlns:a16="http://schemas.microsoft.com/office/drawing/2014/main" id="{38D0330A-291F-D58D-46BA-D0500D96347F}"/>
              </a:ext>
            </a:extLst>
          </p:cNvPr>
          <p:cNvGrpSpPr>
            <a:grpSpLocks/>
          </p:cNvGrpSpPr>
          <p:nvPr/>
        </p:nvGrpSpPr>
        <p:grpSpPr bwMode="auto">
          <a:xfrm>
            <a:off x="7439026" y="1106488"/>
            <a:ext cx="904875" cy="571500"/>
            <a:chOff x="195" y="394"/>
            <a:chExt cx="570" cy="360"/>
          </a:xfrm>
        </p:grpSpPr>
        <p:sp>
          <p:nvSpPr>
            <p:cNvPr id="60469" name="Arc 321">
              <a:extLst>
                <a:ext uri="{FF2B5EF4-FFF2-40B4-BE49-F238E27FC236}">
                  <a16:creationId xmlns:a16="http://schemas.microsoft.com/office/drawing/2014/main" id="{BBC71D05-0C17-DDBA-F0BB-BA6BEB56B46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5" y="656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70" name="Arc 322">
              <a:extLst>
                <a:ext uri="{FF2B5EF4-FFF2-40B4-BE49-F238E27FC236}">
                  <a16:creationId xmlns:a16="http://schemas.microsoft.com/office/drawing/2014/main" id="{E7C52658-3B73-1812-67FC-82E3D37F9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" y="394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71" name="Line 323">
              <a:extLst>
                <a:ext uri="{FF2B5EF4-FFF2-40B4-BE49-F238E27FC236}">
                  <a16:creationId xmlns:a16="http://schemas.microsoft.com/office/drawing/2014/main" id="{D2D31EB0-5921-04E0-C1A6-6177B5811C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72" name="Line 324">
              <a:extLst>
                <a:ext uri="{FF2B5EF4-FFF2-40B4-BE49-F238E27FC236}">
                  <a16:creationId xmlns:a16="http://schemas.microsoft.com/office/drawing/2014/main" id="{248BADAE-1E8A-2C8D-3170-332960978B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0459" name="Group 325">
            <a:extLst>
              <a:ext uri="{FF2B5EF4-FFF2-40B4-BE49-F238E27FC236}">
                <a16:creationId xmlns:a16="http://schemas.microsoft.com/office/drawing/2014/main" id="{30F80ADC-D1A8-E925-0E62-75A04149A16A}"/>
              </a:ext>
            </a:extLst>
          </p:cNvPr>
          <p:cNvGrpSpPr>
            <a:grpSpLocks/>
          </p:cNvGrpSpPr>
          <p:nvPr/>
        </p:nvGrpSpPr>
        <p:grpSpPr bwMode="auto">
          <a:xfrm>
            <a:off x="9097964" y="460375"/>
            <a:ext cx="904875" cy="571500"/>
            <a:chOff x="195" y="394"/>
            <a:chExt cx="570" cy="360"/>
          </a:xfrm>
        </p:grpSpPr>
        <p:sp>
          <p:nvSpPr>
            <p:cNvPr id="60465" name="Arc 326">
              <a:extLst>
                <a:ext uri="{FF2B5EF4-FFF2-40B4-BE49-F238E27FC236}">
                  <a16:creationId xmlns:a16="http://schemas.microsoft.com/office/drawing/2014/main" id="{CBE4DFB4-B6F6-B840-1C92-D36876692BE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5" y="656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66" name="Arc 327">
              <a:extLst>
                <a:ext uri="{FF2B5EF4-FFF2-40B4-BE49-F238E27FC236}">
                  <a16:creationId xmlns:a16="http://schemas.microsoft.com/office/drawing/2014/main" id="{FE3C30DD-A1A7-731B-3A06-0202EE609A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" y="394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67" name="Line 328">
              <a:extLst>
                <a:ext uri="{FF2B5EF4-FFF2-40B4-BE49-F238E27FC236}">
                  <a16:creationId xmlns:a16="http://schemas.microsoft.com/office/drawing/2014/main" id="{FD7E0CD9-8D3C-CBC6-845B-58DF25B47B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68" name="Line 329">
              <a:extLst>
                <a:ext uri="{FF2B5EF4-FFF2-40B4-BE49-F238E27FC236}">
                  <a16:creationId xmlns:a16="http://schemas.microsoft.com/office/drawing/2014/main" id="{F3036D14-77B0-CFAA-95C9-1D7EBFEBAC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0460" name="Group 330">
            <a:extLst>
              <a:ext uri="{FF2B5EF4-FFF2-40B4-BE49-F238E27FC236}">
                <a16:creationId xmlns:a16="http://schemas.microsoft.com/office/drawing/2014/main" id="{B7ED1D6F-EBF8-381C-F915-0A44265385B1}"/>
              </a:ext>
            </a:extLst>
          </p:cNvPr>
          <p:cNvGrpSpPr>
            <a:grpSpLocks/>
          </p:cNvGrpSpPr>
          <p:nvPr/>
        </p:nvGrpSpPr>
        <p:grpSpPr bwMode="auto">
          <a:xfrm>
            <a:off x="9097964" y="1758950"/>
            <a:ext cx="904875" cy="571500"/>
            <a:chOff x="195" y="394"/>
            <a:chExt cx="570" cy="360"/>
          </a:xfrm>
        </p:grpSpPr>
        <p:sp>
          <p:nvSpPr>
            <p:cNvPr id="60461" name="Arc 331">
              <a:extLst>
                <a:ext uri="{FF2B5EF4-FFF2-40B4-BE49-F238E27FC236}">
                  <a16:creationId xmlns:a16="http://schemas.microsoft.com/office/drawing/2014/main" id="{5F57A6F0-AAA9-F112-B448-FF03C0F0DF5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5" y="656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62" name="Arc 332">
              <a:extLst>
                <a:ext uri="{FF2B5EF4-FFF2-40B4-BE49-F238E27FC236}">
                  <a16:creationId xmlns:a16="http://schemas.microsoft.com/office/drawing/2014/main" id="{B650EAFF-B7EA-8695-9B61-96F56AE21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" y="394"/>
              <a:ext cx="565" cy="98"/>
            </a:xfrm>
            <a:custGeom>
              <a:avLst/>
              <a:gdLst>
                <a:gd name="T0" fmla="*/ 0 w 43177"/>
                <a:gd name="T1" fmla="*/ 0 h 21600"/>
                <a:gd name="T2" fmla="*/ 0 w 43177"/>
                <a:gd name="T3" fmla="*/ 0 h 21600"/>
                <a:gd name="T4" fmla="*/ 0 w 43177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7"/>
                <a:gd name="T10" fmla="*/ 0 h 21600"/>
                <a:gd name="T11" fmla="*/ 43177 w 431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7" h="21600" fill="none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</a:path>
                <a:path w="43177" h="21600" stroke="0" extrusionOk="0">
                  <a:moveTo>
                    <a:pt x="-1" y="20612"/>
                  </a:moveTo>
                  <a:cubicBezTo>
                    <a:pt x="527" y="9079"/>
                    <a:pt x="10031" y="-1"/>
                    <a:pt x="21577" y="0"/>
                  </a:cubicBezTo>
                  <a:cubicBezTo>
                    <a:pt x="33506" y="0"/>
                    <a:pt x="43177" y="9670"/>
                    <a:pt x="43177" y="21600"/>
                  </a:cubicBezTo>
                  <a:lnTo>
                    <a:pt x="21577" y="21600"/>
                  </a:lnTo>
                  <a:lnTo>
                    <a:pt x="-1" y="20612"/>
                  </a:lnTo>
                  <a:close/>
                </a:path>
              </a:pathLst>
            </a:cu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63" name="Line 333">
              <a:extLst>
                <a:ext uri="{FF2B5EF4-FFF2-40B4-BE49-F238E27FC236}">
                  <a16:creationId xmlns:a16="http://schemas.microsoft.com/office/drawing/2014/main" id="{D114A282-4F0D-AA22-8954-A9561AC2D2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464" name="Line 334">
              <a:extLst>
                <a:ext uri="{FF2B5EF4-FFF2-40B4-BE49-F238E27FC236}">
                  <a16:creationId xmlns:a16="http://schemas.microsoft.com/office/drawing/2014/main" id="{456CA95D-E176-D403-59AD-1B262A1467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5" y="492"/>
              <a:ext cx="0" cy="164"/>
            </a:xfrm>
            <a:prstGeom prst="line">
              <a:avLst/>
            </a:prstGeom>
            <a:noFill/>
            <a:ln w="762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Text Box 309">
            <a:extLst>
              <a:ext uri="{FF2B5EF4-FFF2-40B4-BE49-F238E27FC236}">
                <a16:creationId xmlns:a16="http://schemas.microsoft.com/office/drawing/2014/main" id="{BC8A62CF-F72F-CDD1-05A9-8887A2D34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7984" y="4638387"/>
            <a:ext cx="154882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dirty="0" err="1">
                <a:solidFill>
                  <a:schemeClr val="tx2"/>
                </a:solidFill>
              </a:rPr>
              <a:t>internal</a:t>
            </a:r>
            <a:endParaRPr lang="it-IT" altLang="it-IT" dirty="0">
              <a:solidFill>
                <a:schemeClr val="tx2"/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dirty="0">
                <a:solidFill>
                  <a:schemeClr val="tx2"/>
                </a:solidFill>
              </a:rPr>
              <a:t>routers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212226-9E18-E1EE-AA0F-97486EDA1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Path Types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292129-DCB7-5F3D-6502-063636F38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altLang="en-IT"/>
              <a:t>last update: Oct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DADFCA-A1A4-4F04-DCF8-296BBCBB9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altLang="en-IT"/>
              <a:t>kathara – [ labs: ospf_frr ]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E1A379-7987-BE50-76CD-4C0AC6380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OSPF classifies routes into path types based on their origin and location relative to areas, </a:t>
            </a:r>
            <a:endParaRPr lang="en-CH" dirty="0"/>
          </a:p>
          <a:p>
            <a:r>
              <a:rPr lang="en-GB" dirty="0"/>
              <a:t>strict preference order for shortest path selection: </a:t>
            </a:r>
            <a:endParaRPr lang="en-CH" dirty="0"/>
          </a:p>
          <a:p>
            <a:r>
              <a:rPr lang="en-GB" dirty="0"/>
              <a:t>intra-area &gt; inter-area &gt; external type 1 (E1) &gt; external type 2 (E2).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468542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EB555-93B6-7E2F-827F-ACB5F5092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Path types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3D316F-EB3B-7EDB-A0DB-953D4F00F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altLang="en-IT"/>
              <a:t>last update: Oct 2023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CAF362-C515-7268-24D6-F53A25AE2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altLang="en-IT"/>
              <a:t>kathara – [ labs: ospf_frr ]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37B960-EF4C-E9C1-FD36-F33F177C6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Intra-Area (O)</a:t>
            </a:r>
          </a:p>
          <a:p>
            <a:pPr marL="800120" lvl="2" indent="0">
              <a:buNone/>
            </a:pPr>
            <a:r>
              <a:rPr lang="en-GB" dirty="0"/>
              <a:t>Routes to destinations within the same OSPF area, using the full link-state database for SPF calculation. Highest preference as they reflect local topology details.​</a:t>
            </a:r>
          </a:p>
          <a:p>
            <a:r>
              <a:rPr lang="en-GB" dirty="0"/>
              <a:t>Inter-Area (O IA)</a:t>
            </a:r>
          </a:p>
          <a:p>
            <a:pPr marL="800120" lvl="2" indent="0">
              <a:buNone/>
            </a:pPr>
            <a:r>
              <a:rPr lang="en-GB" dirty="0"/>
              <a:t>Routes to other OSPF areas, learned via ABR summary LSAs (Type 3). Cost includes intra-area to ABR + backbone path + intra-area from destination ABR; visible as aggregated summaries.​</a:t>
            </a:r>
          </a:p>
          <a:p>
            <a:pPr marL="0" indent="0">
              <a:buNone/>
            </a:pP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271892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0B480-915F-0C67-F933-ECD91C56C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Path types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341475-8039-DB70-F1C2-1F13BD34C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altLang="en-IT"/>
              <a:t>last update: Oct 2023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CC4443-9FEC-F9F5-D39B-70EFE5D3E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altLang="en-IT"/>
              <a:t>kathara – [ labs: ospf_frr ]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EC241A-FF98-17DA-A095-8439EBF84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External Type 1 (E1)</a:t>
            </a:r>
          </a:p>
          <a:p>
            <a:pPr marL="800120" lvl="2" indent="0">
              <a:buNone/>
            </a:pPr>
            <a:r>
              <a:rPr lang="en-GB" dirty="0"/>
              <a:t>Redistributed external routes (e.g., from BGP, static) where total cost = external metric + OSPF internal cost to ASBR. </a:t>
            </a:r>
            <a:endParaRPr lang="en-CH" dirty="0"/>
          </a:p>
          <a:p>
            <a:pPr marL="800120" lvl="2" indent="0">
              <a:buNone/>
            </a:pPr>
            <a:r>
              <a:rPr lang="en-GB" dirty="0"/>
              <a:t>Preferred over E2; used when internal paths vary significantly.</a:t>
            </a:r>
          </a:p>
          <a:p>
            <a:r>
              <a:rPr lang="en-GB" dirty="0"/>
              <a:t>External Type 2 (E2)</a:t>
            </a:r>
          </a:p>
          <a:p>
            <a:pPr marL="800120" lvl="2" indent="0">
              <a:buNone/>
            </a:pPr>
            <a:r>
              <a:rPr lang="en-GB" dirty="0"/>
              <a:t>Default for external routes; cost = external metric only (OSPF cost to ASBR as tie-breaker). </a:t>
            </a:r>
            <a:endParaRPr lang="en-CH" dirty="0"/>
          </a:p>
          <a:p>
            <a:pPr marL="800120" lvl="2" indent="0">
              <a:buNone/>
            </a:pPr>
            <a:r>
              <a:rPr lang="en-GB" dirty="0"/>
              <a:t>Ideal when external costs dominate or ASBRs are equidistant.</a:t>
            </a:r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743715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0C415-6572-C8DD-EA2A-185DA847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Example – </a:t>
            </a:r>
            <a:r>
              <a:rPr lang="en-GB" dirty="0"/>
              <a:t>Intra-Area</a:t>
            </a:r>
            <a:r>
              <a:rPr lang="en-CH" dirty="0"/>
              <a:t> path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57C612-9291-5919-E4CA-4E988C10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altLang="en-IT"/>
              <a:t>last update: Oct 2023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0F2217-67B4-39B2-05C0-E8B5B7D67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altLang="en-IT"/>
              <a:t>kathara – [ labs: ospf_frr ]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FF4019-B162-C71A-DE3C-A5750E7AE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561983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4A291B09-5989-BE99-9939-09E4E581DD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en-IT"/>
              <a:t>kathara – [ labs: ospf_frr ]</a:t>
            </a:r>
          </a:p>
        </p:txBody>
      </p:sp>
      <p:sp>
        <p:nvSpPr>
          <p:cNvPr id="416" name="Segnaposto piè di pagina 2">
            <a:extLst>
              <a:ext uri="{FF2B5EF4-FFF2-40B4-BE49-F238E27FC236}">
                <a16:creationId xmlns:a16="http://schemas.microsoft.com/office/drawing/2014/main" id="{A12923D2-0286-4E10-9B74-54151A66A087}"/>
              </a:ext>
            </a:extLst>
          </p:cNvPr>
          <p:cNvSpPr txBox="1">
            <a:spLocks noGrp="1"/>
          </p:cNvSpPr>
          <p:nvPr/>
        </p:nvSpPr>
        <p:spPr bwMode="auto">
          <a:xfrm>
            <a:off x="3863975" y="6453189"/>
            <a:ext cx="4464050" cy="33337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it-IT" sz="1400" dirty="0" err="1">
                <a:latin typeface="+mn-lt"/>
              </a:rPr>
              <a:t>kathara</a:t>
            </a:r>
            <a:r>
              <a:rPr lang="it-IT" sz="1400" dirty="0">
                <a:latin typeface="+mn-lt"/>
              </a:rPr>
              <a:t> – [ labs: </a:t>
            </a:r>
            <a:r>
              <a:rPr lang="it-IT" sz="1400" dirty="0" err="1">
                <a:latin typeface="+mn-lt"/>
              </a:rPr>
              <a:t>ospf</a:t>
            </a:r>
            <a:r>
              <a:rPr lang="it-IT" sz="1400" dirty="0">
                <a:latin typeface="+mn-lt"/>
              </a:rPr>
              <a:t> ]</a:t>
            </a:r>
          </a:p>
        </p:txBody>
      </p:sp>
      <p:sp>
        <p:nvSpPr>
          <p:cNvPr id="61444" name="Rectangle 2">
            <a:extLst>
              <a:ext uri="{FF2B5EF4-FFF2-40B4-BE49-F238E27FC236}">
                <a16:creationId xmlns:a16="http://schemas.microsoft.com/office/drawing/2014/main" id="{7DB89625-01AC-3F60-FACF-638FE435F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6457950"/>
            <a:ext cx="711200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1800">
              <a:latin typeface="Arial" panose="020B0604020202020204" pitchFamily="34" charset="0"/>
            </a:endParaRPr>
          </a:p>
        </p:txBody>
      </p:sp>
      <p:grpSp>
        <p:nvGrpSpPr>
          <p:cNvPr id="61445" name="Group 3">
            <a:extLst>
              <a:ext uri="{FF2B5EF4-FFF2-40B4-BE49-F238E27FC236}">
                <a16:creationId xmlns:a16="http://schemas.microsoft.com/office/drawing/2014/main" id="{42E8B608-D394-9FC0-3C9D-ABF1C04864E9}"/>
              </a:ext>
            </a:extLst>
          </p:cNvPr>
          <p:cNvGrpSpPr>
            <a:grpSpLocks/>
          </p:cNvGrpSpPr>
          <p:nvPr/>
        </p:nvGrpSpPr>
        <p:grpSpPr bwMode="auto">
          <a:xfrm>
            <a:off x="2894014" y="3603626"/>
            <a:ext cx="6510337" cy="3209925"/>
            <a:chOff x="863" y="2270"/>
            <a:chExt cx="4101" cy="2022"/>
          </a:xfrm>
        </p:grpSpPr>
        <p:grpSp>
          <p:nvGrpSpPr>
            <p:cNvPr id="61846" name="Group 4">
              <a:extLst>
                <a:ext uri="{FF2B5EF4-FFF2-40B4-BE49-F238E27FC236}">
                  <a16:creationId xmlns:a16="http://schemas.microsoft.com/office/drawing/2014/main" id="{DD1F67DA-2FED-234E-EEB3-BF20CC6B5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3" y="2406"/>
              <a:ext cx="4101" cy="1886"/>
              <a:chOff x="863" y="2406"/>
              <a:chExt cx="4101" cy="1886"/>
            </a:xfrm>
          </p:grpSpPr>
          <p:sp>
            <p:nvSpPr>
              <p:cNvPr id="61848" name="Oval 5">
                <a:extLst>
                  <a:ext uri="{FF2B5EF4-FFF2-40B4-BE49-F238E27FC236}">
                    <a16:creationId xmlns:a16="http://schemas.microsoft.com/office/drawing/2014/main" id="{E3ECEF39-6E1A-8512-D393-A97BF9509B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19" y="2406"/>
                <a:ext cx="2819" cy="760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1849" name="Oval 6">
                <a:extLst>
                  <a:ext uri="{FF2B5EF4-FFF2-40B4-BE49-F238E27FC236}">
                    <a16:creationId xmlns:a16="http://schemas.microsoft.com/office/drawing/2014/main" id="{29061D26-F533-54F7-B2E6-4ADF9632F0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74" y="2666"/>
                <a:ext cx="1487" cy="673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1850" name="Oval 7">
                <a:extLst>
                  <a:ext uri="{FF2B5EF4-FFF2-40B4-BE49-F238E27FC236}">
                    <a16:creationId xmlns:a16="http://schemas.microsoft.com/office/drawing/2014/main" id="{4F56946A-5C37-86EE-EBBC-C278D5695D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63" y="2887"/>
                <a:ext cx="860" cy="733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1851" name="Oval 8">
                <a:extLst>
                  <a:ext uri="{FF2B5EF4-FFF2-40B4-BE49-F238E27FC236}">
                    <a16:creationId xmlns:a16="http://schemas.microsoft.com/office/drawing/2014/main" id="{A5E1F270-89D3-EB53-647D-7FC8236D9D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47" y="3312"/>
                <a:ext cx="1286" cy="595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1852" name="Oval 9">
                <a:extLst>
                  <a:ext uri="{FF2B5EF4-FFF2-40B4-BE49-F238E27FC236}">
                    <a16:creationId xmlns:a16="http://schemas.microsoft.com/office/drawing/2014/main" id="{04C51678-77DB-A148-24D4-E3E6D13ACA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30" y="3412"/>
                <a:ext cx="2534" cy="880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1853" name="Oval 10">
                <a:extLst>
                  <a:ext uri="{FF2B5EF4-FFF2-40B4-BE49-F238E27FC236}">
                    <a16:creationId xmlns:a16="http://schemas.microsoft.com/office/drawing/2014/main" id="{21872F76-FF6E-C1DE-2C00-933412F71D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525" y="2685"/>
                <a:ext cx="1439" cy="711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1854" name="Oval 11">
                <a:extLst>
                  <a:ext uri="{FF2B5EF4-FFF2-40B4-BE49-F238E27FC236}">
                    <a16:creationId xmlns:a16="http://schemas.microsoft.com/office/drawing/2014/main" id="{21E58C4A-0EB4-6E37-EFCE-19EF4DBD75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743" y="3025"/>
                <a:ext cx="826" cy="595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1855" name="Oval 12">
                <a:extLst>
                  <a:ext uri="{FF2B5EF4-FFF2-40B4-BE49-F238E27FC236}">
                    <a16:creationId xmlns:a16="http://schemas.microsoft.com/office/drawing/2014/main" id="{563F30D6-0181-25B5-50D8-A505268663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611" y="3136"/>
                <a:ext cx="675" cy="889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1856" name="Oval 13">
                <a:extLst>
                  <a:ext uri="{FF2B5EF4-FFF2-40B4-BE49-F238E27FC236}">
                    <a16:creationId xmlns:a16="http://schemas.microsoft.com/office/drawing/2014/main" id="{A901A95C-8298-CD7E-5E1A-F72160FEDA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30" y="2887"/>
                <a:ext cx="2890" cy="868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1847" name="Oval 14">
              <a:extLst>
                <a:ext uri="{FF2B5EF4-FFF2-40B4-BE49-F238E27FC236}">
                  <a16:creationId xmlns:a16="http://schemas.microsoft.com/office/drawing/2014/main" id="{95AA0BEB-307E-E82B-1B22-E590EF8D6E5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15" y="2270"/>
              <a:ext cx="1518" cy="760"/>
            </a:xfrm>
            <a:prstGeom prst="ellipse">
              <a:avLst/>
            </a:prstGeom>
            <a:solidFill>
              <a:srgbClr val="CC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</p:grpSp>
      <p:sp>
        <p:nvSpPr>
          <p:cNvPr id="61446" name="Freeform 15">
            <a:extLst>
              <a:ext uri="{FF2B5EF4-FFF2-40B4-BE49-F238E27FC236}">
                <a16:creationId xmlns:a16="http://schemas.microsoft.com/office/drawing/2014/main" id="{1D27850B-5860-37DC-1287-B0C474998ACB}"/>
              </a:ext>
            </a:extLst>
          </p:cNvPr>
          <p:cNvSpPr>
            <a:spLocks/>
          </p:cNvSpPr>
          <p:nvPr/>
        </p:nvSpPr>
        <p:spPr bwMode="auto">
          <a:xfrm>
            <a:off x="7224713" y="49213"/>
            <a:ext cx="3371850" cy="3886200"/>
          </a:xfrm>
          <a:custGeom>
            <a:avLst/>
            <a:gdLst>
              <a:gd name="T0" fmla="*/ 168849675 w 2124"/>
              <a:gd name="T1" fmla="*/ 2147483646 h 2448"/>
              <a:gd name="T2" fmla="*/ 572074675 w 2124"/>
              <a:gd name="T3" fmla="*/ 2147483646 h 2448"/>
              <a:gd name="T4" fmla="*/ 841732188 w 2124"/>
              <a:gd name="T5" fmla="*/ 2147483646 h 2448"/>
              <a:gd name="T6" fmla="*/ 587195613 w 2124"/>
              <a:gd name="T7" fmla="*/ 2147483646 h 2448"/>
              <a:gd name="T8" fmla="*/ 1081146238 w 2124"/>
              <a:gd name="T9" fmla="*/ 2147483646 h 2448"/>
              <a:gd name="T10" fmla="*/ 2069047488 w 2124"/>
              <a:gd name="T11" fmla="*/ 2147483646 h 2448"/>
              <a:gd name="T12" fmla="*/ 2147483646 w 2124"/>
              <a:gd name="T13" fmla="*/ 2147483646 h 2448"/>
              <a:gd name="T14" fmla="*/ 2147483646 w 2124"/>
              <a:gd name="T15" fmla="*/ 2147483646 h 2448"/>
              <a:gd name="T16" fmla="*/ 2147483646 w 2124"/>
              <a:gd name="T17" fmla="*/ 2147483646 h 2448"/>
              <a:gd name="T18" fmla="*/ 2147483646 w 2124"/>
              <a:gd name="T19" fmla="*/ 1708665938 h 2448"/>
              <a:gd name="T20" fmla="*/ 2147483646 w 2124"/>
              <a:gd name="T21" fmla="*/ 282257500 h 2448"/>
              <a:gd name="T22" fmla="*/ 2147483646 w 2124"/>
              <a:gd name="T23" fmla="*/ 70564375 h 2448"/>
              <a:gd name="T24" fmla="*/ 423386250 w 2124"/>
              <a:gd name="T25" fmla="*/ 176410938 h 2448"/>
              <a:gd name="T26" fmla="*/ 302418750 w 2124"/>
              <a:gd name="T27" fmla="*/ 1134070313 h 2448"/>
              <a:gd name="T28" fmla="*/ 511590925 w 2124"/>
              <a:gd name="T29" fmla="*/ 1688504688 h 2448"/>
              <a:gd name="T30" fmla="*/ 168849675 w 2124"/>
              <a:gd name="T31" fmla="*/ 2147483646 h 244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124"/>
              <a:gd name="T49" fmla="*/ 0 h 2448"/>
              <a:gd name="T50" fmla="*/ 2124 w 2124"/>
              <a:gd name="T51" fmla="*/ 2448 h 2448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124" h="2448">
                <a:moveTo>
                  <a:pt x="67" y="990"/>
                </a:moveTo>
                <a:cubicBezTo>
                  <a:pt x="27" y="1066"/>
                  <a:pt x="183" y="1206"/>
                  <a:pt x="227" y="1359"/>
                </a:cubicBezTo>
                <a:cubicBezTo>
                  <a:pt x="271" y="1512"/>
                  <a:pt x="333" y="1748"/>
                  <a:pt x="334" y="1911"/>
                </a:cubicBezTo>
                <a:cubicBezTo>
                  <a:pt x="335" y="2074"/>
                  <a:pt x="217" y="2249"/>
                  <a:pt x="233" y="2338"/>
                </a:cubicBezTo>
                <a:cubicBezTo>
                  <a:pt x="249" y="2427"/>
                  <a:pt x="331" y="2448"/>
                  <a:pt x="429" y="2445"/>
                </a:cubicBezTo>
                <a:cubicBezTo>
                  <a:pt x="527" y="2442"/>
                  <a:pt x="679" y="2351"/>
                  <a:pt x="821" y="2321"/>
                </a:cubicBezTo>
                <a:cubicBezTo>
                  <a:pt x="963" y="2291"/>
                  <a:pt x="1110" y="2289"/>
                  <a:pt x="1285" y="2265"/>
                </a:cubicBezTo>
                <a:cubicBezTo>
                  <a:pt x="1460" y="2241"/>
                  <a:pt x="1738" y="2250"/>
                  <a:pt x="1874" y="2174"/>
                </a:cubicBezTo>
                <a:cubicBezTo>
                  <a:pt x="2010" y="2098"/>
                  <a:pt x="2078" y="2060"/>
                  <a:pt x="2101" y="1811"/>
                </a:cubicBezTo>
                <a:cubicBezTo>
                  <a:pt x="2124" y="1562"/>
                  <a:pt x="2044" y="961"/>
                  <a:pt x="2011" y="678"/>
                </a:cubicBezTo>
                <a:cubicBezTo>
                  <a:pt x="1978" y="395"/>
                  <a:pt x="2049" y="220"/>
                  <a:pt x="1902" y="112"/>
                </a:cubicBezTo>
                <a:cubicBezTo>
                  <a:pt x="1755" y="4"/>
                  <a:pt x="1419" y="35"/>
                  <a:pt x="1130" y="28"/>
                </a:cubicBezTo>
                <a:cubicBezTo>
                  <a:pt x="841" y="21"/>
                  <a:pt x="336" y="0"/>
                  <a:pt x="168" y="70"/>
                </a:cubicBezTo>
                <a:cubicBezTo>
                  <a:pt x="0" y="140"/>
                  <a:pt x="114" y="350"/>
                  <a:pt x="120" y="450"/>
                </a:cubicBezTo>
                <a:cubicBezTo>
                  <a:pt x="126" y="550"/>
                  <a:pt x="212" y="580"/>
                  <a:pt x="203" y="670"/>
                </a:cubicBezTo>
                <a:cubicBezTo>
                  <a:pt x="194" y="760"/>
                  <a:pt x="95" y="923"/>
                  <a:pt x="67" y="990"/>
                </a:cubicBezTo>
                <a:close/>
              </a:path>
            </a:pathLst>
          </a:cu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447" name="Freeform 16">
            <a:extLst>
              <a:ext uri="{FF2B5EF4-FFF2-40B4-BE49-F238E27FC236}">
                <a16:creationId xmlns:a16="http://schemas.microsoft.com/office/drawing/2014/main" id="{D692EAAB-1E38-D81C-5B9A-538611A8D5BF}"/>
              </a:ext>
            </a:extLst>
          </p:cNvPr>
          <p:cNvSpPr>
            <a:spLocks/>
          </p:cNvSpPr>
          <p:nvPr/>
        </p:nvSpPr>
        <p:spPr bwMode="auto">
          <a:xfrm>
            <a:off x="4737101" y="52389"/>
            <a:ext cx="2828925" cy="3748087"/>
          </a:xfrm>
          <a:custGeom>
            <a:avLst/>
            <a:gdLst>
              <a:gd name="T0" fmla="*/ 332660625 w 1782"/>
              <a:gd name="T1" fmla="*/ 1577617602 h 2361"/>
              <a:gd name="T2" fmla="*/ 614918125 w 1782"/>
              <a:gd name="T3" fmla="*/ 1083667043 h 2361"/>
              <a:gd name="T4" fmla="*/ 975301263 w 1782"/>
              <a:gd name="T5" fmla="*/ 859372373 h 2361"/>
              <a:gd name="T6" fmla="*/ 1355844063 w 1782"/>
              <a:gd name="T7" fmla="*/ 559474613 h 2361"/>
              <a:gd name="T8" fmla="*/ 2147483646 w 1782"/>
              <a:gd name="T9" fmla="*/ 80644989 h 2361"/>
              <a:gd name="T10" fmla="*/ 2147483646 w 1782"/>
              <a:gd name="T11" fmla="*/ 110886860 h 2361"/>
              <a:gd name="T12" fmla="*/ 2147483646 w 1782"/>
              <a:gd name="T13" fmla="*/ 740925839 h 2361"/>
              <a:gd name="T14" fmla="*/ 2147483646 w 1782"/>
              <a:gd name="T15" fmla="*/ 1607859473 h 2361"/>
              <a:gd name="T16" fmla="*/ 2147483646 w 1782"/>
              <a:gd name="T17" fmla="*/ 2147483646 h 2361"/>
              <a:gd name="T18" fmla="*/ 2147483646 w 1782"/>
              <a:gd name="T19" fmla="*/ 2147483646 h 2361"/>
              <a:gd name="T20" fmla="*/ 2147483646 w 1782"/>
              <a:gd name="T21" fmla="*/ 2147483646 h 2361"/>
              <a:gd name="T22" fmla="*/ 2147483646 w 1782"/>
              <a:gd name="T23" fmla="*/ 2147483646 h 2361"/>
              <a:gd name="T24" fmla="*/ 2147483646 w 1782"/>
              <a:gd name="T25" fmla="*/ 2147483646 h 2361"/>
              <a:gd name="T26" fmla="*/ 2147483646 w 1782"/>
              <a:gd name="T27" fmla="*/ 2147483646 h 2361"/>
              <a:gd name="T28" fmla="*/ 1514614700 w 1782"/>
              <a:gd name="T29" fmla="*/ 2147483646 h 2361"/>
              <a:gd name="T30" fmla="*/ 1305440938 w 1782"/>
              <a:gd name="T31" fmla="*/ 2147483646 h 2361"/>
              <a:gd name="T32" fmla="*/ 645160000 w 1782"/>
              <a:gd name="T33" fmla="*/ 2147483646 h 2361"/>
              <a:gd name="T34" fmla="*/ 599797188 w 1782"/>
              <a:gd name="T35" fmla="*/ 2147483646 h 2361"/>
              <a:gd name="T36" fmla="*/ 93246575 w 1782"/>
              <a:gd name="T37" fmla="*/ 2147483646 h 2361"/>
              <a:gd name="T38" fmla="*/ 47883763 w 1782"/>
              <a:gd name="T39" fmla="*/ 2147483646 h 2361"/>
              <a:gd name="T40" fmla="*/ 332660625 w 1782"/>
              <a:gd name="T41" fmla="*/ 1577617602 h 2361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1782"/>
              <a:gd name="T64" fmla="*/ 0 h 2361"/>
              <a:gd name="T65" fmla="*/ 1782 w 1782"/>
              <a:gd name="T66" fmla="*/ 2361 h 2361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1782" h="2361">
                <a:moveTo>
                  <a:pt x="132" y="626"/>
                </a:moveTo>
                <a:cubicBezTo>
                  <a:pt x="170" y="530"/>
                  <a:pt x="202" y="477"/>
                  <a:pt x="244" y="430"/>
                </a:cubicBezTo>
                <a:cubicBezTo>
                  <a:pt x="286" y="383"/>
                  <a:pt x="338" y="376"/>
                  <a:pt x="387" y="341"/>
                </a:cubicBezTo>
                <a:cubicBezTo>
                  <a:pt x="436" y="306"/>
                  <a:pt x="456" y="273"/>
                  <a:pt x="538" y="222"/>
                </a:cubicBezTo>
                <a:cubicBezTo>
                  <a:pt x="620" y="171"/>
                  <a:pt x="745" y="62"/>
                  <a:pt x="880" y="32"/>
                </a:cubicBezTo>
                <a:cubicBezTo>
                  <a:pt x="1015" y="2"/>
                  <a:pt x="1243" y="0"/>
                  <a:pt x="1349" y="44"/>
                </a:cubicBezTo>
                <a:cubicBezTo>
                  <a:pt x="1455" y="88"/>
                  <a:pt x="1469" y="195"/>
                  <a:pt x="1515" y="294"/>
                </a:cubicBezTo>
                <a:cubicBezTo>
                  <a:pt x="1561" y="393"/>
                  <a:pt x="1629" y="523"/>
                  <a:pt x="1628" y="638"/>
                </a:cubicBezTo>
                <a:cubicBezTo>
                  <a:pt x="1627" y="753"/>
                  <a:pt x="1501" y="860"/>
                  <a:pt x="1509" y="982"/>
                </a:cubicBezTo>
                <a:cubicBezTo>
                  <a:pt x="1517" y="1104"/>
                  <a:pt x="1630" y="1221"/>
                  <a:pt x="1675" y="1368"/>
                </a:cubicBezTo>
                <a:cubicBezTo>
                  <a:pt x="1720" y="1515"/>
                  <a:pt x="1782" y="1717"/>
                  <a:pt x="1782" y="1867"/>
                </a:cubicBezTo>
                <a:cubicBezTo>
                  <a:pt x="1782" y="2017"/>
                  <a:pt x="1746" y="2209"/>
                  <a:pt x="1675" y="2271"/>
                </a:cubicBezTo>
                <a:cubicBezTo>
                  <a:pt x="1604" y="2333"/>
                  <a:pt x="1424" y="2303"/>
                  <a:pt x="1355" y="2241"/>
                </a:cubicBezTo>
                <a:cubicBezTo>
                  <a:pt x="1286" y="2179"/>
                  <a:pt x="1426" y="1921"/>
                  <a:pt x="1260" y="1897"/>
                </a:cubicBezTo>
                <a:cubicBezTo>
                  <a:pt x="1094" y="1873"/>
                  <a:pt x="708" y="1885"/>
                  <a:pt x="601" y="1909"/>
                </a:cubicBezTo>
                <a:cubicBezTo>
                  <a:pt x="494" y="1933"/>
                  <a:pt x="575" y="2222"/>
                  <a:pt x="518" y="2283"/>
                </a:cubicBezTo>
                <a:cubicBezTo>
                  <a:pt x="465" y="2345"/>
                  <a:pt x="303" y="2361"/>
                  <a:pt x="256" y="2277"/>
                </a:cubicBezTo>
                <a:cubicBezTo>
                  <a:pt x="209" y="2193"/>
                  <a:pt x="274" y="1910"/>
                  <a:pt x="238" y="1778"/>
                </a:cubicBezTo>
                <a:cubicBezTo>
                  <a:pt x="202" y="1646"/>
                  <a:pt x="74" y="1616"/>
                  <a:pt x="37" y="1487"/>
                </a:cubicBezTo>
                <a:cubicBezTo>
                  <a:pt x="0" y="1358"/>
                  <a:pt x="3" y="1149"/>
                  <a:pt x="19" y="1006"/>
                </a:cubicBezTo>
                <a:cubicBezTo>
                  <a:pt x="35" y="863"/>
                  <a:pt x="94" y="710"/>
                  <a:pt x="132" y="626"/>
                </a:cubicBezTo>
                <a:close/>
              </a:path>
            </a:pathLst>
          </a:cu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448" name="Freeform 17">
            <a:extLst>
              <a:ext uri="{FF2B5EF4-FFF2-40B4-BE49-F238E27FC236}">
                <a16:creationId xmlns:a16="http://schemas.microsoft.com/office/drawing/2014/main" id="{468488BA-A47E-3394-0D85-F28DFF1600C9}"/>
              </a:ext>
            </a:extLst>
          </p:cNvPr>
          <p:cNvSpPr>
            <a:spLocks/>
          </p:cNvSpPr>
          <p:nvPr/>
        </p:nvSpPr>
        <p:spPr bwMode="auto">
          <a:xfrm>
            <a:off x="1770063" y="66675"/>
            <a:ext cx="3784600" cy="3708400"/>
          </a:xfrm>
          <a:custGeom>
            <a:avLst/>
            <a:gdLst>
              <a:gd name="T0" fmla="*/ 2147483646 w 2384"/>
              <a:gd name="T1" fmla="*/ 2147483646 h 2336"/>
              <a:gd name="T2" fmla="*/ 2147483646 w 2384"/>
              <a:gd name="T3" fmla="*/ 2147483646 h 2336"/>
              <a:gd name="T4" fmla="*/ 2147483646 w 2384"/>
              <a:gd name="T5" fmla="*/ 2147483646 h 2336"/>
              <a:gd name="T6" fmla="*/ 2147483646 w 2384"/>
              <a:gd name="T7" fmla="*/ 2147483646 h 2336"/>
              <a:gd name="T8" fmla="*/ 2147483646 w 2384"/>
              <a:gd name="T9" fmla="*/ 2147483646 h 2336"/>
              <a:gd name="T10" fmla="*/ 2147483646 w 2384"/>
              <a:gd name="T11" fmla="*/ 1436489063 h 2336"/>
              <a:gd name="T12" fmla="*/ 2147483646 w 2384"/>
              <a:gd name="T13" fmla="*/ 688003450 h 2336"/>
              <a:gd name="T14" fmla="*/ 2147483646 w 2384"/>
              <a:gd name="T15" fmla="*/ 642639050 h 2336"/>
              <a:gd name="T16" fmla="*/ 2147483646 w 2384"/>
              <a:gd name="T17" fmla="*/ 118446550 h 2336"/>
              <a:gd name="T18" fmla="*/ 2147483646 w 2384"/>
              <a:gd name="T19" fmla="*/ 88206263 h 2336"/>
              <a:gd name="T20" fmla="*/ 1391126250 w 2384"/>
              <a:gd name="T21" fmla="*/ 209172175 h 2336"/>
              <a:gd name="T22" fmla="*/ 466228113 w 2384"/>
              <a:gd name="T23" fmla="*/ 1335682813 h 2336"/>
              <a:gd name="T24" fmla="*/ 352821875 w 2384"/>
              <a:gd name="T25" fmla="*/ 2147483646 h 2336"/>
              <a:gd name="T26" fmla="*/ 118446550 w 2384"/>
              <a:gd name="T27" fmla="*/ 2147483646 h 2336"/>
              <a:gd name="T28" fmla="*/ 1060984988 w 2384"/>
              <a:gd name="T29" fmla="*/ 2147483646 h 2336"/>
              <a:gd name="T30" fmla="*/ 1630540300 w 2384"/>
              <a:gd name="T31" fmla="*/ 2147483646 h 2336"/>
              <a:gd name="T32" fmla="*/ 2147483646 w 2384"/>
              <a:gd name="T33" fmla="*/ 2147483646 h 2336"/>
              <a:gd name="T34" fmla="*/ 2147483646 w 2384"/>
              <a:gd name="T35" fmla="*/ 2147483646 h 23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2384"/>
              <a:gd name="T55" fmla="*/ 0 h 2336"/>
              <a:gd name="T56" fmla="*/ 2384 w 2384"/>
              <a:gd name="T57" fmla="*/ 2336 h 23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2384" h="2336">
                <a:moveTo>
                  <a:pt x="1401" y="2054"/>
                </a:moveTo>
                <a:cubicBezTo>
                  <a:pt x="1552" y="2098"/>
                  <a:pt x="1676" y="2257"/>
                  <a:pt x="1787" y="2292"/>
                </a:cubicBezTo>
                <a:cubicBezTo>
                  <a:pt x="1898" y="2327"/>
                  <a:pt x="2023" y="2336"/>
                  <a:pt x="2066" y="2262"/>
                </a:cubicBezTo>
                <a:cubicBezTo>
                  <a:pt x="2109" y="2188"/>
                  <a:pt x="2098" y="1979"/>
                  <a:pt x="2048" y="1846"/>
                </a:cubicBezTo>
                <a:cubicBezTo>
                  <a:pt x="1998" y="1713"/>
                  <a:pt x="1789" y="1673"/>
                  <a:pt x="1763" y="1460"/>
                </a:cubicBezTo>
                <a:cubicBezTo>
                  <a:pt x="1737" y="1247"/>
                  <a:pt x="1816" y="768"/>
                  <a:pt x="1894" y="570"/>
                </a:cubicBezTo>
                <a:cubicBezTo>
                  <a:pt x="1972" y="372"/>
                  <a:pt x="2173" y="325"/>
                  <a:pt x="2232" y="273"/>
                </a:cubicBezTo>
                <a:cubicBezTo>
                  <a:pt x="2291" y="221"/>
                  <a:pt x="2246" y="293"/>
                  <a:pt x="2250" y="255"/>
                </a:cubicBezTo>
                <a:cubicBezTo>
                  <a:pt x="2254" y="217"/>
                  <a:pt x="2384" y="84"/>
                  <a:pt x="2256" y="47"/>
                </a:cubicBezTo>
                <a:cubicBezTo>
                  <a:pt x="2128" y="10"/>
                  <a:pt x="1768" y="29"/>
                  <a:pt x="1484" y="35"/>
                </a:cubicBezTo>
                <a:cubicBezTo>
                  <a:pt x="1200" y="41"/>
                  <a:pt x="769" y="0"/>
                  <a:pt x="552" y="83"/>
                </a:cubicBezTo>
                <a:cubicBezTo>
                  <a:pt x="335" y="166"/>
                  <a:pt x="254" y="380"/>
                  <a:pt x="185" y="530"/>
                </a:cubicBezTo>
                <a:cubicBezTo>
                  <a:pt x="116" y="680"/>
                  <a:pt x="163" y="777"/>
                  <a:pt x="140" y="984"/>
                </a:cubicBezTo>
                <a:cubicBezTo>
                  <a:pt x="117" y="1191"/>
                  <a:pt x="0" y="1628"/>
                  <a:pt x="47" y="1775"/>
                </a:cubicBezTo>
                <a:cubicBezTo>
                  <a:pt x="94" y="1922"/>
                  <a:pt x="321" y="1833"/>
                  <a:pt x="421" y="1864"/>
                </a:cubicBezTo>
                <a:cubicBezTo>
                  <a:pt x="521" y="1895"/>
                  <a:pt x="571" y="1931"/>
                  <a:pt x="647" y="1959"/>
                </a:cubicBezTo>
                <a:cubicBezTo>
                  <a:pt x="723" y="1987"/>
                  <a:pt x="752" y="2014"/>
                  <a:pt x="878" y="2030"/>
                </a:cubicBezTo>
                <a:cubicBezTo>
                  <a:pt x="1004" y="2046"/>
                  <a:pt x="1292" y="2049"/>
                  <a:pt x="1401" y="2054"/>
                </a:cubicBezTo>
                <a:close/>
              </a:path>
            </a:pathLst>
          </a:cu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449" name="Line 29">
            <a:extLst>
              <a:ext uri="{FF2B5EF4-FFF2-40B4-BE49-F238E27FC236}">
                <a16:creationId xmlns:a16="http://schemas.microsoft.com/office/drawing/2014/main" id="{724035D2-AE57-3F95-BE7D-BA4F60AC39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79876" y="4816475"/>
            <a:ext cx="9683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450" name="Line 30">
            <a:extLst>
              <a:ext uri="{FF2B5EF4-FFF2-40B4-BE49-F238E27FC236}">
                <a16:creationId xmlns:a16="http://schemas.microsoft.com/office/drawing/2014/main" id="{CD9D7E6F-1C18-5A01-4E87-6C6FAF6A3A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43764" y="4816475"/>
            <a:ext cx="88582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451" name="Line 31">
            <a:extLst>
              <a:ext uri="{FF2B5EF4-FFF2-40B4-BE49-F238E27FC236}">
                <a16:creationId xmlns:a16="http://schemas.microsoft.com/office/drawing/2014/main" id="{A8BDE240-15E9-32DF-4B95-835577A663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88075" y="3268663"/>
            <a:ext cx="0" cy="62071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452" name="Text Box 32">
            <a:extLst>
              <a:ext uri="{FF2B5EF4-FFF2-40B4-BE49-F238E27FC236}">
                <a16:creationId xmlns:a16="http://schemas.microsoft.com/office/drawing/2014/main" id="{9DF00F81-5161-D28F-F915-4585B8707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764" y="4683126"/>
            <a:ext cx="1095375" cy="265113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10.0.3.0/24</a:t>
            </a:r>
          </a:p>
        </p:txBody>
      </p:sp>
      <p:sp>
        <p:nvSpPr>
          <p:cNvPr id="61453" name="Text Box 33">
            <a:extLst>
              <a:ext uri="{FF2B5EF4-FFF2-40B4-BE49-F238E27FC236}">
                <a16:creationId xmlns:a16="http://schemas.microsoft.com/office/drawing/2014/main" id="{372BAD24-8426-AC90-9959-A2726CA6B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8951" y="4683126"/>
            <a:ext cx="1095375" cy="265113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10.0.1.0/24</a:t>
            </a:r>
          </a:p>
        </p:txBody>
      </p:sp>
      <p:sp>
        <p:nvSpPr>
          <p:cNvPr id="61454" name="Line 34">
            <a:extLst>
              <a:ext uri="{FF2B5EF4-FFF2-40B4-BE49-F238E27FC236}">
                <a16:creationId xmlns:a16="http://schemas.microsoft.com/office/drawing/2014/main" id="{1BB9EEEB-FF7E-0CD8-E59D-D25BEE02281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88075" y="5767388"/>
            <a:ext cx="0" cy="6096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455" name="Rectangle 35">
            <a:extLst>
              <a:ext uri="{FF2B5EF4-FFF2-40B4-BE49-F238E27FC236}">
                <a16:creationId xmlns:a16="http://schemas.microsoft.com/office/drawing/2014/main" id="{216835F1-A44C-3837-E07E-DB97F17D5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7151" y="3921126"/>
            <a:ext cx="2182813" cy="17891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1800">
              <a:latin typeface="Arial" panose="020B0604020202020204" pitchFamily="34" charset="0"/>
            </a:endParaRPr>
          </a:p>
        </p:txBody>
      </p:sp>
      <p:grpSp>
        <p:nvGrpSpPr>
          <p:cNvPr id="61456" name="Group 36">
            <a:extLst>
              <a:ext uri="{FF2B5EF4-FFF2-40B4-BE49-F238E27FC236}">
                <a16:creationId xmlns:a16="http://schemas.microsoft.com/office/drawing/2014/main" id="{816F6E5B-387B-4FD3-540C-2C40850439B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68850" y="5495926"/>
            <a:ext cx="723900" cy="460375"/>
            <a:chOff x="3312" y="2160"/>
            <a:chExt cx="960" cy="528"/>
          </a:xfrm>
        </p:grpSpPr>
        <p:grpSp>
          <p:nvGrpSpPr>
            <p:cNvPr id="61824" name="Group 37">
              <a:extLst>
                <a:ext uri="{FF2B5EF4-FFF2-40B4-BE49-F238E27FC236}">
                  <a16:creationId xmlns:a16="http://schemas.microsoft.com/office/drawing/2014/main" id="{E52489EE-799E-BCDD-6018-AC1C2DD011E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61826" name="AutoShape 38">
                <a:extLst>
                  <a:ext uri="{FF2B5EF4-FFF2-40B4-BE49-F238E27FC236}">
                    <a16:creationId xmlns:a16="http://schemas.microsoft.com/office/drawing/2014/main" id="{98F4BA1E-E71B-BADB-62EE-7F2C6FA906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61827" name="Group 39">
                <a:extLst>
                  <a:ext uri="{FF2B5EF4-FFF2-40B4-BE49-F238E27FC236}">
                    <a16:creationId xmlns:a16="http://schemas.microsoft.com/office/drawing/2014/main" id="{FC79DEF2-30F1-6CC6-F594-63A08516E9E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61828" name="Group 40">
                  <a:extLst>
                    <a:ext uri="{FF2B5EF4-FFF2-40B4-BE49-F238E27FC236}">
                      <a16:creationId xmlns:a16="http://schemas.microsoft.com/office/drawing/2014/main" id="{6160388C-467D-1907-B94A-7ECBAE74E09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61838" name="Freeform 41">
                    <a:extLst>
                      <a:ext uri="{FF2B5EF4-FFF2-40B4-BE49-F238E27FC236}">
                        <a16:creationId xmlns:a16="http://schemas.microsoft.com/office/drawing/2014/main" id="{37937296-6645-DA24-A727-E473DDAEA18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39" name="Freeform 42">
                    <a:extLst>
                      <a:ext uri="{FF2B5EF4-FFF2-40B4-BE49-F238E27FC236}">
                        <a16:creationId xmlns:a16="http://schemas.microsoft.com/office/drawing/2014/main" id="{2D481E5B-B1A9-6721-69CC-28498B22392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40" name="Freeform 43">
                    <a:extLst>
                      <a:ext uri="{FF2B5EF4-FFF2-40B4-BE49-F238E27FC236}">
                        <a16:creationId xmlns:a16="http://schemas.microsoft.com/office/drawing/2014/main" id="{75BA3BE9-9ACA-94DF-7D8D-1B46C17AD93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41" name="Freeform 44">
                    <a:extLst>
                      <a:ext uri="{FF2B5EF4-FFF2-40B4-BE49-F238E27FC236}">
                        <a16:creationId xmlns:a16="http://schemas.microsoft.com/office/drawing/2014/main" id="{2CD856A7-500F-AD93-0DBE-C7C63D8EC9E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42" name="Freeform 45">
                    <a:extLst>
                      <a:ext uri="{FF2B5EF4-FFF2-40B4-BE49-F238E27FC236}">
                        <a16:creationId xmlns:a16="http://schemas.microsoft.com/office/drawing/2014/main" id="{A2B4F082-27A8-4D60-5329-9596D87B663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43" name="Freeform 46">
                    <a:extLst>
                      <a:ext uri="{FF2B5EF4-FFF2-40B4-BE49-F238E27FC236}">
                        <a16:creationId xmlns:a16="http://schemas.microsoft.com/office/drawing/2014/main" id="{2D5730A6-8E1F-C261-43B5-E456E3B3B6A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44" name="Freeform 47">
                    <a:extLst>
                      <a:ext uri="{FF2B5EF4-FFF2-40B4-BE49-F238E27FC236}">
                        <a16:creationId xmlns:a16="http://schemas.microsoft.com/office/drawing/2014/main" id="{131AB07D-77AF-A707-1B35-60D3FCEBA40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45" name="Freeform 48">
                    <a:extLst>
                      <a:ext uri="{FF2B5EF4-FFF2-40B4-BE49-F238E27FC236}">
                        <a16:creationId xmlns:a16="http://schemas.microsoft.com/office/drawing/2014/main" id="{5F664A14-D691-325F-C58C-B372525524E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61829" name="Group 49">
                  <a:extLst>
                    <a:ext uri="{FF2B5EF4-FFF2-40B4-BE49-F238E27FC236}">
                      <a16:creationId xmlns:a16="http://schemas.microsoft.com/office/drawing/2014/main" id="{BB7BA948-90D2-D561-493C-36A4A23A681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61830" name="Freeform 50">
                    <a:extLst>
                      <a:ext uri="{FF2B5EF4-FFF2-40B4-BE49-F238E27FC236}">
                        <a16:creationId xmlns:a16="http://schemas.microsoft.com/office/drawing/2014/main" id="{F214DCBA-C21B-5FDD-125F-5DA23353DED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31" name="Freeform 51">
                    <a:extLst>
                      <a:ext uri="{FF2B5EF4-FFF2-40B4-BE49-F238E27FC236}">
                        <a16:creationId xmlns:a16="http://schemas.microsoft.com/office/drawing/2014/main" id="{E31EFA57-315C-91A1-7E12-EC795D39740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32" name="Freeform 52">
                    <a:extLst>
                      <a:ext uri="{FF2B5EF4-FFF2-40B4-BE49-F238E27FC236}">
                        <a16:creationId xmlns:a16="http://schemas.microsoft.com/office/drawing/2014/main" id="{B30B0E74-7B4A-7C4A-70BC-3F78AAC770A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33" name="Freeform 53">
                    <a:extLst>
                      <a:ext uri="{FF2B5EF4-FFF2-40B4-BE49-F238E27FC236}">
                        <a16:creationId xmlns:a16="http://schemas.microsoft.com/office/drawing/2014/main" id="{92180219-4AFA-4271-22D7-315CF8D7AA8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34" name="Freeform 54">
                    <a:extLst>
                      <a:ext uri="{FF2B5EF4-FFF2-40B4-BE49-F238E27FC236}">
                        <a16:creationId xmlns:a16="http://schemas.microsoft.com/office/drawing/2014/main" id="{A77D65B6-309E-5711-B130-695A6B44218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35" name="Freeform 55">
                    <a:extLst>
                      <a:ext uri="{FF2B5EF4-FFF2-40B4-BE49-F238E27FC236}">
                        <a16:creationId xmlns:a16="http://schemas.microsoft.com/office/drawing/2014/main" id="{C32EB67B-591A-668B-3FB5-35E164B2DB9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36" name="Freeform 56">
                    <a:extLst>
                      <a:ext uri="{FF2B5EF4-FFF2-40B4-BE49-F238E27FC236}">
                        <a16:creationId xmlns:a16="http://schemas.microsoft.com/office/drawing/2014/main" id="{A6CC0A11-748B-120E-DE9C-7AD4A5E2521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37" name="Freeform 57">
                    <a:extLst>
                      <a:ext uri="{FF2B5EF4-FFF2-40B4-BE49-F238E27FC236}">
                        <a16:creationId xmlns:a16="http://schemas.microsoft.com/office/drawing/2014/main" id="{C9DCCB6A-6538-1CC6-35E8-5A2C70C31B7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61825" name="WordArt 58">
              <a:extLst>
                <a:ext uri="{FF2B5EF4-FFF2-40B4-BE49-F238E27FC236}">
                  <a16:creationId xmlns:a16="http://schemas.microsoft.com/office/drawing/2014/main" id="{86672083-8707-D434-17A5-57D468773375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bb4  </a:t>
              </a:r>
            </a:p>
          </p:txBody>
        </p:sp>
      </p:grpSp>
      <p:sp>
        <p:nvSpPr>
          <p:cNvPr id="61457" name="Text Box 59">
            <a:extLst>
              <a:ext uri="{FF2B5EF4-FFF2-40B4-BE49-F238E27FC236}">
                <a16:creationId xmlns:a16="http://schemas.microsoft.com/office/drawing/2014/main" id="{875D3178-4092-FBB3-C0A9-B6AC3EC7D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0389" y="6338888"/>
            <a:ext cx="1095375" cy="265112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10.0.2.0/24</a:t>
            </a:r>
          </a:p>
        </p:txBody>
      </p:sp>
      <p:sp>
        <p:nvSpPr>
          <p:cNvPr id="61458" name="Text Box 60">
            <a:extLst>
              <a:ext uri="{FF2B5EF4-FFF2-40B4-BE49-F238E27FC236}">
                <a16:creationId xmlns:a16="http://schemas.microsoft.com/office/drawing/2014/main" id="{C1AFBA49-C178-B938-491B-8D9954938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0389" y="3163888"/>
            <a:ext cx="1095375" cy="265112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10.0.0.0/24</a:t>
            </a:r>
          </a:p>
        </p:txBody>
      </p:sp>
      <p:sp>
        <p:nvSpPr>
          <p:cNvPr id="61459" name="Line 61">
            <a:extLst>
              <a:ext uri="{FF2B5EF4-FFF2-40B4-BE49-F238E27FC236}">
                <a16:creationId xmlns:a16="http://schemas.microsoft.com/office/drawing/2014/main" id="{D8CE9900-FA7E-25DD-1AD9-C63A2A976E9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8075" y="3921125"/>
            <a:ext cx="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61460" name="Group 62">
            <a:extLst>
              <a:ext uri="{FF2B5EF4-FFF2-40B4-BE49-F238E27FC236}">
                <a16:creationId xmlns:a16="http://schemas.microsoft.com/office/drawing/2014/main" id="{6F031240-D054-6EDD-A8E1-559FB4DCA4D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832475" y="4584701"/>
            <a:ext cx="723900" cy="460375"/>
            <a:chOff x="3312" y="2160"/>
            <a:chExt cx="960" cy="528"/>
          </a:xfrm>
        </p:grpSpPr>
        <p:grpSp>
          <p:nvGrpSpPr>
            <p:cNvPr id="61802" name="Group 63">
              <a:extLst>
                <a:ext uri="{FF2B5EF4-FFF2-40B4-BE49-F238E27FC236}">
                  <a16:creationId xmlns:a16="http://schemas.microsoft.com/office/drawing/2014/main" id="{C76C15BB-7017-D7C8-80B2-477CB3F693F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61804" name="AutoShape 64">
                <a:extLst>
                  <a:ext uri="{FF2B5EF4-FFF2-40B4-BE49-F238E27FC236}">
                    <a16:creationId xmlns:a16="http://schemas.microsoft.com/office/drawing/2014/main" id="{1703DFFC-02DC-C6C1-19D4-75FE3A1A39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61805" name="Group 65">
                <a:extLst>
                  <a:ext uri="{FF2B5EF4-FFF2-40B4-BE49-F238E27FC236}">
                    <a16:creationId xmlns:a16="http://schemas.microsoft.com/office/drawing/2014/main" id="{8E26D71A-A231-806E-C1F1-F16FBE48E06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61806" name="Group 66">
                  <a:extLst>
                    <a:ext uri="{FF2B5EF4-FFF2-40B4-BE49-F238E27FC236}">
                      <a16:creationId xmlns:a16="http://schemas.microsoft.com/office/drawing/2014/main" id="{A86D0318-5CD0-D4FF-78BF-380BF360A41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61816" name="Freeform 67">
                    <a:extLst>
                      <a:ext uri="{FF2B5EF4-FFF2-40B4-BE49-F238E27FC236}">
                        <a16:creationId xmlns:a16="http://schemas.microsoft.com/office/drawing/2014/main" id="{01AFB3C9-A278-5133-C886-D4248E6B2EA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17" name="Freeform 68">
                    <a:extLst>
                      <a:ext uri="{FF2B5EF4-FFF2-40B4-BE49-F238E27FC236}">
                        <a16:creationId xmlns:a16="http://schemas.microsoft.com/office/drawing/2014/main" id="{93C04909-C087-7DD6-5341-556AC5882B4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18" name="Freeform 69">
                    <a:extLst>
                      <a:ext uri="{FF2B5EF4-FFF2-40B4-BE49-F238E27FC236}">
                        <a16:creationId xmlns:a16="http://schemas.microsoft.com/office/drawing/2014/main" id="{A9464381-B351-2C12-2976-E9062580912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19" name="Freeform 70">
                    <a:extLst>
                      <a:ext uri="{FF2B5EF4-FFF2-40B4-BE49-F238E27FC236}">
                        <a16:creationId xmlns:a16="http://schemas.microsoft.com/office/drawing/2014/main" id="{A309CEED-F3AD-9127-E102-3867D9F45EA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20" name="Freeform 71">
                    <a:extLst>
                      <a:ext uri="{FF2B5EF4-FFF2-40B4-BE49-F238E27FC236}">
                        <a16:creationId xmlns:a16="http://schemas.microsoft.com/office/drawing/2014/main" id="{1A33F41E-95D5-80DC-8E38-13F1802B1B3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21" name="Freeform 72">
                    <a:extLst>
                      <a:ext uri="{FF2B5EF4-FFF2-40B4-BE49-F238E27FC236}">
                        <a16:creationId xmlns:a16="http://schemas.microsoft.com/office/drawing/2014/main" id="{7737FFB3-DB8C-9744-6780-A422C423FC6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22" name="Freeform 73">
                    <a:extLst>
                      <a:ext uri="{FF2B5EF4-FFF2-40B4-BE49-F238E27FC236}">
                        <a16:creationId xmlns:a16="http://schemas.microsoft.com/office/drawing/2014/main" id="{6A641E98-8306-1F6E-DFC4-CFEB1D02860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23" name="Freeform 74">
                    <a:extLst>
                      <a:ext uri="{FF2B5EF4-FFF2-40B4-BE49-F238E27FC236}">
                        <a16:creationId xmlns:a16="http://schemas.microsoft.com/office/drawing/2014/main" id="{1CBA5B00-10CD-CB2B-A5EB-1E0F76A0B60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61807" name="Group 75">
                  <a:extLst>
                    <a:ext uri="{FF2B5EF4-FFF2-40B4-BE49-F238E27FC236}">
                      <a16:creationId xmlns:a16="http://schemas.microsoft.com/office/drawing/2014/main" id="{F736A3F5-8079-5F66-A3DA-D3203C8740D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61808" name="Freeform 76">
                    <a:extLst>
                      <a:ext uri="{FF2B5EF4-FFF2-40B4-BE49-F238E27FC236}">
                        <a16:creationId xmlns:a16="http://schemas.microsoft.com/office/drawing/2014/main" id="{586FACC7-97A1-D7E9-24FE-67403D3EF05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09" name="Freeform 77">
                    <a:extLst>
                      <a:ext uri="{FF2B5EF4-FFF2-40B4-BE49-F238E27FC236}">
                        <a16:creationId xmlns:a16="http://schemas.microsoft.com/office/drawing/2014/main" id="{D8F0DBFE-4244-34BF-1F11-4CA9B56621F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10" name="Freeform 78">
                    <a:extLst>
                      <a:ext uri="{FF2B5EF4-FFF2-40B4-BE49-F238E27FC236}">
                        <a16:creationId xmlns:a16="http://schemas.microsoft.com/office/drawing/2014/main" id="{DB8CD0A2-88B5-FF99-C3BD-D66A475D498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11" name="Freeform 79">
                    <a:extLst>
                      <a:ext uri="{FF2B5EF4-FFF2-40B4-BE49-F238E27FC236}">
                        <a16:creationId xmlns:a16="http://schemas.microsoft.com/office/drawing/2014/main" id="{3D04ED7B-B35F-B98E-B7DC-6F3D2AA9B1F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12" name="Freeform 80">
                    <a:extLst>
                      <a:ext uri="{FF2B5EF4-FFF2-40B4-BE49-F238E27FC236}">
                        <a16:creationId xmlns:a16="http://schemas.microsoft.com/office/drawing/2014/main" id="{6D3310E2-625A-17A6-A7E3-66707DB5340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13" name="Freeform 81">
                    <a:extLst>
                      <a:ext uri="{FF2B5EF4-FFF2-40B4-BE49-F238E27FC236}">
                        <a16:creationId xmlns:a16="http://schemas.microsoft.com/office/drawing/2014/main" id="{FCEF4D29-4303-BDCA-F942-544301820F7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14" name="Freeform 82">
                    <a:extLst>
                      <a:ext uri="{FF2B5EF4-FFF2-40B4-BE49-F238E27FC236}">
                        <a16:creationId xmlns:a16="http://schemas.microsoft.com/office/drawing/2014/main" id="{0D4B09F2-8C36-4BB9-DB0B-1C582D731E2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815" name="Freeform 83">
                    <a:extLst>
                      <a:ext uri="{FF2B5EF4-FFF2-40B4-BE49-F238E27FC236}">
                        <a16:creationId xmlns:a16="http://schemas.microsoft.com/office/drawing/2014/main" id="{E7207EB4-1D43-40BD-DCB1-1A2DB4F6A22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61803" name="WordArt 84">
              <a:extLst>
                <a:ext uri="{FF2B5EF4-FFF2-40B4-BE49-F238E27FC236}">
                  <a16:creationId xmlns:a16="http://schemas.microsoft.com/office/drawing/2014/main" id="{EBE7B567-EFA9-7E6B-AC69-77414BCFF2F6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bb0  </a:t>
              </a:r>
            </a:p>
          </p:txBody>
        </p:sp>
      </p:grpSp>
      <p:grpSp>
        <p:nvGrpSpPr>
          <p:cNvPr id="61461" name="Group 85">
            <a:extLst>
              <a:ext uri="{FF2B5EF4-FFF2-40B4-BE49-F238E27FC236}">
                <a16:creationId xmlns:a16="http://schemas.microsoft.com/office/drawing/2014/main" id="{7226BFAE-B03D-9A4E-3B89-E8DF350C9854}"/>
              </a:ext>
            </a:extLst>
          </p:cNvPr>
          <p:cNvGrpSpPr>
            <a:grpSpLocks/>
          </p:cNvGrpSpPr>
          <p:nvPr/>
        </p:nvGrpSpPr>
        <p:grpSpPr bwMode="auto">
          <a:xfrm>
            <a:off x="5991225" y="4200526"/>
            <a:ext cx="406400" cy="339725"/>
            <a:chOff x="144" y="3264"/>
            <a:chExt cx="288" cy="240"/>
          </a:xfrm>
        </p:grpSpPr>
        <p:sp>
          <p:nvSpPr>
            <p:cNvPr id="61800" name="Rectangle 86">
              <a:extLst>
                <a:ext uri="{FF2B5EF4-FFF2-40B4-BE49-F238E27FC236}">
                  <a16:creationId xmlns:a16="http://schemas.microsoft.com/office/drawing/2014/main" id="{50981F9F-D5A9-1C38-D13D-9011A847F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61801" name="Rectangle 87">
              <a:extLst>
                <a:ext uri="{FF2B5EF4-FFF2-40B4-BE49-F238E27FC236}">
                  <a16:creationId xmlns:a16="http://schemas.microsoft.com/office/drawing/2014/main" id="{6CFD42B7-D730-68B3-9DB5-17CFBE904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3</a:t>
              </a:r>
            </a:p>
          </p:txBody>
        </p:sp>
      </p:grpSp>
      <p:grpSp>
        <p:nvGrpSpPr>
          <p:cNvPr id="61462" name="Group 88">
            <a:extLst>
              <a:ext uri="{FF2B5EF4-FFF2-40B4-BE49-F238E27FC236}">
                <a16:creationId xmlns:a16="http://schemas.microsoft.com/office/drawing/2014/main" id="{8AD92BF6-CE94-7914-6955-2F8073A2E2B8}"/>
              </a:ext>
            </a:extLst>
          </p:cNvPr>
          <p:cNvGrpSpPr>
            <a:grpSpLocks/>
          </p:cNvGrpSpPr>
          <p:nvPr/>
        </p:nvGrpSpPr>
        <p:grpSpPr bwMode="auto">
          <a:xfrm>
            <a:off x="5991225" y="5126039"/>
            <a:ext cx="406400" cy="339725"/>
            <a:chOff x="144" y="3264"/>
            <a:chExt cx="288" cy="240"/>
          </a:xfrm>
        </p:grpSpPr>
        <p:sp>
          <p:nvSpPr>
            <p:cNvPr id="61798" name="Rectangle 89">
              <a:extLst>
                <a:ext uri="{FF2B5EF4-FFF2-40B4-BE49-F238E27FC236}">
                  <a16:creationId xmlns:a16="http://schemas.microsoft.com/office/drawing/2014/main" id="{A7710F34-CF9B-E7EF-948E-B0E2D55BC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61799" name="Rectangle 90">
              <a:extLst>
                <a:ext uri="{FF2B5EF4-FFF2-40B4-BE49-F238E27FC236}">
                  <a16:creationId xmlns:a16="http://schemas.microsoft.com/office/drawing/2014/main" id="{94FC43FE-09C7-8565-AD42-40A070746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3</a:t>
              </a:r>
            </a:p>
          </p:txBody>
        </p:sp>
      </p:grpSp>
      <p:sp>
        <p:nvSpPr>
          <p:cNvPr id="61463" name="Oval 91">
            <a:extLst>
              <a:ext uri="{FF2B5EF4-FFF2-40B4-BE49-F238E27FC236}">
                <a16:creationId xmlns:a16="http://schemas.microsoft.com/office/drawing/2014/main" id="{0DDC7049-3F52-579F-F028-1B526AF183C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987925" y="4662488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D</a:t>
            </a:r>
          </a:p>
        </p:txBody>
      </p:sp>
      <p:sp>
        <p:nvSpPr>
          <p:cNvPr id="61464" name="Oval 92">
            <a:extLst>
              <a:ext uri="{FF2B5EF4-FFF2-40B4-BE49-F238E27FC236}">
                <a16:creationId xmlns:a16="http://schemas.microsoft.com/office/drawing/2014/main" id="{FC9098E6-4816-B352-9776-262C3BB07A1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035675" y="3806825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A</a:t>
            </a:r>
          </a:p>
        </p:txBody>
      </p:sp>
      <p:sp>
        <p:nvSpPr>
          <p:cNvPr id="61465" name="Oval 93">
            <a:extLst>
              <a:ext uri="{FF2B5EF4-FFF2-40B4-BE49-F238E27FC236}">
                <a16:creationId xmlns:a16="http://schemas.microsoft.com/office/drawing/2014/main" id="{5E4DBF53-B6C9-AF84-DE13-696C3DF72FA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165975" y="4662488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B</a:t>
            </a:r>
          </a:p>
        </p:txBody>
      </p:sp>
      <p:sp>
        <p:nvSpPr>
          <p:cNvPr id="61466" name="Oval 94">
            <a:extLst>
              <a:ext uri="{FF2B5EF4-FFF2-40B4-BE49-F238E27FC236}">
                <a16:creationId xmlns:a16="http://schemas.microsoft.com/office/drawing/2014/main" id="{4EF48DA6-1423-4E01-9953-9FAECEA1A78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035675" y="5557838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C</a:t>
            </a:r>
          </a:p>
        </p:txBody>
      </p:sp>
      <p:sp>
        <p:nvSpPr>
          <p:cNvPr id="61467" name="AutoShape 95">
            <a:extLst>
              <a:ext uri="{FF2B5EF4-FFF2-40B4-BE49-F238E27FC236}">
                <a16:creationId xmlns:a16="http://schemas.microsoft.com/office/drawing/2014/main" id="{5BAE3799-A93A-2A00-0A96-25A8D64E9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4" y="3876676"/>
            <a:ext cx="1011237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0.0.0.0</a:t>
            </a:r>
          </a:p>
        </p:txBody>
      </p:sp>
      <p:sp>
        <p:nvSpPr>
          <p:cNvPr id="61468" name="Line 96">
            <a:extLst>
              <a:ext uri="{FF2B5EF4-FFF2-40B4-BE49-F238E27FC236}">
                <a16:creationId xmlns:a16="http://schemas.microsoft.com/office/drawing/2014/main" id="{EE9B5CCA-F470-DE24-43CE-D24D145EE6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8913" y="1871664"/>
            <a:ext cx="1041400" cy="19208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61469" name="Group 97">
            <a:extLst>
              <a:ext uri="{FF2B5EF4-FFF2-40B4-BE49-F238E27FC236}">
                <a16:creationId xmlns:a16="http://schemas.microsoft.com/office/drawing/2014/main" id="{CF443D33-8E9E-F827-885B-9326989D8B1D}"/>
              </a:ext>
            </a:extLst>
          </p:cNvPr>
          <p:cNvGrpSpPr>
            <a:grpSpLocks/>
          </p:cNvGrpSpPr>
          <p:nvPr/>
        </p:nvGrpSpPr>
        <p:grpSpPr bwMode="auto">
          <a:xfrm>
            <a:off x="3970338" y="2028826"/>
            <a:ext cx="406400" cy="339725"/>
            <a:chOff x="144" y="3264"/>
            <a:chExt cx="288" cy="240"/>
          </a:xfrm>
        </p:grpSpPr>
        <p:sp>
          <p:nvSpPr>
            <p:cNvPr id="61796" name="Rectangle 98">
              <a:extLst>
                <a:ext uri="{FF2B5EF4-FFF2-40B4-BE49-F238E27FC236}">
                  <a16:creationId xmlns:a16="http://schemas.microsoft.com/office/drawing/2014/main" id="{2E4AF593-6D23-1392-CE61-7CD58F0D8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61797" name="Rectangle 99">
              <a:extLst>
                <a:ext uri="{FF2B5EF4-FFF2-40B4-BE49-F238E27FC236}">
                  <a16:creationId xmlns:a16="http://schemas.microsoft.com/office/drawing/2014/main" id="{1D1FFAE7-DF22-6DCA-2437-76C685E9F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61470" name="Group 100">
            <a:extLst>
              <a:ext uri="{FF2B5EF4-FFF2-40B4-BE49-F238E27FC236}">
                <a16:creationId xmlns:a16="http://schemas.microsoft.com/office/drawing/2014/main" id="{C5622A20-2BB7-22E2-EE40-0C5407FC5D6B}"/>
              </a:ext>
            </a:extLst>
          </p:cNvPr>
          <p:cNvGrpSpPr>
            <a:grpSpLocks/>
          </p:cNvGrpSpPr>
          <p:nvPr/>
        </p:nvGrpSpPr>
        <p:grpSpPr bwMode="auto">
          <a:xfrm>
            <a:off x="4656138" y="3263901"/>
            <a:ext cx="406400" cy="339725"/>
            <a:chOff x="144" y="3264"/>
            <a:chExt cx="288" cy="240"/>
          </a:xfrm>
        </p:grpSpPr>
        <p:sp>
          <p:nvSpPr>
            <p:cNvPr id="61794" name="Rectangle 101">
              <a:extLst>
                <a:ext uri="{FF2B5EF4-FFF2-40B4-BE49-F238E27FC236}">
                  <a16:creationId xmlns:a16="http://schemas.microsoft.com/office/drawing/2014/main" id="{0F617C7F-171D-9604-1174-D49F9FC26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61795" name="Rectangle 102">
              <a:extLst>
                <a:ext uri="{FF2B5EF4-FFF2-40B4-BE49-F238E27FC236}">
                  <a16:creationId xmlns:a16="http://schemas.microsoft.com/office/drawing/2014/main" id="{7C25C959-9319-DBC8-80AE-9885B4B79F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sp>
        <p:nvSpPr>
          <p:cNvPr id="61471" name="Line 103">
            <a:extLst>
              <a:ext uri="{FF2B5EF4-FFF2-40B4-BE49-F238E27FC236}">
                <a16:creationId xmlns:a16="http://schemas.microsoft.com/office/drawing/2014/main" id="{88D231F7-66D7-8BB2-E66F-D9D248EDEE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75051" y="2903538"/>
            <a:ext cx="747713" cy="1651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472" name="Oval 104">
            <a:extLst>
              <a:ext uri="{FF2B5EF4-FFF2-40B4-BE49-F238E27FC236}">
                <a16:creationId xmlns:a16="http://schemas.microsoft.com/office/drawing/2014/main" id="{041D3B6D-C77A-567C-A570-9D56CC14F8F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351338" y="2692400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E</a:t>
            </a:r>
          </a:p>
        </p:txBody>
      </p:sp>
      <p:sp>
        <p:nvSpPr>
          <p:cNvPr id="61473" name="Text Box 105">
            <a:extLst>
              <a:ext uri="{FF2B5EF4-FFF2-40B4-BE49-F238E27FC236}">
                <a16:creationId xmlns:a16="http://schemas.microsoft.com/office/drawing/2014/main" id="{1622F206-A488-59EF-7F24-110ABBE8D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3863" y="2876551"/>
            <a:ext cx="1187450" cy="265113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100.0.0.0/30</a:t>
            </a:r>
          </a:p>
        </p:txBody>
      </p:sp>
      <p:sp>
        <p:nvSpPr>
          <p:cNvPr id="61474" name="AutoShape 106">
            <a:extLst>
              <a:ext uri="{FF2B5EF4-FFF2-40B4-BE49-F238E27FC236}">
                <a16:creationId xmlns:a16="http://schemas.microsoft.com/office/drawing/2014/main" id="{BA6747CD-8859-DF53-E2E5-B811B76B0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614" y="157164"/>
            <a:ext cx="1011237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1.1.1.1</a:t>
            </a:r>
          </a:p>
        </p:txBody>
      </p:sp>
      <p:sp>
        <p:nvSpPr>
          <p:cNvPr id="61475" name="AutoShape 107">
            <a:extLst>
              <a:ext uri="{FF2B5EF4-FFF2-40B4-BE49-F238E27FC236}">
                <a16:creationId xmlns:a16="http://schemas.microsoft.com/office/drawing/2014/main" id="{AA3D79AF-5836-D474-E528-750CF1FD2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725" y="225426"/>
            <a:ext cx="1011238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2.2.2.2</a:t>
            </a:r>
          </a:p>
        </p:txBody>
      </p:sp>
      <p:sp>
        <p:nvSpPr>
          <p:cNvPr id="61476" name="AutoShape 108">
            <a:extLst>
              <a:ext uri="{FF2B5EF4-FFF2-40B4-BE49-F238E27FC236}">
                <a16:creationId xmlns:a16="http://schemas.microsoft.com/office/drawing/2014/main" id="{B521C46E-B0B4-DB41-9944-A6EBFF2E4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1989" y="44451"/>
            <a:ext cx="1011237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3.3.3.3</a:t>
            </a:r>
          </a:p>
        </p:txBody>
      </p:sp>
      <p:sp>
        <p:nvSpPr>
          <p:cNvPr id="61477" name="Freeform 109">
            <a:extLst>
              <a:ext uri="{FF2B5EF4-FFF2-40B4-BE49-F238E27FC236}">
                <a16:creationId xmlns:a16="http://schemas.microsoft.com/office/drawing/2014/main" id="{B72E7F6F-7A38-1929-4991-431FAE5189B7}"/>
              </a:ext>
            </a:extLst>
          </p:cNvPr>
          <p:cNvSpPr>
            <a:spLocks/>
          </p:cNvSpPr>
          <p:nvPr/>
        </p:nvSpPr>
        <p:spPr bwMode="auto">
          <a:xfrm>
            <a:off x="2927350" y="1052514"/>
            <a:ext cx="1081088" cy="720725"/>
          </a:xfrm>
          <a:custGeom>
            <a:avLst/>
            <a:gdLst>
              <a:gd name="T0" fmla="*/ 0 w 681"/>
              <a:gd name="T1" fmla="*/ 0 h 454"/>
              <a:gd name="T2" fmla="*/ 1716227994 w 681"/>
              <a:gd name="T3" fmla="*/ 0 h 454"/>
              <a:gd name="T4" fmla="*/ 1716227994 w 681"/>
              <a:gd name="T5" fmla="*/ 1144150938 h 454"/>
              <a:gd name="T6" fmla="*/ 0 60000 65536"/>
              <a:gd name="T7" fmla="*/ 0 60000 65536"/>
              <a:gd name="T8" fmla="*/ 0 60000 65536"/>
              <a:gd name="T9" fmla="*/ 0 w 681"/>
              <a:gd name="T10" fmla="*/ 0 h 454"/>
              <a:gd name="T11" fmla="*/ 681 w 681"/>
              <a:gd name="T12" fmla="*/ 454 h 4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81" h="454">
                <a:moveTo>
                  <a:pt x="0" y="0"/>
                </a:moveTo>
                <a:lnTo>
                  <a:pt x="681" y="0"/>
                </a:lnTo>
                <a:lnTo>
                  <a:pt x="681" y="454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61478" name="Group 110">
            <a:extLst>
              <a:ext uri="{FF2B5EF4-FFF2-40B4-BE49-F238E27FC236}">
                <a16:creationId xmlns:a16="http://schemas.microsoft.com/office/drawing/2014/main" id="{8771C0DF-F464-A134-B60B-48185B197DE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636963" y="1512889"/>
            <a:ext cx="723900" cy="460375"/>
            <a:chOff x="3312" y="2160"/>
            <a:chExt cx="960" cy="528"/>
          </a:xfrm>
        </p:grpSpPr>
        <p:grpSp>
          <p:nvGrpSpPr>
            <p:cNvPr id="61772" name="Group 111">
              <a:extLst>
                <a:ext uri="{FF2B5EF4-FFF2-40B4-BE49-F238E27FC236}">
                  <a16:creationId xmlns:a16="http://schemas.microsoft.com/office/drawing/2014/main" id="{F6A62AA9-6881-7141-65BB-18971D3D654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61774" name="AutoShape 112">
                <a:extLst>
                  <a:ext uri="{FF2B5EF4-FFF2-40B4-BE49-F238E27FC236}">
                    <a16:creationId xmlns:a16="http://schemas.microsoft.com/office/drawing/2014/main" id="{C37F22D4-9556-5D49-A5FA-49831EBAE9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61775" name="Group 113">
                <a:extLst>
                  <a:ext uri="{FF2B5EF4-FFF2-40B4-BE49-F238E27FC236}">
                    <a16:creationId xmlns:a16="http://schemas.microsoft.com/office/drawing/2014/main" id="{0ED0F942-9339-D51F-ADCA-5CE1B203153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61776" name="Group 114">
                  <a:extLst>
                    <a:ext uri="{FF2B5EF4-FFF2-40B4-BE49-F238E27FC236}">
                      <a16:creationId xmlns:a16="http://schemas.microsoft.com/office/drawing/2014/main" id="{8141DE31-F17C-A9F2-1CC2-6261456242C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61786" name="Freeform 115">
                    <a:extLst>
                      <a:ext uri="{FF2B5EF4-FFF2-40B4-BE49-F238E27FC236}">
                        <a16:creationId xmlns:a16="http://schemas.microsoft.com/office/drawing/2014/main" id="{EEC094FC-183B-08D0-EC92-28A68568B00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87" name="Freeform 116">
                    <a:extLst>
                      <a:ext uri="{FF2B5EF4-FFF2-40B4-BE49-F238E27FC236}">
                        <a16:creationId xmlns:a16="http://schemas.microsoft.com/office/drawing/2014/main" id="{C0FCD2F4-BA48-1D04-2FA3-2A91A23A1A9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88" name="Freeform 117">
                    <a:extLst>
                      <a:ext uri="{FF2B5EF4-FFF2-40B4-BE49-F238E27FC236}">
                        <a16:creationId xmlns:a16="http://schemas.microsoft.com/office/drawing/2014/main" id="{3337D9E8-1162-783F-B290-64C4A9E0D50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89" name="Freeform 118">
                    <a:extLst>
                      <a:ext uri="{FF2B5EF4-FFF2-40B4-BE49-F238E27FC236}">
                        <a16:creationId xmlns:a16="http://schemas.microsoft.com/office/drawing/2014/main" id="{E370D0C4-C9A4-00DB-10CB-D15D17D821B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90" name="Freeform 119">
                    <a:extLst>
                      <a:ext uri="{FF2B5EF4-FFF2-40B4-BE49-F238E27FC236}">
                        <a16:creationId xmlns:a16="http://schemas.microsoft.com/office/drawing/2014/main" id="{D220E7B0-332D-8641-0DE4-0A61F165BF3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91" name="Freeform 120">
                    <a:extLst>
                      <a:ext uri="{FF2B5EF4-FFF2-40B4-BE49-F238E27FC236}">
                        <a16:creationId xmlns:a16="http://schemas.microsoft.com/office/drawing/2014/main" id="{5A45CABA-CBA1-35B5-AFC9-BF3DD8421B3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92" name="Freeform 121">
                    <a:extLst>
                      <a:ext uri="{FF2B5EF4-FFF2-40B4-BE49-F238E27FC236}">
                        <a16:creationId xmlns:a16="http://schemas.microsoft.com/office/drawing/2014/main" id="{63C10F93-7BC9-2903-C1C2-5BEB4EF9DFE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93" name="Freeform 122">
                    <a:extLst>
                      <a:ext uri="{FF2B5EF4-FFF2-40B4-BE49-F238E27FC236}">
                        <a16:creationId xmlns:a16="http://schemas.microsoft.com/office/drawing/2014/main" id="{8265A1AD-96D0-1348-9687-E6D6FEB02AA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61777" name="Group 123">
                  <a:extLst>
                    <a:ext uri="{FF2B5EF4-FFF2-40B4-BE49-F238E27FC236}">
                      <a16:creationId xmlns:a16="http://schemas.microsoft.com/office/drawing/2014/main" id="{C55E02C2-C76B-EEC4-67A0-E63BDB3FFCB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61778" name="Freeform 124">
                    <a:extLst>
                      <a:ext uri="{FF2B5EF4-FFF2-40B4-BE49-F238E27FC236}">
                        <a16:creationId xmlns:a16="http://schemas.microsoft.com/office/drawing/2014/main" id="{BE4BECD4-4D39-2FDD-0BCE-DF28AFC1D58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79" name="Freeform 125">
                    <a:extLst>
                      <a:ext uri="{FF2B5EF4-FFF2-40B4-BE49-F238E27FC236}">
                        <a16:creationId xmlns:a16="http://schemas.microsoft.com/office/drawing/2014/main" id="{ADC620CD-3D9B-1E3F-1261-C6135BAA747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80" name="Freeform 126">
                    <a:extLst>
                      <a:ext uri="{FF2B5EF4-FFF2-40B4-BE49-F238E27FC236}">
                        <a16:creationId xmlns:a16="http://schemas.microsoft.com/office/drawing/2014/main" id="{6B03D28D-6F61-6EA3-847C-36A5649A259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81" name="Freeform 127">
                    <a:extLst>
                      <a:ext uri="{FF2B5EF4-FFF2-40B4-BE49-F238E27FC236}">
                        <a16:creationId xmlns:a16="http://schemas.microsoft.com/office/drawing/2014/main" id="{F0F3294C-AB72-557F-BC9E-00784B62C91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82" name="Freeform 128">
                    <a:extLst>
                      <a:ext uri="{FF2B5EF4-FFF2-40B4-BE49-F238E27FC236}">
                        <a16:creationId xmlns:a16="http://schemas.microsoft.com/office/drawing/2014/main" id="{20AD4E83-9AA7-79D1-B171-0F13373A649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83" name="Freeform 129">
                    <a:extLst>
                      <a:ext uri="{FF2B5EF4-FFF2-40B4-BE49-F238E27FC236}">
                        <a16:creationId xmlns:a16="http://schemas.microsoft.com/office/drawing/2014/main" id="{23B2AC5C-9136-FAFB-7F69-38E658289A0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84" name="Freeform 130">
                    <a:extLst>
                      <a:ext uri="{FF2B5EF4-FFF2-40B4-BE49-F238E27FC236}">
                        <a16:creationId xmlns:a16="http://schemas.microsoft.com/office/drawing/2014/main" id="{17DF6033-22F6-D4C0-B595-A645215A3B7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85" name="Freeform 131">
                    <a:extLst>
                      <a:ext uri="{FF2B5EF4-FFF2-40B4-BE49-F238E27FC236}">
                        <a16:creationId xmlns:a16="http://schemas.microsoft.com/office/drawing/2014/main" id="{0AB262B3-428B-0BCE-8A34-82124192E4A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61773" name="WordArt 132">
              <a:extLst>
                <a:ext uri="{FF2B5EF4-FFF2-40B4-BE49-F238E27FC236}">
                  <a16:creationId xmlns:a16="http://schemas.microsoft.com/office/drawing/2014/main" id="{AD7F8D0A-8FBA-02C1-14D7-E5AF2B2A7028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r1  </a:t>
              </a:r>
            </a:p>
          </p:txBody>
        </p:sp>
      </p:grpSp>
      <p:grpSp>
        <p:nvGrpSpPr>
          <p:cNvPr id="61479" name="Group 133">
            <a:extLst>
              <a:ext uri="{FF2B5EF4-FFF2-40B4-BE49-F238E27FC236}">
                <a16:creationId xmlns:a16="http://schemas.microsoft.com/office/drawing/2014/main" id="{B5C1E42C-F629-FFAB-2C73-97A22DF78892}"/>
              </a:ext>
            </a:extLst>
          </p:cNvPr>
          <p:cNvGrpSpPr>
            <a:grpSpLocks/>
          </p:cNvGrpSpPr>
          <p:nvPr/>
        </p:nvGrpSpPr>
        <p:grpSpPr bwMode="auto">
          <a:xfrm>
            <a:off x="3313113" y="857251"/>
            <a:ext cx="406400" cy="339725"/>
            <a:chOff x="144" y="3264"/>
            <a:chExt cx="288" cy="240"/>
          </a:xfrm>
        </p:grpSpPr>
        <p:sp>
          <p:nvSpPr>
            <p:cNvPr id="61770" name="Rectangle 134">
              <a:extLst>
                <a:ext uri="{FF2B5EF4-FFF2-40B4-BE49-F238E27FC236}">
                  <a16:creationId xmlns:a16="http://schemas.microsoft.com/office/drawing/2014/main" id="{68FE9E3C-9DE8-C79A-0EB2-6DFCB50E4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61771" name="Rectangle 135">
              <a:extLst>
                <a:ext uri="{FF2B5EF4-FFF2-40B4-BE49-F238E27FC236}">
                  <a16:creationId xmlns:a16="http://schemas.microsoft.com/office/drawing/2014/main" id="{A034E9AD-E26E-A928-5051-37B744F24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61480" name="Group 136">
            <a:extLst>
              <a:ext uri="{FF2B5EF4-FFF2-40B4-BE49-F238E27FC236}">
                <a16:creationId xmlns:a16="http://schemas.microsoft.com/office/drawing/2014/main" id="{736348AD-DEF1-3BB6-635D-CD511B4DC691}"/>
              </a:ext>
            </a:extLst>
          </p:cNvPr>
          <p:cNvGrpSpPr>
            <a:grpSpLocks/>
          </p:cNvGrpSpPr>
          <p:nvPr/>
        </p:nvGrpSpPr>
        <p:grpSpPr bwMode="auto">
          <a:xfrm>
            <a:off x="4176713" y="1144589"/>
            <a:ext cx="406400" cy="339725"/>
            <a:chOff x="144" y="3264"/>
            <a:chExt cx="288" cy="240"/>
          </a:xfrm>
        </p:grpSpPr>
        <p:sp>
          <p:nvSpPr>
            <p:cNvPr id="61768" name="Rectangle 137">
              <a:extLst>
                <a:ext uri="{FF2B5EF4-FFF2-40B4-BE49-F238E27FC236}">
                  <a16:creationId xmlns:a16="http://schemas.microsoft.com/office/drawing/2014/main" id="{AA7D2B4D-9EFA-2BAB-AD69-7D32AFEDA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61769" name="Rectangle 138">
              <a:extLst>
                <a:ext uri="{FF2B5EF4-FFF2-40B4-BE49-F238E27FC236}">
                  <a16:creationId xmlns:a16="http://schemas.microsoft.com/office/drawing/2014/main" id="{A2507511-D4D9-2BC8-C57D-07B12ACA6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sp>
        <p:nvSpPr>
          <p:cNvPr id="61481" name="Line 139">
            <a:extLst>
              <a:ext uri="{FF2B5EF4-FFF2-40B4-BE49-F238E27FC236}">
                <a16:creationId xmlns:a16="http://schemas.microsoft.com/office/drawing/2014/main" id="{F19805FE-3CA7-A7AC-1304-741214073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6075" y="1196975"/>
            <a:ext cx="0" cy="7191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1482" name="Line 140">
            <a:extLst>
              <a:ext uri="{FF2B5EF4-FFF2-40B4-BE49-F238E27FC236}">
                <a16:creationId xmlns:a16="http://schemas.microsoft.com/office/drawing/2014/main" id="{964E23BC-F37B-C8E1-53C0-A6286E52EF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8438" y="333375"/>
            <a:ext cx="431800" cy="71913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483" name="Oval 141">
            <a:extLst>
              <a:ext uri="{FF2B5EF4-FFF2-40B4-BE49-F238E27FC236}">
                <a16:creationId xmlns:a16="http://schemas.microsoft.com/office/drawing/2014/main" id="{5D265BAB-CC52-F058-7906-B2197F9C54D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859213" y="908050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I</a:t>
            </a:r>
          </a:p>
        </p:txBody>
      </p:sp>
      <p:sp>
        <p:nvSpPr>
          <p:cNvPr id="61484" name="Text Box 142">
            <a:extLst>
              <a:ext uri="{FF2B5EF4-FFF2-40B4-BE49-F238E27FC236}">
                <a16:creationId xmlns:a16="http://schemas.microsoft.com/office/drawing/2014/main" id="{ADD80F1B-8244-3121-ABE6-F3A600B0A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9725" y="188913"/>
            <a:ext cx="1187450" cy="265112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200.0.0.0/30</a:t>
            </a:r>
          </a:p>
        </p:txBody>
      </p:sp>
      <p:grpSp>
        <p:nvGrpSpPr>
          <p:cNvPr id="61485" name="Group 143">
            <a:extLst>
              <a:ext uri="{FF2B5EF4-FFF2-40B4-BE49-F238E27FC236}">
                <a16:creationId xmlns:a16="http://schemas.microsoft.com/office/drawing/2014/main" id="{18C69A5B-2DAB-EF61-AE94-F81CEB3698E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24125" y="881064"/>
            <a:ext cx="723900" cy="460375"/>
            <a:chOff x="3312" y="2160"/>
            <a:chExt cx="960" cy="528"/>
          </a:xfrm>
        </p:grpSpPr>
        <p:grpSp>
          <p:nvGrpSpPr>
            <p:cNvPr id="61746" name="Group 144">
              <a:extLst>
                <a:ext uri="{FF2B5EF4-FFF2-40B4-BE49-F238E27FC236}">
                  <a16:creationId xmlns:a16="http://schemas.microsoft.com/office/drawing/2014/main" id="{0B30A484-D700-E834-5699-64ECD8D6A88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61748" name="AutoShape 145">
                <a:extLst>
                  <a:ext uri="{FF2B5EF4-FFF2-40B4-BE49-F238E27FC236}">
                    <a16:creationId xmlns:a16="http://schemas.microsoft.com/office/drawing/2014/main" id="{270E1ED2-C540-C244-8DEE-C812605162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61749" name="Group 146">
                <a:extLst>
                  <a:ext uri="{FF2B5EF4-FFF2-40B4-BE49-F238E27FC236}">
                    <a16:creationId xmlns:a16="http://schemas.microsoft.com/office/drawing/2014/main" id="{27FF2CCB-5AE9-0C70-551F-49D8D386ED8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61750" name="Group 147">
                  <a:extLst>
                    <a:ext uri="{FF2B5EF4-FFF2-40B4-BE49-F238E27FC236}">
                      <a16:creationId xmlns:a16="http://schemas.microsoft.com/office/drawing/2014/main" id="{E4FB5ECE-2DDA-F67B-CC3E-B1F159C1F49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61760" name="Freeform 148">
                    <a:extLst>
                      <a:ext uri="{FF2B5EF4-FFF2-40B4-BE49-F238E27FC236}">
                        <a16:creationId xmlns:a16="http://schemas.microsoft.com/office/drawing/2014/main" id="{9FC9CBD8-6024-BC26-F3F1-7670C2C7986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61" name="Freeform 149">
                    <a:extLst>
                      <a:ext uri="{FF2B5EF4-FFF2-40B4-BE49-F238E27FC236}">
                        <a16:creationId xmlns:a16="http://schemas.microsoft.com/office/drawing/2014/main" id="{C8BF35A9-A13E-6BD6-11E3-EDED0680F19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62" name="Freeform 150">
                    <a:extLst>
                      <a:ext uri="{FF2B5EF4-FFF2-40B4-BE49-F238E27FC236}">
                        <a16:creationId xmlns:a16="http://schemas.microsoft.com/office/drawing/2014/main" id="{EFB0EED9-CF36-FFE8-51F2-F7DC80ADAFF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63" name="Freeform 151">
                    <a:extLst>
                      <a:ext uri="{FF2B5EF4-FFF2-40B4-BE49-F238E27FC236}">
                        <a16:creationId xmlns:a16="http://schemas.microsoft.com/office/drawing/2014/main" id="{3F6F1F81-441F-9D17-F5CD-E03A55C5A7B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64" name="Freeform 152">
                    <a:extLst>
                      <a:ext uri="{FF2B5EF4-FFF2-40B4-BE49-F238E27FC236}">
                        <a16:creationId xmlns:a16="http://schemas.microsoft.com/office/drawing/2014/main" id="{F4B3E1FD-3512-7502-12A4-92043BF5ADE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65" name="Freeform 153">
                    <a:extLst>
                      <a:ext uri="{FF2B5EF4-FFF2-40B4-BE49-F238E27FC236}">
                        <a16:creationId xmlns:a16="http://schemas.microsoft.com/office/drawing/2014/main" id="{84A27842-439F-FED6-EBF6-A82BB751BC5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66" name="Freeform 154">
                    <a:extLst>
                      <a:ext uri="{FF2B5EF4-FFF2-40B4-BE49-F238E27FC236}">
                        <a16:creationId xmlns:a16="http://schemas.microsoft.com/office/drawing/2014/main" id="{949E5B3B-3C4F-0978-9A0A-CD2158250C0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67" name="Freeform 155">
                    <a:extLst>
                      <a:ext uri="{FF2B5EF4-FFF2-40B4-BE49-F238E27FC236}">
                        <a16:creationId xmlns:a16="http://schemas.microsoft.com/office/drawing/2014/main" id="{BD4E9B03-EAEE-DA5E-0724-2B57402ACF6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61751" name="Group 156">
                  <a:extLst>
                    <a:ext uri="{FF2B5EF4-FFF2-40B4-BE49-F238E27FC236}">
                      <a16:creationId xmlns:a16="http://schemas.microsoft.com/office/drawing/2014/main" id="{8034C888-FD48-92B4-EBFE-21FC7C5C17C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61752" name="Freeform 157">
                    <a:extLst>
                      <a:ext uri="{FF2B5EF4-FFF2-40B4-BE49-F238E27FC236}">
                        <a16:creationId xmlns:a16="http://schemas.microsoft.com/office/drawing/2014/main" id="{E299DC66-92ED-34F5-E5A1-E07611FB63C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53" name="Freeform 158">
                    <a:extLst>
                      <a:ext uri="{FF2B5EF4-FFF2-40B4-BE49-F238E27FC236}">
                        <a16:creationId xmlns:a16="http://schemas.microsoft.com/office/drawing/2014/main" id="{210D055B-EBE7-B7A0-CEBC-351169F1E41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54" name="Freeform 159">
                    <a:extLst>
                      <a:ext uri="{FF2B5EF4-FFF2-40B4-BE49-F238E27FC236}">
                        <a16:creationId xmlns:a16="http://schemas.microsoft.com/office/drawing/2014/main" id="{A80CC63A-B8B4-4BC8-0DCA-6E28D80B68C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55" name="Freeform 160">
                    <a:extLst>
                      <a:ext uri="{FF2B5EF4-FFF2-40B4-BE49-F238E27FC236}">
                        <a16:creationId xmlns:a16="http://schemas.microsoft.com/office/drawing/2014/main" id="{D21555CA-2000-4450-B007-937E98FC002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56" name="Freeform 161">
                    <a:extLst>
                      <a:ext uri="{FF2B5EF4-FFF2-40B4-BE49-F238E27FC236}">
                        <a16:creationId xmlns:a16="http://schemas.microsoft.com/office/drawing/2014/main" id="{28966776-335C-76EE-28F9-214773342BF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57" name="Freeform 162">
                    <a:extLst>
                      <a:ext uri="{FF2B5EF4-FFF2-40B4-BE49-F238E27FC236}">
                        <a16:creationId xmlns:a16="http://schemas.microsoft.com/office/drawing/2014/main" id="{2C424211-BC38-7C49-305E-F2B9BB298C9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58" name="Freeform 163">
                    <a:extLst>
                      <a:ext uri="{FF2B5EF4-FFF2-40B4-BE49-F238E27FC236}">
                        <a16:creationId xmlns:a16="http://schemas.microsoft.com/office/drawing/2014/main" id="{DD287409-926B-136E-276F-C2862B5B190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759" name="Freeform 164">
                    <a:extLst>
                      <a:ext uri="{FF2B5EF4-FFF2-40B4-BE49-F238E27FC236}">
                        <a16:creationId xmlns:a16="http://schemas.microsoft.com/office/drawing/2014/main" id="{5520DE8E-322C-373C-07F5-EA4064612AA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61747" name="WordArt 165">
              <a:extLst>
                <a:ext uri="{FF2B5EF4-FFF2-40B4-BE49-F238E27FC236}">
                  <a16:creationId xmlns:a16="http://schemas.microsoft.com/office/drawing/2014/main" id="{6AE2F3DF-D961-FA42-587A-4E9AEF953763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r2  </a:t>
              </a:r>
            </a:p>
          </p:txBody>
        </p:sp>
      </p:grpSp>
      <p:sp>
        <p:nvSpPr>
          <p:cNvPr id="61486" name="Line 166">
            <a:extLst>
              <a:ext uri="{FF2B5EF4-FFF2-40B4-BE49-F238E27FC236}">
                <a16:creationId xmlns:a16="http://schemas.microsoft.com/office/drawing/2014/main" id="{2C8E8070-5F30-D1F1-CCAA-41BC90519A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86075" y="1916113"/>
            <a:ext cx="0" cy="62071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487" name="Oval 167">
            <a:extLst>
              <a:ext uri="{FF2B5EF4-FFF2-40B4-BE49-F238E27FC236}">
                <a16:creationId xmlns:a16="http://schemas.microsoft.com/office/drawing/2014/main" id="{A658F8D3-4692-AE28-317E-14C6400CEB6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733675" y="1900238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J</a:t>
            </a:r>
          </a:p>
        </p:txBody>
      </p:sp>
      <p:sp>
        <p:nvSpPr>
          <p:cNvPr id="61488" name="Text Box 168">
            <a:extLst>
              <a:ext uri="{FF2B5EF4-FFF2-40B4-BE49-F238E27FC236}">
                <a16:creationId xmlns:a16="http://schemas.microsoft.com/office/drawing/2014/main" id="{7BFBB7A0-C83E-2B2B-A3EF-B3CFCBA37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5800" y="2516188"/>
            <a:ext cx="1187450" cy="265112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200.0.1.0/24</a:t>
            </a:r>
          </a:p>
        </p:txBody>
      </p:sp>
      <p:sp>
        <p:nvSpPr>
          <p:cNvPr id="61489" name="Line 169">
            <a:extLst>
              <a:ext uri="{FF2B5EF4-FFF2-40B4-BE49-F238E27FC236}">
                <a16:creationId xmlns:a16="http://schemas.microsoft.com/office/drawing/2014/main" id="{90042C09-0E38-D700-AB83-04BA0A0C4A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75600" y="836614"/>
            <a:ext cx="1576388" cy="4778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1490" name="Line 170">
            <a:extLst>
              <a:ext uri="{FF2B5EF4-FFF2-40B4-BE49-F238E27FC236}">
                <a16:creationId xmlns:a16="http://schemas.microsoft.com/office/drawing/2014/main" id="{6024420A-50C7-2926-9124-86169FA2F331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0351" y="1368426"/>
            <a:ext cx="1744663" cy="765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1491" name="Line 171">
            <a:extLst>
              <a:ext uri="{FF2B5EF4-FFF2-40B4-BE49-F238E27FC236}">
                <a16:creationId xmlns:a16="http://schemas.microsoft.com/office/drawing/2014/main" id="{2D384692-8587-42A1-25CD-3AE0AA627913}"/>
              </a:ext>
            </a:extLst>
          </p:cNvPr>
          <p:cNvSpPr>
            <a:spLocks noChangeShapeType="1"/>
          </p:cNvSpPr>
          <p:nvPr/>
        </p:nvSpPr>
        <p:spPr bwMode="auto">
          <a:xfrm>
            <a:off x="9551989" y="836614"/>
            <a:ext cx="1587" cy="1152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61492" name="Group 172">
            <a:extLst>
              <a:ext uri="{FF2B5EF4-FFF2-40B4-BE49-F238E27FC236}">
                <a16:creationId xmlns:a16="http://schemas.microsoft.com/office/drawing/2014/main" id="{20219749-5483-FE19-3BCA-9FEB97899D0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91625" y="520701"/>
            <a:ext cx="723900" cy="460375"/>
            <a:chOff x="3312" y="2160"/>
            <a:chExt cx="960" cy="528"/>
          </a:xfrm>
        </p:grpSpPr>
        <p:sp>
          <p:nvSpPr>
            <p:cNvPr id="61726" name="AutoShape 173">
              <a:extLst>
                <a:ext uri="{FF2B5EF4-FFF2-40B4-BE49-F238E27FC236}">
                  <a16:creationId xmlns:a16="http://schemas.microsoft.com/office/drawing/2014/main" id="{0EB79B82-9CF1-B3EB-6196-9D0112BD28A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12" y="2160"/>
              <a:ext cx="960" cy="528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</p:spPr>
          <p:txBody>
            <a:bodyPr wrap="none" lIns="73025" tIns="36512" rIns="73025" bIns="36512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grpSp>
          <p:nvGrpSpPr>
            <p:cNvPr id="61727" name="Group 174">
              <a:extLst>
                <a:ext uri="{FF2B5EF4-FFF2-40B4-BE49-F238E27FC236}">
                  <a16:creationId xmlns:a16="http://schemas.microsoft.com/office/drawing/2014/main" id="{BBD0725C-902D-2BE3-3E4A-C7C12D32797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488" y="2193"/>
              <a:ext cx="599" cy="207"/>
              <a:chOff x="422" y="1632"/>
              <a:chExt cx="829" cy="298"/>
            </a:xfrm>
          </p:grpSpPr>
          <p:grpSp>
            <p:nvGrpSpPr>
              <p:cNvPr id="61728" name="Group 175">
                <a:extLst>
                  <a:ext uri="{FF2B5EF4-FFF2-40B4-BE49-F238E27FC236}">
                    <a16:creationId xmlns:a16="http://schemas.microsoft.com/office/drawing/2014/main" id="{BE4E5337-920B-16E0-C78A-E2B41AD3A9F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61738" name="Freeform 176">
                  <a:extLst>
                    <a:ext uri="{FF2B5EF4-FFF2-40B4-BE49-F238E27FC236}">
                      <a16:creationId xmlns:a16="http://schemas.microsoft.com/office/drawing/2014/main" id="{325D3577-954D-F8EA-B252-9FFB4D10888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1739" name="Freeform 177">
                  <a:extLst>
                    <a:ext uri="{FF2B5EF4-FFF2-40B4-BE49-F238E27FC236}">
                      <a16:creationId xmlns:a16="http://schemas.microsoft.com/office/drawing/2014/main" id="{DD41161B-34B3-445F-4AFD-D399702F85A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1740" name="Freeform 178">
                  <a:extLst>
                    <a:ext uri="{FF2B5EF4-FFF2-40B4-BE49-F238E27FC236}">
                      <a16:creationId xmlns:a16="http://schemas.microsoft.com/office/drawing/2014/main" id="{30B78B0E-BDBD-80F1-98B6-B7BA0E4E2C6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32"/>
                    <a:gd name="T26" fmla="*/ 393 w 393"/>
                    <a:gd name="T27" fmla="*/ 132 h 1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1741" name="Freeform 179">
                  <a:extLst>
                    <a:ext uri="{FF2B5EF4-FFF2-40B4-BE49-F238E27FC236}">
                      <a16:creationId xmlns:a16="http://schemas.microsoft.com/office/drawing/2014/main" id="{723AADC3-1494-7357-E07D-62073FC9E46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32"/>
                    <a:gd name="T26" fmla="*/ 393 w 393"/>
                    <a:gd name="T27" fmla="*/ 132 h 1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1742" name="Freeform 180">
                  <a:extLst>
                    <a:ext uri="{FF2B5EF4-FFF2-40B4-BE49-F238E27FC236}">
                      <a16:creationId xmlns:a16="http://schemas.microsoft.com/office/drawing/2014/main" id="{83DAEAB8-1A2F-969F-6554-3294DCDF08C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2"/>
                    <a:gd name="T25" fmla="*/ 0 h 125"/>
                    <a:gd name="T26" fmla="*/ 392 w 392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1743" name="Freeform 181">
                  <a:extLst>
                    <a:ext uri="{FF2B5EF4-FFF2-40B4-BE49-F238E27FC236}">
                      <a16:creationId xmlns:a16="http://schemas.microsoft.com/office/drawing/2014/main" id="{D0C86B9D-09A0-B60B-AA1A-FE33D53F2EF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2"/>
                    <a:gd name="T25" fmla="*/ 0 h 125"/>
                    <a:gd name="T26" fmla="*/ 392 w 392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1744" name="Freeform 182">
                  <a:extLst>
                    <a:ext uri="{FF2B5EF4-FFF2-40B4-BE49-F238E27FC236}">
                      <a16:creationId xmlns:a16="http://schemas.microsoft.com/office/drawing/2014/main" id="{2BD6181D-C451-8185-5719-0D2E9275449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4"/>
                    <a:gd name="T26" fmla="*/ 393 w 393"/>
                    <a:gd name="T27" fmla="*/ 124 h 1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1745" name="Freeform 183">
                  <a:extLst>
                    <a:ext uri="{FF2B5EF4-FFF2-40B4-BE49-F238E27FC236}">
                      <a16:creationId xmlns:a16="http://schemas.microsoft.com/office/drawing/2014/main" id="{469C3463-8348-2AC3-2AD0-EB03F00C912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4"/>
                    <a:gd name="T26" fmla="*/ 393 w 393"/>
                    <a:gd name="T27" fmla="*/ 124 h 1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61729" name="Group 184">
                <a:extLst>
                  <a:ext uri="{FF2B5EF4-FFF2-40B4-BE49-F238E27FC236}">
                    <a16:creationId xmlns:a16="http://schemas.microsoft.com/office/drawing/2014/main" id="{9F6C7664-34B6-DB03-BD39-0726980900D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61730" name="Freeform 185">
                  <a:extLst>
                    <a:ext uri="{FF2B5EF4-FFF2-40B4-BE49-F238E27FC236}">
                      <a16:creationId xmlns:a16="http://schemas.microsoft.com/office/drawing/2014/main" id="{7B16967A-28A6-116C-1C81-E433EE86B19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1731" name="Freeform 186">
                  <a:extLst>
                    <a:ext uri="{FF2B5EF4-FFF2-40B4-BE49-F238E27FC236}">
                      <a16:creationId xmlns:a16="http://schemas.microsoft.com/office/drawing/2014/main" id="{D54AB6E2-869A-3905-F572-01E0B51858F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1732" name="Freeform 187">
                  <a:extLst>
                    <a:ext uri="{FF2B5EF4-FFF2-40B4-BE49-F238E27FC236}">
                      <a16:creationId xmlns:a16="http://schemas.microsoft.com/office/drawing/2014/main" id="{0D810A25-195F-6E11-AB37-B6140B573DB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31"/>
                    <a:gd name="T26" fmla="*/ 393 w 393"/>
                    <a:gd name="T27" fmla="*/ 131 h 131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1733" name="Freeform 188">
                  <a:extLst>
                    <a:ext uri="{FF2B5EF4-FFF2-40B4-BE49-F238E27FC236}">
                      <a16:creationId xmlns:a16="http://schemas.microsoft.com/office/drawing/2014/main" id="{DE93BBF8-7132-70D8-A304-5B117AEBE26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31"/>
                    <a:gd name="T26" fmla="*/ 393 w 393"/>
                    <a:gd name="T27" fmla="*/ 131 h 131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1734" name="Freeform 189">
                  <a:extLst>
                    <a:ext uri="{FF2B5EF4-FFF2-40B4-BE49-F238E27FC236}">
                      <a16:creationId xmlns:a16="http://schemas.microsoft.com/office/drawing/2014/main" id="{6C5F55A2-A0BC-0686-8CD4-4B4E8752346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1735" name="Freeform 190">
                  <a:extLst>
                    <a:ext uri="{FF2B5EF4-FFF2-40B4-BE49-F238E27FC236}">
                      <a16:creationId xmlns:a16="http://schemas.microsoft.com/office/drawing/2014/main" id="{D29A19B3-972F-9D0F-FD49-AF10CE408A8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1736" name="Freeform 191">
                  <a:extLst>
                    <a:ext uri="{FF2B5EF4-FFF2-40B4-BE49-F238E27FC236}">
                      <a16:creationId xmlns:a16="http://schemas.microsoft.com/office/drawing/2014/main" id="{50096DF7-284E-61CB-42D2-2C5435B419E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2"/>
                    <a:gd name="T25" fmla="*/ 0 h 124"/>
                    <a:gd name="T26" fmla="*/ 392 w 392"/>
                    <a:gd name="T27" fmla="*/ 124 h 1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1737" name="Freeform 192">
                  <a:extLst>
                    <a:ext uri="{FF2B5EF4-FFF2-40B4-BE49-F238E27FC236}">
                      <a16:creationId xmlns:a16="http://schemas.microsoft.com/office/drawing/2014/main" id="{44E038E3-9331-29D2-8849-85E76C45AAF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2"/>
                    <a:gd name="T25" fmla="*/ 0 h 124"/>
                    <a:gd name="T26" fmla="*/ 392 w 392"/>
                    <a:gd name="T27" fmla="*/ 124 h 1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</p:grpSp>
      <p:sp>
        <p:nvSpPr>
          <p:cNvPr id="61493" name="WordArt 193">
            <a:extLst>
              <a:ext uri="{FF2B5EF4-FFF2-40B4-BE49-F238E27FC236}">
                <a16:creationId xmlns:a16="http://schemas.microsoft.com/office/drawing/2014/main" id="{CF21191F-E1D6-35C8-1218-42206E2493B8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9228139" y="709614"/>
            <a:ext cx="650875" cy="225425"/>
          </a:xfrm>
          <a:prstGeom prst="rect">
            <a:avLst/>
          </a:prstGeom>
        </p:spPr>
        <p:txBody>
          <a:bodyPr wrap="none" fromWordArt="1">
            <a:prstTxWarp prst="textCanDown">
              <a:avLst>
                <a:gd name="adj" fmla="val 33333"/>
              </a:avLst>
            </a:prstTxWarp>
          </a:bodyPr>
          <a:lstStyle/>
          <a:p>
            <a:pPr algn="ctr"/>
            <a:r>
              <a:rPr lang="en-GB" sz="1400" kern="10">
                <a:ln w="9525">
                  <a:solidFill>
                    <a:srgbClr val="FFFFFF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r6  </a:t>
            </a:r>
          </a:p>
        </p:txBody>
      </p:sp>
      <p:sp>
        <p:nvSpPr>
          <p:cNvPr id="61494" name="Line 194">
            <a:extLst>
              <a:ext uri="{FF2B5EF4-FFF2-40B4-BE49-F238E27FC236}">
                <a16:creationId xmlns:a16="http://schemas.microsoft.com/office/drawing/2014/main" id="{E8C52DB7-D563-06EC-5B84-935F65A06B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36000" y="333376"/>
            <a:ext cx="0" cy="620713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495" name="Oval 195">
            <a:extLst>
              <a:ext uri="{FF2B5EF4-FFF2-40B4-BE49-F238E27FC236}">
                <a16:creationId xmlns:a16="http://schemas.microsoft.com/office/drawing/2014/main" id="{AB2C4653-1064-A043-E01D-10432C8E9A2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482013" y="955675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L</a:t>
            </a:r>
          </a:p>
        </p:txBody>
      </p:sp>
      <p:sp>
        <p:nvSpPr>
          <p:cNvPr id="61496" name="Text Box 196">
            <a:extLst>
              <a:ext uri="{FF2B5EF4-FFF2-40B4-BE49-F238E27FC236}">
                <a16:creationId xmlns:a16="http://schemas.microsoft.com/office/drawing/2014/main" id="{85573947-FA95-5EA2-9AF9-3A0648A10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6350" y="215901"/>
            <a:ext cx="1187450" cy="265113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220.0.0.0/30</a:t>
            </a:r>
          </a:p>
        </p:txBody>
      </p:sp>
      <p:sp>
        <p:nvSpPr>
          <p:cNvPr id="61497" name="Line 197">
            <a:extLst>
              <a:ext uri="{FF2B5EF4-FFF2-40B4-BE49-F238E27FC236}">
                <a16:creationId xmlns:a16="http://schemas.microsoft.com/office/drawing/2014/main" id="{56B0A112-2EDA-CD5A-109C-1B34020008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36000" y="1773238"/>
            <a:ext cx="0" cy="62071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498" name="Oval 198">
            <a:extLst>
              <a:ext uri="{FF2B5EF4-FFF2-40B4-BE49-F238E27FC236}">
                <a16:creationId xmlns:a16="http://schemas.microsoft.com/office/drawing/2014/main" id="{ACE5EB42-6E86-9FB4-EBBD-8D1832A57D2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472488" y="1557338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N</a:t>
            </a:r>
          </a:p>
        </p:txBody>
      </p:sp>
      <p:sp>
        <p:nvSpPr>
          <p:cNvPr id="61499" name="Text Box 199">
            <a:extLst>
              <a:ext uri="{FF2B5EF4-FFF2-40B4-BE49-F238E27FC236}">
                <a16:creationId xmlns:a16="http://schemas.microsoft.com/office/drawing/2014/main" id="{E5C7A75F-165F-6F7F-7855-E86487BA8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8900" y="2354263"/>
            <a:ext cx="1187450" cy="265112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220.0.1.0/30</a:t>
            </a:r>
          </a:p>
        </p:txBody>
      </p:sp>
      <p:sp>
        <p:nvSpPr>
          <p:cNvPr id="61500" name="Freeform 200">
            <a:extLst>
              <a:ext uri="{FF2B5EF4-FFF2-40B4-BE49-F238E27FC236}">
                <a16:creationId xmlns:a16="http://schemas.microsoft.com/office/drawing/2014/main" id="{700F32D0-1E59-67E1-F045-FC4D08F79C4D}"/>
              </a:ext>
            </a:extLst>
          </p:cNvPr>
          <p:cNvSpPr>
            <a:spLocks/>
          </p:cNvSpPr>
          <p:nvPr/>
        </p:nvSpPr>
        <p:spPr bwMode="auto">
          <a:xfrm>
            <a:off x="9625014" y="1385888"/>
            <a:ext cx="574675" cy="1466850"/>
          </a:xfrm>
          <a:custGeom>
            <a:avLst/>
            <a:gdLst>
              <a:gd name="T0" fmla="*/ 912296563 w 362"/>
              <a:gd name="T1" fmla="*/ 2147483646 h 907"/>
              <a:gd name="T2" fmla="*/ 912296563 w 362"/>
              <a:gd name="T3" fmla="*/ 0 h 907"/>
              <a:gd name="T4" fmla="*/ 0 w 362"/>
              <a:gd name="T5" fmla="*/ 0 h 907"/>
              <a:gd name="T6" fmla="*/ 0 60000 65536"/>
              <a:gd name="T7" fmla="*/ 0 60000 65536"/>
              <a:gd name="T8" fmla="*/ 0 60000 65536"/>
              <a:gd name="T9" fmla="*/ 0 w 362"/>
              <a:gd name="T10" fmla="*/ 0 h 907"/>
              <a:gd name="T11" fmla="*/ 362 w 362"/>
              <a:gd name="T12" fmla="*/ 907 h 9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2" h="907">
                <a:moveTo>
                  <a:pt x="362" y="907"/>
                </a:moveTo>
                <a:lnTo>
                  <a:pt x="362" y="0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501" name="Oval 201">
            <a:extLst>
              <a:ext uri="{FF2B5EF4-FFF2-40B4-BE49-F238E27FC236}">
                <a16:creationId xmlns:a16="http://schemas.microsoft.com/office/drawing/2014/main" id="{96C99D5D-F0E0-4FDF-950B-4160C8B3EFD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409113" y="1246188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M</a:t>
            </a:r>
          </a:p>
        </p:txBody>
      </p:sp>
      <p:sp>
        <p:nvSpPr>
          <p:cNvPr id="61502" name="Text Box 202">
            <a:extLst>
              <a:ext uri="{FF2B5EF4-FFF2-40B4-BE49-F238E27FC236}">
                <a16:creationId xmlns:a16="http://schemas.microsoft.com/office/drawing/2014/main" id="{A67E4E23-1184-8AB1-9FA9-46382C73A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6713" y="2805113"/>
            <a:ext cx="1187450" cy="265112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220.0.2.0/30</a:t>
            </a:r>
          </a:p>
        </p:txBody>
      </p:sp>
      <p:grpSp>
        <p:nvGrpSpPr>
          <p:cNvPr id="61503" name="Group 203">
            <a:extLst>
              <a:ext uri="{FF2B5EF4-FFF2-40B4-BE49-F238E27FC236}">
                <a16:creationId xmlns:a16="http://schemas.microsoft.com/office/drawing/2014/main" id="{D4BD122B-24CE-B27B-572C-3CECE960F40B}"/>
              </a:ext>
            </a:extLst>
          </p:cNvPr>
          <p:cNvGrpSpPr>
            <a:grpSpLocks/>
          </p:cNvGrpSpPr>
          <p:nvPr/>
        </p:nvGrpSpPr>
        <p:grpSpPr bwMode="auto">
          <a:xfrm>
            <a:off x="7896225" y="806451"/>
            <a:ext cx="406400" cy="339725"/>
            <a:chOff x="144" y="3264"/>
            <a:chExt cx="288" cy="240"/>
          </a:xfrm>
        </p:grpSpPr>
        <p:sp>
          <p:nvSpPr>
            <p:cNvPr id="61724" name="Rectangle 204">
              <a:extLst>
                <a:ext uri="{FF2B5EF4-FFF2-40B4-BE49-F238E27FC236}">
                  <a16:creationId xmlns:a16="http://schemas.microsoft.com/office/drawing/2014/main" id="{3FB50F5D-D934-14CD-371C-538C2247F8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61725" name="Rectangle 205">
              <a:extLst>
                <a:ext uri="{FF2B5EF4-FFF2-40B4-BE49-F238E27FC236}">
                  <a16:creationId xmlns:a16="http://schemas.microsoft.com/office/drawing/2014/main" id="{4262939A-EE56-0A25-D74C-094B601AC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61504" name="Group 206">
            <a:extLst>
              <a:ext uri="{FF2B5EF4-FFF2-40B4-BE49-F238E27FC236}">
                <a16:creationId xmlns:a16="http://schemas.microsoft.com/office/drawing/2014/main" id="{084786B3-BC7D-6067-F812-7505BF467630}"/>
              </a:ext>
            </a:extLst>
          </p:cNvPr>
          <p:cNvGrpSpPr>
            <a:grpSpLocks/>
          </p:cNvGrpSpPr>
          <p:nvPr/>
        </p:nvGrpSpPr>
        <p:grpSpPr bwMode="auto">
          <a:xfrm>
            <a:off x="9721850" y="1001714"/>
            <a:ext cx="406400" cy="339725"/>
            <a:chOff x="144" y="3264"/>
            <a:chExt cx="288" cy="240"/>
          </a:xfrm>
        </p:grpSpPr>
        <p:sp>
          <p:nvSpPr>
            <p:cNvPr id="61722" name="Rectangle 207">
              <a:extLst>
                <a:ext uri="{FF2B5EF4-FFF2-40B4-BE49-F238E27FC236}">
                  <a16:creationId xmlns:a16="http://schemas.microsoft.com/office/drawing/2014/main" id="{E8C0A0DE-8870-C2EC-C5DA-14784020D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61723" name="Rectangle 208">
              <a:extLst>
                <a:ext uri="{FF2B5EF4-FFF2-40B4-BE49-F238E27FC236}">
                  <a16:creationId xmlns:a16="http://schemas.microsoft.com/office/drawing/2014/main" id="{575BDA08-5259-F39B-754B-6C4DFC4DE7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61505" name="Group 209">
            <a:extLst>
              <a:ext uri="{FF2B5EF4-FFF2-40B4-BE49-F238E27FC236}">
                <a16:creationId xmlns:a16="http://schemas.microsoft.com/office/drawing/2014/main" id="{29370FA4-97E9-6B88-EF93-3DB0357AFE0D}"/>
              </a:ext>
            </a:extLst>
          </p:cNvPr>
          <p:cNvGrpSpPr>
            <a:grpSpLocks/>
          </p:cNvGrpSpPr>
          <p:nvPr/>
        </p:nvGrpSpPr>
        <p:grpSpPr bwMode="auto">
          <a:xfrm>
            <a:off x="9721850" y="1452564"/>
            <a:ext cx="406400" cy="339725"/>
            <a:chOff x="144" y="3264"/>
            <a:chExt cx="288" cy="240"/>
          </a:xfrm>
        </p:grpSpPr>
        <p:sp>
          <p:nvSpPr>
            <p:cNvPr id="61720" name="Rectangle 210">
              <a:extLst>
                <a:ext uri="{FF2B5EF4-FFF2-40B4-BE49-F238E27FC236}">
                  <a16:creationId xmlns:a16="http://schemas.microsoft.com/office/drawing/2014/main" id="{7A6CAD58-1052-27BB-8EF6-2AA8E24D0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61721" name="Rectangle 211">
              <a:extLst>
                <a:ext uri="{FF2B5EF4-FFF2-40B4-BE49-F238E27FC236}">
                  <a16:creationId xmlns:a16="http://schemas.microsoft.com/office/drawing/2014/main" id="{0534F794-3F21-D737-7543-5C8A4539C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61506" name="Group 212">
            <a:extLst>
              <a:ext uri="{FF2B5EF4-FFF2-40B4-BE49-F238E27FC236}">
                <a16:creationId xmlns:a16="http://schemas.microsoft.com/office/drawing/2014/main" id="{896FF037-E828-CCA7-2E15-BBE7EDCB608A}"/>
              </a:ext>
            </a:extLst>
          </p:cNvPr>
          <p:cNvGrpSpPr>
            <a:grpSpLocks/>
          </p:cNvGrpSpPr>
          <p:nvPr/>
        </p:nvGrpSpPr>
        <p:grpSpPr bwMode="auto">
          <a:xfrm>
            <a:off x="8732838" y="1965326"/>
            <a:ext cx="406400" cy="339725"/>
            <a:chOff x="144" y="3264"/>
            <a:chExt cx="288" cy="240"/>
          </a:xfrm>
        </p:grpSpPr>
        <p:sp>
          <p:nvSpPr>
            <p:cNvPr id="61718" name="Rectangle 213">
              <a:extLst>
                <a:ext uri="{FF2B5EF4-FFF2-40B4-BE49-F238E27FC236}">
                  <a16:creationId xmlns:a16="http://schemas.microsoft.com/office/drawing/2014/main" id="{1A47BF85-2639-6760-89F9-19DE2C535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61719" name="Rectangle 214">
              <a:extLst>
                <a:ext uri="{FF2B5EF4-FFF2-40B4-BE49-F238E27FC236}">
                  <a16:creationId xmlns:a16="http://schemas.microsoft.com/office/drawing/2014/main" id="{1FE9B502-DDD6-976D-D372-7682C0D62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61507" name="Group 215">
            <a:extLst>
              <a:ext uri="{FF2B5EF4-FFF2-40B4-BE49-F238E27FC236}">
                <a16:creationId xmlns:a16="http://schemas.microsoft.com/office/drawing/2014/main" id="{94C55766-E53C-FDAA-952F-89C127D4C83A}"/>
              </a:ext>
            </a:extLst>
          </p:cNvPr>
          <p:cNvGrpSpPr>
            <a:grpSpLocks/>
          </p:cNvGrpSpPr>
          <p:nvPr/>
        </p:nvGrpSpPr>
        <p:grpSpPr bwMode="auto">
          <a:xfrm>
            <a:off x="7896225" y="1649414"/>
            <a:ext cx="406400" cy="339725"/>
            <a:chOff x="144" y="3264"/>
            <a:chExt cx="288" cy="240"/>
          </a:xfrm>
        </p:grpSpPr>
        <p:sp>
          <p:nvSpPr>
            <p:cNvPr id="61716" name="Rectangle 216">
              <a:extLst>
                <a:ext uri="{FF2B5EF4-FFF2-40B4-BE49-F238E27FC236}">
                  <a16:creationId xmlns:a16="http://schemas.microsoft.com/office/drawing/2014/main" id="{A096F7CD-F7BD-F142-6A4E-D593BE242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61717" name="Rectangle 217">
              <a:extLst>
                <a:ext uri="{FF2B5EF4-FFF2-40B4-BE49-F238E27FC236}">
                  <a16:creationId xmlns:a16="http://schemas.microsoft.com/office/drawing/2014/main" id="{1A106170-E725-CA94-E05A-7C6C36B85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61508" name="Group 218">
            <a:extLst>
              <a:ext uri="{FF2B5EF4-FFF2-40B4-BE49-F238E27FC236}">
                <a16:creationId xmlns:a16="http://schemas.microsoft.com/office/drawing/2014/main" id="{F8939636-AD33-3CF9-2C7E-3790981723CC}"/>
              </a:ext>
            </a:extLst>
          </p:cNvPr>
          <p:cNvGrpSpPr>
            <a:grpSpLocks/>
          </p:cNvGrpSpPr>
          <p:nvPr/>
        </p:nvGrpSpPr>
        <p:grpSpPr bwMode="auto">
          <a:xfrm>
            <a:off x="2682875" y="1395414"/>
            <a:ext cx="406400" cy="339725"/>
            <a:chOff x="144" y="3264"/>
            <a:chExt cx="288" cy="240"/>
          </a:xfrm>
        </p:grpSpPr>
        <p:sp>
          <p:nvSpPr>
            <p:cNvPr id="61714" name="Rectangle 219">
              <a:extLst>
                <a:ext uri="{FF2B5EF4-FFF2-40B4-BE49-F238E27FC236}">
                  <a16:creationId xmlns:a16="http://schemas.microsoft.com/office/drawing/2014/main" id="{46BB2D63-7456-BD8A-820E-F41E1610A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61715" name="Rectangle 220">
              <a:extLst>
                <a:ext uri="{FF2B5EF4-FFF2-40B4-BE49-F238E27FC236}">
                  <a16:creationId xmlns:a16="http://schemas.microsoft.com/office/drawing/2014/main" id="{394240F8-ED3A-80EB-EF3D-5EE46266B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61509" name="Group 221">
            <a:extLst>
              <a:ext uri="{FF2B5EF4-FFF2-40B4-BE49-F238E27FC236}">
                <a16:creationId xmlns:a16="http://schemas.microsoft.com/office/drawing/2014/main" id="{A6AFBE10-4D18-AFDC-0BFA-BD6E47E5D848}"/>
              </a:ext>
            </a:extLst>
          </p:cNvPr>
          <p:cNvGrpSpPr>
            <a:grpSpLocks/>
          </p:cNvGrpSpPr>
          <p:nvPr/>
        </p:nvGrpSpPr>
        <p:grpSpPr bwMode="auto">
          <a:xfrm>
            <a:off x="5554663" y="3736976"/>
            <a:ext cx="406400" cy="339725"/>
            <a:chOff x="144" y="3264"/>
            <a:chExt cx="288" cy="240"/>
          </a:xfrm>
        </p:grpSpPr>
        <p:sp>
          <p:nvSpPr>
            <p:cNvPr id="61712" name="Rectangle 222">
              <a:extLst>
                <a:ext uri="{FF2B5EF4-FFF2-40B4-BE49-F238E27FC236}">
                  <a16:creationId xmlns:a16="http://schemas.microsoft.com/office/drawing/2014/main" id="{AA03E9AC-91A5-C3F6-81FF-C7AB5B9D5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61713" name="Rectangle 223">
              <a:extLst>
                <a:ext uri="{FF2B5EF4-FFF2-40B4-BE49-F238E27FC236}">
                  <a16:creationId xmlns:a16="http://schemas.microsoft.com/office/drawing/2014/main" id="{0A171465-1D7A-A8FF-1C4E-70CFC9FEF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61510" name="Group 224">
            <a:extLst>
              <a:ext uri="{FF2B5EF4-FFF2-40B4-BE49-F238E27FC236}">
                <a16:creationId xmlns:a16="http://schemas.microsoft.com/office/drawing/2014/main" id="{625CFA6C-6A34-85B6-692F-FBBAF29B6410}"/>
              </a:ext>
            </a:extLst>
          </p:cNvPr>
          <p:cNvGrpSpPr>
            <a:grpSpLocks/>
          </p:cNvGrpSpPr>
          <p:nvPr/>
        </p:nvGrpSpPr>
        <p:grpSpPr bwMode="auto">
          <a:xfrm>
            <a:off x="6437313" y="3736976"/>
            <a:ext cx="406400" cy="339725"/>
            <a:chOff x="144" y="3264"/>
            <a:chExt cx="288" cy="240"/>
          </a:xfrm>
        </p:grpSpPr>
        <p:sp>
          <p:nvSpPr>
            <p:cNvPr id="61710" name="Rectangle 225">
              <a:extLst>
                <a:ext uri="{FF2B5EF4-FFF2-40B4-BE49-F238E27FC236}">
                  <a16:creationId xmlns:a16="http://schemas.microsoft.com/office/drawing/2014/main" id="{55762383-0FD8-96A7-0A24-0BC11265A9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61711" name="Rectangle 226">
              <a:extLst>
                <a:ext uri="{FF2B5EF4-FFF2-40B4-BE49-F238E27FC236}">
                  <a16:creationId xmlns:a16="http://schemas.microsoft.com/office/drawing/2014/main" id="{42489F08-8090-E19A-CDE3-1AD5E7AD0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61511" name="Group 227">
            <a:extLst>
              <a:ext uri="{FF2B5EF4-FFF2-40B4-BE49-F238E27FC236}">
                <a16:creationId xmlns:a16="http://schemas.microsoft.com/office/drawing/2014/main" id="{A595BFE1-90BB-778B-A181-5681F607A69D}"/>
              </a:ext>
            </a:extLst>
          </p:cNvPr>
          <p:cNvGrpSpPr>
            <a:grpSpLocks/>
          </p:cNvGrpSpPr>
          <p:nvPr/>
        </p:nvGrpSpPr>
        <p:grpSpPr bwMode="auto">
          <a:xfrm>
            <a:off x="4927600" y="5102226"/>
            <a:ext cx="406400" cy="339725"/>
            <a:chOff x="144" y="3264"/>
            <a:chExt cx="288" cy="240"/>
          </a:xfrm>
        </p:grpSpPr>
        <p:sp>
          <p:nvSpPr>
            <p:cNvPr id="61708" name="Rectangle 228">
              <a:extLst>
                <a:ext uri="{FF2B5EF4-FFF2-40B4-BE49-F238E27FC236}">
                  <a16:creationId xmlns:a16="http://schemas.microsoft.com/office/drawing/2014/main" id="{B137D975-55C6-F183-A41E-EE1C453FD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61709" name="Rectangle 229">
              <a:extLst>
                <a:ext uri="{FF2B5EF4-FFF2-40B4-BE49-F238E27FC236}">
                  <a16:creationId xmlns:a16="http://schemas.microsoft.com/office/drawing/2014/main" id="{FC6AE3D8-8390-44E8-1E40-DDDE91009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61512" name="Group 230">
            <a:extLst>
              <a:ext uri="{FF2B5EF4-FFF2-40B4-BE49-F238E27FC236}">
                <a16:creationId xmlns:a16="http://schemas.microsoft.com/office/drawing/2014/main" id="{4CCED4C1-14F0-F0CE-F06C-61C1CFE79247}"/>
              </a:ext>
            </a:extLst>
          </p:cNvPr>
          <p:cNvGrpSpPr>
            <a:grpSpLocks/>
          </p:cNvGrpSpPr>
          <p:nvPr/>
        </p:nvGrpSpPr>
        <p:grpSpPr bwMode="auto">
          <a:xfrm>
            <a:off x="4927600" y="4216401"/>
            <a:ext cx="406400" cy="339725"/>
            <a:chOff x="144" y="3264"/>
            <a:chExt cx="288" cy="240"/>
          </a:xfrm>
        </p:grpSpPr>
        <p:sp>
          <p:nvSpPr>
            <p:cNvPr id="61706" name="Rectangle 231">
              <a:extLst>
                <a:ext uri="{FF2B5EF4-FFF2-40B4-BE49-F238E27FC236}">
                  <a16:creationId xmlns:a16="http://schemas.microsoft.com/office/drawing/2014/main" id="{3C0F5F65-C592-4788-E62B-B2576E65B4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61707" name="Rectangle 232">
              <a:extLst>
                <a:ext uri="{FF2B5EF4-FFF2-40B4-BE49-F238E27FC236}">
                  <a16:creationId xmlns:a16="http://schemas.microsoft.com/office/drawing/2014/main" id="{DE2C5828-08C6-1F02-9BD2-48742898B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61513" name="Group 233">
            <a:extLst>
              <a:ext uri="{FF2B5EF4-FFF2-40B4-BE49-F238E27FC236}">
                <a16:creationId xmlns:a16="http://schemas.microsoft.com/office/drawing/2014/main" id="{E8DAC4DD-487C-0716-772C-D9EE32218B13}"/>
              </a:ext>
            </a:extLst>
          </p:cNvPr>
          <p:cNvGrpSpPr>
            <a:grpSpLocks/>
          </p:cNvGrpSpPr>
          <p:nvPr/>
        </p:nvGrpSpPr>
        <p:grpSpPr bwMode="auto">
          <a:xfrm>
            <a:off x="5545138" y="5537201"/>
            <a:ext cx="406400" cy="339725"/>
            <a:chOff x="144" y="3264"/>
            <a:chExt cx="288" cy="240"/>
          </a:xfrm>
        </p:grpSpPr>
        <p:sp>
          <p:nvSpPr>
            <p:cNvPr id="61704" name="Rectangle 234">
              <a:extLst>
                <a:ext uri="{FF2B5EF4-FFF2-40B4-BE49-F238E27FC236}">
                  <a16:creationId xmlns:a16="http://schemas.microsoft.com/office/drawing/2014/main" id="{09C5CF66-5566-E00C-AE34-C16E1B271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61705" name="Rectangle 235">
              <a:extLst>
                <a:ext uri="{FF2B5EF4-FFF2-40B4-BE49-F238E27FC236}">
                  <a16:creationId xmlns:a16="http://schemas.microsoft.com/office/drawing/2014/main" id="{D48825B8-5430-DEEC-8032-745829A2F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61514" name="Group 236">
            <a:extLst>
              <a:ext uri="{FF2B5EF4-FFF2-40B4-BE49-F238E27FC236}">
                <a16:creationId xmlns:a16="http://schemas.microsoft.com/office/drawing/2014/main" id="{73563834-71B1-45CD-1A16-190A3269445E}"/>
              </a:ext>
            </a:extLst>
          </p:cNvPr>
          <p:cNvGrpSpPr>
            <a:grpSpLocks/>
          </p:cNvGrpSpPr>
          <p:nvPr/>
        </p:nvGrpSpPr>
        <p:grpSpPr bwMode="auto">
          <a:xfrm>
            <a:off x="6427788" y="5537201"/>
            <a:ext cx="406400" cy="339725"/>
            <a:chOff x="144" y="3264"/>
            <a:chExt cx="288" cy="240"/>
          </a:xfrm>
        </p:grpSpPr>
        <p:sp>
          <p:nvSpPr>
            <p:cNvPr id="61702" name="Rectangle 237">
              <a:extLst>
                <a:ext uri="{FF2B5EF4-FFF2-40B4-BE49-F238E27FC236}">
                  <a16:creationId xmlns:a16="http://schemas.microsoft.com/office/drawing/2014/main" id="{3368BB36-34DF-C00A-4C86-5E87F4E015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61703" name="Rectangle 238">
              <a:extLst>
                <a:ext uri="{FF2B5EF4-FFF2-40B4-BE49-F238E27FC236}">
                  <a16:creationId xmlns:a16="http://schemas.microsoft.com/office/drawing/2014/main" id="{B751F547-7CC3-4307-A319-FBC1196BFC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61515" name="Group 239">
            <a:extLst>
              <a:ext uri="{FF2B5EF4-FFF2-40B4-BE49-F238E27FC236}">
                <a16:creationId xmlns:a16="http://schemas.microsoft.com/office/drawing/2014/main" id="{62B15AF0-E908-4D88-DEB8-00FEC302D5BA}"/>
              </a:ext>
            </a:extLst>
          </p:cNvPr>
          <p:cNvGrpSpPr>
            <a:grpSpLocks/>
          </p:cNvGrpSpPr>
          <p:nvPr/>
        </p:nvGrpSpPr>
        <p:grpSpPr bwMode="auto">
          <a:xfrm>
            <a:off x="7115175" y="4216401"/>
            <a:ext cx="406400" cy="339725"/>
            <a:chOff x="144" y="3264"/>
            <a:chExt cx="288" cy="240"/>
          </a:xfrm>
        </p:grpSpPr>
        <p:sp>
          <p:nvSpPr>
            <p:cNvPr id="61700" name="Rectangle 240">
              <a:extLst>
                <a:ext uri="{FF2B5EF4-FFF2-40B4-BE49-F238E27FC236}">
                  <a16:creationId xmlns:a16="http://schemas.microsoft.com/office/drawing/2014/main" id="{0DA954D6-8A54-F1FD-CA74-B32A12F2F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61701" name="Rectangle 241">
              <a:extLst>
                <a:ext uri="{FF2B5EF4-FFF2-40B4-BE49-F238E27FC236}">
                  <a16:creationId xmlns:a16="http://schemas.microsoft.com/office/drawing/2014/main" id="{350B37AB-CCE3-8C6A-F3AE-153EFBE20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61516" name="Group 242">
            <a:extLst>
              <a:ext uri="{FF2B5EF4-FFF2-40B4-BE49-F238E27FC236}">
                <a16:creationId xmlns:a16="http://schemas.microsoft.com/office/drawing/2014/main" id="{32066327-65D4-B503-6CA9-14F008A02C15}"/>
              </a:ext>
            </a:extLst>
          </p:cNvPr>
          <p:cNvGrpSpPr>
            <a:grpSpLocks/>
          </p:cNvGrpSpPr>
          <p:nvPr/>
        </p:nvGrpSpPr>
        <p:grpSpPr bwMode="auto">
          <a:xfrm>
            <a:off x="7115175" y="5102226"/>
            <a:ext cx="406400" cy="339725"/>
            <a:chOff x="144" y="3264"/>
            <a:chExt cx="288" cy="240"/>
          </a:xfrm>
        </p:grpSpPr>
        <p:sp>
          <p:nvSpPr>
            <p:cNvPr id="61698" name="Rectangle 243">
              <a:extLst>
                <a:ext uri="{FF2B5EF4-FFF2-40B4-BE49-F238E27FC236}">
                  <a16:creationId xmlns:a16="http://schemas.microsoft.com/office/drawing/2014/main" id="{BC497258-C88D-DEB6-6DC9-729C2839DE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61699" name="Rectangle 244">
              <a:extLst>
                <a:ext uri="{FF2B5EF4-FFF2-40B4-BE49-F238E27FC236}">
                  <a16:creationId xmlns:a16="http://schemas.microsoft.com/office/drawing/2014/main" id="{74B991F4-38D3-2F7B-FCC7-83782798F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61517" name="Group 245">
            <a:extLst>
              <a:ext uri="{FF2B5EF4-FFF2-40B4-BE49-F238E27FC236}">
                <a16:creationId xmlns:a16="http://schemas.microsoft.com/office/drawing/2014/main" id="{413D9EAD-E70C-2384-9F8B-DB0119144972}"/>
              </a:ext>
            </a:extLst>
          </p:cNvPr>
          <p:cNvGrpSpPr>
            <a:grpSpLocks/>
          </p:cNvGrpSpPr>
          <p:nvPr/>
        </p:nvGrpSpPr>
        <p:grpSpPr bwMode="auto">
          <a:xfrm>
            <a:off x="8759825" y="549276"/>
            <a:ext cx="406400" cy="339725"/>
            <a:chOff x="144" y="3264"/>
            <a:chExt cx="288" cy="240"/>
          </a:xfrm>
        </p:grpSpPr>
        <p:sp>
          <p:nvSpPr>
            <p:cNvPr id="61696" name="Rectangle 246">
              <a:extLst>
                <a:ext uri="{FF2B5EF4-FFF2-40B4-BE49-F238E27FC236}">
                  <a16:creationId xmlns:a16="http://schemas.microsoft.com/office/drawing/2014/main" id="{CAC0C3F8-ADF0-4047-F893-5F02072B32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61697" name="Rectangle 247">
              <a:extLst>
                <a:ext uri="{FF2B5EF4-FFF2-40B4-BE49-F238E27FC236}">
                  <a16:creationId xmlns:a16="http://schemas.microsoft.com/office/drawing/2014/main" id="{5C11E47A-C0D0-B01D-EBBE-427BA05C2C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61518" name="Group 249">
            <a:extLst>
              <a:ext uri="{FF2B5EF4-FFF2-40B4-BE49-F238E27FC236}">
                <a16:creationId xmlns:a16="http://schemas.microsoft.com/office/drawing/2014/main" id="{E0E59BD8-FCBB-98CB-EDD4-052816C735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956425" y="5495926"/>
            <a:ext cx="723900" cy="460375"/>
            <a:chOff x="3312" y="2160"/>
            <a:chExt cx="960" cy="528"/>
          </a:xfrm>
        </p:grpSpPr>
        <p:grpSp>
          <p:nvGrpSpPr>
            <p:cNvPr id="61674" name="Group 250">
              <a:extLst>
                <a:ext uri="{FF2B5EF4-FFF2-40B4-BE49-F238E27FC236}">
                  <a16:creationId xmlns:a16="http://schemas.microsoft.com/office/drawing/2014/main" id="{4315A27F-42A6-5E46-2758-C8BF6E8E422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61676" name="AutoShape 251">
                <a:extLst>
                  <a:ext uri="{FF2B5EF4-FFF2-40B4-BE49-F238E27FC236}">
                    <a16:creationId xmlns:a16="http://schemas.microsoft.com/office/drawing/2014/main" id="{7F439B48-5B78-4699-32E1-6A80C4AE44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61677" name="Group 252">
                <a:extLst>
                  <a:ext uri="{FF2B5EF4-FFF2-40B4-BE49-F238E27FC236}">
                    <a16:creationId xmlns:a16="http://schemas.microsoft.com/office/drawing/2014/main" id="{A0776D77-C7DC-7BC1-5DFD-FE4E71F8203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61678" name="Group 253">
                  <a:extLst>
                    <a:ext uri="{FF2B5EF4-FFF2-40B4-BE49-F238E27FC236}">
                      <a16:creationId xmlns:a16="http://schemas.microsoft.com/office/drawing/2014/main" id="{BCFA4BC7-3A27-08F5-6626-FD5FC5FB57D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61688" name="Freeform 254">
                    <a:extLst>
                      <a:ext uri="{FF2B5EF4-FFF2-40B4-BE49-F238E27FC236}">
                        <a16:creationId xmlns:a16="http://schemas.microsoft.com/office/drawing/2014/main" id="{D99339E2-3DB0-E96A-1A4A-170BD3FC024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89" name="Freeform 255">
                    <a:extLst>
                      <a:ext uri="{FF2B5EF4-FFF2-40B4-BE49-F238E27FC236}">
                        <a16:creationId xmlns:a16="http://schemas.microsoft.com/office/drawing/2014/main" id="{3ADD787A-0D83-0B77-F31D-82F31229144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90" name="Freeform 256">
                    <a:extLst>
                      <a:ext uri="{FF2B5EF4-FFF2-40B4-BE49-F238E27FC236}">
                        <a16:creationId xmlns:a16="http://schemas.microsoft.com/office/drawing/2014/main" id="{05E2FC93-E57B-6DDE-DDB7-E5473459899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91" name="Freeform 257">
                    <a:extLst>
                      <a:ext uri="{FF2B5EF4-FFF2-40B4-BE49-F238E27FC236}">
                        <a16:creationId xmlns:a16="http://schemas.microsoft.com/office/drawing/2014/main" id="{DBE07911-99F9-9A19-C812-7B5BF0518E3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92" name="Freeform 258">
                    <a:extLst>
                      <a:ext uri="{FF2B5EF4-FFF2-40B4-BE49-F238E27FC236}">
                        <a16:creationId xmlns:a16="http://schemas.microsoft.com/office/drawing/2014/main" id="{190AB48E-5169-DBB3-C1C5-6AAC2E63FEA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93" name="Freeform 259">
                    <a:extLst>
                      <a:ext uri="{FF2B5EF4-FFF2-40B4-BE49-F238E27FC236}">
                        <a16:creationId xmlns:a16="http://schemas.microsoft.com/office/drawing/2014/main" id="{D97FCA0F-8B5C-666A-278B-2CFDA5FB157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94" name="Freeform 260">
                    <a:extLst>
                      <a:ext uri="{FF2B5EF4-FFF2-40B4-BE49-F238E27FC236}">
                        <a16:creationId xmlns:a16="http://schemas.microsoft.com/office/drawing/2014/main" id="{9FA41167-E8D0-9D09-8399-60807BC76CB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95" name="Freeform 261">
                    <a:extLst>
                      <a:ext uri="{FF2B5EF4-FFF2-40B4-BE49-F238E27FC236}">
                        <a16:creationId xmlns:a16="http://schemas.microsoft.com/office/drawing/2014/main" id="{7522864B-8E34-99D4-9318-DAA2BB58EAA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61679" name="Group 262">
                  <a:extLst>
                    <a:ext uri="{FF2B5EF4-FFF2-40B4-BE49-F238E27FC236}">
                      <a16:creationId xmlns:a16="http://schemas.microsoft.com/office/drawing/2014/main" id="{0F252DF8-391A-76A9-E8A9-EBEA9031233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61680" name="Freeform 263">
                    <a:extLst>
                      <a:ext uri="{FF2B5EF4-FFF2-40B4-BE49-F238E27FC236}">
                        <a16:creationId xmlns:a16="http://schemas.microsoft.com/office/drawing/2014/main" id="{FABADB34-F057-27B8-4CD3-0E1ECED046F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81" name="Freeform 264">
                    <a:extLst>
                      <a:ext uri="{FF2B5EF4-FFF2-40B4-BE49-F238E27FC236}">
                        <a16:creationId xmlns:a16="http://schemas.microsoft.com/office/drawing/2014/main" id="{E373F0BA-F9C0-4FBE-1B48-F63D401CAE9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82" name="Freeform 265">
                    <a:extLst>
                      <a:ext uri="{FF2B5EF4-FFF2-40B4-BE49-F238E27FC236}">
                        <a16:creationId xmlns:a16="http://schemas.microsoft.com/office/drawing/2014/main" id="{F97EB213-4608-88FE-09E0-A4E70C27ED0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83" name="Freeform 266">
                    <a:extLst>
                      <a:ext uri="{FF2B5EF4-FFF2-40B4-BE49-F238E27FC236}">
                        <a16:creationId xmlns:a16="http://schemas.microsoft.com/office/drawing/2014/main" id="{E6DA0114-2722-4658-5B74-236013A46C1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84" name="Freeform 267">
                    <a:extLst>
                      <a:ext uri="{FF2B5EF4-FFF2-40B4-BE49-F238E27FC236}">
                        <a16:creationId xmlns:a16="http://schemas.microsoft.com/office/drawing/2014/main" id="{2E408DD3-C91A-2144-EFC5-F0CBC0519FB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85" name="Freeform 268">
                    <a:extLst>
                      <a:ext uri="{FF2B5EF4-FFF2-40B4-BE49-F238E27FC236}">
                        <a16:creationId xmlns:a16="http://schemas.microsoft.com/office/drawing/2014/main" id="{C19F8D5F-18F5-AA4D-2F22-825F509AACB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86" name="Freeform 269">
                    <a:extLst>
                      <a:ext uri="{FF2B5EF4-FFF2-40B4-BE49-F238E27FC236}">
                        <a16:creationId xmlns:a16="http://schemas.microsoft.com/office/drawing/2014/main" id="{5F410E62-4EFB-CC12-1A55-C826D03F4C6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87" name="Freeform 270">
                    <a:extLst>
                      <a:ext uri="{FF2B5EF4-FFF2-40B4-BE49-F238E27FC236}">
                        <a16:creationId xmlns:a16="http://schemas.microsoft.com/office/drawing/2014/main" id="{B092D213-A70E-35B4-0CE4-714DCAF3739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61675" name="WordArt 271">
              <a:extLst>
                <a:ext uri="{FF2B5EF4-FFF2-40B4-BE49-F238E27FC236}">
                  <a16:creationId xmlns:a16="http://schemas.microsoft.com/office/drawing/2014/main" id="{520BBBD7-8C64-FE9B-80FE-9D9715294BC9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bb3  </a:t>
              </a:r>
            </a:p>
          </p:txBody>
        </p:sp>
      </p:grpSp>
      <p:sp>
        <p:nvSpPr>
          <p:cNvPr id="61519" name="Line 295">
            <a:extLst>
              <a:ext uri="{FF2B5EF4-FFF2-40B4-BE49-F238E27FC236}">
                <a16:creationId xmlns:a16="http://schemas.microsoft.com/office/drawing/2014/main" id="{0C854269-DF11-BE78-B847-1894B1271F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75275" y="857250"/>
            <a:ext cx="0" cy="57943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520" name="Text Box 296">
            <a:extLst>
              <a:ext uri="{FF2B5EF4-FFF2-40B4-BE49-F238E27FC236}">
                <a16:creationId xmlns:a16="http://schemas.microsoft.com/office/drawing/2014/main" id="{AD2F5D66-E9BA-FF50-29B6-75D8FE69C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6688" y="720726"/>
            <a:ext cx="1187450" cy="265113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210.0.0.0/24</a:t>
            </a:r>
          </a:p>
        </p:txBody>
      </p:sp>
      <p:sp>
        <p:nvSpPr>
          <p:cNvPr id="61521" name="Line 306">
            <a:extLst>
              <a:ext uri="{FF2B5EF4-FFF2-40B4-BE49-F238E27FC236}">
                <a16:creationId xmlns:a16="http://schemas.microsoft.com/office/drawing/2014/main" id="{88E4BF82-6D68-87F8-236F-FEA837EDE9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64425" y="2133601"/>
            <a:ext cx="2160588" cy="17319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61522" name="Group 307">
            <a:extLst>
              <a:ext uri="{FF2B5EF4-FFF2-40B4-BE49-F238E27FC236}">
                <a16:creationId xmlns:a16="http://schemas.microsoft.com/office/drawing/2014/main" id="{C5A51510-AC4C-4CBA-6006-4CF742601B30}"/>
              </a:ext>
            </a:extLst>
          </p:cNvPr>
          <p:cNvGrpSpPr>
            <a:grpSpLocks/>
          </p:cNvGrpSpPr>
          <p:nvPr/>
        </p:nvGrpSpPr>
        <p:grpSpPr bwMode="auto">
          <a:xfrm>
            <a:off x="9191625" y="1816101"/>
            <a:ext cx="723900" cy="460375"/>
            <a:chOff x="4830" y="1144"/>
            <a:chExt cx="456" cy="290"/>
          </a:xfrm>
        </p:grpSpPr>
        <p:grpSp>
          <p:nvGrpSpPr>
            <p:cNvPr id="61652" name="Group 308">
              <a:extLst>
                <a:ext uri="{FF2B5EF4-FFF2-40B4-BE49-F238E27FC236}">
                  <a16:creationId xmlns:a16="http://schemas.microsoft.com/office/drawing/2014/main" id="{F7197059-8EDF-B54D-1D3F-ABB4C7C3D58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830" y="1144"/>
              <a:ext cx="456" cy="290"/>
              <a:chOff x="3312" y="2160"/>
              <a:chExt cx="960" cy="528"/>
            </a:xfrm>
          </p:grpSpPr>
          <p:sp>
            <p:nvSpPr>
              <p:cNvPr id="61654" name="AutoShape 309">
                <a:extLst>
                  <a:ext uri="{FF2B5EF4-FFF2-40B4-BE49-F238E27FC236}">
                    <a16:creationId xmlns:a16="http://schemas.microsoft.com/office/drawing/2014/main" id="{C2800897-1D5B-82FD-365B-D8FC2E7BCF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61655" name="Group 310">
                <a:extLst>
                  <a:ext uri="{FF2B5EF4-FFF2-40B4-BE49-F238E27FC236}">
                    <a16:creationId xmlns:a16="http://schemas.microsoft.com/office/drawing/2014/main" id="{792737DF-A3F5-3FB5-50DD-A0A348E8289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61656" name="Group 311">
                  <a:extLst>
                    <a:ext uri="{FF2B5EF4-FFF2-40B4-BE49-F238E27FC236}">
                      <a16:creationId xmlns:a16="http://schemas.microsoft.com/office/drawing/2014/main" id="{CC8C8679-1345-90B3-AA1B-791E0E61816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61666" name="Freeform 312">
                    <a:extLst>
                      <a:ext uri="{FF2B5EF4-FFF2-40B4-BE49-F238E27FC236}">
                        <a16:creationId xmlns:a16="http://schemas.microsoft.com/office/drawing/2014/main" id="{FE1A2B4A-9674-C408-9815-9BD9074669D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67" name="Freeform 313">
                    <a:extLst>
                      <a:ext uri="{FF2B5EF4-FFF2-40B4-BE49-F238E27FC236}">
                        <a16:creationId xmlns:a16="http://schemas.microsoft.com/office/drawing/2014/main" id="{8704D778-1A8F-0E20-87E2-218C8590CE3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68" name="Freeform 314">
                    <a:extLst>
                      <a:ext uri="{FF2B5EF4-FFF2-40B4-BE49-F238E27FC236}">
                        <a16:creationId xmlns:a16="http://schemas.microsoft.com/office/drawing/2014/main" id="{BCAB3051-3226-6D03-EAAD-F48E9C11CB3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69" name="Freeform 315">
                    <a:extLst>
                      <a:ext uri="{FF2B5EF4-FFF2-40B4-BE49-F238E27FC236}">
                        <a16:creationId xmlns:a16="http://schemas.microsoft.com/office/drawing/2014/main" id="{D3DA1589-0171-8534-0BC4-2705C28A09D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70" name="Freeform 316">
                    <a:extLst>
                      <a:ext uri="{FF2B5EF4-FFF2-40B4-BE49-F238E27FC236}">
                        <a16:creationId xmlns:a16="http://schemas.microsoft.com/office/drawing/2014/main" id="{6A5F60D4-6579-A936-7B99-2A6476A1C82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71" name="Freeform 317">
                    <a:extLst>
                      <a:ext uri="{FF2B5EF4-FFF2-40B4-BE49-F238E27FC236}">
                        <a16:creationId xmlns:a16="http://schemas.microsoft.com/office/drawing/2014/main" id="{735A88A4-0487-ECDA-8E16-89D67709547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72" name="Freeform 318">
                    <a:extLst>
                      <a:ext uri="{FF2B5EF4-FFF2-40B4-BE49-F238E27FC236}">
                        <a16:creationId xmlns:a16="http://schemas.microsoft.com/office/drawing/2014/main" id="{3A05E4AE-B3A9-B023-9CAB-C4CBD8139C8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73" name="Freeform 319">
                    <a:extLst>
                      <a:ext uri="{FF2B5EF4-FFF2-40B4-BE49-F238E27FC236}">
                        <a16:creationId xmlns:a16="http://schemas.microsoft.com/office/drawing/2014/main" id="{C665BBEE-F990-257F-2787-379903AB56B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61657" name="Group 320">
                  <a:extLst>
                    <a:ext uri="{FF2B5EF4-FFF2-40B4-BE49-F238E27FC236}">
                      <a16:creationId xmlns:a16="http://schemas.microsoft.com/office/drawing/2014/main" id="{49FCE057-CB9E-2F19-3D54-4869D27F199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61658" name="Freeform 321">
                    <a:extLst>
                      <a:ext uri="{FF2B5EF4-FFF2-40B4-BE49-F238E27FC236}">
                        <a16:creationId xmlns:a16="http://schemas.microsoft.com/office/drawing/2014/main" id="{40DBD819-3FFA-E007-9B8D-A5B47EE15E2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59" name="Freeform 322">
                    <a:extLst>
                      <a:ext uri="{FF2B5EF4-FFF2-40B4-BE49-F238E27FC236}">
                        <a16:creationId xmlns:a16="http://schemas.microsoft.com/office/drawing/2014/main" id="{7672CD28-F957-1C7D-E150-25772F23576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60" name="Freeform 323">
                    <a:extLst>
                      <a:ext uri="{FF2B5EF4-FFF2-40B4-BE49-F238E27FC236}">
                        <a16:creationId xmlns:a16="http://schemas.microsoft.com/office/drawing/2014/main" id="{55F3F288-49E2-248F-4577-D214F37988E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61" name="Freeform 324">
                    <a:extLst>
                      <a:ext uri="{FF2B5EF4-FFF2-40B4-BE49-F238E27FC236}">
                        <a16:creationId xmlns:a16="http://schemas.microsoft.com/office/drawing/2014/main" id="{B0D7DB71-7D89-34EE-B13A-498892B4224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62" name="Freeform 325">
                    <a:extLst>
                      <a:ext uri="{FF2B5EF4-FFF2-40B4-BE49-F238E27FC236}">
                        <a16:creationId xmlns:a16="http://schemas.microsoft.com/office/drawing/2014/main" id="{68C1FFF8-201B-2B40-FE15-59477951714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63" name="Freeform 326">
                    <a:extLst>
                      <a:ext uri="{FF2B5EF4-FFF2-40B4-BE49-F238E27FC236}">
                        <a16:creationId xmlns:a16="http://schemas.microsoft.com/office/drawing/2014/main" id="{969D3D1A-DED4-B772-8266-1A85AE3A4FC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64" name="Freeform 327">
                    <a:extLst>
                      <a:ext uri="{FF2B5EF4-FFF2-40B4-BE49-F238E27FC236}">
                        <a16:creationId xmlns:a16="http://schemas.microsoft.com/office/drawing/2014/main" id="{ED952A1E-4C22-50DA-9713-E7A1EA60744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65" name="Freeform 328">
                    <a:extLst>
                      <a:ext uri="{FF2B5EF4-FFF2-40B4-BE49-F238E27FC236}">
                        <a16:creationId xmlns:a16="http://schemas.microsoft.com/office/drawing/2014/main" id="{AE3A242F-D7E9-04D5-A4DE-AAE360DBCD2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61653" name="WordArt 329">
              <a:extLst>
                <a:ext uri="{FF2B5EF4-FFF2-40B4-BE49-F238E27FC236}">
                  <a16:creationId xmlns:a16="http://schemas.microsoft.com/office/drawing/2014/main" id="{80DC746C-1DE1-54D2-12DB-3BCCF2B96936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4853" y="1263"/>
              <a:ext cx="410" cy="142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r5  </a:t>
              </a:r>
            </a:p>
          </p:txBody>
        </p:sp>
      </p:grpSp>
      <p:grpSp>
        <p:nvGrpSpPr>
          <p:cNvPr id="61523" name="Group 336">
            <a:extLst>
              <a:ext uri="{FF2B5EF4-FFF2-40B4-BE49-F238E27FC236}">
                <a16:creationId xmlns:a16="http://schemas.microsoft.com/office/drawing/2014/main" id="{E5DE4C0A-FF20-6CE9-3757-FCEA0070EA38}"/>
              </a:ext>
            </a:extLst>
          </p:cNvPr>
          <p:cNvGrpSpPr>
            <a:grpSpLocks/>
          </p:cNvGrpSpPr>
          <p:nvPr/>
        </p:nvGrpSpPr>
        <p:grpSpPr bwMode="auto">
          <a:xfrm>
            <a:off x="9204325" y="2305051"/>
            <a:ext cx="406400" cy="339725"/>
            <a:chOff x="144" y="3264"/>
            <a:chExt cx="288" cy="240"/>
          </a:xfrm>
        </p:grpSpPr>
        <p:sp>
          <p:nvSpPr>
            <p:cNvPr id="61650" name="Rectangle 337">
              <a:extLst>
                <a:ext uri="{FF2B5EF4-FFF2-40B4-BE49-F238E27FC236}">
                  <a16:creationId xmlns:a16="http://schemas.microsoft.com/office/drawing/2014/main" id="{D638E939-F9B0-3219-8CDD-7B6438341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61651" name="Rectangle 338">
              <a:extLst>
                <a:ext uri="{FF2B5EF4-FFF2-40B4-BE49-F238E27FC236}">
                  <a16:creationId xmlns:a16="http://schemas.microsoft.com/office/drawing/2014/main" id="{AFBA3C83-55F5-B1A3-BCF8-38C6F47EC9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61524" name="Group 339">
            <a:extLst>
              <a:ext uri="{FF2B5EF4-FFF2-40B4-BE49-F238E27FC236}">
                <a16:creationId xmlns:a16="http://schemas.microsoft.com/office/drawing/2014/main" id="{A0D90912-A62F-F121-B7F1-1237244E8F35}"/>
              </a:ext>
            </a:extLst>
          </p:cNvPr>
          <p:cNvGrpSpPr>
            <a:grpSpLocks/>
          </p:cNvGrpSpPr>
          <p:nvPr/>
        </p:nvGrpSpPr>
        <p:grpSpPr bwMode="auto">
          <a:xfrm>
            <a:off x="7710488" y="3408364"/>
            <a:ext cx="406400" cy="339725"/>
            <a:chOff x="144" y="3264"/>
            <a:chExt cx="288" cy="240"/>
          </a:xfrm>
        </p:grpSpPr>
        <p:sp>
          <p:nvSpPr>
            <p:cNvPr id="61648" name="Rectangle 340">
              <a:extLst>
                <a:ext uri="{FF2B5EF4-FFF2-40B4-BE49-F238E27FC236}">
                  <a16:creationId xmlns:a16="http://schemas.microsoft.com/office/drawing/2014/main" id="{82599C99-FD02-9CE0-C9C3-56F3AA524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61649" name="Rectangle 341">
              <a:extLst>
                <a:ext uri="{FF2B5EF4-FFF2-40B4-BE49-F238E27FC236}">
                  <a16:creationId xmlns:a16="http://schemas.microsoft.com/office/drawing/2014/main" id="{E61EB8E2-5AF7-1502-593C-9621759AE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sp>
        <p:nvSpPr>
          <p:cNvPr id="61525" name="Line 342">
            <a:extLst>
              <a:ext uri="{FF2B5EF4-FFF2-40B4-BE49-F238E27FC236}">
                <a16:creationId xmlns:a16="http://schemas.microsoft.com/office/drawing/2014/main" id="{2F947690-0CBA-A3B9-55F4-A1F1757079C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616951" y="2946401"/>
            <a:ext cx="358775" cy="411163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526" name="Oval 343">
            <a:extLst>
              <a:ext uri="{FF2B5EF4-FFF2-40B4-BE49-F238E27FC236}">
                <a16:creationId xmlns:a16="http://schemas.microsoft.com/office/drawing/2014/main" id="{3BF8DFDA-638E-BBD3-5CD5-39DE6E5DA93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472488" y="2781300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H</a:t>
            </a:r>
          </a:p>
        </p:txBody>
      </p:sp>
      <p:sp>
        <p:nvSpPr>
          <p:cNvPr id="61527" name="Text Box 344">
            <a:extLst>
              <a:ext uri="{FF2B5EF4-FFF2-40B4-BE49-F238E27FC236}">
                <a16:creationId xmlns:a16="http://schemas.microsoft.com/office/drawing/2014/main" id="{70D75DF6-3934-A090-29DF-EFD591FBAD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8388" y="3284538"/>
            <a:ext cx="1187450" cy="265112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130.0.0.0/30</a:t>
            </a:r>
          </a:p>
        </p:txBody>
      </p:sp>
      <p:sp>
        <p:nvSpPr>
          <p:cNvPr id="61528" name="Line 345">
            <a:extLst>
              <a:ext uri="{FF2B5EF4-FFF2-40B4-BE49-F238E27FC236}">
                <a16:creationId xmlns:a16="http://schemas.microsoft.com/office/drawing/2014/main" id="{F3C29726-8834-DFAF-597E-C49DDD540E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5763" y="1436689"/>
            <a:ext cx="512762" cy="2352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61529" name="Group 346">
            <a:extLst>
              <a:ext uri="{FF2B5EF4-FFF2-40B4-BE49-F238E27FC236}">
                <a16:creationId xmlns:a16="http://schemas.microsoft.com/office/drawing/2014/main" id="{45DFB2D3-4BA5-2CD2-8CC8-6255166A969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956425" y="3684589"/>
            <a:ext cx="723900" cy="460375"/>
            <a:chOff x="3312" y="2160"/>
            <a:chExt cx="960" cy="528"/>
          </a:xfrm>
        </p:grpSpPr>
        <p:grpSp>
          <p:nvGrpSpPr>
            <p:cNvPr id="61626" name="Group 347">
              <a:extLst>
                <a:ext uri="{FF2B5EF4-FFF2-40B4-BE49-F238E27FC236}">
                  <a16:creationId xmlns:a16="http://schemas.microsoft.com/office/drawing/2014/main" id="{CD6939B7-D9C2-6884-34FE-FF8684D70FE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61628" name="AutoShape 348">
                <a:extLst>
                  <a:ext uri="{FF2B5EF4-FFF2-40B4-BE49-F238E27FC236}">
                    <a16:creationId xmlns:a16="http://schemas.microsoft.com/office/drawing/2014/main" id="{40E64815-B1FF-FD87-BD46-E46EFBFB46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61629" name="Group 349">
                <a:extLst>
                  <a:ext uri="{FF2B5EF4-FFF2-40B4-BE49-F238E27FC236}">
                    <a16:creationId xmlns:a16="http://schemas.microsoft.com/office/drawing/2014/main" id="{C4578FB9-F5CA-2F6E-C8CB-4AC24390B13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61630" name="Group 350">
                  <a:extLst>
                    <a:ext uri="{FF2B5EF4-FFF2-40B4-BE49-F238E27FC236}">
                      <a16:creationId xmlns:a16="http://schemas.microsoft.com/office/drawing/2014/main" id="{C7E4ADBC-2D70-C4A2-21D8-58984A02EDB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61640" name="Freeform 351">
                    <a:extLst>
                      <a:ext uri="{FF2B5EF4-FFF2-40B4-BE49-F238E27FC236}">
                        <a16:creationId xmlns:a16="http://schemas.microsoft.com/office/drawing/2014/main" id="{35AFBE3E-81D2-CFC7-DAB6-B615031BD1E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41" name="Freeform 352">
                    <a:extLst>
                      <a:ext uri="{FF2B5EF4-FFF2-40B4-BE49-F238E27FC236}">
                        <a16:creationId xmlns:a16="http://schemas.microsoft.com/office/drawing/2014/main" id="{9002CAED-560C-FB0A-6B54-9442CD4B598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42" name="Freeform 353">
                    <a:extLst>
                      <a:ext uri="{FF2B5EF4-FFF2-40B4-BE49-F238E27FC236}">
                        <a16:creationId xmlns:a16="http://schemas.microsoft.com/office/drawing/2014/main" id="{16A08785-4EB2-2FC7-DB95-115D865D9C6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43" name="Freeform 354">
                    <a:extLst>
                      <a:ext uri="{FF2B5EF4-FFF2-40B4-BE49-F238E27FC236}">
                        <a16:creationId xmlns:a16="http://schemas.microsoft.com/office/drawing/2014/main" id="{B12CB75E-4682-E61C-4777-A195C0188C6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44" name="Freeform 355">
                    <a:extLst>
                      <a:ext uri="{FF2B5EF4-FFF2-40B4-BE49-F238E27FC236}">
                        <a16:creationId xmlns:a16="http://schemas.microsoft.com/office/drawing/2014/main" id="{6A86D9A1-97AC-C470-1AC4-7C236F6F76E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45" name="Freeform 356">
                    <a:extLst>
                      <a:ext uri="{FF2B5EF4-FFF2-40B4-BE49-F238E27FC236}">
                        <a16:creationId xmlns:a16="http://schemas.microsoft.com/office/drawing/2014/main" id="{7C101BCC-DA15-6C07-C1A3-935601066C1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46" name="Freeform 357">
                    <a:extLst>
                      <a:ext uri="{FF2B5EF4-FFF2-40B4-BE49-F238E27FC236}">
                        <a16:creationId xmlns:a16="http://schemas.microsoft.com/office/drawing/2014/main" id="{51A6A58D-6532-A888-3343-373D79CA631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47" name="Freeform 358">
                    <a:extLst>
                      <a:ext uri="{FF2B5EF4-FFF2-40B4-BE49-F238E27FC236}">
                        <a16:creationId xmlns:a16="http://schemas.microsoft.com/office/drawing/2014/main" id="{8DE0D34F-575C-591C-CC95-E13C1FD768C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61631" name="Group 359">
                  <a:extLst>
                    <a:ext uri="{FF2B5EF4-FFF2-40B4-BE49-F238E27FC236}">
                      <a16:creationId xmlns:a16="http://schemas.microsoft.com/office/drawing/2014/main" id="{CCA23BB6-F988-A039-D937-3C923C94E0F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61632" name="Freeform 360">
                    <a:extLst>
                      <a:ext uri="{FF2B5EF4-FFF2-40B4-BE49-F238E27FC236}">
                        <a16:creationId xmlns:a16="http://schemas.microsoft.com/office/drawing/2014/main" id="{F37ADD9C-D24F-BE66-1A25-A68485DC288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33" name="Freeform 361">
                    <a:extLst>
                      <a:ext uri="{FF2B5EF4-FFF2-40B4-BE49-F238E27FC236}">
                        <a16:creationId xmlns:a16="http://schemas.microsoft.com/office/drawing/2014/main" id="{63D2F29F-63EB-184E-3886-66AE5279DB4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34" name="Freeform 362">
                    <a:extLst>
                      <a:ext uri="{FF2B5EF4-FFF2-40B4-BE49-F238E27FC236}">
                        <a16:creationId xmlns:a16="http://schemas.microsoft.com/office/drawing/2014/main" id="{F7245B41-7FCD-5817-EEF0-7A06F21CD12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35" name="Freeform 363">
                    <a:extLst>
                      <a:ext uri="{FF2B5EF4-FFF2-40B4-BE49-F238E27FC236}">
                        <a16:creationId xmlns:a16="http://schemas.microsoft.com/office/drawing/2014/main" id="{F6F278C1-72F1-4F00-6795-F3F560B6E89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36" name="Freeform 364">
                    <a:extLst>
                      <a:ext uri="{FF2B5EF4-FFF2-40B4-BE49-F238E27FC236}">
                        <a16:creationId xmlns:a16="http://schemas.microsoft.com/office/drawing/2014/main" id="{91644C49-885F-D53B-2DFA-93CE5BA3994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37" name="Freeform 365">
                    <a:extLst>
                      <a:ext uri="{FF2B5EF4-FFF2-40B4-BE49-F238E27FC236}">
                        <a16:creationId xmlns:a16="http://schemas.microsoft.com/office/drawing/2014/main" id="{6D7FE396-0A79-4175-A2DD-6AE993499A2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38" name="Freeform 366">
                    <a:extLst>
                      <a:ext uri="{FF2B5EF4-FFF2-40B4-BE49-F238E27FC236}">
                        <a16:creationId xmlns:a16="http://schemas.microsoft.com/office/drawing/2014/main" id="{C55E3341-E4DD-1BBC-9282-7A32398AE9A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39" name="Freeform 367">
                    <a:extLst>
                      <a:ext uri="{FF2B5EF4-FFF2-40B4-BE49-F238E27FC236}">
                        <a16:creationId xmlns:a16="http://schemas.microsoft.com/office/drawing/2014/main" id="{A4EF7658-E2FB-72F8-9A31-FCEAC6C2E20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61627" name="WordArt 368">
              <a:extLst>
                <a:ext uri="{FF2B5EF4-FFF2-40B4-BE49-F238E27FC236}">
                  <a16:creationId xmlns:a16="http://schemas.microsoft.com/office/drawing/2014/main" id="{DAE6EA60-0E26-913D-C1ED-3500A7D96269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bb2  </a:t>
              </a:r>
            </a:p>
          </p:txBody>
        </p:sp>
      </p:grpSp>
      <p:grpSp>
        <p:nvGrpSpPr>
          <p:cNvPr id="61530" name="Group 369">
            <a:extLst>
              <a:ext uri="{FF2B5EF4-FFF2-40B4-BE49-F238E27FC236}">
                <a16:creationId xmlns:a16="http://schemas.microsoft.com/office/drawing/2014/main" id="{A477F55A-6332-CE61-90DA-1A15E9B29C94}"/>
              </a:ext>
            </a:extLst>
          </p:cNvPr>
          <p:cNvGrpSpPr>
            <a:grpSpLocks/>
          </p:cNvGrpSpPr>
          <p:nvPr/>
        </p:nvGrpSpPr>
        <p:grpSpPr bwMode="auto">
          <a:xfrm>
            <a:off x="6959600" y="3265489"/>
            <a:ext cx="406400" cy="339725"/>
            <a:chOff x="144" y="3264"/>
            <a:chExt cx="288" cy="240"/>
          </a:xfrm>
        </p:grpSpPr>
        <p:sp>
          <p:nvSpPr>
            <p:cNvPr id="61624" name="Rectangle 370">
              <a:extLst>
                <a:ext uri="{FF2B5EF4-FFF2-40B4-BE49-F238E27FC236}">
                  <a16:creationId xmlns:a16="http://schemas.microsoft.com/office/drawing/2014/main" id="{EC9C9328-BC39-4EF5-50E0-10883A6E9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eth3</a:t>
              </a:r>
            </a:p>
          </p:txBody>
        </p:sp>
        <p:sp>
          <p:nvSpPr>
            <p:cNvPr id="61625" name="Rectangle 371">
              <a:extLst>
                <a:ext uri="{FF2B5EF4-FFF2-40B4-BE49-F238E27FC236}">
                  <a16:creationId xmlns:a16="http://schemas.microsoft.com/office/drawing/2014/main" id="{EB17D44F-75F6-FC79-0051-57038AC93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61531" name="Group 372">
            <a:extLst>
              <a:ext uri="{FF2B5EF4-FFF2-40B4-BE49-F238E27FC236}">
                <a16:creationId xmlns:a16="http://schemas.microsoft.com/office/drawing/2014/main" id="{ADC3B97B-C226-3828-5C7C-E0EAC742A5D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532688" y="1168401"/>
            <a:ext cx="723900" cy="460375"/>
            <a:chOff x="3312" y="2160"/>
            <a:chExt cx="960" cy="528"/>
          </a:xfrm>
        </p:grpSpPr>
        <p:grpSp>
          <p:nvGrpSpPr>
            <p:cNvPr id="61602" name="Group 373">
              <a:extLst>
                <a:ext uri="{FF2B5EF4-FFF2-40B4-BE49-F238E27FC236}">
                  <a16:creationId xmlns:a16="http://schemas.microsoft.com/office/drawing/2014/main" id="{C21AC96F-59D1-B988-5937-1227C3B03DC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61604" name="AutoShape 374">
                <a:extLst>
                  <a:ext uri="{FF2B5EF4-FFF2-40B4-BE49-F238E27FC236}">
                    <a16:creationId xmlns:a16="http://schemas.microsoft.com/office/drawing/2014/main" id="{2333407B-BA09-C1BE-B18C-084968DD3A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61605" name="Group 375">
                <a:extLst>
                  <a:ext uri="{FF2B5EF4-FFF2-40B4-BE49-F238E27FC236}">
                    <a16:creationId xmlns:a16="http://schemas.microsoft.com/office/drawing/2014/main" id="{F2D689F3-681B-3228-FFCC-564F789716D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61606" name="Group 376">
                  <a:extLst>
                    <a:ext uri="{FF2B5EF4-FFF2-40B4-BE49-F238E27FC236}">
                      <a16:creationId xmlns:a16="http://schemas.microsoft.com/office/drawing/2014/main" id="{E6A1E73B-DE6A-E7E0-A1D1-3D70BABA51F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61616" name="Freeform 377">
                    <a:extLst>
                      <a:ext uri="{FF2B5EF4-FFF2-40B4-BE49-F238E27FC236}">
                        <a16:creationId xmlns:a16="http://schemas.microsoft.com/office/drawing/2014/main" id="{B84C8432-7A83-BF24-763B-52E3171FBA1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17" name="Freeform 378">
                    <a:extLst>
                      <a:ext uri="{FF2B5EF4-FFF2-40B4-BE49-F238E27FC236}">
                        <a16:creationId xmlns:a16="http://schemas.microsoft.com/office/drawing/2014/main" id="{A17918F3-807F-92B2-EE2E-14E6FC7B633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18" name="Freeform 379">
                    <a:extLst>
                      <a:ext uri="{FF2B5EF4-FFF2-40B4-BE49-F238E27FC236}">
                        <a16:creationId xmlns:a16="http://schemas.microsoft.com/office/drawing/2014/main" id="{56F90D28-DCF2-73A8-23BA-A60964AB813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19" name="Freeform 380">
                    <a:extLst>
                      <a:ext uri="{FF2B5EF4-FFF2-40B4-BE49-F238E27FC236}">
                        <a16:creationId xmlns:a16="http://schemas.microsoft.com/office/drawing/2014/main" id="{573331E1-04C2-191A-10E2-D0295544935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20" name="Freeform 381">
                    <a:extLst>
                      <a:ext uri="{FF2B5EF4-FFF2-40B4-BE49-F238E27FC236}">
                        <a16:creationId xmlns:a16="http://schemas.microsoft.com/office/drawing/2014/main" id="{6378D4AC-6147-1940-BE88-45B9181717E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21" name="Freeform 382">
                    <a:extLst>
                      <a:ext uri="{FF2B5EF4-FFF2-40B4-BE49-F238E27FC236}">
                        <a16:creationId xmlns:a16="http://schemas.microsoft.com/office/drawing/2014/main" id="{0FC42BF5-6AC8-EBE2-2D34-97DC0B976FF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22" name="Freeform 383">
                    <a:extLst>
                      <a:ext uri="{FF2B5EF4-FFF2-40B4-BE49-F238E27FC236}">
                        <a16:creationId xmlns:a16="http://schemas.microsoft.com/office/drawing/2014/main" id="{D6B4C41D-367A-1811-E804-D8020EAB95A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23" name="Freeform 384">
                    <a:extLst>
                      <a:ext uri="{FF2B5EF4-FFF2-40B4-BE49-F238E27FC236}">
                        <a16:creationId xmlns:a16="http://schemas.microsoft.com/office/drawing/2014/main" id="{A6455942-5A78-C347-83C9-DA963CB4827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61607" name="Group 385">
                  <a:extLst>
                    <a:ext uri="{FF2B5EF4-FFF2-40B4-BE49-F238E27FC236}">
                      <a16:creationId xmlns:a16="http://schemas.microsoft.com/office/drawing/2014/main" id="{FFCF2B65-EFA1-8F26-5E02-4CB7FAA1ACB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61608" name="Freeform 386">
                    <a:extLst>
                      <a:ext uri="{FF2B5EF4-FFF2-40B4-BE49-F238E27FC236}">
                        <a16:creationId xmlns:a16="http://schemas.microsoft.com/office/drawing/2014/main" id="{144E664E-7D78-E747-6D46-04C0959094F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09" name="Freeform 387">
                    <a:extLst>
                      <a:ext uri="{FF2B5EF4-FFF2-40B4-BE49-F238E27FC236}">
                        <a16:creationId xmlns:a16="http://schemas.microsoft.com/office/drawing/2014/main" id="{38B1E843-C260-F6E7-4F68-13F8CEA6FAC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10" name="Freeform 388">
                    <a:extLst>
                      <a:ext uri="{FF2B5EF4-FFF2-40B4-BE49-F238E27FC236}">
                        <a16:creationId xmlns:a16="http://schemas.microsoft.com/office/drawing/2014/main" id="{C818246B-5E76-1780-23FD-7385B164A80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11" name="Freeform 389">
                    <a:extLst>
                      <a:ext uri="{FF2B5EF4-FFF2-40B4-BE49-F238E27FC236}">
                        <a16:creationId xmlns:a16="http://schemas.microsoft.com/office/drawing/2014/main" id="{2F1F1929-FB72-5123-3DC6-694A89C312F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12" name="Freeform 390">
                    <a:extLst>
                      <a:ext uri="{FF2B5EF4-FFF2-40B4-BE49-F238E27FC236}">
                        <a16:creationId xmlns:a16="http://schemas.microsoft.com/office/drawing/2014/main" id="{E238BE24-2C7F-3E08-03EB-2C6566965EA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13" name="Freeform 391">
                    <a:extLst>
                      <a:ext uri="{FF2B5EF4-FFF2-40B4-BE49-F238E27FC236}">
                        <a16:creationId xmlns:a16="http://schemas.microsoft.com/office/drawing/2014/main" id="{D64574D2-5C28-3492-2BC5-E4EB275200D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14" name="Freeform 392">
                    <a:extLst>
                      <a:ext uri="{FF2B5EF4-FFF2-40B4-BE49-F238E27FC236}">
                        <a16:creationId xmlns:a16="http://schemas.microsoft.com/office/drawing/2014/main" id="{0F0E0D9A-4C0B-A2E4-13EB-69F744C7477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615" name="Freeform 393">
                    <a:extLst>
                      <a:ext uri="{FF2B5EF4-FFF2-40B4-BE49-F238E27FC236}">
                        <a16:creationId xmlns:a16="http://schemas.microsoft.com/office/drawing/2014/main" id="{B4ABDDE6-69B7-A17D-4392-A95D0BA7B79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61603" name="WordArt 394">
              <a:extLst>
                <a:ext uri="{FF2B5EF4-FFF2-40B4-BE49-F238E27FC236}">
                  <a16:creationId xmlns:a16="http://schemas.microsoft.com/office/drawing/2014/main" id="{E4782868-EE42-1FBD-2AA2-CCB884520902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r4  </a:t>
              </a:r>
            </a:p>
          </p:txBody>
        </p:sp>
      </p:grpSp>
      <p:sp>
        <p:nvSpPr>
          <p:cNvPr id="61532" name="Line 395">
            <a:extLst>
              <a:ext uri="{FF2B5EF4-FFF2-40B4-BE49-F238E27FC236}">
                <a16:creationId xmlns:a16="http://schemas.microsoft.com/office/drawing/2014/main" id="{DBA9EF3C-1B4B-BB72-D14C-1B8D42786DC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56238" y="1368426"/>
            <a:ext cx="857250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1533" name="Line 396">
            <a:extLst>
              <a:ext uri="{FF2B5EF4-FFF2-40B4-BE49-F238E27FC236}">
                <a16:creationId xmlns:a16="http://schemas.microsoft.com/office/drawing/2014/main" id="{0FA254A6-5176-5709-CCE3-B0EA81FFBF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08725" y="2516188"/>
            <a:ext cx="579438" cy="36036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534" name="Oval 397">
            <a:extLst>
              <a:ext uri="{FF2B5EF4-FFF2-40B4-BE49-F238E27FC236}">
                <a16:creationId xmlns:a16="http://schemas.microsoft.com/office/drawing/2014/main" id="{897022C7-4644-C421-C076-E95E8DE95A6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799263" y="2305050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G</a:t>
            </a:r>
          </a:p>
        </p:txBody>
      </p:sp>
      <p:sp>
        <p:nvSpPr>
          <p:cNvPr id="61535" name="Text Box 398">
            <a:extLst>
              <a:ext uri="{FF2B5EF4-FFF2-40B4-BE49-F238E27FC236}">
                <a16:creationId xmlns:a16="http://schemas.microsoft.com/office/drawing/2014/main" id="{C75DCD8C-6DDC-3A88-57B5-4E74DE4AF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724151"/>
            <a:ext cx="1187450" cy="265113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120.0.0.0/30</a:t>
            </a:r>
          </a:p>
        </p:txBody>
      </p:sp>
      <p:grpSp>
        <p:nvGrpSpPr>
          <p:cNvPr id="61536" name="Group 399">
            <a:extLst>
              <a:ext uri="{FF2B5EF4-FFF2-40B4-BE49-F238E27FC236}">
                <a16:creationId xmlns:a16="http://schemas.microsoft.com/office/drawing/2014/main" id="{0C0CB08A-55E0-CD36-33E9-A3842F4E9CC6}"/>
              </a:ext>
            </a:extLst>
          </p:cNvPr>
          <p:cNvGrpSpPr>
            <a:grpSpLocks/>
          </p:cNvGrpSpPr>
          <p:nvPr/>
        </p:nvGrpSpPr>
        <p:grpSpPr bwMode="auto">
          <a:xfrm>
            <a:off x="6626225" y="1628776"/>
            <a:ext cx="406400" cy="339725"/>
            <a:chOff x="144" y="3264"/>
            <a:chExt cx="288" cy="240"/>
          </a:xfrm>
        </p:grpSpPr>
        <p:sp>
          <p:nvSpPr>
            <p:cNvPr id="61600" name="Rectangle 400">
              <a:extLst>
                <a:ext uri="{FF2B5EF4-FFF2-40B4-BE49-F238E27FC236}">
                  <a16:creationId xmlns:a16="http://schemas.microsoft.com/office/drawing/2014/main" id="{5231D0E9-15CB-6AF9-596C-68C4EEC8F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61601" name="Rectangle 401">
              <a:extLst>
                <a:ext uri="{FF2B5EF4-FFF2-40B4-BE49-F238E27FC236}">
                  <a16:creationId xmlns:a16="http://schemas.microsoft.com/office/drawing/2014/main" id="{34479A19-4615-1D0F-7005-6F57DF62C0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2</a:t>
              </a:r>
            </a:p>
          </p:txBody>
        </p:sp>
      </p:grpSp>
      <p:sp>
        <p:nvSpPr>
          <p:cNvPr id="61537" name="Oval 402">
            <a:extLst>
              <a:ext uri="{FF2B5EF4-FFF2-40B4-BE49-F238E27FC236}">
                <a16:creationId xmlns:a16="http://schemas.microsoft.com/office/drawing/2014/main" id="{7379722F-E1A1-7486-3C93-7116F54A07C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232400" y="1204913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K</a:t>
            </a:r>
          </a:p>
        </p:txBody>
      </p:sp>
      <p:sp>
        <p:nvSpPr>
          <p:cNvPr id="61538" name="Line 403">
            <a:extLst>
              <a:ext uri="{FF2B5EF4-FFF2-40B4-BE49-F238E27FC236}">
                <a16:creationId xmlns:a16="http://schemas.microsoft.com/office/drawing/2014/main" id="{85058F92-7F5F-0FCF-34CE-7CBC266820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35563" y="1452563"/>
            <a:ext cx="1301750" cy="23669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61539" name="Group 404">
            <a:extLst>
              <a:ext uri="{FF2B5EF4-FFF2-40B4-BE49-F238E27FC236}">
                <a16:creationId xmlns:a16="http://schemas.microsoft.com/office/drawing/2014/main" id="{43337F90-EEA4-EB04-2033-8B77F6093D3E}"/>
              </a:ext>
            </a:extLst>
          </p:cNvPr>
          <p:cNvGrpSpPr>
            <a:grpSpLocks/>
          </p:cNvGrpSpPr>
          <p:nvPr/>
        </p:nvGrpSpPr>
        <p:grpSpPr bwMode="auto">
          <a:xfrm>
            <a:off x="5146675" y="3284539"/>
            <a:ext cx="406400" cy="339725"/>
            <a:chOff x="144" y="3264"/>
            <a:chExt cx="288" cy="240"/>
          </a:xfrm>
        </p:grpSpPr>
        <p:sp>
          <p:nvSpPr>
            <p:cNvPr id="61598" name="Rectangle 405">
              <a:extLst>
                <a:ext uri="{FF2B5EF4-FFF2-40B4-BE49-F238E27FC236}">
                  <a16:creationId xmlns:a16="http://schemas.microsoft.com/office/drawing/2014/main" id="{10C7AF1E-75CE-6332-84A5-4D3276EB2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eth3</a:t>
              </a:r>
            </a:p>
          </p:txBody>
        </p:sp>
        <p:sp>
          <p:nvSpPr>
            <p:cNvPr id="61599" name="Rectangle 406">
              <a:extLst>
                <a:ext uri="{FF2B5EF4-FFF2-40B4-BE49-F238E27FC236}">
                  <a16:creationId xmlns:a16="http://schemas.microsoft.com/office/drawing/2014/main" id="{3C8FE58B-5C0B-2482-7287-859A19888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sp>
        <p:nvSpPr>
          <p:cNvPr id="61540" name="Line 407">
            <a:extLst>
              <a:ext uri="{FF2B5EF4-FFF2-40B4-BE49-F238E27FC236}">
                <a16:creationId xmlns:a16="http://schemas.microsoft.com/office/drawing/2014/main" id="{36CDEEA0-264F-AA69-37BF-0F47A42205D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56238" y="2020889"/>
            <a:ext cx="412750" cy="4159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61541" name="Text Box 408">
            <a:extLst>
              <a:ext uri="{FF2B5EF4-FFF2-40B4-BE49-F238E27FC236}">
                <a16:creationId xmlns:a16="http://schemas.microsoft.com/office/drawing/2014/main" id="{A616F0F3-3696-0BC9-6077-51F79F0E3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1550" y="1868488"/>
            <a:ext cx="1187450" cy="265112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110.0.0.0/30</a:t>
            </a:r>
          </a:p>
        </p:txBody>
      </p:sp>
      <p:sp>
        <p:nvSpPr>
          <p:cNvPr id="61542" name="Oval 409">
            <a:extLst>
              <a:ext uri="{FF2B5EF4-FFF2-40B4-BE49-F238E27FC236}">
                <a16:creationId xmlns:a16="http://schemas.microsoft.com/office/drawing/2014/main" id="{344EC4D4-2A94-B334-9DA9-C5420976094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86425" y="2276475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F</a:t>
            </a:r>
          </a:p>
        </p:txBody>
      </p:sp>
      <p:grpSp>
        <p:nvGrpSpPr>
          <p:cNvPr id="61543" name="Group 410">
            <a:extLst>
              <a:ext uri="{FF2B5EF4-FFF2-40B4-BE49-F238E27FC236}">
                <a16:creationId xmlns:a16="http://schemas.microsoft.com/office/drawing/2014/main" id="{5A5EB9B6-2E55-F186-7ED2-3C2543169CA9}"/>
              </a:ext>
            </a:extLst>
          </p:cNvPr>
          <p:cNvGrpSpPr>
            <a:grpSpLocks/>
          </p:cNvGrpSpPr>
          <p:nvPr/>
        </p:nvGrpSpPr>
        <p:grpSpPr bwMode="auto">
          <a:xfrm>
            <a:off x="6030913" y="1603376"/>
            <a:ext cx="406400" cy="339725"/>
            <a:chOff x="144" y="3264"/>
            <a:chExt cx="288" cy="240"/>
          </a:xfrm>
        </p:grpSpPr>
        <p:sp>
          <p:nvSpPr>
            <p:cNvPr id="61596" name="Rectangle 411">
              <a:extLst>
                <a:ext uri="{FF2B5EF4-FFF2-40B4-BE49-F238E27FC236}">
                  <a16:creationId xmlns:a16="http://schemas.microsoft.com/office/drawing/2014/main" id="{E68DE5BE-78F0-A3DD-2781-7C9CDE8C9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61597" name="Rectangle 412">
              <a:extLst>
                <a:ext uri="{FF2B5EF4-FFF2-40B4-BE49-F238E27FC236}">
                  <a16:creationId xmlns:a16="http://schemas.microsoft.com/office/drawing/2014/main" id="{709F2715-6C5D-A560-EDE4-20DCE56883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61544" name="Group 413">
            <a:extLst>
              <a:ext uri="{FF2B5EF4-FFF2-40B4-BE49-F238E27FC236}">
                <a16:creationId xmlns:a16="http://schemas.microsoft.com/office/drawing/2014/main" id="{9ABAE514-DC8B-6559-D47A-CDE818AFD610}"/>
              </a:ext>
            </a:extLst>
          </p:cNvPr>
          <p:cNvGrpSpPr>
            <a:grpSpLocks/>
          </p:cNvGrpSpPr>
          <p:nvPr/>
        </p:nvGrpSpPr>
        <p:grpSpPr bwMode="auto">
          <a:xfrm>
            <a:off x="5832475" y="1196976"/>
            <a:ext cx="406400" cy="339725"/>
            <a:chOff x="144" y="3264"/>
            <a:chExt cx="288" cy="240"/>
          </a:xfrm>
        </p:grpSpPr>
        <p:sp>
          <p:nvSpPr>
            <p:cNvPr id="61594" name="Rectangle 414">
              <a:extLst>
                <a:ext uri="{FF2B5EF4-FFF2-40B4-BE49-F238E27FC236}">
                  <a16:creationId xmlns:a16="http://schemas.microsoft.com/office/drawing/2014/main" id="{EAA74085-E331-78F0-6B25-1F3BF5D7F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61595" name="Rectangle 415">
              <a:extLst>
                <a:ext uri="{FF2B5EF4-FFF2-40B4-BE49-F238E27FC236}">
                  <a16:creationId xmlns:a16="http://schemas.microsoft.com/office/drawing/2014/main" id="{ADAD4F43-1AAE-11B7-6982-9526E2EA7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61545" name="Group 416">
            <a:extLst>
              <a:ext uri="{FF2B5EF4-FFF2-40B4-BE49-F238E27FC236}">
                <a16:creationId xmlns:a16="http://schemas.microsoft.com/office/drawing/2014/main" id="{4DC0801D-C6F3-909B-196E-C9036E6B1FB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72213" y="1125539"/>
            <a:ext cx="723900" cy="460375"/>
            <a:chOff x="3312" y="2160"/>
            <a:chExt cx="960" cy="528"/>
          </a:xfrm>
        </p:grpSpPr>
        <p:grpSp>
          <p:nvGrpSpPr>
            <p:cNvPr id="61572" name="Group 417">
              <a:extLst>
                <a:ext uri="{FF2B5EF4-FFF2-40B4-BE49-F238E27FC236}">
                  <a16:creationId xmlns:a16="http://schemas.microsoft.com/office/drawing/2014/main" id="{A2097D2D-75E3-7581-A76F-AC6F3EED700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61574" name="AutoShape 418">
                <a:extLst>
                  <a:ext uri="{FF2B5EF4-FFF2-40B4-BE49-F238E27FC236}">
                    <a16:creationId xmlns:a16="http://schemas.microsoft.com/office/drawing/2014/main" id="{1FE25598-0BD2-1B63-D270-10A69D05B6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61575" name="Group 419">
                <a:extLst>
                  <a:ext uri="{FF2B5EF4-FFF2-40B4-BE49-F238E27FC236}">
                    <a16:creationId xmlns:a16="http://schemas.microsoft.com/office/drawing/2014/main" id="{946BFE53-B760-1B31-86B7-16509AA228B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61576" name="Group 420">
                  <a:extLst>
                    <a:ext uri="{FF2B5EF4-FFF2-40B4-BE49-F238E27FC236}">
                      <a16:creationId xmlns:a16="http://schemas.microsoft.com/office/drawing/2014/main" id="{3EDF5619-655E-BCAE-37F7-05635975F4B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61586" name="Freeform 421">
                    <a:extLst>
                      <a:ext uri="{FF2B5EF4-FFF2-40B4-BE49-F238E27FC236}">
                        <a16:creationId xmlns:a16="http://schemas.microsoft.com/office/drawing/2014/main" id="{492D1512-52FB-F890-516A-E5E203DC6B0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87" name="Freeform 422">
                    <a:extLst>
                      <a:ext uri="{FF2B5EF4-FFF2-40B4-BE49-F238E27FC236}">
                        <a16:creationId xmlns:a16="http://schemas.microsoft.com/office/drawing/2014/main" id="{ADD08F4D-F0EA-7491-6102-F8555F5E634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88" name="Freeform 423">
                    <a:extLst>
                      <a:ext uri="{FF2B5EF4-FFF2-40B4-BE49-F238E27FC236}">
                        <a16:creationId xmlns:a16="http://schemas.microsoft.com/office/drawing/2014/main" id="{6701117C-48BD-C38B-8EE8-0759783596C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89" name="Freeform 424">
                    <a:extLst>
                      <a:ext uri="{FF2B5EF4-FFF2-40B4-BE49-F238E27FC236}">
                        <a16:creationId xmlns:a16="http://schemas.microsoft.com/office/drawing/2014/main" id="{36C5826B-259D-CE31-5B68-8B13A4EECB0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90" name="Freeform 425">
                    <a:extLst>
                      <a:ext uri="{FF2B5EF4-FFF2-40B4-BE49-F238E27FC236}">
                        <a16:creationId xmlns:a16="http://schemas.microsoft.com/office/drawing/2014/main" id="{3F91893B-811A-E7F0-2790-D8559D46FF7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91" name="Freeform 426">
                    <a:extLst>
                      <a:ext uri="{FF2B5EF4-FFF2-40B4-BE49-F238E27FC236}">
                        <a16:creationId xmlns:a16="http://schemas.microsoft.com/office/drawing/2014/main" id="{D1013FAC-00E6-07E0-6437-ECF481334F6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92" name="Freeform 427">
                    <a:extLst>
                      <a:ext uri="{FF2B5EF4-FFF2-40B4-BE49-F238E27FC236}">
                        <a16:creationId xmlns:a16="http://schemas.microsoft.com/office/drawing/2014/main" id="{7B24E30A-C638-1AA3-DD52-BD909F0C15E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93" name="Freeform 428">
                    <a:extLst>
                      <a:ext uri="{FF2B5EF4-FFF2-40B4-BE49-F238E27FC236}">
                        <a16:creationId xmlns:a16="http://schemas.microsoft.com/office/drawing/2014/main" id="{5E7FA8D5-AFE8-8E2C-C5DE-FE38EEA68B1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61577" name="Group 429">
                  <a:extLst>
                    <a:ext uri="{FF2B5EF4-FFF2-40B4-BE49-F238E27FC236}">
                      <a16:creationId xmlns:a16="http://schemas.microsoft.com/office/drawing/2014/main" id="{AD741871-6302-45FE-5392-0209B7EAC68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61578" name="Freeform 430">
                    <a:extLst>
                      <a:ext uri="{FF2B5EF4-FFF2-40B4-BE49-F238E27FC236}">
                        <a16:creationId xmlns:a16="http://schemas.microsoft.com/office/drawing/2014/main" id="{21485240-190E-97A3-EDC1-2D94129EE40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79" name="Freeform 431">
                    <a:extLst>
                      <a:ext uri="{FF2B5EF4-FFF2-40B4-BE49-F238E27FC236}">
                        <a16:creationId xmlns:a16="http://schemas.microsoft.com/office/drawing/2014/main" id="{AEC08548-28CF-12BE-44F2-70B3059AD8D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80" name="Freeform 432">
                    <a:extLst>
                      <a:ext uri="{FF2B5EF4-FFF2-40B4-BE49-F238E27FC236}">
                        <a16:creationId xmlns:a16="http://schemas.microsoft.com/office/drawing/2014/main" id="{46E499FC-8AA5-4717-812C-207A96F4301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81" name="Freeform 433">
                    <a:extLst>
                      <a:ext uri="{FF2B5EF4-FFF2-40B4-BE49-F238E27FC236}">
                        <a16:creationId xmlns:a16="http://schemas.microsoft.com/office/drawing/2014/main" id="{F4AE8A87-4A73-CB03-2D7E-D6FEC1DE430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82" name="Freeform 434">
                    <a:extLst>
                      <a:ext uri="{FF2B5EF4-FFF2-40B4-BE49-F238E27FC236}">
                        <a16:creationId xmlns:a16="http://schemas.microsoft.com/office/drawing/2014/main" id="{87A2E739-B77F-4E93-3BF3-E20B07B09A9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83" name="Freeform 435">
                    <a:extLst>
                      <a:ext uri="{FF2B5EF4-FFF2-40B4-BE49-F238E27FC236}">
                        <a16:creationId xmlns:a16="http://schemas.microsoft.com/office/drawing/2014/main" id="{C79CA7A0-B1E9-3D64-03E9-CB6FECD2BE0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84" name="Freeform 436">
                    <a:extLst>
                      <a:ext uri="{FF2B5EF4-FFF2-40B4-BE49-F238E27FC236}">
                        <a16:creationId xmlns:a16="http://schemas.microsoft.com/office/drawing/2014/main" id="{343448FD-29DF-9D93-0FE9-545F9256821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85" name="Freeform 437">
                    <a:extLst>
                      <a:ext uri="{FF2B5EF4-FFF2-40B4-BE49-F238E27FC236}">
                        <a16:creationId xmlns:a16="http://schemas.microsoft.com/office/drawing/2014/main" id="{BFAD457E-B9B3-8DF1-1816-342955971F4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61573" name="WordArt 438">
              <a:extLst>
                <a:ext uri="{FF2B5EF4-FFF2-40B4-BE49-F238E27FC236}">
                  <a16:creationId xmlns:a16="http://schemas.microsoft.com/office/drawing/2014/main" id="{FE6486EB-0AC4-A055-F1FB-7698C4BB986A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r3  </a:t>
              </a:r>
            </a:p>
          </p:txBody>
        </p:sp>
      </p:grpSp>
      <p:grpSp>
        <p:nvGrpSpPr>
          <p:cNvPr id="61546" name="Group 439">
            <a:extLst>
              <a:ext uri="{FF2B5EF4-FFF2-40B4-BE49-F238E27FC236}">
                <a16:creationId xmlns:a16="http://schemas.microsoft.com/office/drawing/2014/main" id="{271911D3-3951-4C18-857F-3FCF4EA93FE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68850" y="3684589"/>
            <a:ext cx="723900" cy="460375"/>
            <a:chOff x="3312" y="2160"/>
            <a:chExt cx="960" cy="528"/>
          </a:xfrm>
        </p:grpSpPr>
        <p:grpSp>
          <p:nvGrpSpPr>
            <p:cNvPr id="61550" name="Group 440">
              <a:extLst>
                <a:ext uri="{FF2B5EF4-FFF2-40B4-BE49-F238E27FC236}">
                  <a16:creationId xmlns:a16="http://schemas.microsoft.com/office/drawing/2014/main" id="{41E07FDF-D2C0-7CBC-5CF2-798E7023A2B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61552" name="AutoShape 441">
                <a:extLst>
                  <a:ext uri="{FF2B5EF4-FFF2-40B4-BE49-F238E27FC236}">
                    <a16:creationId xmlns:a16="http://schemas.microsoft.com/office/drawing/2014/main" id="{DD1E0CDC-2213-939D-F8D5-D48B31C0F7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61553" name="Group 442">
                <a:extLst>
                  <a:ext uri="{FF2B5EF4-FFF2-40B4-BE49-F238E27FC236}">
                    <a16:creationId xmlns:a16="http://schemas.microsoft.com/office/drawing/2014/main" id="{3D2DF13B-580C-083D-2AFC-D441F8EA808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61554" name="Group 443">
                  <a:extLst>
                    <a:ext uri="{FF2B5EF4-FFF2-40B4-BE49-F238E27FC236}">
                      <a16:creationId xmlns:a16="http://schemas.microsoft.com/office/drawing/2014/main" id="{8A992E3B-6A95-886A-1CEC-91A2F28554F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61564" name="Freeform 444">
                    <a:extLst>
                      <a:ext uri="{FF2B5EF4-FFF2-40B4-BE49-F238E27FC236}">
                        <a16:creationId xmlns:a16="http://schemas.microsoft.com/office/drawing/2014/main" id="{3104FD7E-25B3-8F9F-E7CC-62EFFD76DEA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65" name="Freeform 445">
                    <a:extLst>
                      <a:ext uri="{FF2B5EF4-FFF2-40B4-BE49-F238E27FC236}">
                        <a16:creationId xmlns:a16="http://schemas.microsoft.com/office/drawing/2014/main" id="{48A430DB-8AE4-A5A9-16DC-B81A089ABE4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66" name="Freeform 446">
                    <a:extLst>
                      <a:ext uri="{FF2B5EF4-FFF2-40B4-BE49-F238E27FC236}">
                        <a16:creationId xmlns:a16="http://schemas.microsoft.com/office/drawing/2014/main" id="{60A2BF6B-7B0B-B0DB-F3C6-2AE334E3EAC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67" name="Freeform 447">
                    <a:extLst>
                      <a:ext uri="{FF2B5EF4-FFF2-40B4-BE49-F238E27FC236}">
                        <a16:creationId xmlns:a16="http://schemas.microsoft.com/office/drawing/2014/main" id="{946BECAB-7360-2FF9-541C-132112638BD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68" name="Freeform 448">
                    <a:extLst>
                      <a:ext uri="{FF2B5EF4-FFF2-40B4-BE49-F238E27FC236}">
                        <a16:creationId xmlns:a16="http://schemas.microsoft.com/office/drawing/2014/main" id="{4726CDBA-5C59-9D27-02E3-7945CB39347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69" name="Freeform 449">
                    <a:extLst>
                      <a:ext uri="{FF2B5EF4-FFF2-40B4-BE49-F238E27FC236}">
                        <a16:creationId xmlns:a16="http://schemas.microsoft.com/office/drawing/2014/main" id="{BC8C047C-EF31-B0AD-127B-C893BBC530A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70" name="Freeform 450">
                    <a:extLst>
                      <a:ext uri="{FF2B5EF4-FFF2-40B4-BE49-F238E27FC236}">
                        <a16:creationId xmlns:a16="http://schemas.microsoft.com/office/drawing/2014/main" id="{F324C79C-4D97-EC6D-92F0-5F29A747D32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71" name="Freeform 451">
                    <a:extLst>
                      <a:ext uri="{FF2B5EF4-FFF2-40B4-BE49-F238E27FC236}">
                        <a16:creationId xmlns:a16="http://schemas.microsoft.com/office/drawing/2014/main" id="{FFDCB681-10E1-8C51-21A6-5B4CDE2845A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61555" name="Group 452">
                  <a:extLst>
                    <a:ext uri="{FF2B5EF4-FFF2-40B4-BE49-F238E27FC236}">
                      <a16:creationId xmlns:a16="http://schemas.microsoft.com/office/drawing/2014/main" id="{F0794EC1-5D4D-A0F8-66B3-C1910C0A4A9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61556" name="Freeform 453">
                    <a:extLst>
                      <a:ext uri="{FF2B5EF4-FFF2-40B4-BE49-F238E27FC236}">
                        <a16:creationId xmlns:a16="http://schemas.microsoft.com/office/drawing/2014/main" id="{4508D871-2901-1F7E-F772-473DC821536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57" name="Freeform 454">
                    <a:extLst>
                      <a:ext uri="{FF2B5EF4-FFF2-40B4-BE49-F238E27FC236}">
                        <a16:creationId xmlns:a16="http://schemas.microsoft.com/office/drawing/2014/main" id="{2803BCC2-34EE-7B3F-2AA3-9F7198F47F9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58" name="Freeform 455">
                    <a:extLst>
                      <a:ext uri="{FF2B5EF4-FFF2-40B4-BE49-F238E27FC236}">
                        <a16:creationId xmlns:a16="http://schemas.microsoft.com/office/drawing/2014/main" id="{8FC5A6F2-11E0-2693-FE8D-BF782C47ECC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59" name="Freeform 456">
                    <a:extLst>
                      <a:ext uri="{FF2B5EF4-FFF2-40B4-BE49-F238E27FC236}">
                        <a16:creationId xmlns:a16="http://schemas.microsoft.com/office/drawing/2014/main" id="{6CBB43B8-CF39-92B2-E1AC-62A45AA1238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60" name="Freeform 457">
                    <a:extLst>
                      <a:ext uri="{FF2B5EF4-FFF2-40B4-BE49-F238E27FC236}">
                        <a16:creationId xmlns:a16="http://schemas.microsoft.com/office/drawing/2014/main" id="{2CE643CB-EC9A-4F39-189A-3EF4F2B11DF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61" name="Freeform 458">
                    <a:extLst>
                      <a:ext uri="{FF2B5EF4-FFF2-40B4-BE49-F238E27FC236}">
                        <a16:creationId xmlns:a16="http://schemas.microsoft.com/office/drawing/2014/main" id="{D4720448-58FB-C258-8F7A-2BAB9C62D08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62" name="Freeform 459">
                    <a:extLst>
                      <a:ext uri="{FF2B5EF4-FFF2-40B4-BE49-F238E27FC236}">
                        <a16:creationId xmlns:a16="http://schemas.microsoft.com/office/drawing/2014/main" id="{98973E74-B59F-8532-B4EE-6848EA7D39C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61563" name="Freeform 460">
                    <a:extLst>
                      <a:ext uri="{FF2B5EF4-FFF2-40B4-BE49-F238E27FC236}">
                        <a16:creationId xmlns:a16="http://schemas.microsoft.com/office/drawing/2014/main" id="{3E25F82F-23D0-9E69-FAB8-36C11CFFB72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61551" name="WordArt 461">
              <a:extLst>
                <a:ext uri="{FF2B5EF4-FFF2-40B4-BE49-F238E27FC236}">
                  <a16:creationId xmlns:a16="http://schemas.microsoft.com/office/drawing/2014/main" id="{65FE2D6C-698D-2156-9BBB-24F2BC9224B9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bb1  </a:t>
              </a:r>
            </a:p>
          </p:txBody>
        </p:sp>
      </p:grpSp>
      <p:sp>
        <p:nvSpPr>
          <p:cNvPr id="61547" name="Rectangle 462">
            <a:extLst>
              <a:ext uri="{FF2B5EF4-FFF2-40B4-BE49-F238E27FC236}">
                <a16:creationId xmlns:a16="http://schemas.microsoft.com/office/drawing/2014/main" id="{4AD12FD0-CD7F-1C4E-8F3D-4543A9E33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1326" y="4102101"/>
            <a:ext cx="295275" cy="22701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>
                <a:latin typeface="Arial" panose="020B0604020202020204" pitchFamily="34" charset="0"/>
              </a:rPr>
              <a:t>90</a:t>
            </a:r>
          </a:p>
        </p:txBody>
      </p:sp>
      <p:sp>
        <p:nvSpPr>
          <p:cNvPr id="61548" name="Rectangle 463">
            <a:extLst>
              <a:ext uri="{FF2B5EF4-FFF2-40B4-BE49-F238E27FC236}">
                <a16:creationId xmlns:a16="http://schemas.microsoft.com/office/drawing/2014/main" id="{95F0DD64-D11E-F06F-1AA3-29BEE7F50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6376" y="4102101"/>
            <a:ext cx="365125" cy="22701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61549" name="AutoShape 464">
            <a:extLst>
              <a:ext uri="{FF2B5EF4-FFF2-40B4-BE49-F238E27FC236}">
                <a16:creationId xmlns:a16="http://schemas.microsoft.com/office/drawing/2014/main" id="{51BB76AB-103D-9F38-8C22-01C900FAB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024" y="3759696"/>
            <a:ext cx="2120900" cy="1017587"/>
          </a:xfrm>
          <a:prstGeom prst="foldedCorner">
            <a:avLst>
              <a:gd name="adj" fmla="val 12500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it-IT" altLang="en-IT" dirty="0">
                <a:latin typeface="Tahoma" panose="020B0604030504040204" pitchFamily="34" charset="0"/>
              </a:rPr>
              <a:t>default cost (10) </a:t>
            </a:r>
            <a:r>
              <a:rPr lang="it-IT" altLang="en-IT" dirty="0" err="1">
                <a:latin typeface="Tahoma" panose="020B0604030504040204" pitchFamily="34" charset="0"/>
              </a:rPr>
              <a:t>is</a:t>
            </a:r>
            <a:r>
              <a:rPr lang="it-IT" altLang="en-IT" dirty="0">
                <a:latin typeface="Tahoma" panose="020B0604030504040204" pitchFamily="34" charset="0"/>
              </a:rPr>
              <a:t> </a:t>
            </a:r>
            <a:r>
              <a:rPr lang="it-IT" altLang="en-IT" dirty="0" err="1">
                <a:latin typeface="Tahoma" panose="020B0604030504040204" pitchFamily="34" charset="0"/>
              </a:rPr>
              <a:t>assumed</a:t>
            </a:r>
            <a:r>
              <a:rPr lang="it-IT" altLang="en-IT" dirty="0">
                <a:latin typeface="Tahoma" panose="020B0604030504040204" pitchFamily="34" charset="0"/>
              </a:rPr>
              <a:t> </a:t>
            </a:r>
            <a:r>
              <a:rPr lang="it-IT" altLang="en-IT" dirty="0" err="1">
                <a:latin typeface="Tahoma" panose="020B0604030504040204" pitchFamily="34" charset="0"/>
              </a:rPr>
              <a:t>where</a:t>
            </a:r>
            <a:r>
              <a:rPr lang="it-IT" altLang="en-IT" dirty="0">
                <a:latin typeface="Tahoma" panose="020B0604030504040204" pitchFamily="34" charset="0"/>
              </a:rPr>
              <a:t> </a:t>
            </a:r>
            <a:r>
              <a:rPr lang="it-IT" altLang="en-IT" dirty="0" err="1">
                <a:latin typeface="Tahoma" panose="020B0604030504040204" pitchFamily="34" charset="0"/>
              </a:rPr>
              <a:t>unspecified</a:t>
            </a:r>
            <a:endParaRPr lang="it-IT" altLang="en-IT" sz="20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Rectangle 2">
            <a:extLst>
              <a:ext uri="{FF2B5EF4-FFF2-40B4-BE49-F238E27FC236}">
                <a16:creationId xmlns:a16="http://schemas.microsoft.com/office/drawing/2014/main" id="{C20CCF17-E015-78A3-74BC-3BAEEB7E18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area configuration</a:t>
            </a:r>
          </a:p>
        </p:txBody>
      </p:sp>
      <p:sp>
        <p:nvSpPr>
          <p:cNvPr id="62469" name="Rectangle 3">
            <a:extLst>
              <a:ext uri="{FF2B5EF4-FFF2-40B4-BE49-F238E27FC236}">
                <a16:creationId xmlns:a16="http://schemas.microsoft.com/office/drawing/2014/main" id="{20992378-459A-2D7D-06F6-B60CE070D7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area information is found in two places</a:t>
            </a:r>
          </a:p>
          <a:p>
            <a:pPr lvl="1" eaLnBrk="1" hangingPunct="1"/>
            <a:r>
              <a:rPr lang="it-IT" altLang="it-IT"/>
              <a:t>when enabling ospf on router interfaces</a:t>
            </a:r>
            <a:br>
              <a:rPr lang="it-IT" altLang="it-IT"/>
            </a:br>
            <a:r>
              <a:rPr lang="it-IT" altLang="it-IT" b="1">
                <a:latin typeface="Courier New" panose="02070309020205020404" pitchFamily="49" charset="0"/>
              </a:rPr>
              <a:t>network 200.0.0.0/16 area 1.1.1.1</a:t>
            </a:r>
          </a:p>
          <a:p>
            <a:pPr lvl="1" eaLnBrk="1" hangingPunct="1"/>
            <a:r>
              <a:rPr lang="it-IT" altLang="it-IT"/>
              <a:t>when specifying the area type (not required for the backbone)</a:t>
            </a:r>
            <a:br>
              <a:rPr lang="it-IT" altLang="it-IT"/>
            </a:br>
            <a:r>
              <a:rPr lang="it-IT" altLang="it-IT" b="1">
                <a:latin typeface="Courier New" panose="02070309020205020404" pitchFamily="49" charset="0"/>
              </a:rPr>
              <a:t>area 1.1.1.1 stub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BBF71-99A8-670B-8B7C-1E1398777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altLang="en-IT"/>
              <a:t>last update: Oct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CCD9-CE51-942F-EBC3-2C0267309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altLang="en-IT"/>
              <a:t>kathara – [ labs: ospf_frr 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225B65-C88F-0647-CA62-D0DCAF852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688" y="1412776"/>
            <a:ext cx="6181440" cy="463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814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2">
            <a:extLst>
              <a:ext uri="{FF2B5EF4-FFF2-40B4-BE49-F238E27FC236}">
                <a16:creationId xmlns:a16="http://schemas.microsoft.com/office/drawing/2014/main" id="{C9882BF2-C691-9167-54AD-54FA78157F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ospf path types</a:t>
            </a:r>
          </a:p>
        </p:txBody>
      </p:sp>
      <p:sp>
        <p:nvSpPr>
          <p:cNvPr id="63493" name="Rectangle 3">
            <a:extLst>
              <a:ext uri="{FF2B5EF4-FFF2-40B4-BE49-F238E27FC236}">
                <a16:creationId xmlns:a16="http://schemas.microsoft.com/office/drawing/2014/main" id="{46407880-9D09-F2FD-2071-48AE91DCF3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it-IT" altLang="it-IT" dirty="0" err="1"/>
              <a:t>there</a:t>
            </a:r>
            <a:r>
              <a:rPr lang="it-IT" altLang="it-IT" dirty="0"/>
              <a:t> are 4 </a:t>
            </a:r>
            <a:r>
              <a:rPr lang="it-IT" altLang="it-IT" dirty="0" err="1"/>
              <a:t>path</a:t>
            </a:r>
            <a:r>
              <a:rPr lang="it-IT" altLang="it-IT" dirty="0"/>
              <a:t> </a:t>
            </a:r>
            <a:r>
              <a:rPr lang="it-IT" altLang="it-IT" dirty="0" err="1"/>
              <a:t>types</a:t>
            </a:r>
            <a:endParaRPr lang="it-IT" altLang="it-IT" dirty="0"/>
          </a:p>
          <a:p>
            <a:pPr lvl="1" eaLnBrk="1" hangingPunct="1">
              <a:buSzTx/>
              <a:buFont typeface="Wingdings" pitchFamily="2" charset="2"/>
              <a:buAutoNum type="arabicPeriod"/>
            </a:pPr>
            <a:r>
              <a:rPr lang="it-IT" altLang="it-IT" dirty="0"/>
              <a:t>intra-area</a:t>
            </a:r>
          </a:p>
          <a:p>
            <a:pPr lvl="1" eaLnBrk="1" hangingPunct="1">
              <a:buSzTx/>
              <a:buFont typeface="Wingdings" pitchFamily="2" charset="2"/>
              <a:buAutoNum type="arabicPeriod"/>
            </a:pPr>
            <a:r>
              <a:rPr lang="it-IT" altLang="it-IT" dirty="0"/>
              <a:t>inter-area</a:t>
            </a:r>
          </a:p>
          <a:p>
            <a:pPr lvl="1" eaLnBrk="1" hangingPunct="1">
              <a:buSzTx/>
              <a:buFont typeface="Wingdings" pitchFamily="2" charset="2"/>
              <a:buAutoNum type="arabicPeriod"/>
            </a:pPr>
            <a:r>
              <a:rPr lang="it-IT" altLang="it-IT" dirty="0" err="1"/>
              <a:t>external</a:t>
            </a:r>
            <a:r>
              <a:rPr lang="it-IT" altLang="it-IT" dirty="0"/>
              <a:t> </a:t>
            </a:r>
            <a:r>
              <a:rPr lang="it-IT" altLang="it-IT" dirty="0" err="1"/>
              <a:t>type</a:t>
            </a:r>
            <a:r>
              <a:rPr lang="it-IT" altLang="it-IT" dirty="0"/>
              <a:t> 1</a:t>
            </a:r>
          </a:p>
          <a:p>
            <a:pPr lvl="1" eaLnBrk="1" hangingPunct="1">
              <a:buSzTx/>
              <a:buFont typeface="Wingdings" pitchFamily="2" charset="2"/>
              <a:buAutoNum type="arabicPeriod"/>
            </a:pPr>
            <a:r>
              <a:rPr lang="it-IT" altLang="it-IT" dirty="0" err="1"/>
              <a:t>external</a:t>
            </a:r>
            <a:r>
              <a:rPr lang="it-IT" altLang="it-IT" dirty="0"/>
              <a:t> </a:t>
            </a:r>
            <a:r>
              <a:rPr lang="it-IT" altLang="it-IT" dirty="0" err="1"/>
              <a:t>type</a:t>
            </a:r>
            <a:r>
              <a:rPr lang="it-IT" altLang="it-IT" dirty="0"/>
              <a:t> 2</a:t>
            </a:r>
          </a:p>
          <a:p>
            <a:pPr eaLnBrk="1" hangingPunct="1"/>
            <a:r>
              <a:rPr lang="it-IT" altLang="it-IT" dirty="0" err="1"/>
              <a:t>types</a:t>
            </a:r>
            <a:r>
              <a:rPr lang="it-IT" altLang="it-IT" dirty="0"/>
              <a:t> can </a:t>
            </a:r>
            <a:r>
              <a:rPr lang="it-IT" altLang="it-IT" dirty="0" err="1"/>
              <a:t>coexist</a:t>
            </a:r>
            <a:r>
              <a:rPr lang="it-IT" altLang="it-IT" dirty="0"/>
              <a:t> in the </a:t>
            </a:r>
            <a:r>
              <a:rPr lang="it-IT" altLang="it-IT" dirty="0" err="1"/>
              <a:t>same</a:t>
            </a:r>
            <a:r>
              <a:rPr lang="it-IT" altLang="it-IT" dirty="0"/>
              <a:t> network</a:t>
            </a:r>
          </a:p>
          <a:p>
            <a:pPr eaLnBrk="1" hangingPunct="1"/>
            <a:r>
              <a:rPr lang="it-IT" altLang="it-IT" dirty="0" err="1"/>
              <a:t>each</a:t>
            </a:r>
            <a:r>
              <a:rPr lang="it-IT" altLang="it-IT" dirty="0"/>
              <a:t> </a:t>
            </a:r>
            <a:r>
              <a:rPr lang="it-IT" altLang="it-IT" dirty="0" err="1"/>
              <a:t>type</a:t>
            </a:r>
            <a:r>
              <a:rPr lang="it-IT" altLang="it-IT" dirty="0"/>
              <a:t> </a:t>
            </a:r>
            <a:r>
              <a:rPr lang="it-IT" altLang="it-IT" dirty="0" err="1"/>
              <a:t>is</a:t>
            </a:r>
            <a:r>
              <a:rPr lang="it-IT" altLang="it-IT" dirty="0"/>
              <a:t> </a:t>
            </a:r>
            <a:r>
              <a:rPr lang="it-IT" altLang="it-IT" dirty="0" err="1"/>
              <a:t>preferred</a:t>
            </a:r>
            <a:r>
              <a:rPr lang="it-IT" altLang="it-IT" dirty="0"/>
              <a:t> over the following </a:t>
            </a:r>
            <a:r>
              <a:rPr lang="it-IT" altLang="it-IT" dirty="0" err="1"/>
              <a:t>ones</a:t>
            </a:r>
            <a:endParaRPr lang="it-IT" altLang="it-IT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2057708D-85FE-D138-8BE4-F7AC556BE9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en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145CD93-56B8-5571-68F9-8FF8ED8BEF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en-IT"/>
              <a:t>kathara – [ labs: ospf_frr ]</a:t>
            </a:r>
          </a:p>
        </p:txBody>
      </p:sp>
      <p:pic>
        <p:nvPicPr>
          <p:cNvPr id="63494" name="Picture 4">
            <a:extLst>
              <a:ext uri="{FF2B5EF4-FFF2-40B4-BE49-F238E27FC236}">
                <a16:creationId xmlns:a16="http://schemas.microsoft.com/office/drawing/2014/main" id="{783A2693-B527-1B24-0051-F7FA9947A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4392" y="591988"/>
            <a:ext cx="1493233" cy="1989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2">
            <a:extLst>
              <a:ext uri="{FF2B5EF4-FFF2-40B4-BE49-F238E27FC236}">
                <a16:creationId xmlns:a16="http://schemas.microsoft.com/office/drawing/2014/main" id="{9D0A9F00-88A6-C5F1-D425-176FE31C77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ospf path types</a:t>
            </a:r>
          </a:p>
        </p:txBody>
      </p:sp>
      <p:sp>
        <p:nvSpPr>
          <p:cNvPr id="64517" name="Rectangle 3">
            <a:extLst>
              <a:ext uri="{FF2B5EF4-FFF2-40B4-BE49-F238E27FC236}">
                <a16:creationId xmlns:a16="http://schemas.microsoft.com/office/drawing/2014/main" id="{BBAD1E7F-105E-9DA2-49D2-B731D1375C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it-IT" altLang="it-IT" dirty="0"/>
              <a:t>intra-area </a:t>
            </a:r>
            <a:r>
              <a:rPr lang="it-IT" altLang="it-IT" dirty="0" err="1"/>
              <a:t>paths</a:t>
            </a:r>
            <a:endParaRPr lang="it-IT" altLang="it-IT" dirty="0"/>
          </a:p>
          <a:p>
            <a:pPr lvl="1" eaLnBrk="1" hangingPunct="1"/>
            <a:r>
              <a:rPr lang="it-IT" altLang="it-IT" dirty="0" err="1"/>
              <a:t>calculated</a:t>
            </a:r>
            <a:r>
              <a:rPr lang="it-IT" altLang="it-IT" dirty="0"/>
              <a:t> </a:t>
            </a:r>
            <a:r>
              <a:rPr lang="it-IT" altLang="it-IT" dirty="0" err="1"/>
              <a:t>using</a:t>
            </a:r>
            <a:r>
              <a:rPr lang="it-IT" altLang="it-IT" dirty="0"/>
              <a:t> the </a:t>
            </a:r>
            <a:r>
              <a:rPr lang="it-IT" altLang="it-IT" dirty="0" err="1"/>
              <a:t>shortest-path</a:t>
            </a:r>
            <a:br>
              <a:rPr lang="it-IT" altLang="it-IT" dirty="0"/>
            </a:br>
            <a:r>
              <a:rPr lang="it-IT" altLang="it-IT" dirty="0" err="1"/>
              <a:t>tree</a:t>
            </a:r>
            <a:endParaRPr lang="it-IT" altLang="it-IT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CA2E0745-7E8D-8E68-2BB6-5F1C8046DA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en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30AE312-0AC9-BE1F-8918-9EB0DE983D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en-IT"/>
              <a:t>kathara – [ labs: ospf_frr ]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47457CC3-58DA-80AC-4CF8-2EDD1D74D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4392" y="591988"/>
            <a:ext cx="1493233" cy="1989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0" name="Rectangle 2">
            <a:extLst>
              <a:ext uri="{FF2B5EF4-FFF2-40B4-BE49-F238E27FC236}">
                <a16:creationId xmlns:a16="http://schemas.microsoft.com/office/drawing/2014/main" id="{FAB6A3FB-50C8-7B66-0135-CAC249AF04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dirty="0" err="1"/>
              <a:t>ospf</a:t>
            </a:r>
            <a:r>
              <a:rPr lang="it-IT" altLang="it-IT" dirty="0"/>
              <a:t> </a:t>
            </a:r>
            <a:r>
              <a:rPr lang="it-IT" altLang="it-IT" dirty="0" err="1"/>
              <a:t>path</a:t>
            </a:r>
            <a:r>
              <a:rPr lang="it-IT" altLang="it-IT" dirty="0"/>
              <a:t> </a:t>
            </a:r>
            <a:r>
              <a:rPr lang="it-IT" altLang="it-IT" dirty="0" err="1"/>
              <a:t>types</a:t>
            </a:r>
            <a:endParaRPr lang="it-IT" altLang="it-IT" dirty="0"/>
          </a:p>
        </p:txBody>
      </p:sp>
      <p:sp>
        <p:nvSpPr>
          <p:cNvPr id="65541" name="Rectangle 3">
            <a:extLst>
              <a:ext uri="{FF2B5EF4-FFF2-40B4-BE49-F238E27FC236}">
                <a16:creationId xmlns:a16="http://schemas.microsoft.com/office/drawing/2014/main" id="{7F8096CB-ED29-CC02-E471-7CE13E0069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12777"/>
            <a:ext cx="11247040" cy="471339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dirty="0"/>
              <a:t>inter-area </a:t>
            </a:r>
            <a:r>
              <a:rPr lang="it-IT" altLang="it-IT" dirty="0" err="1"/>
              <a:t>paths</a:t>
            </a:r>
            <a:endParaRPr lang="it-IT" altLang="it-IT" dirty="0"/>
          </a:p>
          <a:p>
            <a:pPr lvl="1" eaLnBrk="1" hangingPunct="1">
              <a:lnSpc>
                <a:spcPct val="90000"/>
              </a:lnSpc>
            </a:pPr>
            <a:r>
              <a:rPr lang="it-IT" altLang="it-IT" b="1" dirty="0"/>
              <a:t>abrs inject summary information</a:t>
            </a:r>
            <a:r>
              <a:rPr lang="en-CH" altLang="it-IT" b="1" dirty="0"/>
              <a:t> </a:t>
            </a:r>
            <a:r>
              <a:rPr lang="it-IT" altLang="it-IT" b="1" dirty="0"/>
              <a:t>inside each area</a:t>
            </a:r>
            <a:r>
              <a:rPr lang="it-IT" altLang="it-IT" dirty="0"/>
              <a:t>, to make it aware</a:t>
            </a:r>
            <a:r>
              <a:rPr lang="en-CH" altLang="it-IT" dirty="0"/>
              <a:t> </a:t>
            </a:r>
            <a:r>
              <a:rPr lang="it-IT" altLang="it-IT" dirty="0"/>
              <a:t>of available destinations in other areas</a:t>
            </a:r>
          </a:p>
          <a:p>
            <a:pPr lvl="2" eaLnBrk="1" hangingPunct="1">
              <a:lnSpc>
                <a:spcPct val="90000"/>
              </a:lnSpc>
            </a:pPr>
            <a:r>
              <a:rPr lang="it-IT" altLang="it-IT" dirty="0" err="1"/>
              <a:t>such</a:t>
            </a:r>
            <a:r>
              <a:rPr lang="it-IT" altLang="it-IT" dirty="0"/>
              <a:t> information </a:t>
            </a:r>
            <a:r>
              <a:rPr lang="it-IT" altLang="it-IT" dirty="0" err="1"/>
              <a:t>includes</a:t>
            </a:r>
            <a:r>
              <a:rPr lang="it-IT" altLang="it-IT" dirty="0"/>
              <a:t> the </a:t>
            </a:r>
            <a:r>
              <a:rPr lang="it-IT" altLang="it-IT" b="1" dirty="0"/>
              <a:t>cost of the </a:t>
            </a:r>
            <a:r>
              <a:rPr lang="it-IT" altLang="it-IT" b="1" dirty="0" err="1"/>
              <a:t>shortest</a:t>
            </a:r>
            <a:r>
              <a:rPr lang="it-IT" altLang="it-IT" b="1" dirty="0"/>
              <a:t> </a:t>
            </a:r>
            <a:r>
              <a:rPr lang="it-IT" altLang="it-IT" b="1" dirty="0" err="1"/>
              <a:t>path</a:t>
            </a:r>
            <a:r>
              <a:rPr lang="it-IT" altLang="it-IT" b="1" dirty="0"/>
              <a:t> </a:t>
            </a:r>
            <a:r>
              <a:rPr lang="it-IT" altLang="it-IT" b="1" dirty="0">
                <a:solidFill>
                  <a:srgbClr val="FF0000"/>
                </a:solidFill>
              </a:rPr>
              <a:t>from the </a:t>
            </a:r>
            <a:r>
              <a:rPr lang="it-IT" altLang="it-IT" b="1" dirty="0" err="1">
                <a:solidFill>
                  <a:srgbClr val="FF0000"/>
                </a:solidFill>
              </a:rPr>
              <a:t>abr</a:t>
            </a:r>
            <a:r>
              <a:rPr lang="it-IT" altLang="it-IT" b="1" dirty="0">
                <a:solidFill>
                  <a:srgbClr val="FF0000"/>
                </a:solidFill>
              </a:rPr>
              <a:t> to the </a:t>
            </a:r>
            <a:r>
              <a:rPr lang="it-IT" altLang="it-IT" b="1" dirty="0" err="1">
                <a:solidFill>
                  <a:srgbClr val="FF0000"/>
                </a:solidFill>
              </a:rPr>
              <a:t>destination</a:t>
            </a:r>
            <a:endParaRPr lang="it-IT" altLang="it-IT" b="1" dirty="0">
              <a:solidFill>
                <a:srgbClr val="FF0000"/>
              </a:solidFill>
            </a:endParaRPr>
          </a:p>
          <a:p>
            <a:pPr lvl="2" eaLnBrk="1" hangingPunct="1">
              <a:lnSpc>
                <a:spcPct val="90000"/>
              </a:lnSpc>
            </a:pPr>
            <a:r>
              <a:rPr lang="it-IT" altLang="it-IT" dirty="0" err="1"/>
              <a:t>if</a:t>
            </a:r>
            <a:r>
              <a:rPr lang="it-IT" altLang="it-IT" dirty="0"/>
              <a:t> multiple </a:t>
            </a:r>
            <a:r>
              <a:rPr lang="it-IT" altLang="it-IT" dirty="0" err="1"/>
              <a:t>subnets</a:t>
            </a:r>
            <a:r>
              <a:rPr lang="it-IT" altLang="it-IT" dirty="0"/>
              <a:t> are </a:t>
            </a:r>
            <a:r>
              <a:rPr lang="it-IT" altLang="it-IT" dirty="0" err="1"/>
              <a:t>summarized</a:t>
            </a:r>
            <a:r>
              <a:rPr lang="it-IT" altLang="it-IT" dirty="0"/>
              <a:t> </a:t>
            </a:r>
            <a:r>
              <a:rPr lang="it-IT" altLang="it-IT" dirty="0" err="1"/>
              <a:t>into</a:t>
            </a:r>
            <a:r>
              <a:rPr lang="it-IT" altLang="it-IT" dirty="0"/>
              <a:t> a single network, the </a:t>
            </a:r>
            <a:r>
              <a:rPr lang="it-IT" altLang="it-IT" dirty="0" err="1"/>
              <a:t>route</a:t>
            </a:r>
            <a:r>
              <a:rPr lang="it-IT" altLang="it-IT" dirty="0"/>
              <a:t> cost </a:t>
            </a:r>
            <a:r>
              <a:rPr lang="it-IT" altLang="it-IT" dirty="0" err="1"/>
              <a:t>will</a:t>
            </a:r>
            <a:r>
              <a:rPr lang="it-IT" altLang="it-IT" dirty="0"/>
              <a:t> be the maximum cost to </a:t>
            </a:r>
            <a:r>
              <a:rPr lang="it-IT" altLang="it-IT" dirty="0" err="1"/>
              <a:t>any</a:t>
            </a:r>
            <a:r>
              <a:rPr lang="it-IT" altLang="it-IT" dirty="0"/>
              <a:t> of the component </a:t>
            </a:r>
            <a:r>
              <a:rPr lang="it-IT" altLang="it-IT" dirty="0" err="1"/>
              <a:t>subnets</a:t>
            </a:r>
            <a:endParaRPr lang="it-IT" altLang="it-IT" dirty="0"/>
          </a:p>
          <a:p>
            <a:pPr lvl="1" eaLnBrk="1" hangingPunct="1">
              <a:lnSpc>
                <a:spcPct val="90000"/>
              </a:lnSpc>
            </a:pPr>
            <a:r>
              <a:rPr lang="it-IT" altLang="it-IT" b="1" dirty="0"/>
              <a:t>an inter-area </a:t>
            </a:r>
            <a:r>
              <a:rPr lang="it-IT" altLang="it-IT" b="1" dirty="0" err="1"/>
              <a:t>path</a:t>
            </a:r>
            <a:r>
              <a:rPr lang="it-IT" altLang="it-IT" b="1" dirty="0"/>
              <a:t> </a:t>
            </a:r>
            <a:r>
              <a:rPr lang="it-IT" altLang="it-IT" dirty="0" err="1"/>
              <a:t>is</a:t>
            </a:r>
            <a:r>
              <a:rPr lang="it-IT" altLang="it-IT" dirty="0"/>
              <a:t> </a:t>
            </a:r>
            <a:r>
              <a:rPr lang="it-IT" altLang="it-IT" dirty="0" err="1"/>
              <a:t>always</a:t>
            </a:r>
            <a:r>
              <a:rPr lang="it-IT" altLang="it-IT" dirty="0"/>
              <a:t> </a:t>
            </a:r>
            <a:r>
              <a:rPr lang="it-IT" altLang="it-IT" dirty="0" err="1"/>
              <a:t>composed</a:t>
            </a:r>
            <a:r>
              <a:rPr lang="it-IT" altLang="it-IT" dirty="0"/>
              <a:t> of:</a:t>
            </a:r>
          </a:p>
          <a:p>
            <a:pPr lvl="2" eaLnBrk="1" hangingPunct="1">
              <a:lnSpc>
                <a:spcPct val="90000"/>
              </a:lnSpc>
            </a:pPr>
            <a:r>
              <a:rPr lang="it-IT" altLang="it-IT" b="1" dirty="0"/>
              <a:t>an intra-area </a:t>
            </a:r>
            <a:r>
              <a:rPr lang="it-IT" altLang="it-IT" b="1" dirty="0" err="1"/>
              <a:t>path</a:t>
            </a:r>
            <a:r>
              <a:rPr lang="it-IT" altLang="it-IT" b="1" dirty="0"/>
              <a:t> </a:t>
            </a:r>
            <a:r>
              <a:rPr lang="it-IT" altLang="it-IT" dirty="0"/>
              <a:t>from the source to the </a:t>
            </a:r>
            <a:r>
              <a:rPr lang="it-IT" altLang="it-IT" dirty="0" err="1"/>
              <a:t>abr</a:t>
            </a:r>
            <a:endParaRPr lang="it-IT" altLang="it-IT" dirty="0"/>
          </a:p>
          <a:p>
            <a:pPr lvl="2" eaLnBrk="1" hangingPunct="1">
              <a:lnSpc>
                <a:spcPct val="90000"/>
              </a:lnSpc>
            </a:pPr>
            <a:r>
              <a:rPr lang="it-IT" altLang="it-IT" b="1" dirty="0"/>
              <a:t>a </a:t>
            </a:r>
            <a:r>
              <a:rPr lang="it-IT" altLang="it-IT" b="1" dirty="0" err="1"/>
              <a:t>backbone</a:t>
            </a:r>
            <a:r>
              <a:rPr lang="it-IT" altLang="it-IT" b="1" dirty="0"/>
              <a:t> </a:t>
            </a:r>
            <a:r>
              <a:rPr lang="it-IT" altLang="it-IT" b="1" dirty="0" err="1"/>
              <a:t>path</a:t>
            </a:r>
            <a:r>
              <a:rPr lang="it-IT" altLang="it-IT" b="1" dirty="0"/>
              <a:t> </a:t>
            </a:r>
            <a:r>
              <a:rPr lang="it-IT" altLang="it-IT" dirty="0" err="1"/>
              <a:t>between</a:t>
            </a:r>
            <a:r>
              <a:rPr lang="it-IT" altLang="it-IT" dirty="0"/>
              <a:t> the source and </a:t>
            </a:r>
            <a:r>
              <a:rPr lang="it-IT" altLang="it-IT" dirty="0" err="1"/>
              <a:t>destination</a:t>
            </a:r>
            <a:r>
              <a:rPr lang="it-IT" altLang="it-IT" dirty="0"/>
              <a:t> </a:t>
            </a:r>
            <a:r>
              <a:rPr lang="it-IT" altLang="it-IT" dirty="0" err="1"/>
              <a:t>areas</a:t>
            </a:r>
            <a:endParaRPr lang="it-IT" altLang="it-IT" dirty="0"/>
          </a:p>
          <a:p>
            <a:pPr lvl="2" eaLnBrk="1" hangingPunct="1">
              <a:lnSpc>
                <a:spcPct val="90000"/>
              </a:lnSpc>
            </a:pPr>
            <a:r>
              <a:rPr lang="it-IT" altLang="it-IT" b="1" dirty="0"/>
              <a:t>an intra-area </a:t>
            </a:r>
            <a:r>
              <a:rPr lang="it-IT" altLang="it-IT" b="1" dirty="0" err="1"/>
              <a:t>path</a:t>
            </a:r>
            <a:r>
              <a:rPr lang="it-IT" altLang="it-IT" b="1" dirty="0"/>
              <a:t> </a:t>
            </a:r>
            <a:r>
              <a:rPr lang="it-IT" altLang="it-IT" dirty="0"/>
              <a:t>to the </a:t>
            </a:r>
            <a:r>
              <a:rPr lang="it-IT" altLang="it-IT" dirty="0" err="1"/>
              <a:t>destination</a:t>
            </a:r>
            <a:endParaRPr lang="it-IT" altLang="it-IT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62525CAD-8FAC-E6B7-393D-C3CA7D8C06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en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E3E150E-CDC9-190C-6115-2CBDE9D166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en-IT"/>
              <a:t>kathara – [ labs: ospf_frr 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AEB6F7DB-D91C-4571-A214-4925FD453DC6}"/>
              </a:ext>
            </a:extLst>
          </p:cNvPr>
          <p:cNvSpPr/>
          <p:nvPr/>
        </p:nvSpPr>
        <p:spPr>
          <a:xfrm>
            <a:off x="1346070" y="4149005"/>
            <a:ext cx="7499350" cy="792163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66564" name="Rectangle 2">
            <a:extLst>
              <a:ext uri="{FF2B5EF4-FFF2-40B4-BE49-F238E27FC236}">
                <a16:creationId xmlns:a16="http://schemas.microsoft.com/office/drawing/2014/main" id="{67DC4C9E-5C8A-A6AF-CDE9-EF411F7F1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dirty="0" err="1"/>
              <a:t>ospf</a:t>
            </a:r>
            <a:r>
              <a:rPr lang="it-IT" altLang="it-IT" dirty="0"/>
              <a:t> </a:t>
            </a:r>
            <a:r>
              <a:rPr lang="it-IT" altLang="it-IT" dirty="0" err="1"/>
              <a:t>path</a:t>
            </a:r>
            <a:r>
              <a:rPr lang="it-IT" altLang="it-IT" dirty="0"/>
              <a:t> </a:t>
            </a:r>
            <a:r>
              <a:rPr lang="it-IT" altLang="it-IT" dirty="0" err="1"/>
              <a:t>types</a:t>
            </a:r>
            <a:endParaRPr lang="it-IT" altLang="it-IT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7B244E2-8B18-4481-8188-0B936E6C01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it-IT" b="1" dirty="0"/>
              <a:t>external paths </a:t>
            </a:r>
            <a:r>
              <a:rPr lang="it-IT" dirty="0"/>
              <a:t>are </a:t>
            </a:r>
            <a:r>
              <a:rPr lang="it-IT" dirty="0">
                <a:solidFill>
                  <a:srgbClr val="FF0000"/>
                </a:solidFill>
              </a:rPr>
              <a:t>learned from</a:t>
            </a:r>
            <a:r>
              <a:rPr lang="en-CH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rgbClr val="FF0000"/>
                </a:solidFill>
              </a:rPr>
              <a:t>other routing protocols </a:t>
            </a:r>
            <a:r>
              <a:rPr lang="it-IT" dirty="0"/>
              <a:t>(e.g., bgp)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it-IT" b="1" dirty="0" err="1"/>
              <a:t>type</a:t>
            </a:r>
            <a:r>
              <a:rPr lang="it-IT" b="1" dirty="0"/>
              <a:t> 1</a:t>
            </a:r>
            <a:r>
              <a:rPr lang="it-IT" dirty="0"/>
              <a:t>: the cost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expressed</a:t>
            </a:r>
            <a:r>
              <a:rPr lang="it-IT" dirty="0"/>
              <a:t> in </a:t>
            </a:r>
            <a:r>
              <a:rPr lang="it-IT" dirty="0" err="1"/>
              <a:t>terms</a:t>
            </a:r>
            <a:r>
              <a:rPr lang="it-IT" dirty="0"/>
              <a:t> of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it-IT" b="1" dirty="0"/>
              <a:t>the </a:t>
            </a:r>
            <a:r>
              <a:rPr lang="it-IT" b="1" dirty="0" err="1"/>
              <a:t>external</a:t>
            </a:r>
            <a:r>
              <a:rPr lang="it-IT" b="1" dirty="0"/>
              <a:t> (</a:t>
            </a:r>
            <a:r>
              <a:rPr lang="it-IT" b="1" dirty="0" err="1"/>
              <a:t>bgp</a:t>
            </a:r>
            <a:r>
              <a:rPr lang="it-IT" b="1" dirty="0"/>
              <a:t>) </a:t>
            </a:r>
            <a:r>
              <a:rPr lang="it-IT" b="1" dirty="0" err="1"/>
              <a:t>route</a:t>
            </a:r>
            <a:r>
              <a:rPr lang="it-IT" b="1" dirty="0"/>
              <a:t> cost</a:t>
            </a:r>
            <a:r>
              <a:rPr lang="it-IT" dirty="0"/>
              <a:t>* +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it-IT" b="1" dirty="0"/>
              <a:t>the </a:t>
            </a:r>
            <a:r>
              <a:rPr lang="it-IT" b="1" dirty="0" err="1"/>
              <a:t>ospf</a:t>
            </a:r>
            <a:r>
              <a:rPr lang="it-IT" b="1" dirty="0"/>
              <a:t> cost </a:t>
            </a:r>
            <a:r>
              <a:rPr lang="it-IT" dirty="0"/>
              <a:t>to the </a:t>
            </a:r>
            <a:r>
              <a:rPr lang="it-IT" dirty="0" err="1"/>
              <a:t>asbr</a:t>
            </a:r>
            <a:endParaRPr lang="it-IT" dirty="0"/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it-IT" dirty="0" err="1"/>
              <a:t>example</a:t>
            </a:r>
            <a:r>
              <a:rPr lang="it-IT" dirty="0"/>
              <a:t> with </a:t>
            </a:r>
            <a:r>
              <a:rPr lang="it-IT" dirty="0" err="1"/>
              <a:t>bgp</a:t>
            </a:r>
            <a:r>
              <a:rPr lang="it-IT" dirty="0"/>
              <a:t> cost=495, </a:t>
            </a:r>
            <a:r>
              <a:rPr lang="it-IT" dirty="0" err="1"/>
              <a:t>ospf</a:t>
            </a:r>
            <a:r>
              <a:rPr lang="it-IT" dirty="0"/>
              <a:t> cost=10:</a:t>
            </a:r>
            <a:br>
              <a:rPr lang="it-IT" dirty="0"/>
            </a:br>
            <a:br>
              <a:rPr lang="it-IT" sz="2400" dirty="0"/>
            </a:br>
            <a:r>
              <a:rPr lang="pt-BR" sz="2200" dirty="0">
                <a:latin typeface="Lucida Console" pitchFamily="49" charset="0"/>
              </a:rPr>
              <a:t>N E1 50.0.0.0/16      [505] tag: 0</a:t>
            </a:r>
            <a:br>
              <a:rPr lang="pt-BR" sz="2200" dirty="0">
                <a:latin typeface="Lucida Console" pitchFamily="49" charset="0"/>
              </a:rPr>
            </a:br>
            <a:r>
              <a:rPr lang="pt-BR" sz="2200" dirty="0">
                <a:latin typeface="Lucida Console" pitchFamily="49" charset="0"/>
              </a:rPr>
              <a:t>                      via 10.0.1.2, eth1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it-IT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1BD07BE-43D8-DA26-1117-D9CDEA31F6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en-IT"/>
              <a:t>last update: Oct 2023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E58CCDA-ECC9-4B50-4C8E-0BE48CD381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en-IT"/>
              <a:t>kathara – [ labs: ospf_frr ]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B6001E6-5119-44FA-A6AB-7568D1A76B72}"/>
              </a:ext>
            </a:extLst>
          </p:cNvPr>
          <p:cNvSpPr txBox="1"/>
          <p:nvPr/>
        </p:nvSpPr>
        <p:spPr>
          <a:xfrm>
            <a:off x="1559496" y="5514137"/>
            <a:ext cx="9144000" cy="765175"/>
          </a:xfrm>
          <a:prstGeom prst="rect">
            <a:avLst/>
          </a:prstGeom>
          <a:solidFill>
            <a:schemeClr val="bg1"/>
          </a:solidFill>
        </p:spPr>
        <p:txBody>
          <a:bodyPr lIns="216000"/>
          <a:lstStyle/>
          <a:p>
            <a:pPr marL="271463" indent="-271463" eaLnBrk="1" hangingPunct="1">
              <a:defRPr/>
            </a:pPr>
            <a:r>
              <a:rPr lang="it-IT" sz="2000" dirty="0">
                <a:latin typeface="+mn-lt"/>
              </a:rPr>
              <a:t>*	cost </a:t>
            </a:r>
            <a:r>
              <a:rPr lang="it-IT" sz="2000" dirty="0" err="1">
                <a:latin typeface="+mn-lt"/>
              </a:rPr>
              <a:t>used</a:t>
            </a:r>
            <a:r>
              <a:rPr lang="it-IT" sz="2000" dirty="0">
                <a:latin typeface="+mn-lt"/>
              </a:rPr>
              <a:t> </a:t>
            </a:r>
            <a:r>
              <a:rPr lang="it-IT" sz="2000" dirty="0" err="1">
                <a:latin typeface="+mn-lt"/>
              </a:rPr>
              <a:t>when</a:t>
            </a:r>
            <a:r>
              <a:rPr lang="it-IT" sz="2000" dirty="0">
                <a:latin typeface="+mn-lt"/>
              </a:rPr>
              <a:t> </a:t>
            </a:r>
            <a:r>
              <a:rPr lang="it-IT" sz="2000" dirty="0" err="1">
                <a:latin typeface="+mn-lt"/>
              </a:rPr>
              <a:t>redistributing</a:t>
            </a:r>
            <a:r>
              <a:rPr lang="it-IT" sz="2000" dirty="0">
                <a:latin typeface="+mn-lt"/>
              </a:rPr>
              <a:t> the </a:t>
            </a:r>
            <a:r>
              <a:rPr lang="it-IT" sz="2000" dirty="0" err="1">
                <a:latin typeface="+mn-lt"/>
              </a:rPr>
              <a:t>protocol</a:t>
            </a:r>
            <a:r>
              <a:rPr lang="it-IT" sz="2000" dirty="0">
                <a:latin typeface="+mn-lt"/>
              </a:rPr>
              <a:t> (</a:t>
            </a:r>
            <a:r>
              <a:rPr lang="it-IT" sz="2000" dirty="0" err="1">
                <a:latin typeface="+mn-lt"/>
              </a:rPr>
              <a:t>bgp</a:t>
            </a:r>
            <a:r>
              <a:rPr lang="it-IT" sz="2000" dirty="0">
                <a:latin typeface="+mn-lt"/>
              </a:rPr>
              <a:t>) </a:t>
            </a:r>
            <a:r>
              <a:rPr lang="it-IT" sz="2000" dirty="0" err="1">
                <a:latin typeface="+mn-lt"/>
              </a:rPr>
              <a:t>into</a:t>
            </a:r>
            <a:r>
              <a:rPr lang="it-IT" sz="2000" dirty="0">
                <a:latin typeface="+mn-lt"/>
              </a:rPr>
              <a:t> </a:t>
            </a:r>
            <a:r>
              <a:rPr lang="it-IT" sz="2000" dirty="0" err="1">
                <a:latin typeface="+mn-lt"/>
              </a:rPr>
              <a:t>ospf</a:t>
            </a:r>
            <a:r>
              <a:rPr lang="it-IT" sz="2000" dirty="0">
                <a:latin typeface="+mn-lt"/>
              </a:rPr>
              <a:t>; default for </a:t>
            </a:r>
            <a:r>
              <a:rPr lang="it-IT" sz="2000" dirty="0" err="1">
                <a:latin typeface="+mn-lt"/>
              </a:rPr>
              <a:t>bgp</a:t>
            </a:r>
            <a:r>
              <a:rPr lang="it-IT" sz="2000" dirty="0">
                <a:latin typeface="+mn-lt"/>
              </a:rPr>
              <a:t>=20; </a:t>
            </a:r>
            <a:r>
              <a:rPr lang="it-IT" sz="2000" dirty="0" err="1">
                <a:latin typeface="+mn-lt"/>
              </a:rPr>
              <a:t>configurable</a:t>
            </a:r>
            <a:r>
              <a:rPr lang="it-IT" sz="2000" dirty="0">
                <a:latin typeface="+mn-lt"/>
              </a:rPr>
              <a:t> by </a:t>
            </a:r>
            <a:r>
              <a:rPr lang="it-IT" sz="2000" dirty="0" err="1">
                <a:latin typeface="+mn-lt"/>
              </a:rPr>
              <a:t>using</a:t>
            </a:r>
            <a:r>
              <a:rPr lang="it-IT" sz="2000" dirty="0">
                <a:latin typeface="+mn-lt"/>
              </a:rPr>
              <a:t> </a:t>
            </a:r>
            <a:r>
              <a:rPr lang="it-IT" sz="2000" dirty="0" err="1">
                <a:latin typeface="Lucida Console" pitchFamily="49" charset="0"/>
              </a:rPr>
              <a:t>redistribute</a:t>
            </a:r>
            <a:r>
              <a:rPr lang="it-IT" sz="2000" dirty="0">
                <a:latin typeface="Lucida Console" pitchFamily="49" charset="0"/>
              </a:rPr>
              <a:t> </a:t>
            </a:r>
            <a:r>
              <a:rPr lang="it-IT" sz="2000" dirty="0" err="1">
                <a:latin typeface="Lucida Console" pitchFamily="49" charset="0"/>
              </a:rPr>
              <a:t>bgp</a:t>
            </a:r>
            <a:r>
              <a:rPr lang="it-IT" sz="2000" dirty="0">
                <a:latin typeface="Lucida Console" pitchFamily="49" charset="0"/>
              </a:rPr>
              <a:t> </a:t>
            </a:r>
            <a:r>
              <a:rPr lang="it-IT" sz="2000" dirty="0" err="1">
                <a:latin typeface="Lucida Console" pitchFamily="49" charset="0"/>
              </a:rPr>
              <a:t>metric</a:t>
            </a:r>
            <a:r>
              <a:rPr lang="it-IT" sz="2000" dirty="0">
                <a:latin typeface="Lucida Console" pitchFamily="49" charset="0"/>
              </a:rPr>
              <a:t> </a:t>
            </a:r>
            <a:r>
              <a:rPr lang="it-IT" sz="2000" i="1" dirty="0" err="1">
                <a:latin typeface="Lucida Console" pitchFamily="49" charset="0"/>
              </a:rPr>
              <a:t>value</a:t>
            </a:r>
            <a:endParaRPr lang="it-IT" sz="2000" i="1" dirty="0">
              <a:latin typeface="Lucida Console" pitchFamily="49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C7BCDD4E-760D-FDA9-E634-DB2B435B7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8528" y="235838"/>
            <a:ext cx="864096" cy="1151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8DF82C25-32C5-4AA8-9AC0-94D49C598B30}"/>
              </a:ext>
            </a:extLst>
          </p:cNvPr>
          <p:cNvSpPr/>
          <p:nvPr/>
        </p:nvSpPr>
        <p:spPr>
          <a:xfrm>
            <a:off x="1343472" y="3769472"/>
            <a:ext cx="7499350" cy="792163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67588" name="Rectangle 2">
            <a:extLst>
              <a:ext uri="{FF2B5EF4-FFF2-40B4-BE49-F238E27FC236}">
                <a16:creationId xmlns:a16="http://schemas.microsoft.com/office/drawing/2014/main" id="{71A002A5-B145-0B4F-09F2-90B65371C9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dirty="0" err="1"/>
              <a:t>ospf</a:t>
            </a:r>
            <a:r>
              <a:rPr lang="it-IT" altLang="it-IT" dirty="0"/>
              <a:t> </a:t>
            </a:r>
            <a:r>
              <a:rPr lang="it-IT" altLang="it-IT" dirty="0" err="1"/>
              <a:t>path</a:t>
            </a:r>
            <a:r>
              <a:rPr lang="it-IT" altLang="it-IT" dirty="0"/>
              <a:t> </a:t>
            </a:r>
            <a:r>
              <a:rPr lang="it-IT" altLang="it-IT" dirty="0" err="1"/>
              <a:t>types</a:t>
            </a:r>
            <a:endParaRPr lang="it-IT" altLang="it-IT" dirty="0"/>
          </a:p>
        </p:txBody>
      </p:sp>
      <p:sp>
        <p:nvSpPr>
          <p:cNvPr id="63493" name="Rectangle 3">
            <a:extLst>
              <a:ext uri="{FF2B5EF4-FFF2-40B4-BE49-F238E27FC236}">
                <a16:creationId xmlns:a16="http://schemas.microsoft.com/office/drawing/2014/main" id="{6C325181-B4FF-4267-A232-66CF860687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it-IT" sz="3500" b="1" dirty="0"/>
              <a:t>type 2</a:t>
            </a:r>
            <a:r>
              <a:rPr lang="it-IT" sz="3500" dirty="0"/>
              <a:t>: the cost is expressed in terms of</a:t>
            </a:r>
          </a:p>
          <a:p>
            <a:pPr lvl="1" eaLnBrk="1" hangingPunct="1">
              <a:defRPr/>
            </a:pPr>
            <a:r>
              <a:rPr lang="it-IT" sz="3000" b="1" dirty="0"/>
              <a:t>the </a:t>
            </a:r>
            <a:r>
              <a:rPr lang="it-IT" sz="3000" b="1" dirty="0" err="1"/>
              <a:t>external</a:t>
            </a:r>
            <a:r>
              <a:rPr lang="it-IT" sz="3000" b="1" dirty="0"/>
              <a:t> (</a:t>
            </a:r>
            <a:r>
              <a:rPr lang="it-IT" sz="3000" b="1" dirty="0" err="1"/>
              <a:t>bgp</a:t>
            </a:r>
            <a:r>
              <a:rPr lang="it-IT" sz="3000" b="1" dirty="0"/>
              <a:t>) </a:t>
            </a:r>
            <a:r>
              <a:rPr lang="it-IT" sz="3000" b="1" dirty="0" err="1"/>
              <a:t>route</a:t>
            </a:r>
            <a:r>
              <a:rPr lang="it-IT" sz="3000" b="1" dirty="0"/>
              <a:t> cost* </a:t>
            </a:r>
            <a:r>
              <a:rPr lang="it-IT" sz="3000" b="1" dirty="0" err="1"/>
              <a:t>only</a:t>
            </a:r>
            <a:br>
              <a:rPr lang="it-IT" sz="3000" dirty="0"/>
            </a:br>
            <a:r>
              <a:rPr lang="it-IT" sz="3000" dirty="0"/>
              <a:t>(</a:t>
            </a:r>
            <a:r>
              <a:rPr lang="it-IT" sz="3000" dirty="0" err="1"/>
              <a:t>distance</a:t>
            </a:r>
            <a:r>
              <a:rPr lang="it-IT" sz="3000" dirty="0"/>
              <a:t> to the </a:t>
            </a:r>
            <a:r>
              <a:rPr lang="it-IT" sz="3000" dirty="0" err="1"/>
              <a:t>asbr</a:t>
            </a:r>
            <a:r>
              <a:rPr lang="it-IT" sz="3000" dirty="0"/>
              <a:t> </a:t>
            </a:r>
            <a:r>
              <a:rPr lang="it-IT" sz="3000" dirty="0" err="1"/>
              <a:t>is</a:t>
            </a:r>
            <a:r>
              <a:rPr lang="it-IT" sz="3000" dirty="0"/>
              <a:t> </a:t>
            </a:r>
            <a:r>
              <a:rPr lang="it-IT" sz="3000" dirty="0" err="1"/>
              <a:t>only</a:t>
            </a:r>
            <a:r>
              <a:rPr lang="it-IT" sz="3000" dirty="0"/>
              <a:t> </a:t>
            </a:r>
            <a:r>
              <a:rPr lang="it-IT" sz="3000" dirty="0" err="1"/>
              <a:t>used</a:t>
            </a:r>
            <a:r>
              <a:rPr lang="it-IT" sz="3000" dirty="0"/>
              <a:t> </a:t>
            </a:r>
            <a:r>
              <a:rPr lang="it-IT" sz="3000" u="sng" dirty="0"/>
              <a:t>to break </a:t>
            </a:r>
            <a:r>
              <a:rPr lang="it-IT" sz="3000" u="sng" dirty="0" err="1"/>
              <a:t>ties</a:t>
            </a:r>
            <a:r>
              <a:rPr lang="it-IT" sz="3000" dirty="0"/>
              <a:t>)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it-IT" sz="3000" dirty="0"/>
              <a:t>example with bgp cost=495, ospf cost=10:</a:t>
            </a:r>
            <a:br>
              <a:rPr lang="it-IT" sz="3000" dirty="0"/>
            </a:br>
            <a:br>
              <a:rPr lang="it-IT" sz="1400" dirty="0"/>
            </a:br>
            <a:r>
              <a:rPr lang="pt-BR" sz="2400" dirty="0">
                <a:latin typeface="Lucida Console" pitchFamily="49" charset="0"/>
              </a:rPr>
              <a:t>N E2 50.0.0.0/16     [10/495] tag: 0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pt-BR" sz="2400" dirty="0">
                <a:latin typeface="Lucida Console" pitchFamily="49" charset="0"/>
              </a:rPr>
              <a:t>                       via 10.0.1.2, eth1</a:t>
            </a:r>
            <a:endParaRPr lang="en-CH" sz="2400" dirty="0">
              <a:latin typeface="Lucida Console" pitchFamily="49" charset="0"/>
            </a:endParaRPr>
          </a:p>
          <a:p>
            <a:pPr lvl="1" eaLnBrk="1" hangingPunct="1">
              <a:buFont typeface="Wingdings" pitchFamily="2" charset="2"/>
              <a:buNone/>
              <a:defRPr/>
            </a:pPr>
            <a:endParaRPr lang="en-CH" sz="2400" dirty="0">
              <a:latin typeface="Lucida Console" pitchFamily="49" charset="0"/>
            </a:endParaRPr>
          </a:p>
          <a:p>
            <a:pPr lvl="1">
              <a:defRPr/>
            </a:pPr>
            <a:r>
              <a:rPr lang="it-IT" sz="3200" dirty="0">
                <a:ea typeface="+mn-ea"/>
                <a:cs typeface="+mn-cs"/>
              </a:rPr>
              <a:t>metric type is user-configurable</a:t>
            </a:r>
            <a:br>
              <a:rPr lang="it-IT" sz="2400" dirty="0"/>
            </a:br>
            <a:r>
              <a:rPr lang="it-IT" sz="2400" dirty="0">
                <a:latin typeface="Lucida Console" pitchFamily="49" charset="0"/>
              </a:rPr>
              <a:t>redistribute bgp metric-type 2 metric 495</a:t>
            </a:r>
          </a:p>
          <a:p>
            <a:pPr lvl="1" eaLnBrk="1" hangingPunct="1">
              <a:buFont typeface="Wingdings" pitchFamily="2" charset="2"/>
              <a:buNone/>
              <a:defRPr/>
            </a:pPr>
            <a:endParaRPr lang="pt-BR" sz="2400" dirty="0">
              <a:latin typeface="Lucida Console" pitchFamily="49" charset="0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5F5B95F-A7C4-3A0F-8E02-F3927C7AD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4392" y="591988"/>
            <a:ext cx="1493233" cy="1989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Rectangle 2">
            <a:extLst>
              <a:ext uri="{FF2B5EF4-FFF2-40B4-BE49-F238E27FC236}">
                <a16:creationId xmlns:a16="http://schemas.microsoft.com/office/drawing/2014/main" id="{570CE035-6272-BD85-2192-0093CED0EB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experiments</a:t>
            </a:r>
          </a:p>
        </p:txBody>
      </p:sp>
      <p:sp>
        <p:nvSpPr>
          <p:cNvPr id="69637" name="Rectangle 3">
            <a:extLst>
              <a:ext uri="{FF2B5EF4-FFF2-40B4-BE49-F238E27FC236}">
                <a16:creationId xmlns:a16="http://schemas.microsoft.com/office/drawing/2014/main" id="{A43AA708-5BBC-641D-3F9F-A4771582FD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it-IT" altLang="it-IT" dirty="0"/>
              <a:t>check </a:t>
            </a:r>
            <a:r>
              <a:rPr lang="it-IT" altLang="it-IT" dirty="0" err="1"/>
              <a:t>that</a:t>
            </a:r>
            <a:r>
              <a:rPr lang="it-IT" altLang="it-IT" dirty="0"/>
              <a:t> routers know </a:t>
            </a:r>
            <a:r>
              <a:rPr lang="it-IT" altLang="it-IT" dirty="0" err="1"/>
              <a:t>detailed</a:t>
            </a:r>
            <a:r>
              <a:rPr lang="it-IT" altLang="it-IT" dirty="0"/>
              <a:t> </a:t>
            </a:r>
            <a:r>
              <a:rPr lang="it-IT" altLang="it-IT" dirty="0" err="1"/>
              <a:t>topology</a:t>
            </a:r>
            <a:r>
              <a:rPr lang="it-IT" altLang="it-IT" dirty="0"/>
              <a:t> information </a:t>
            </a:r>
            <a:r>
              <a:rPr lang="it-IT" altLang="it-IT" dirty="0" err="1"/>
              <a:t>only</a:t>
            </a:r>
            <a:r>
              <a:rPr lang="it-IT" altLang="it-IT" dirty="0"/>
              <a:t> </a:t>
            </a:r>
            <a:r>
              <a:rPr lang="it-IT" altLang="it-IT" dirty="0" err="1"/>
              <a:t>about</a:t>
            </a:r>
            <a:r>
              <a:rPr lang="it-IT" altLang="it-IT" dirty="0"/>
              <a:t> </a:t>
            </a:r>
            <a:r>
              <a:rPr lang="it-IT" altLang="it-IT" dirty="0" err="1"/>
              <a:t>their</a:t>
            </a:r>
            <a:r>
              <a:rPr lang="it-IT" altLang="it-IT" dirty="0"/>
              <a:t> </a:t>
            </a:r>
            <a:r>
              <a:rPr lang="it-IT" altLang="it-IT" dirty="0" err="1"/>
              <a:t>own</a:t>
            </a:r>
            <a:r>
              <a:rPr lang="it-IT" altLang="it-IT" dirty="0"/>
              <a:t> area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08B428D6-06D8-4FEE-58BC-63631561EE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en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63677CD-EC1F-63B5-90D6-15966C13AC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en-IT"/>
              <a:t>kathara – [ labs: ospf_frr ]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FFE8BEA-49C4-7C2C-0C30-B5627811B429}"/>
              </a:ext>
            </a:extLst>
          </p:cNvPr>
          <p:cNvGrpSpPr/>
          <p:nvPr/>
        </p:nvGrpSpPr>
        <p:grpSpPr>
          <a:xfrm>
            <a:off x="551384" y="2531606"/>
            <a:ext cx="10657974" cy="3647336"/>
            <a:chOff x="922310" y="2378844"/>
            <a:chExt cx="10657974" cy="306439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2D71784-7835-719B-EB61-D544CD6BA44E}"/>
                </a:ext>
              </a:extLst>
            </p:cNvPr>
            <p:cNvSpPr/>
            <p:nvPr/>
          </p:nvSpPr>
          <p:spPr>
            <a:xfrm>
              <a:off x="922314" y="2664221"/>
              <a:ext cx="10657970" cy="2779019"/>
            </a:xfrm>
            <a:prstGeom prst="rect">
              <a:avLst/>
            </a:prstGeom>
            <a:solidFill>
              <a:sysClr val="windowText" lastClr="000000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t"/>
            <a:lstStyle/>
            <a:p>
              <a:pPr eaLnBrk="1" hangingPunct="1"/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r2# show </a:t>
              </a:r>
              <a:r>
                <a:rPr lang="en-US" altLang="it-IT" sz="140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ip</a:t>
              </a: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altLang="it-IT" sz="140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ospf</a:t>
              </a: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neighbor </a:t>
              </a:r>
            </a:p>
            <a:p>
              <a:pPr eaLnBrk="1" hangingPunct="1"/>
              <a:endParaRPr lang="en-US" altLang="it-IT" sz="140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  <a:p>
              <a:pPr eaLnBrk="1" hangingPunct="1"/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Neighbor ID     </a:t>
              </a:r>
              <a:r>
                <a:rPr lang="en-US" altLang="it-IT" sz="140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Pri</a:t>
              </a: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State           Up Time    Dead Time Address  Interface      </a:t>
              </a:r>
              <a:r>
                <a:rPr lang="en-US" altLang="it-IT" sz="140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RXmtL</a:t>
              </a: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altLang="it-IT" sz="140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RqstL</a:t>
              </a: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altLang="it-IT" sz="140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DBsmL</a:t>
              </a:r>
              <a:endParaRPr lang="en-US" altLang="it-IT" sz="140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  <a:p>
              <a:pPr eaLnBrk="1" hangingPunct="1"/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200.0.0.1         1 Full/Backup     1m17s      32.279s 200.0.0.1  eth0:200.0.0.2     0     0     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1D95D40-6A84-F900-0DCC-C00A0E077996}"/>
                </a:ext>
              </a:extLst>
            </p:cNvPr>
            <p:cNvSpPr/>
            <p:nvPr/>
          </p:nvSpPr>
          <p:spPr>
            <a:xfrm>
              <a:off x="922310" y="2378844"/>
              <a:ext cx="10657970" cy="286249"/>
            </a:xfrm>
            <a:prstGeom prst="rect">
              <a:avLst/>
            </a:prstGeom>
            <a:solidFill>
              <a:srgbClr val="4472C4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25400" algn="l" rotWithShape="0">
                <a:prstClr val="black">
                  <a:alpha val="32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r2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1621E67-88B0-394C-D048-75EB5C43C8BD}"/>
                </a:ext>
              </a:extLst>
            </p:cNvPr>
            <p:cNvGrpSpPr/>
            <p:nvPr/>
          </p:nvGrpSpPr>
          <p:grpSpPr>
            <a:xfrm>
              <a:off x="10920536" y="2466851"/>
              <a:ext cx="581348" cy="126235"/>
              <a:chOff x="8092857" y="2115830"/>
              <a:chExt cx="581348" cy="12623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7D32825-798F-C3B5-7912-FBABB09F9B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48205" y="2116065"/>
                <a:ext cx="126000" cy="126000"/>
              </a:xfrm>
              <a:prstGeom prst="rect">
                <a:avLst/>
              </a:prstGeom>
              <a:solidFill>
                <a:srgbClr val="FF0000">
                  <a:alpha val="50196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B183057-81F6-524A-E170-5BE8DD0C025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92857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F759F28-C5E8-EDF8-F578-84E5277301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20531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Rectangle 2">
            <a:extLst>
              <a:ext uri="{FF2B5EF4-FFF2-40B4-BE49-F238E27FC236}">
                <a16:creationId xmlns:a16="http://schemas.microsoft.com/office/drawing/2014/main" id="{570CE035-6272-BD85-2192-0093CED0EB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experiments</a:t>
            </a:r>
          </a:p>
        </p:txBody>
      </p:sp>
      <p:sp>
        <p:nvSpPr>
          <p:cNvPr id="69637" name="Rectangle 3">
            <a:extLst>
              <a:ext uri="{FF2B5EF4-FFF2-40B4-BE49-F238E27FC236}">
                <a16:creationId xmlns:a16="http://schemas.microsoft.com/office/drawing/2014/main" id="{A43AA708-5BBC-641D-3F9F-A4771582FD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it-IT" altLang="it-IT" dirty="0"/>
              <a:t>check </a:t>
            </a:r>
            <a:r>
              <a:rPr lang="it-IT" altLang="it-IT" dirty="0" err="1"/>
              <a:t>that</a:t>
            </a:r>
            <a:r>
              <a:rPr lang="it-IT" altLang="it-IT" dirty="0"/>
              <a:t> routers know </a:t>
            </a:r>
            <a:r>
              <a:rPr lang="it-IT" altLang="it-IT" dirty="0" err="1"/>
              <a:t>detailed</a:t>
            </a:r>
            <a:r>
              <a:rPr lang="it-IT" altLang="it-IT" dirty="0"/>
              <a:t> </a:t>
            </a:r>
            <a:r>
              <a:rPr lang="it-IT" altLang="it-IT" dirty="0" err="1"/>
              <a:t>topology</a:t>
            </a:r>
            <a:r>
              <a:rPr lang="it-IT" altLang="it-IT" dirty="0"/>
              <a:t> information </a:t>
            </a:r>
            <a:r>
              <a:rPr lang="it-IT" altLang="it-IT" dirty="0" err="1"/>
              <a:t>only</a:t>
            </a:r>
            <a:r>
              <a:rPr lang="it-IT" altLang="it-IT" dirty="0"/>
              <a:t> </a:t>
            </a:r>
            <a:r>
              <a:rPr lang="it-IT" altLang="it-IT" dirty="0" err="1"/>
              <a:t>about</a:t>
            </a:r>
            <a:r>
              <a:rPr lang="it-IT" altLang="it-IT" dirty="0"/>
              <a:t> </a:t>
            </a:r>
            <a:r>
              <a:rPr lang="it-IT" altLang="it-IT" dirty="0" err="1"/>
              <a:t>their</a:t>
            </a:r>
            <a:r>
              <a:rPr lang="it-IT" altLang="it-IT" dirty="0"/>
              <a:t> </a:t>
            </a:r>
            <a:r>
              <a:rPr lang="it-IT" altLang="it-IT" dirty="0" err="1"/>
              <a:t>own</a:t>
            </a:r>
            <a:r>
              <a:rPr lang="it-IT" altLang="it-IT" dirty="0"/>
              <a:t> area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08B428D6-06D8-4FEE-58BC-63631561EE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en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63677CD-EC1F-63B5-90D6-15966C13AC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en-IT"/>
              <a:t>kathara – [ labs: ospf_frr ]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FFE8BEA-49C4-7C2C-0C30-B5627811B429}"/>
              </a:ext>
            </a:extLst>
          </p:cNvPr>
          <p:cNvGrpSpPr/>
          <p:nvPr/>
        </p:nvGrpSpPr>
        <p:grpSpPr>
          <a:xfrm>
            <a:off x="717372" y="2531603"/>
            <a:ext cx="7057574" cy="3921584"/>
            <a:chOff x="4522710" y="2378844"/>
            <a:chExt cx="7057574" cy="329481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2D71784-7835-719B-EB61-D544CD6BA44E}"/>
                </a:ext>
              </a:extLst>
            </p:cNvPr>
            <p:cNvSpPr/>
            <p:nvPr/>
          </p:nvSpPr>
          <p:spPr>
            <a:xfrm>
              <a:off x="4522710" y="2664220"/>
              <a:ext cx="7057574" cy="3009436"/>
            </a:xfrm>
            <a:prstGeom prst="rect">
              <a:avLst/>
            </a:prstGeom>
            <a:solidFill>
              <a:sysClr val="windowText" lastClr="000000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t"/>
            <a:lstStyle/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r2# show </a:t>
              </a:r>
              <a:r>
                <a:rPr lang="en-US" altLang="it-IT" sz="140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ip</a:t>
              </a: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altLang="it-IT" sz="140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ospf</a:t>
              </a: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database router 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OSPF Router with ID (200.0.1.1)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              Router Link States (Area 1.1.1.1 [Stub])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...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Link State ID: 110.0.0.1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...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 Number of Links: 1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  Link connected to: a Transit Network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   (Link ID) Designated Router address: 100.0.0.2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   (Link Data) Router Interface address: 100.0.0.1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 ...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Link State ID: 200.0.0.1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...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 Number of Links: 2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  Link connected to: a Transit Network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   (Link ID) Designated Router address: 100.0.0.2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   (Link Data) Router Interface address: 100.0.0.2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   ...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  Link connected to: a Transit Network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   (Link ID) Designated Router address: 200.0.0.2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   (Link Data) Router Interface address: 200.0.0.1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   ...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1D95D40-6A84-F900-0DCC-C00A0E077996}"/>
                </a:ext>
              </a:extLst>
            </p:cNvPr>
            <p:cNvSpPr/>
            <p:nvPr/>
          </p:nvSpPr>
          <p:spPr>
            <a:xfrm>
              <a:off x="4522710" y="2378844"/>
              <a:ext cx="7057570" cy="286249"/>
            </a:xfrm>
            <a:prstGeom prst="rect">
              <a:avLst/>
            </a:prstGeom>
            <a:solidFill>
              <a:srgbClr val="4472C4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25400" algn="l" rotWithShape="0">
                <a:prstClr val="black">
                  <a:alpha val="32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r2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1621E67-88B0-394C-D048-75EB5C43C8BD}"/>
                </a:ext>
              </a:extLst>
            </p:cNvPr>
            <p:cNvGrpSpPr/>
            <p:nvPr/>
          </p:nvGrpSpPr>
          <p:grpSpPr>
            <a:xfrm>
              <a:off x="10920536" y="2466851"/>
              <a:ext cx="581348" cy="126235"/>
              <a:chOff x="8092857" y="2115830"/>
              <a:chExt cx="581348" cy="12623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7D32825-798F-C3B5-7912-FBABB09F9B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48205" y="2116065"/>
                <a:ext cx="126000" cy="126000"/>
              </a:xfrm>
              <a:prstGeom prst="rect">
                <a:avLst/>
              </a:prstGeom>
              <a:solidFill>
                <a:srgbClr val="FF0000">
                  <a:alpha val="50196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B183057-81F6-524A-E170-5BE8DD0C025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92857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F759F28-C5E8-EDF8-F578-84E5277301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20531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" name="AutoShape 32">
            <a:extLst>
              <a:ext uri="{FF2B5EF4-FFF2-40B4-BE49-F238E27FC236}">
                <a16:creationId xmlns:a16="http://schemas.microsoft.com/office/drawing/2014/main" id="{AE359951-D5B1-8515-8BEB-370F9C8DD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2429" y="3641042"/>
            <a:ext cx="2705210" cy="1197136"/>
          </a:xfrm>
          <a:prstGeom prst="foldedCorner">
            <a:avLst>
              <a:gd name="adj" fmla="val 12500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it-IT" altLang="en-IT" sz="2000" dirty="0">
                <a:latin typeface="Tahoma" panose="020B0604030504040204" pitchFamily="34" charset="0"/>
              </a:rPr>
              <a:t>note: the output </a:t>
            </a:r>
            <a:r>
              <a:rPr lang="it-IT" altLang="en-IT" sz="2000" dirty="0" err="1">
                <a:latin typeface="Tahoma" panose="020B0604030504040204" pitchFamily="34" charset="0"/>
              </a:rPr>
              <a:t>has</a:t>
            </a:r>
            <a:r>
              <a:rPr lang="it-IT" altLang="en-IT" sz="2000" dirty="0">
                <a:latin typeface="Tahoma" panose="020B0604030504040204" pitchFamily="34" charset="0"/>
              </a:rPr>
              <a:t> </a:t>
            </a:r>
            <a:r>
              <a:rPr lang="it-IT" altLang="en-IT" sz="2000" dirty="0" err="1">
                <a:latin typeface="Tahoma" panose="020B0604030504040204" pitchFamily="34" charset="0"/>
              </a:rPr>
              <a:t>been</a:t>
            </a:r>
            <a:r>
              <a:rPr lang="it-IT" altLang="en-IT" sz="2000" dirty="0">
                <a:latin typeface="Tahoma" panose="020B0604030504040204" pitchFamily="34" charset="0"/>
              </a:rPr>
              <a:t> </a:t>
            </a:r>
            <a:r>
              <a:rPr lang="it-IT" altLang="en-IT" sz="2000" dirty="0" err="1">
                <a:latin typeface="Tahoma" panose="020B0604030504040204" pitchFamily="34" charset="0"/>
              </a:rPr>
              <a:t>summarized</a:t>
            </a:r>
            <a:endParaRPr lang="it-IT" altLang="en-IT" sz="24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0179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Rectangle 2">
            <a:extLst>
              <a:ext uri="{FF2B5EF4-FFF2-40B4-BE49-F238E27FC236}">
                <a16:creationId xmlns:a16="http://schemas.microsoft.com/office/drawing/2014/main" id="{570CE035-6272-BD85-2192-0093CED0EB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experiments</a:t>
            </a:r>
          </a:p>
        </p:txBody>
      </p:sp>
      <p:sp>
        <p:nvSpPr>
          <p:cNvPr id="69637" name="Rectangle 3">
            <a:extLst>
              <a:ext uri="{FF2B5EF4-FFF2-40B4-BE49-F238E27FC236}">
                <a16:creationId xmlns:a16="http://schemas.microsoft.com/office/drawing/2014/main" id="{A43AA708-5BBC-641D-3F9F-A4771582FD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it-IT" altLang="it-IT" dirty="0"/>
              <a:t>check </a:t>
            </a:r>
            <a:r>
              <a:rPr lang="it-IT" altLang="it-IT" dirty="0" err="1"/>
              <a:t>that</a:t>
            </a:r>
            <a:r>
              <a:rPr lang="it-IT" altLang="it-IT" dirty="0"/>
              <a:t> routers know </a:t>
            </a:r>
            <a:r>
              <a:rPr lang="it-IT" altLang="it-IT" dirty="0" err="1"/>
              <a:t>detailed</a:t>
            </a:r>
            <a:r>
              <a:rPr lang="it-IT" altLang="it-IT" dirty="0"/>
              <a:t> </a:t>
            </a:r>
            <a:r>
              <a:rPr lang="it-IT" altLang="it-IT" dirty="0" err="1"/>
              <a:t>topology</a:t>
            </a:r>
            <a:r>
              <a:rPr lang="it-IT" altLang="it-IT" dirty="0"/>
              <a:t> information </a:t>
            </a:r>
            <a:r>
              <a:rPr lang="it-IT" altLang="it-IT" dirty="0" err="1"/>
              <a:t>only</a:t>
            </a:r>
            <a:r>
              <a:rPr lang="it-IT" altLang="it-IT" dirty="0"/>
              <a:t> </a:t>
            </a:r>
            <a:r>
              <a:rPr lang="it-IT" altLang="it-IT" dirty="0" err="1"/>
              <a:t>about</a:t>
            </a:r>
            <a:r>
              <a:rPr lang="it-IT" altLang="it-IT" dirty="0"/>
              <a:t> </a:t>
            </a:r>
            <a:r>
              <a:rPr lang="it-IT" altLang="it-IT" dirty="0" err="1"/>
              <a:t>their</a:t>
            </a:r>
            <a:r>
              <a:rPr lang="it-IT" altLang="it-IT" dirty="0"/>
              <a:t> </a:t>
            </a:r>
            <a:r>
              <a:rPr lang="it-IT" altLang="it-IT" dirty="0" err="1"/>
              <a:t>own</a:t>
            </a:r>
            <a:r>
              <a:rPr lang="it-IT" altLang="it-IT" dirty="0"/>
              <a:t> area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08B428D6-06D8-4FEE-58BC-63631561EE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en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63677CD-EC1F-63B5-90D6-15966C13AC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en-IT"/>
              <a:t>kathara – [ labs: ospf_frr ]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FFE8BEA-49C4-7C2C-0C30-B5627811B429}"/>
              </a:ext>
            </a:extLst>
          </p:cNvPr>
          <p:cNvGrpSpPr/>
          <p:nvPr/>
        </p:nvGrpSpPr>
        <p:grpSpPr>
          <a:xfrm>
            <a:off x="717372" y="2531603"/>
            <a:ext cx="7057574" cy="3921584"/>
            <a:chOff x="4522710" y="2378844"/>
            <a:chExt cx="7057574" cy="329481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2D71784-7835-719B-EB61-D544CD6BA44E}"/>
                </a:ext>
              </a:extLst>
            </p:cNvPr>
            <p:cNvSpPr/>
            <p:nvPr/>
          </p:nvSpPr>
          <p:spPr>
            <a:xfrm>
              <a:off x="4522710" y="2664220"/>
              <a:ext cx="7057574" cy="3009436"/>
            </a:xfrm>
            <a:prstGeom prst="rect">
              <a:avLst/>
            </a:prstGeom>
            <a:solidFill>
              <a:sysClr val="windowText" lastClr="000000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t"/>
            <a:lstStyle/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r2# show </a:t>
              </a:r>
              <a:r>
                <a:rPr lang="en-US" altLang="it-IT" sz="140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ip</a:t>
              </a: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altLang="it-IT" sz="140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ospf</a:t>
              </a: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database network 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     OSPF Router with ID (200.0.1.1)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              Net Link States (Area 1.1.1.1 [Stub])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LS age: 759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Options: 0x0  : *|-|-|-|-|-|-|-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LS Flags: 0x6  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LS Type: network-LSA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Link State ID: 100.0.0.2 (address of Designated Router)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Advertising Router: 200.0.0.1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LS Seq Number: 80000001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Checksum: 0x09ec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Length: 32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Network Mask: /30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      Attached Router: 110.0.0.1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      Attached Router: 200.0.0.1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LS age: 763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Options: 0x0  : *|-|-|-|-|-|-|-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LS Flags: 0x3  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LS Type: network-LSA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Link State ID: 200.0.0.2 (address of Designated Router)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Advertising Router: 200.0.1.1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LS Seq Number: 80000001</a:t>
              </a:r>
            </a:p>
            <a:p>
              <a:pPr eaLnBrk="1" hangingPunct="1">
                <a:lnSpc>
                  <a:spcPts val="1200"/>
                </a:lnSpc>
              </a:pP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...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1D95D40-6A84-F900-0DCC-C00A0E077996}"/>
                </a:ext>
              </a:extLst>
            </p:cNvPr>
            <p:cNvSpPr/>
            <p:nvPr/>
          </p:nvSpPr>
          <p:spPr>
            <a:xfrm>
              <a:off x="4522710" y="2378844"/>
              <a:ext cx="7057570" cy="286249"/>
            </a:xfrm>
            <a:prstGeom prst="rect">
              <a:avLst/>
            </a:prstGeom>
            <a:solidFill>
              <a:srgbClr val="4472C4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25400" algn="l" rotWithShape="0">
                <a:prstClr val="black">
                  <a:alpha val="32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r2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1621E67-88B0-394C-D048-75EB5C43C8BD}"/>
                </a:ext>
              </a:extLst>
            </p:cNvPr>
            <p:cNvGrpSpPr/>
            <p:nvPr/>
          </p:nvGrpSpPr>
          <p:grpSpPr>
            <a:xfrm>
              <a:off x="10920536" y="2466851"/>
              <a:ext cx="581348" cy="126235"/>
              <a:chOff x="8092857" y="2115830"/>
              <a:chExt cx="581348" cy="12623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7D32825-798F-C3B5-7912-FBABB09F9B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48205" y="2116065"/>
                <a:ext cx="126000" cy="126000"/>
              </a:xfrm>
              <a:prstGeom prst="rect">
                <a:avLst/>
              </a:prstGeom>
              <a:solidFill>
                <a:srgbClr val="FF0000">
                  <a:alpha val="50196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B183057-81F6-524A-E170-5BE8DD0C025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92857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F759F28-C5E8-EDF8-F578-84E5277301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20531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" name="AutoShape 32">
            <a:extLst>
              <a:ext uri="{FF2B5EF4-FFF2-40B4-BE49-F238E27FC236}">
                <a16:creationId xmlns:a16="http://schemas.microsoft.com/office/drawing/2014/main" id="{AE359951-D5B1-8515-8BEB-370F9C8DD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2429" y="3641042"/>
            <a:ext cx="2705210" cy="1197136"/>
          </a:xfrm>
          <a:prstGeom prst="foldedCorner">
            <a:avLst>
              <a:gd name="adj" fmla="val 12500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it-IT" altLang="en-IT" sz="2000" dirty="0">
                <a:latin typeface="Tahoma" panose="020B0604030504040204" pitchFamily="34" charset="0"/>
              </a:rPr>
              <a:t>note: the output </a:t>
            </a:r>
            <a:r>
              <a:rPr lang="it-IT" altLang="en-IT" sz="2000" dirty="0" err="1">
                <a:latin typeface="Tahoma" panose="020B0604030504040204" pitchFamily="34" charset="0"/>
              </a:rPr>
              <a:t>has</a:t>
            </a:r>
            <a:r>
              <a:rPr lang="it-IT" altLang="en-IT" sz="2000" dirty="0">
                <a:latin typeface="Tahoma" panose="020B0604030504040204" pitchFamily="34" charset="0"/>
              </a:rPr>
              <a:t> </a:t>
            </a:r>
            <a:r>
              <a:rPr lang="it-IT" altLang="en-IT" sz="2000" dirty="0" err="1">
                <a:latin typeface="Tahoma" panose="020B0604030504040204" pitchFamily="34" charset="0"/>
              </a:rPr>
              <a:t>been</a:t>
            </a:r>
            <a:r>
              <a:rPr lang="it-IT" altLang="en-IT" sz="2000" dirty="0">
                <a:latin typeface="Tahoma" panose="020B0604030504040204" pitchFamily="34" charset="0"/>
              </a:rPr>
              <a:t> </a:t>
            </a:r>
            <a:r>
              <a:rPr lang="it-IT" altLang="en-IT" sz="2000" dirty="0" err="1">
                <a:latin typeface="Tahoma" panose="020B0604030504040204" pitchFamily="34" charset="0"/>
              </a:rPr>
              <a:t>summarized</a:t>
            </a:r>
            <a:endParaRPr lang="it-IT" altLang="en-IT" sz="24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9419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Rectangle 2">
            <a:extLst>
              <a:ext uri="{FF2B5EF4-FFF2-40B4-BE49-F238E27FC236}">
                <a16:creationId xmlns:a16="http://schemas.microsoft.com/office/drawing/2014/main" id="{FBE255A8-ED84-07CF-890D-66D356DE23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experiments</a:t>
            </a:r>
          </a:p>
        </p:txBody>
      </p:sp>
      <p:sp>
        <p:nvSpPr>
          <p:cNvPr id="71685" name="Rectangle 3">
            <a:extLst>
              <a:ext uri="{FF2B5EF4-FFF2-40B4-BE49-F238E27FC236}">
                <a16:creationId xmlns:a16="http://schemas.microsoft.com/office/drawing/2014/main" id="{D5AFA3B5-B7FC-C1E4-C298-96EFCF2C7C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800"/>
              <a:t>check what routers know about the outside of the area, using the </a:t>
            </a:r>
            <a:r>
              <a:rPr lang="it-IT" altLang="it-IT" sz="2800" b="1">
                <a:latin typeface="Courier New" panose="02070309020205020404" pitchFamily="49" charset="0"/>
              </a:rPr>
              <a:t>show ip ospf database summary</a:t>
            </a:r>
            <a:r>
              <a:rPr lang="it-IT" altLang="it-IT" sz="2800"/>
              <a:t> command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400"/>
              <a:t>in particular, check the </a:t>
            </a:r>
            <a:r>
              <a:rPr lang="it-IT" altLang="it-IT" sz="2400" b="1">
                <a:latin typeface="Courier New" panose="02070309020205020404" pitchFamily="49" charset="0"/>
              </a:rPr>
              <a:t>Metric</a:t>
            </a:r>
            <a:r>
              <a:rPr lang="it-IT" altLang="it-IT" sz="2400"/>
              <a:t> values, that show how far away the destination is from the advertising abr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800"/>
              <a:t>check that routers in stub areas are offered a default route, whereas routers in the backbone are not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400"/>
              <a:t>also check what </a:t>
            </a:r>
            <a:r>
              <a:rPr lang="it-IT" altLang="it-IT" sz="2400" b="1">
                <a:latin typeface="Courier New" panose="02070309020205020404" pitchFamily="49" charset="0"/>
              </a:rPr>
              <a:t>Metric</a:t>
            </a:r>
            <a:r>
              <a:rPr lang="it-IT" altLang="it-IT" sz="2400"/>
              <a:t> is assigned to the default route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3C22D2AB-A4CC-1731-F289-3734EDBB45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en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F526759-10D1-0BC3-8EAD-583784121D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en-IT"/>
              <a:t>kathara – [ labs: ospf_frr 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3">
            <a:extLst>
              <a:ext uri="{FF2B5EF4-FFF2-40B4-BE49-F238E27FC236}">
                <a16:creationId xmlns:a16="http://schemas.microsoft.com/office/drawing/2014/main" id="{0A00602B-26E7-2E2D-601E-067D7F873BB6}"/>
              </a:ext>
            </a:extLst>
          </p:cNvPr>
          <p:cNvGrpSpPr/>
          <p:nvPr/>
        </p:nvGrpSpPr>
        <p:grpSpPr>
          <a:xfrm>
            <a:off x="1559496" y="4005064"/>
            <a:ext cx="9289427" cy="2376263"/>
            <a:chOff x="2290857" y="2378844"/>
            <a:chExt cx="9289427" cy="1996474"/>
          </a:xfrm>
        </p:grpSpPr>
        <p:sp>
          <p:nvSpPr>
            <p:cNvPr id="18" name="Rectangle 4">
              <a:extLst>
                <a:ext uri="{FF2B5EF4-FFF2-40B4-BE49-F238E27FC236}">
                  <a16:creationId xmlns:a16="http://schemas.microsoft.com/office/drawing/2014/main" id="{8BCD8670-53A8-0899-65C9-8C8A4CFCAACE}"/>
                </a:ext>
              </a:extLst>
            </p:cNvPr>
            <p:cNvSpPr/>
            <p:nvPr/>
          </p:nvSpPr>
          <p:spPr>
            <a:xfrm>
              <a:off x="2290857" y="2664221"/>
              <a:ext cx="9289427" cy="1711097"/>
            </a:xfrm>
            <a:prstGeom prst="rect">
              <a:avLst/>
            </a:prstGeom>
            <a:solidFill>
              <a:sysClr val="windowText" lastClr="000000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t"/>
            <a:lstStyle/>
            <a:p>
              <a:pPr eaLnBrk="1" hangingPunct="1"/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r3# show </a:t>
              </a:r>
              <a:r>
                <a:rPr lang="en-US" altLang="it-IT" sz="140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ip</a:t>
              </a: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</a:t>
              </a:r>
              <a:r>
                <a:rPr lang="en-US" altLang="it-IT" sz="140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ospf</a:t>
              </a: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route</a:t>
              </a:r>
            </a:p>
            <a:p>
              <a:pPr eaLnBrk="1" hangingPunct="1"/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============ OSPF network routing table ============</a:t>
              </a:r>
            </a:p>
            <a:p>
              <a:pPr eaLnBrk="1" hangingPunct="1"/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N IA 0.0.0.0/0             [11] area: 2.2.2.2</a:t>
              </a:r>
            </a:p>
            <a:p>
              <a:pPr eaLnBrk="1" hangingPunct="1"/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                         via 110.0.0.1, eth1</a:t>
              </a:r>
            </a:p>
            <a:p>
              <a:pPr eaLnBrk="1" hangingPunct="1"/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                         via 120.0.0.1, eth0</a:t>
              </a:r>
            </a:p>
            <a:p>
              <a:pPr eaLnBrk="1" hangingPunct="1"/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...</a:t>
              </a:r>
            </a:p>
          </p:txBody>
        </p:sp>
        <p:sp>
          <p:nvSpPr>
            <p:cNvPr id="19" name="Rectangle 5">
              <a:extLst>
                <a:ext uri="{FF2B5EF4-FFF2-40B4-BE49-F238E27FC236}">
                  <a16:creationId xmlns:a16="http://schemas.microsoft.com/office/drawing/2014/main" id="{FEAC0AC4-4083-C5B8-4430-A0C9B9D8201F}"/>
                </a:ext>
              </a:extLst>
            </p:cNvPr>
            <p:cNvSpPr/>
            <p:nvPr/>
          </p:nvSpPr>
          <p:spPr>
            <a:xfrm>
              <a:off x="2290857" y="2378844"/>
              <a:ext cx="9289423" cy="286249"/>
            </a:xfrm>
            <a:prstGeom prst="rect">
              <a:avLst/>
            </a:prstGeom>
            <a:solidFill>
              <a:srgbClr val="4472C4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25400" algn="l" rotWithShape="0">
                <a:prstClr val="black">
                  <a:alpha val="32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r3</a:t>
              </a:r>
            </a:p>
          </p:txBody>
        </p:sp>
        <p:grpSp>
          <p:nvGrpSpPr>
            <p:cNvPr id="20" name="Group 6">
              <a:extLst>
                <a:ext uri="{FF2B5EF4-FFF2-40B4-BE49-F238E27FC236}">
                  <a16:creationId xmlns:a16="http://schemas.microsoft.com/office/drawing/2014/main" id="{FE70F728-6FBD-4053-2D77-FC11CA2AEF4E}"/>
                </a:ext>
              </a:extLst>
            </p:cNvPr>
            <p:cNvGrpSpPr/>
            <p:nvPr/>
          </p:nvGrpSpPr>
          <p:grpSpPr>
            <a:xfrm>
              <a:off x="10920536" y="2466851"/>
              <a:ext cx="581348" cy="126235"/>
              <a:chOff x="8092857" y="2115830"/>
              <a:chExt cx="581348" cy="126235"/>
            </a:xfrm>
          </p:grpSpPr>
          <p:sp>
            <p:nvSpPr>
              <p:cNvPr id="21" name="Rectangle 7">
                <a:extLst>
                  <a:ext uri="{FF2B5EF4-FFF2-40B4-BE49-F238E27FC236}">
                    <a16:creationId xmlns:a16="http://schemas.microsoft.com/office/drawing/2014/main" id="{E7480401-25F9-44F7-114A-763C4DFC391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48205" y="2116065"/>
                <a:ext cx="126000" cy="126000"/>
              </a:xfrm>
              <a:prstGeom prst="rect">
                <a:avLst/>
              </a:prstGeom>
              <a:solidFill>
                <a:srgbClr val="FF0000">
                  <a:alpha val="50196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Rectangle 8">
                <a:extLst>
                  <a:ext uri="{FF2B5EF4-FFF2-40B4-BE49-F238E27FC236}">
                    <a16:creationId xmlns:a16="http://schemas.microsoft.com/office/drawing/2014/main" id="{6CA71ADC-BDAE-0DCB-E99B-C9919FFABBD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92857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Rectangle 9">
                <a:extLst>
                  <a:ext uri="{FF2B5EF4-FFF2-40B4-BE49-F238E27FC236}">
                    <a16:creationId xmlns:a16="http://schemas.microsoft.com/office/drawing/2014/main" id="{2701BB75-4460-D5B2-7744-9347E31EC80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20531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72708" name="Rectangle 2">
            <a:extLst>
              <a:ext uri="{FF2B5EF4-FFF2-40B4-BE49-F238E27FC236}">
                <a16:creationId xmlns:a16="http://schemas.microsoft.com/office/drawing/2014/main" id="{5A8B28D6-087B-D6C9-2799-8E41FEBD08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experiments</a:t>
            </a:r>
          </a:p>
        </p:txBody>
      </p:sp>
      <p:sp>
        <p:nvSpPr>
          <p:cNvPr id="282627" name="Rectangle 3">
            <a:extLst>
              <a:ext uri="{FF2B5EF4-FFF2-40B4-BE49-F238E27FC236}">
                <a16:creationId xmlns:a16="http://schemas.microsoft.com/office/drawing/2014/main" id="{F38778AB-15BF-4432-9821-D5AF7390A2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it-IT" dirty="0" err="1"/>
              <a:t>experiment</a:t>
            </a:r>
            <a:r>
              <a:rPr lang="it-IT" dirty="0"/>
              <a:t> </a:t>
            </a:r>
            <a:r>
              <a:rPr lang="it-IT" dirty="0" err="1"/>
              <a:t>ospf’s</a:t>
            </a:r>
            <a:r>
              <a:rPr lang="it-IT" dirty="0"/>
              <a:t> recovery capabilities</a:t>
            </a:r>
          </a:p>
          <a:p>
            <a:pPr lvl="1" eaLnBrk="1" hangingPunct="1">
              <a:defRPr/>
            </a:pPr>
            <a:r>
              <a:rPr lang="it-IT" dirty="0" err="1"/>
              <a:t>when</a:t>
            </a:r>
            <a:r>
              <a:rPr lang="it-IT" dirty="0"/>
              <a:t> multiple </a:t>
            </a:r>
            <a:r>
              <a:rPr lang="it-IT" dirty="0" err="1"/>
              <a:t>equal</a:t>
            </a:r>
            <a:r>
              <a:rPr lang="it-IT" dirty="0"/>
              <a:t> cost </a:t>
            </a:r>
            <a:r>
              <a:rPr lang="it-IT" dirty="0" err="1"/>
              <a:t>routes</a:t>
            </a:r>
            <a:r>
              <a:rPr lang="it-IT" dirty="0"/>
              <a:t> are </a:t>
            </a:r>
            <a:r>
              <a:rPr lang="it-IT" dirty="0" err="1"/>
              <a:t>available</a:t>
            </a:r>
            <a:r>
              <a:rPr lang="it-IT" dirty="0"/>
              <a:t>, </a:t>
            </a:r>
            <a:r>
              <a:rPr lang="it-IT" dirty="0" err="1"/>
              <a:t>ospf</a:t>
            </a:r>
            <a:r>
              <a:rPr lang="it-IT" dirty="0"/>
              <a:t> </a:t>
            </a:r>
            <a:r>
              <a:rPr lang="it-IT" dirty="0" err="1"/>
              <a:t>keeps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of </a:t>
            </a:r>
            <a:r>
              <a:rPr lang="it-IT" dirty="0" err="1"/>
              <a:t>them</a:t>
            </a:r>
            <a:endParaRPr lang="it-IT" dirty="0"/>
          </a:p>
          <a:p>
            <a:pPr lvl="1" eaLnBrk="1" hangingPunct="1">
              <a:defRPr/>
            </a:pPr>
            <a:r>
              <a:rPr lang="it-IT" dirty="0"/>
              <a:t>check </a:t>
            </a:r>
            <a:r>
              <a:rPr lang="it-IT" dirty="0" err="1"/>
              <a:t>it</a:t>
            </a:r>
            <a:r>
              <a:rPr lang="it-IT" dirty="0"/>
              <a:t> by </a:t>
            </a:r>
            <a:r>
              <a:rPr lang="it-IT" dirty="0" err="1"/>
              <a:t>verifying</a:t>
            </a:r>
            <a:r>
              <a:rPr lang="it-IT" dirty="0"/>
              <a:t> </a:t>
            </a: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b="1" dirty="0">
                <a:latin typeface="Courier New" pitchFamily="49" charset="0"/>
              </a:rPr>
              <a:t>r3</a:t>
            </a:r>
            <a:r>
              <a:rPr lang="it-IT" dirty="0"/>
              <a:t> </a:t>
            </a:r>
            <a:r>
              <a:rPr lang="it-IT" dirty="0" err="1"/>
              <a:t>knows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the default </a:t>
            </a:r>
            <a:r>
              <a:rPr lang="it-IT" dirty="0" err="1"/>
              <a:t>route</a:t>
            </a:r>
            <a:endParaRPr lang="it-IT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5BDC55E7-3CF6-6945-6573-9F94688EDD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en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0E81D67-D9BE-FC5D-2C75-A6E3854F6C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en-IT"/>
              <a:t>kathara – [ labs: ospf_frr ]</a:t>
            </a:r>
          </a:p>
        </p:txBody>
      </p:sp>
      <p:sp>
        <p:nvSpPr>
          <p:cNvPr id="15" name="AutoShape 32">
            <a:extLst>
              <a:ext uri="{FF2B5EF4-FFF2-40B4-BE49-F238E27FC236}">
                <a16:creationId xmlns:a16="http://schemas.microsoft.com/office/drawing/2014/main" id="{45FE12DF-9E0D-9BD8-FE3F-A540016AC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201" y="5365060"/>
            <a:ext cx="1258888" cy="714375"/>
          </a:xfrm>
          <a:prstGeom prst="wedgeRoundRectCallout">
            <a:avLst>
              <a:gd name="adj1" fmla="val 68662"/>
              <a:gd name="adj2" fmla="val -97333"/>
              <a:gd name="adj3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it-IT" altLang="en-IT">
                <a:latin typeface="Tahoma" panose="020B0604030504040204" pitchFamily="34" charset="0"/>
              </a:rPr>
              <a:t>inter-area path</a:t>
            </a:r>
          </a:p>
        </p:txBody>
      </p:sp>
      <p:sp>
        <p:nvSpPr>
          <p:cNvPr id="16" name="AutoShape 33">
            <a:extLst>
              <a:ext uri="{FF2B5EF4-FFF2-40B4-BE49-F238E27FC236}">
                <a16:creationId xmlns:a16="http://schemas.microsoft.com/office/drawing/2014/main" id="{B2C968C8-B04C-8BD4-8161-A81568780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624" y="5383966"/>
            <a:ext cx="1441450" cy="714375"/>
          </a:xfrm>
          <a:prstGeom prst="wedgeRoundRectCallout">
            <a:avLst>
              <a:gd name="adj1" fmla="val 80065"/>
              <a:gd name="adj2" fmla="val -72222"/>
              <a:gd name="adj3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it-IT" altLang="en-IT" dirty="0" err="1">
                <a:latin typeface="Tahoma" panose="020B0604030504040204" pitchFamily="34" charset="0"/>
              </a:rPr>
              <a:t>equal</a:t>
            </a:r>
            <a:r>
              <a:rPr lang="it-IT" altLang="en-IT" dirty="0">
                <a:latin typeface="Tahoma" panose="020B0604030504040204" pitchFamily="34" charset="0"/>
              </a:rPr>
              <a:t> cost </a:t>
            </a:r>
            <a:r>
              <a:rPr lang="it-IT" altLang="en-IT" dirty="0" err="1">
                <a:latin typeface="Tahoma" panose="020B0604030504040204" pitchFamily="34" charset="0"/>
              </a:rPr>
              <a:t>routes</a:t>
            </a:r>
            <a:endParaRPr lang="it-IT" altLang="en-IT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3">
            <a:extLst>
              <a:ext uri="{FF2B5EF4-FFF2-40B4-BE49-F238E27FC236}">
                <a16:creationId xmlns:a16="http://schemas.microsoft.com/office/drawing/2014/main" id="{D52E780B-9C7F-FEC8-0B76-67ACCD2229E1}"/>
              </a:ext>
            </a:extLst>
          </p:cNvPr>
          <p:cNvGrpSpPr/>
          <p:nvPr/>
        </p:nvGrpSpPr>
        <p:grpSpPr>
          <a:xfrm>
            <a:off x="1559496" y="4005064"/>
            <a:ext cx="9289427" cy="2376263"/>
            <a:chOff x="2290857" y="2378844"/>
            <a:chExt cx="9289427" cy="1996474"/>
          </a:xfrm>
        </p:grpSpPr>
        <p:sp>
          <p:nvSpPr>
            <p:cNvPr id="21" name="Rectangle 4">
              <a:extLst>
                <a:ext uri="{FF2B5EF4-FFF2-40B4-BE49-F238E27FC236}">
                  <a16:creationId xmlns:a16="http://schemas.microsoft.com/office/drawing/2014/main" id="{93E971C7-3ECF-149E-3A78-E42763A47142}"/>
                </a:ext>
              </a:extLst>
            </p:cNvPr>
            <p:cNvSpPr/>
            <p:nvPr/>
          </p:nvSpPr>
          <p:spPr>
            <a:xfrm>
              <a:off x="2290857" y="2664221"/>
              <a:ext cx="9289427" cy="1711097"/>
            </a:xfrm>
            <a:prstGeom prst="rect">
              <a:avLst/>
            </a:prstGeom>
            <a:solidFill>
              <a:sysClr val="windowText" lastClr="000000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t"/>
            <a:lstStyle/>
            <a:p>
              <a:pPr eaLnBrk="1" hangingPunct="1"/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r3# show </a:t>
              </a:r>
              <a:r>
                <a:rPr lang="en-US" altLang="it-IT" sz="140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ip</a:t>
              </a: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route</a:t>
              </a:r>
            </a:p>
            <a:p>
              <a:pPr eaLnBrk="1" hangingPunct="1"/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Codes: K - kernel route, C - connected, S - static, R - RIP, O - OSPF, </a:t>
              </a:r>
            </a:p>
            <a:p>
              <a:pPr eaLnBrk="1" hangingPunct="1"/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     I - IS-IS, B - BGP, E - EIGRP, N - NHRP, T - Table, v - VNC, </a:t>
              </a:r>
            </a:p>
            <a:p>
              <a:pPr eaLnBrk="1" hangingPunct="1"/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     V - VNC-Direct, A - Babel, F - PBR, f - </a:t>
              </a:r>
              <a:r>
                <a:rPr lang="en-US" altLang="it-IT" sz="1400" dirty="0" err="1">
                  <a:solidFill>
                    <a:schemeClr val="bg1"/>
                  </a:solidFill>
                  <a:latin typeface="Lucida Console" panose="020B0609040504020204" pitchFamily="49" charset="0"/>
                </a:rPr>
                <a:t>OpenFabric</a:t>
              </a:r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, &gt; - selected route, </a:t>
              </a:r>
            </a:p>
            <a:p>
              <a:pPr eaLnBrk="1" hangingPunct="1"/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     * - FIB route, q - queued, r - rejected, b - backup t - trapped, o - offload failure</a:t>
              </a:r>
            </a:p>
            <a:p>
              <a:pPr eaLnBrk="1" hangingPunct="1"/>
              <a:endParaRPr lang="en-US" altLang="it-IT" sz="1400" dirty="0">
                <a:solidFill>
                  <a:schemeClr val="bg1"/>
                </a:solidFill>
                <a:latin typeface="Lucida Console" panose="020B0609040504020204" pitchFamily="49" charset="0"/>
              </a:endParaRPr>
            </a:p>
            <a:p>
              <a:pPr eaLnBrk="1" hangingPunct="1"/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O&gt;* 0.0.0.0/0 [110/11] via 110.0.0.1, eth1, weight 1, 00:18:15</a:t>
              </a:r>
            </a:p>
            <a:p>
              <a:pPr eaLnBrk="1" hangingPunct="1"/>
              <a:r>
                <a:rPr lang="en-US" altLang="it-IT" sz="1400" dirty="0">
                  <a:solidFill>
                    <a:schemeClr val="bg1"/>
                  </a:solidFill>
                  <a:latin typeface="Lucida Console" panose="020B0609040504020204" pitchFamily="49" charset="0"/>
                </a:rPr>
                <a:t>  *                    via 120.0.0.1, eth0, weight 1, 00:18:15</a:t>
              </a:r>
            </a:p>
          </p:txBody>
        </p:sp>
        <p:sp>
          <p:nvSpPr>
            <p:cNvPr id="22" name="Rectangle 5">
              <a:extLst>
                <a:ext uri="{FF2B5EF4-FFF2-40B4-BE49-F238E27FC236}">
                  <a16:creationId xmlns:a16="http://schemas.microsoft.com/office/drawing/2014/main" id="{388C0AAA-FE01-D98C-B267-01DF755D20A4}"/>
                </a:ext>
              </a:extLst>
            </p:cNvPr>
            <p:cNvSpPr/>
            <p:nvPr/>
          </p:nvSpPr>
          <p:spPr>
            <a:xfrm>
              <a:off x="2290857" y="2378844"/>
              <a:ext cx="9289423" cy="286249"/>
            </a:xfrm>
            <a:prstGeom prst="rect">
              <a:avLst/>
            </a:prstGeom>
            <a:solidFill>
              <a:srgbClr val="4472C4"/>
            </a:solidFill>
            <a:ln w="57150" cap="flat" cmpd="sng" algn="ctr">
              <a:solidFill>
                <a:srgbClr val="4472C4"/>
              </a:solidFill>
              <a:prstDash val="solid"/>
              <a:miter lim="800000"/>
            </a:ln>
            <a:effectLst>
              <a:outerShdw blurRad="50800" dist="25400" algn="l" rotWithShape="0">
                <a:prstClr val="black">
                  <a:alpha val="32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r3</a:t>
              </a:r>
            </a:p>
          </p:txBody>
        </p:sp>
        <p:grpSp>
          <p:nvGrpSpPr>
            <p:cNvPr id="23" name="Group 6">
              <a:extLst>
                <a:ext uri="{FF2B5EF4-FFF2-40B4-BE49-F238E27FC236}">
                  <a16:creationId xmlns:a16="http://schemas.microsoft.com/office/drawing/2014/main" id="{F75C20C9-D009-C9EA-2107-84124ED4328F}"/>
                </a:ext>
              </a:extLst>
            </p:cNvPr>
            <p:cNvGrpSpPr/>
            <p:nvPr/>
          </p:nvGrpSpPr>
          <p:grpSpPr>
            <a:xfrm>
              <a:off x="10920536" y="2466851"/>
              <a:ext cx="581348" cy="126235"/>
              <a:chOff x="8092857" y="2115830"/>
              <a:chExt cx="581348" cy="126235"/>
            </a:xfrm>
          </p:grpSpPr>
          <p:sp>
            <p:nvSpPr>
              <p:cNvPr id="24" name="Rectangle 7">
                <a:extLst>
                  <a:ext uri="{FF2B5EF4-FFF2-40B4-BE49-F238E27FC236}">
                    <a16:creationId xmlns:a16="http://schemas.microsoft.com/office/drawing/2014/main" id="{7E7D8913-92CB-CE8E-F5C6-29CA8F6C3E4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48205" y="2116065"/>
                <a:ext cx="126000" cy="126000"/>
              </a:xfrm>
              <a:prstGeom prst="rect">
                <a:avLst/>
              </a:prstGeom>
              <a:solidFill>
                <a:srgbClr val="FF0000">
                  <a:alpha val="50196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Rectangle 8">
                <a:extLst>
                  <a:ext uri="{FF2B5EF4-FFF2-40B4-BE49-F238E27FC236}">
                    <a16:creationId xmlns:a16="http://schemas.microsoft.com/office/drawing/2014/main" id="{1DD9956C-F385-625B-7A01-3B00431BDCB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92857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Rectangle 9">
                <a:extLst>
                  <a:ext uri="{FF2B5EF4-FFF2-40B4-BE49-F238E27FC236}">
                    <a16:creationId xmlns:a16="http://schemas.microsoft.com/office/drawing/2014/main" id="{EF2353CD-D844-3D9C-0786-2768E08230A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20531" y="2115830"/>
                <a:ext cx="126235" cy="126235"/>
              </a:xfrm>
              <a:prstGeom prst="rect">
                <a:avLst/>
              </a:prstGeom>
              <a:solidFill>
                <a:srgbClr val="4472C4">
                  <a:lumMod val="60000"/>
                  <a:lumOff val="40000"/>
                </a:srgbClr>
              </a:solidFill>
              <a:ln w="12700" cap="flat" cmpd="sng" algn="ctr">
                <a:solidFill>
                  <a:srgbClr val="4472C4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73732" name="Rectangle 2">
            <a:extLst>
              <a:ext uri="{FF2B5EF4-FFF2-40B4-BE49-F238E27FC236}">
                <a16:creationId xmlns:a16="http://schemas.microsoft.com/office/drawing/2014/main" id="{299EC859-93E3-8AF5-67B2-8314613CEA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experiments</a:t>
            </a:r>
          </a:p>
        </p:txBody>
      </p:sp>
      <p:sp>
        <p:nvSpPr>
          <p:cNvPr id="284675" name="Rectangle 3">
            <a:extLst>
              <a:ext uri="{FF2B5EF4-FFF2-40B4-BE49-F238E27FC236}">
                <a16:creationId xmlns:a16="http://schemas.microsoft.com/office/drawing/2014/main" id="{4902A104-5366-4902-A11D-B52FA95878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it-IT" dirty="0" err="1"/>
              <a:t>experiment</a:t>
            </a:r>
            <a:r>
              <a:rPr lang="it-IT" dirty="0"/>
              <a:t> </a:t>
            </a:r>
            <a:r>
              <a:rPr lang="it-IT" dirty="0" err="1"/>
              <a:t>ospf’s</a:t>
            </a:r>
            <a:r>
              <a:rPr lang="it-IT" dirty="0"/>
              <a:t> recovery capabilities</a:t>
            </a:r>
          </a:p>
          <a:p>
            <a:pPr lvl="1" eaLnBrk="1" hangingPunct="1">
              <a:defRPr/>
            </a:pPr>
            <a:r>
              <a:rPr lang="it-IT" dirty="0" err="1"/>
              <a:t>when</a:t>
            </a:r>
            <a:r>
              <a:rPr lang="it-IT" dirty="0"/>
              <a:t> multiple </a:t>
            </a:r>
            <a:r>
              <a:rPr lang="it-IT" dirty="0" err="1"/>
              <a:t>equal</a:t>
            </a:r>
            <a:r>
              <a:rPr lang="it-IT" dirty="0"/>
              <a:t> cost </a:t>
            </a:r>
            <a:r>
              <a:rPr lang="it-IT" dirty="0" err="1"/>
              <a:t>routes</a:t>
            </a:r>
            <a:r>
              <a:rPr lang="it-IT" dirty="0"/>
              <a:t> are </a:t>
            </a:r>
            <a:r>
              <a:rPr lang="it-IT" dirty="0" err="1"/>
              <a:t>available</a:t>
            </a:r>
            <a:r>
              <a:rPr lang="it-IT" dirty="0"/>
              <a:t>, </a:t>
            </a:r>
            <a:r>
              <a:rPr lang="it-IT" dirty="0" err="1"/>
              <a:t>ospf</a:t>
            </a:r>
            <a:r>
              <a:rPr lang="it-IT" dirty="0"/>
              <a:t> </a:t>
            </a:r>
            <a:r>
              <a:rPr lang="it-IT" dirty="0" err="1"/>
              <a:t>keeps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of </a:t>
            </a:r>
            <a:r>
              <a:rPr lang="it-IT" dirty="0" err="1"/>
              <a:t>them</a:t>
            </a:r>
            <a:endParaRPr lang="it-IT" dirty="0"/>
          </a:p>
          <a:p>
            <a:pPr lvl="1" eaLnBrk="1" hangingPunct="1">
              <a:defRPr/>
            </a:pPr>
            <a:r>
              <a:rPr lang="it-IT" dirty="0"/>
              <a:t>check </a:t>
            </a:r>
            <a:r>
              <a:rPr lang="it-IT" dirty="0" err="1"/>
              <a:t>it</a:t>
            </a:r>
            <a:r>
              <a:rPr lang="it-IT" dirty="0"/>
              <a:t> by </a:t>
            </a:r>
            <a:r>
              <a:rPr lang="it-IT" dirty="0" err="1"/>
              <a:t>verifying</a:t>
            </a:r>
            <a:r>
              <a:rPr lang="it-IT" dirty="0"/>
              <a:t> </a:t>
            </a: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b="1" dirty="0">
                <a:latin typeface="Courier New" pitchFamily="49" charset="0"/>
              </a:rPr>
              <a:t>r3</a:t>
            </a:r>
            <a:r>
              <a:rPr lang="it-IT" dirty="0"/>
              <a:t> </a:t>
            </a:r>
            <a:r>
              <a:rPr lang="it-IT" dirty="0" err="1"/>
              <a:t>knows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the default </a:t>
            </a:r>
            <a:r>
              <a:rPr lang="it-IT" dirty="0" err="1"/>
              <a:t>route</a:t>
            </a:r>
            <a:endParaRPr lang="it-IT" dirty="0"/>
          </a:p>
          <a:p>
            <a:pPr lvl="1" eaLnBrk="1" hangingPunct="1">
              <a:defRPr/>
            </a:pPr>
            <a:r>
              <a:rPr lang="it-IT" dirty="0"/>
              <a:t>zebra </a:t>
            </a:r>
            <a:r>
              <a:rPr lang="it-IT" dirty="0" err="1"/>
              <a:t>performs</a:t>
            </a:r>
            <a:r>
              <a:rPr lang="it-IT" dirty="0"/>
              <a:t> the </a:t>
            </a:r>
            <a:r>
              <a:rPr lang="it-IT" dirty="0" err="1"/>
              <a:t>actual</a:t>
            </a:r>
            <a:r>
              <a:rPr lang="it-IT" dirty="0"/>
              <a:t> </a:t>
            </a:r>
            <a:r>
              <a:rPr lang="it-IT" dirty="0" err="1"/>
              <a:t>selection</a:t>
            </a:r>
            <a:endParaRPr lang="it-IT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6FFE9944-CD27-5FDA-4E66-44001A710A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en-IT"/>
              <a:t>last update: Oct 2023</a:t>
            </a:r>
            <a:endParaRPr lang="it-IT" altLang="en-IT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653D537-7DCF-769B-CBED-36E5DD2F5F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en-IT"/>
              <a:t>kathara – [ labs: ospf_frr 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6" name="Rectangle 2">
            <a:extLst>
              <a:ext uri="{FF2B5EF4-FFF2-40B4-BE49-F238E27FC236}">
                <a16:creationId xmlns:a16="http://schemas.microsoft.com/office/drawing/2014/main" id="{CD771E66-7DD6-217D-BD26-2736B9D755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experiments</a:t>
            </a:r>
          </a:p>
        </p:txBody>
      </p:sp>
      <p:sp>
        <p:nvSpPr>
          <p:cNvPr id="284675" name="Rectangle 3">
            <a:extLst>
              <a:ext uri="{FF2B5EF4-FFF2-40B4-BE49-F238E27FC236}">
                <a16:creationId xmlns:a16="http://schemas.microsoft.com/office/drawing/2014/main" id="{1AA47ECB-9390-4C19-8245-00E63D58AE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it-IT"/>
              <a:t>experiment ospf’s recovery capabilities</a:t>
            </a:r>
          </a:p>
          <a:p>
            <a:pPr lvl="1" eaLnBrk="1" hangingPunct="1">
              <a:defRPr/>
            </a:pPr>
            <a:r>
              <a:rPr lang="it-IT"/>
              <a:t>when multiple equal cost routes are available, ospf keeps all of them</a:t>
            </a:r>
          </a:p>
          <a:p>
            <a:pPr lvl="1" eaLnBrk="1" hangingPunct="1">
              <a:defRPr/>
            </a:pPr>
            <a:r>
              <a:rPr lang="it-IT"/>
              <a:t>check it by verifying what </a:t>
            </a:r>
            <a:r>
              <a:rPr lang="it-IT" b="1">
                <a:latin typeface="Courier New" pitchFamily="49" charset="0"/>
              </a:rPr>
              <a:t>r3</a:t>
            </a:r>
            <a:r>
              <a:rPr lang="it-IT"/>
              <a:t> knows about the default route</a:t>
            </a:r>
          </a:p>
          <a:p>
            <a:pPr lvl="1" eaLnBrk="1" hangingPunct="1">
              <a:defRPr/>
            </a:pPr>
            <a:r>
              <a:rPr lang="it-IT"/>
              <a:t>zebra performs the actual selection</a:t>
            </a:r>
          </a:p>
          <a:p>
            <a:pPr lvl="2" eaLnBrk="1" hangingPunct="1">
              <a:defRPr/>
            </a:pPr>
            <a:r>
              <a:rPr lang="it-IT"/>
              <a:t>now bring </a:t>
            </a:r>
            <a:r>
              <a:rPr lang="it-IT" b="1">
                <a:latin typeface="Courier New" pitchFamily="49" charset="0"/>
              </a:rPr>
              <a:t>bb1</a:t>
            </a:r>
            <a:r>
              <a:rPr lang="it-IT"/>
              <a:t>’s </a:t>
            </a:r>
            <a:r>
              <a:rPr lang="it-IT" b="1">
                <a:latin typeface="Courier New" pitchFamily="49" charset="0"/>
              </a:rPr>
              <a:t>eth3</a:t>
            </a:r>
            <a:r>
              <a:rPr lang="it-IT"/>
              <a:t> down using </a:t>
            </a:r>
            <a:r>
              <a:rPr lang="it-IT" b="1">
                <a:latin typeface="Courier New" pitchFamily="49" charset="0"/>
              </a:rPr>
              <a:t>ifconfig</a:t>
            </a:r>
            <a:r>
              <a:rPr lang="it-IT"/>
              <a:t>, wait a few seconds and check how the routing is changed</a:t>
            </a:r>
          </a:p>
          <a:p>
            <a:pPr lvl="2" eaLnBrk="1" hangingPunct="1">
              <a:defRPr/>
            </a:pPr>
            <a:r>
              <a:rPr lang="it-IT"/>
              <a:t>bring </a:t>
            </a:r>
            <a:r>
              <a:rPr lang="it-IT" b="1">
                <a:latin typeface="Courier New" pitchFamily="49" charset="0"/>
              </a:rPr>
              <a:t>bb1</a:t>
            </a:r>
            <a:r>
              <a:rPr lang="it-IT"/>
              <a:t>’s </a:t>
            </a:r>
            <a:r>
              <a:rPr lang="it-IT" b="1">
                <a:latin typeface="Courier New" pitchFamily="49" charset="0"/>
              </a:rPr>
              <a:t>eth3</a:t>
            </a:r>
            <a:r>
              <a:rPr lang="it-IT"/>
              <a:t> back up and check again how the routing is changed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7CA62C39-151C-9ADA-2AC9-FAFAFC965A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en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8CC3417-ABF2-36D8-6DE1-B0E90E9DF5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en-IT"/>
              <a:t>kathara – [ labs: ospf_frr 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4">
            <a:extLst>
              <a:ext uri="{FF2B5EF4-FFF2-40B4-BE49-F238E27FC236}">
                <a16:creationId xmlns:a16="http://schemas.microsoft.com/office/drawing/2014/main" id="{EE92908D-F9F4-F989-B621-3E3F37F2FE1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it-IT" altLang="it-IT" sz="4800"/>
              <a:t>lab: ospf-complex</a:t>
            </a:r>
          </a:p>
        </p:txBody>
      </p:sp>
      <p:sp>
        <p:nvSpPr>
          <p:cNvPr id="2" name="Sottotitolo 1">
            <a:extLst>
              <a:ext uri="{FF2B5EF4-FFF2-40B4-BE49-F238E27FC236}">
                <a16:creationId xmlns:a16="http://schemas.microsoft.com/office/drawing/2014/main" id="{F31C7152-9FCA-9E62-08CD-237CF008DB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4D13EE54-6A8D-4F67-D342-06E217E352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en-IT"/>
              <a:t>kathara – [ labs: ospf_frr ]</a:t>
            </a:r>
          </a:p>
        </p:txBody>
      </p:sp>
      <p:sp>
        <p:nvSpPr>
          <p:cNvPr id="465" name="Segnaposto data 1">
            <a:extLst>
              <a:ext uri="{FF2B5EF4-FFF2-40B4-BE49-F238E27FC236}">
                <a16:creationId xmlns:a16="http://schemas.microsoft.com/office/drawing/2014/main" id="{E8E3EB2A-2561-4785-B583-6B20D5FF9666}"/>
              </a:ext>
            </a:extLst>
          </p:cNvPr>
          <p:cNvSpPr txBox="1">
            <a:spLocks noGrp="1"/>
          </p:cNvSpPr>
          <p:nvPr/>
        </p:nvSpPr>
        <p:spPr bwMode="auto">
          <a:xfrm>
            <a:off x="8472488" y="6453189"/>
            <a:ext cx="2087562" cy="33337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 eaLnBrk="1" hangingPunct="1">
              <a:defRPr/>
            </a:pPr>
            <a:r>
              <a:rPr lang="it-IT" sz="1400" dirty="0">
                <a:latin typeface="+mn-lt"/>
              </a:rPr>
              <a:t>last update: </a:t>
            </a:r>
            <a:r>
              <a:rPr lang="it-IT" sz="1400" dirty="0" err="1">
                <a:latin typeface="+mn-lt"/>
              </a:rPr>
              <a:t>Nov</a:t>
            </a:r>
            <a:r>
              <a:rPr lang="it-IT" sz="1400" dirty="0">
                <a:latin typeface="+mn-lt"/>
              </a:rPr>
              <a:t> 2018</a:t>
            </a:r>
          </a:p>
        </p:txBody>
      </p:sp>
      <p:sp>
        <p:nvSpPr>
          <p:cNvPr id="466" name="Segnaposto piè di pagina 2">
            <a:extLst>
              <a:ext uri="{FF2B5EF4-FFF2-40B4-BE49-F238E27FC236}">
                <a16:creationId xmlns:a16="http://schemas.microsoft.com/office/drawing/2014/main" id="{C82F1057-68BC-499A-B94F-D5B3243D140C}"/>
              </a:ext>
            </a:extLst>
          </p:cNvPr>
          <p:cNvSpPr txBox="1">
            <a:spLocks noGrp="1"/>
          </p:cNvSpPr>
          <p:nvPr/>
        </p:nvSpPr>
        <p:spPr bwMode="auto">
          <a:xfrm>
            <a:off x="3863975" y="6453189"/>
            <a:ext cx="4464050" cy="33337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it-IT" sz="1400" dirty="0" err="1">
                <a:latin typeface="+mn-lt"/>
              </a:rPr>
              <a:t>kathara</a:t>
            </a:r>
            <a:r>
              <a:rPr lang="it-IT" sz="1400" dirty="0">
                <a:latin typeface="+mn-lt"/>
              </a:rPr>
              <a:t> – [ labs: </a:t>
            </a:r>
            <a:r>
              <a:rPr lang="it-IT" sz="1400" dirty="0" err="1">
                <a:latin typeface="+mn-lt"/>
              </a:rPr>
              <a:t>ospf</a:t>
            </a:r>
            <a:r>
              <a:rPr lang="it-IT" sz="1400" dirty="0">
                <a:latin typeface="+mn-lt"/>
              </a:rPr>
              <a:t> ]</a:t>
            </a:r>
          </a:p>
        </p:txBody>
      </p:sp>
      <p:sp>
        <p:nvSpPr>
          <p:cNvPr id="76804" name="Rectangle 307">
            <a:extLst>
              <a:ext uri="{FF2B5EF4-FFF2-40B4-BE49-F238E27FC236}">
                <a16:creationId xmlns:a16="http://schemas.microsoft.com/office/drawing/2014/main" id="{5DB29B1E-13AF-D65A-299B-B1AD2EF3B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6457950"/>
            <a:ext cx="914400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1800">
              <a:latin typeface="Arial" panose="020B0604020202020204" pitchFamily="34" charset="0"/>
            </a:endParaRPr>
          </a:p>
        </p:txBody>
      </p:sp>
      <p:grpSp>
        <p:nvGrpSpPr>
          <p:cNvPr id="76805" name="Group 548">
            <a:extLst>
              <a:ext uri="{FF2B5EF4-FFF2-40B4-BE49-F238E27FC236}">
                <a16:creationId xmlns:a16="http://schemas.microsoft.com/office/drawing/2014/main" id="{E7776900-D5B5-C6BB-08E0-BE85C7079F80}"/>
              </a:ext>
            </a:extLst>
          </p:cNvPr>
          <p:cNvGrpSpPr>
            <a:grpSpLocks/>
          </p:cNvGrpSpPr>
          <p:nvPr/>
        </p:nvGrpSpPr>
        <p:grpSpPr bwMode="auto">
          <a:xfrm>
            <a:off x="2894014" y="3603626"/>
            <a:ext cx="6510337" cy="3209925"/>
            <a:chOff x="863" y="2270"/>
            <a:chExt cx="4101" cy="2022"/>
          </a:xfrm>
        </p:grpSpPr>
        <p:grpSp>
          <p:nvGrpSpPr>
            <p:cNvPr id="77256" name="Group 547">
              <a:extLst>
                <a:ext uri="{FF2B5EF4-FFF2-40B4-BE49-F238E27FC236}">
                  <a16:creationId xmlns:a16="http://schemas.microsoft.com/office/drawing/2014/main" id="{A2FA2BE2-6322-1C77-807D-66245B3DED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3" y="2406"/>
              <a:ext cx="4101" cy="1886"/>
              <a:chOff x="863" y="2406"/>
              <a:chExt cx="4101" cy="1886"/>
            </a:xfrm>
          </p:grpSpPr>
          <p:sp>
            <p:nvSpPr>
              <p:cNvPr id="77258" name="Oval 5">
                <a:extLst>
                  <a:ext uri="{FF2B5EF4-FFF2-40B4-BE49-F238E27FC236}">
                    <a16:creationId xmlns:a16="http://schemas.microsoft.com/office/drawing/2014/main" id="{BF2335AC-F021-30B5-B2BF-7F4993C4D4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19" y="2406"/>
                <a:ext cx="2819" cy="760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77259" name="Oval 6">
                <a:extLst>
                  <a:ext uri="{FF2B5EF4-FFF2-40B4-BE49-F238E27FC236}">
                    <a16:creationId xmlns:a16="http://schemas.microsoft.com/office/drawing/2014/main" id="{8F8C47CE-9B47-71E5-2C32-E4CA8D8690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74" y="2666"/>
                <a:ext cx="1487" cy="673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77260" name="Oval 7">
                <a:extLst>
                  <a:ext uri="{FF2B5EF4-FFF2-40B4-BE49-F238E27FC236}">
                    <a16:creationId xmlns:a16="http://schemas.microsoft.com/office/drawing/2014/main" id="{7C35424E-8869-B108-4E1D-F7F33F1D57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63" y="2887"/>
                <a:ext cx="860" cy="733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77261" name="Oval 8">
                <a:extLst>
                  <a:ext uri="{FF2B5EF4-FFF2-40B4-BE49-F238E27FC236}">
                    <a16:creationId xmlns:a16="http://schemas.microsoft.com/office/drawing/2014/main" id="{A9EAA8D2-C327-311A-3ACD-7363D81BE0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247" y="3312"/>
                <a:ext cx="1286" cy="595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77262" name="Oval 9">
                <a:extLst>
                  <a:ext uri="{FF2B5EF4-FFF2-40B4-BE49-F238E27FC236}">
                    <a16:creationId xmlns:a16="http://schemas.microsoft.com/office/drawing/2014/main" id="{C80E927B-CBDB-678E-FAAC-846E916B65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30" y="3412"/>
                <a:ext cx="2534" cy="880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77263" name="Oval 10">
                <a:extLst>
                  <a:ext uri="{FF2B5EF4-FFF2-40B4-BE49-F238E27FC236}">
                    <a16:creationId xmlns:a16="http://schemas.microsoft.com/office/drawing/2014/main" id="{05B11990-2A2B-9051-55FB-09F99710E2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525" y="2685"/>
                <a:ext cx="1439" cy="711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77264" name="Oval 11">
                <a:extLst>
                  <a:ext uri="{FF2B5EF4-FFF2-40B4-BE49-F238E27FC236}">
                    <a16:creationId xmlns:a16="http://schemas.microsoft.com/office/drawing/2014/main" id="{BC4E5F30-6AB5-3A91-064D-EE36D2B277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743" y="3025"/>
                <a:ext cx="826" cy="595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77265" name="Oval 12">
                <a:extLst>
                  <a:ext uri="{FF2B5EF4-FFF2-40B4-BE49-F238E27FC236}">
                    <a16:creationId xmlns:a16="http://schemas.microsoft.com/office/drawing/2014/main" id="{A3010F40-69C8-C78F-3262-0C63D2303E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611" y="3136"/>
                <a:ext cx="675" cy="889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77266" name="Oval 13">
                <a:extLst>
                  <a:ext uri="{FF2B5EF4-FFF2-40B4-BE49-F238E27FC236}">
                    <a16:creationId xmlns:a16="http://schemas.microsoft.com/office/drawing/2014/main" id="{947C5F5A-591E-222B-2B5F-B00D1517EE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30" y="2887"/>
                <a:ext cx="2890" cy="868"/>
              </a:xfrm>
              <a:prstGeom prst="ellipse">
                <a:avLst/>
              </a:prstGeom>
              <a:solidFill>
                <a:srgbClr val="CC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77257" name="Oval 546">
              <a:extLst>
                <a:ext uri="{FF2B5EF4-FFF2-40B4-BE49-F238E27FC236}">
                  <a16:creationId xmlns:a16="http://schemas.microsoft.com/office/drawing/2014/main" id="{786F2DCC-CBE3-8BD4-AA86-BC838122971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15" y="2270"/>
              <a:ext cx="1518" cy="760"/>
            </a:xfrm>
            <a:prstGeom prst="ellipse">
              <a:avLst/>
            </a:prstGeom>
            <a:solidFill>
              <a:srgbClr val="CC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</p:grpSp>
      <p:sp>
        <p:nvSpPr>
          <p:cNvPr id="76806" name="Freeform 533">
            <a:extLst>
              <a:ext uri="{FF2B5EF4-FFF2-40B4-BE49-F238E27FC236}">
                <a16:creationId xmlns:a16="http://schemas.microsoft.com/office/drawing/2014/main" id="{16E48FEB-C20C-6011-9D79-A5E2968584E1}"/>
              </a:ext>
            </a:extLst>
          </p:cNvPr>
          <p:cNvSpPr>
            <a:spLocks/>
          </p:cNvSpPr>
          <p:nvPr/>
        </p:nvSpPr>
        <p:spPr bwMode="auto">
          <a:xfrm>
            <a:off x="7224713" y="49213"/>
            <a:ext cx="3371850" cy="3886200"/>
          </a:xfrm>
          <a:custGeom>
            <a:avLst/>
            <a:gdLst>
              <a:gd name="T0" fmla="*/ 168849675 w 2124"/>
              <a:gd name="T1" fmla="*/ 2147483646 h 2448"/>
              <a:gd name="T2" fmla="*/ 572074675 w 2124"/>
              <a:gd name="T3" fmla="*/ 2147483646 h 2448"/>
              <a:gd name="T4" fmla="*/ 841732188 w 2124"/>
              <a:gd name="T5" fmla="*/ 2147483646 h 2448"/>
              <a:gd name="T6" fmla="*/ 587195613 w 2124"/>
              <a:gd name="T7" fmla="*/ 2147483646 h 2448"/>
              <a:gd name="T8" fmla="*/ 1081146238 w 2124"/>
              <a:gd name="T9" fmla="*/ 2147483646 h 2448"/>
              <a:gd name="T10" fmla="*/ 2069047488 w 2124"/>
              <a:gd name="T11" fmla="*/ 2147483646 h 2448"/>
              <a:gd name="T12" fmla="*/ 2147483646 w 2124"/>
              <a:gd name="T13" fmla="*/ 2147483646 h 2448"/>
              <a:gd name="T14" fmla="*/ 2147483646 w 2124"/>
              <a:gd name="T15" fmla="*/ 2147483646 h 2448"/>
              <a:gd name="T16" fmla="*/ 2147483646 w 2124"/>
              <a:gd name="T17" fmla="*/ 2147483646 h 2448"/>
              <a:gd name="T18" fmla="*/ 2147483646 w 2124"/>
              <a:gd name="T19" fmla="*/ 1708665938 h 2448"/>
              <a:gd name="T20" fmla="*/ 2147483646 w 2124"/>
              <a:gd name="T21" fmla="*/ 282257500 h 2448"/>
              <a:gd name="T22" fmla="*/ 2147483646 w 2124"/>
              <a:gd name="T23" fmla="*/ 70564375 h 2448"/>
              <a:gd name="T24" fmla="*/ 423386250 w 2124"/>
              <a:gd name="T25" fmla="*/ 176410938 h 2448"/>
              <a:gd name="T26" fmla="*/ 302418750 w 2124"/>
              <a:gd name="T27" fmla="*/ 1134070313 h 2448"/>
              <a:gd name="T28" fmla="*/ 511590925 w 2124"/>
              <a:gd name="T29" fmla="*/ 1688504688 h 2448"/>
              <a:gd name="T30" fmla="*/ 168849675 w 2124"/>
              <a:gd name="T31" fmla="*/ 2147483646 h 244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124"/>
              <a:gd name="T49" fmla="*/ 0 h 2448"/>
              <a:gd name="T50" fmla="*/ 2124 w 2124"/>
              <a:gd name="T51" fmla="*/ 2448 h 2448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124" h="2448">
                <a:moveTo>
                  <a:pt x="67" y="990"/>
                </a:moveTo>
                <a:cubicBezTo>
                  <a:pt x="27" y="1066"/>
                  <a:pt x="183" y="1206"/>
                  <a:pt x="227" y="1359"/>
                </a:cubicBezTo>
                <a:cubicBezTo>
                  <a:pt x="271" y="1512"/>
                  <a:pt x="333" y="1748"/>
                  <a:pt x="334" y="1911"/>
                </a:cubicBezTo>
                <a:cubicBezTo>
                  <a:pt x="335" y="2074"/>
                  <a:pt x="217" y="2249"/>
                  <a:pt x="233" y="2338"/>
                </a:cubicBezTo>
                <a:cubicBezTo>
                  <a:pt x="249" y="2427"/>
                  <a:pt x="331" y="2448"/>
                  <a:pt x="429" y="2445"/>
                </a:cubicBezTo>
                <a:cubicBezTo>
                  <a:pt x="527" y="2442"/>
                  <a:pt x="679" y="2351"/>
                  <a:pt x="821" y="2321"/>
                </a:cubicBezTo>
                <a:cubicBezTo>
                  <a:pt x="963" y="2291"/>
                  <a:pt x="1110" y="2289"/>
                  <a:pt x="1285" y="2265"/>
                </a:cubicBezTo>
                <a:cubicBezTo>
                  <a:pt x="1460" y="2241"/>
                  <a:pt x="1738" y="2250"/>
                  <a:pt x="1874" y="2174"/>
                </a:cubicBezTo>
                <a:cubicBezTo>
                  <a:pt x="2010" y="2098"/>
                  <a:pt x="2078" y="2060"/>
                  <a:pt x="2101" y="1811"/>
                </a:cubicBezTo>
                <a:cubicBezTo>
                  <a:pt x="2124" y="1562"/>
                  <a:pt x="2044" y="961"/>
                  <a:pt x="2011" y="678"/>
                </a:cubicBezTo>
                <a:cubicBezTo>
                  <a:pt x="1978" y="395"/>
                  <a:pt x="2049" y="220"/>
                  <a:pt x="1902" y="112"/>
                </a:cubicBezTo>
                <a:cubicBezTo>
                  <a:pt x="1755" y="4"/>
                  <a:pt x="1419" y="35"/>
                  <a:pt x="1130" y="28"/>
                </a:cubicBezTo>
                <a:cubicBezTo>
                  <a:pt x="841" y="21"/>
                  <a:pt x="336" y="0"/>
                  <a:pt x="168" y="70"/>
                </a:cubicBezTo>
                <a:cubicBezTo>
                  <a:pt x="0" y="140"/>
                  <a:pt x="114" y="350"/>
                  <a:pt x="120" y="450"/>
                </a:cubicBezTo>
                <a:cubicBezTo>
                  <a:pt x="126" y="550"/>
                  <a:pt x="212" y="580"/>
                  <a:pt x="203" y="670"/>
                </a:cubicBezTo>
                <a:cubicBezTo>
                  <a:pt x="194" y="760"/>
                  <a:pt x="95" y="923"/>
                  <a:pt x="67" y="990"/>
                </a:cubicBezTo>
                <a:close/>
              </a:path>
            </a:pathLst>
          </a:cu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6807" name="Freeform 532">
            <a:extLst>
              <a:ext uri="{FF2B5EF4-FFF2-40B4-BE49-F238E27FC236}">
                <a16:creationId xmlns:a16="http://schemas.microsoft.com/office/drawing/2014/main" id="{E07E50FB-6A70-7CB1-9332-E100EB971E8E}"/>
              </a:ext>
            </a:extLst>
          </p:cNvPr>
          <p:cNvSpPr>
            <a:spLocks/>
          </p:cNvSpPr>
          <p:nvPr/>
        </p:nvSpPr>
        <p:spPr bwMode="auto">
          <a:xfrm>
            <a:off x="4737101" y="52389"/>
            <a:ext cx="2828925" cy="3748087"/>
          </a:xfrm>
          <a:custGeom>
            <a:avLst/>
            <a:gdLst>
              <a:gd name="T0" fmla="*/ 332660625 w 1782"/>
              <a:gd name="T1" fmla="*/ 1577617602 h 2361"/>
              <a:gd name="T2" fmla="*/ 614918125 w 1782"/>
              <a:gd name="T3" fmla="*/ 1083667043 h 2361"/>
              <a:gd name="T4" fmla="*/ 975301263 w 1782"/>
              <a:gd name="T5" fmla="*/ 859372373 h 2361"/>
              <a:gd name="T6" fmla="*/ 1355844063 w 1782"/>
              <a:gd name="T7" fmla="*/ 559474613 h 2361"/>
              <a:gd name="T8" fmla="*/ 2147483646 w 1782"/>
              <a:gd name="T9" fmla="*/ 80644989 h 2361"/>
              <a:gd name="T10" fmla="*/ 2147483646 w 1782"/>
              <a:gd name="T11" fmla="*/ 110886860 h 2361"/>
              <a:gd name="T12" fmla="*/ 2147483646 w 1782"/>
              <a:gd name="T13" fmla="*/ 740925839 h 2361"/>
              <a:gd name="T14" fmla="*/ 2147483646 w 1782"/>
              <a:gd name="T15" fmla="*/ 1607859473 h 2361"/>
              <a:gd name="T16" fmla="*/ 2147483646 w 1782"/>
              <a:gd name="T17" fmla="*/ 2147483646 h 2361"/>
              <a:gd name="T18" fmla="*/ 2147483646 w 1782"/>
              <a:gd name="T19" fmla="*/ 2147483646 h 2361"/>
              <a:gd name="T20" fmla="*/ 2147483646 w 1782"/>
              <a:gd name="T21" fmla="*/ 2147483646 h 2361"/>
              <a:gd name="T22" fmla="*/ 2147483646 w 1782"/>
              <a:gd name="T23" fmla="*/ 2147483646 h 2361"/>
              <a:gd name="T24" fmla="*/ 2147483646 w 1782"/>
              <a:gd name="T25" fmla="*/ 2147483646 h 2361"/>
              <a:gd name="T26" fmla="*/ 2147483646 w 1782"/>
              <a:gd name="T27" fmla="*/ 2147483646 h 2361"/>
              <a:gd name="T28" fmla="*/ 1514614700 w 1782"/>
              <a:gd name="T29" fmla="*/ 2147483646 h 2361"/>
              <a:gd name="T30" fmla="*/ 1305440938 w 1782"/>
              <a:gd name="T31" fmla="*/ 2147483646 h 2361"/>
              <a:gd name="T32" fmla="*/ 645160000 w 1782"/>
              <a:gd name="T33" fmla="*/ 2147483646 h 2361"/>
              <a:gd name="T34" fmla="*/ 599797188 w 1782"/>
              <a:gd name="T35" fmla="*/ 2147483646 h 2361"/>
              <a:gd name="T36" fmla="*/ 93246575 w 1782"/>
              <a:gd name="T37" fmla="*/ 2147483646 h 2361"/>
              <a:gd name="T38" fmla="*/ 47883763 w 1782"/>
              <a:gd name="T39" fmla="*/ 2147483646 h 2361"/>
              <a:gd name="T40" fmla="*/ 332660625 w 1782"/>
              <a:gd name="T41" fmla="*/ 1577617602 h 2361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1782"/>
              <a:gd name="T64" fmla="*/ 0 h 2361"/>
              <a:gd name="T65" fmla="*/ 1782 w 1782"/>
              <a:gd name="T66" fmla="*/ 2361 h 2361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1782" h="2361">
                <a:moveTo>
                  <a:pt x="132" y="626"/>
                </a:moveTo>
                <a:cubicBezTo>
                  <a:pt x="170" y="530"/>
                  <a:pt x="202" y="477"/>
                  <a:pt x="244" y="430"/>
                </a:cubicBezTo>
                <a:cubicBezTo>
                  <a:pt x="286" y="383"/>
                  <a:pt x="338" y="376"/>
                  <a:pt x="387" y="341"/>
                </a:cubicBezTo>
                <a:cubicBezTo>
                  <a:pt x="436" y="306"/>
                  <a:pt x="456" y="273"/>
                  <a:pt x="538" y="222"/>
                </a:cubicBezTo>
                <a:cubicBezTo>
                  <a:pt x="620" y="171"/>
                  <a:pt x="745" y="62"/>
                  <a:pt x="880" y="32"/>
                </a:cubicBezTo>
                <a:cubicBezTo>
                  <a:pt x="1015" y="2"/>
                  <a:pt x="1243" y="0"/>
                  <a:pt x="1349" y="44"/>
                </a:cubicBezTo>
                <a:cubicBezTo>
                  <a:pt x="1455" y="88"/>
                  <a:pt x="1469" y="195"/>
                  <a:pt x="1515" y="294"/>
                </a:cubicBezTo>
                <a:cubicBezTo>
                  <a:pt x="1561" y="393"/>
                  <a:pt x="1629" y="523"/>
                  <a:pt x="1628" y="638"/>
                </a:cubicBezTo>
                <a:cubicBezTo>
                  <a:pt x="1627" y="753"/>
                  <a:pt x="1501" y="860"/>
                  <a:pt x="1509" y="982"/>
                </a:cubicBezTo>
                <a:cubicBezTo>
                  <a:pt x="1517" y="1104"/>
                  <a:pt x="1630" y="1221"/>
                  <a:pt x="1675" y="1368"/>
                </a:cubicBezTo>
                <a:cubicBezTo>
                  <a:pt x="1720" y="1515"/>
                  <a:pt x="1782" y="1717"/>
                  <a:pt x="1782" y="1867"/>
                </a:cubicBezTo>
                <a:cubicBezTo>
                  <a:pt x="1782" y="2017"/>
                  <a:pt x="1746" y="2209"/>
                  <a:pt x="1675" y="2271"/>
                </a:cubicBezTo>
                <a:cubicBezTo>
                  <a:pt x="1604" y="2333"/>
                  <a:pt x="1424" y="2303"/>
                  <a:pt x="1355" y="2241"/>
                </a:cubicBezTo>
                <a:cubicBezTo>
                  <a:pt x="1286" y="2179"/>
                  <a:pt x="1426" y="1921"/>
                  <a:pt x="1260" y="1897"/>
                </a:cubicBezTo>
                <a:cubicBezTo>
                  <a:pt x="1094" y="1873"/>
                  <a:pt x="708" y="1885"/>
                  <a:pt x="601" y="1909"/>
                </a:cubicBezTo>
                <a:cubicBezTo>
                  <a:pt x="494" y="1933"/>
                  <a:pt x="575" y="2222"/>
                  <a:pt x="518" y="2283"/>
                </a:cubicBezTo>
                <a:cubicBezTo>
                  <a:pt x="465" y="2345"/>
                  <a:pt x="303" y="2361"/>
                  <a:pt x="256" y="2277"/>
                </a:cubicBezTo>
                <a:cubicBezTo>
                  <a:pt x="209" y="2193"/>
                  <a:pt x="274" y="1910"/>
                  <a:pt x="238" y="1778"/>
                </a:cubicBezTo>
                <a:cubicBezTo>
                  <a:pt x="202" y="1646"/>
                  <a:pt x="74" y="1616"/>
                  <a:pt x="37" y="1487"/>
                </a:cubicBezTo>
                <a:cubicBezTo>
                  <a:pt x="0" y="1358"/>
                  <a:pt x="3" y="1149"/>
                  <a:pt x="19" y="1006"/>
                </a:cubicBezTo>
                <a:cubicBezTo>
                  <a:pt x="35" y="863"/>
                  <a:pt x="94" y="710"/>
                  <a:pt x="132" y="626"/>
                </a:cubicBezTo>
                <a:close/>
              </a:path>
            </a:pathLst>
          </a:cu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6808" name="Freeform 531">
            <a:extLst>
              <a:ext uri="{FF2B5EF4-FFF2-40B4-BE49-F238E27FC236}">
                <a16:creationId xmlns:a16="http://schemas.microsoft.com/office/drawing/2014/main" id="{8B1AB46C-54FF-1370-F3A6-78FE5D551764}"/>
              </a:ext>
            </a:extLst>
          </p:cNvPr>
          <p:cNvSpPr>
            <a:spLocks/>
          </p:cNvSpPr>
          <p:nvPr/>
        </p:nvSpPr>
        <p:spPr bwMode="auto">
          <a:xfrm>
            <a:off x="1770063" y="66675"/>
            <a:ext cx="3784600" cy="3708400"/>
          </a:xfrm>
          <a:custGeom>
            <a:avLst/>
            <a:gdLst>
              <a:gd name="T0" fmla="*/ 2147483646 w 2384"/>
              <a:gd name="T1" fmla="*/ 2147483646 h 2336"/>
              <a:gd name="T2" fmla="*/ 2147483646 w 2384"/>
              <a:gd name="T3" fmla="*/ 2147483646 h 2336"/>
              <a:gd name="T4" fmla="*/ 2147483646 w 2384"/>
              <a:gd name="T5" fmla="*/ 2147483646 h 2336"/>
              <a:gd name="T6" fmla="*/ 2147483646 w 2384"/>
              <a:gd name="T7" fmla="*/ 2147483646 h 2336"/>
              <a:gd name="T8" fmla="*/ 2147483646 w 2384"/>
              <a:gd name="T9" fmla="*/ 2147483646 h 2336"/>
              <a:gd name="T10" fmla="*/ 2147483646 w 2384"/>
              <a:gd name="T11" fmla="*/ 1436489063 h 2336"/>
              <a:gd name="T12" fmla="*/ 2147483646 w 2384"/>
              <a:gd name="T13" fmla="*/ 688003450 h 2336"/>
              <a:gd name="T14" fmla="*/ 2147483646 w 2384"/>
              <a:gd name="T15" fmla="*/ 642639050 h 2336"/>
              <a:gd name="T16" fmla="*/ 2147483646 w 2384"/>
              <a:gd name="T17" fmla="*/ 118446550 h 2336"/>
              <a:gd name="T18" fmla="*/ 2147483646 w 2384"/>
              <a:gd name="T19" fmla="*/ 88206263 h 2336"/>
              <a:gd name="T20" fmla="*/ 1391126250 w 2384"/>
              <a:gd name="T21" fmla="*/ 209172175 h 2336"/>
              <a:gd name="T22" fmla="*/ 466228113 w 2384"/>
              <a:gd name="T23" fmla="*/ 1335682813 h 2336"/>
              <a:gd name="T24" fmla="*/ 352821875 w 2384"/>
              <a:gd name="T25" fmla="*/ 2147483646 h 2336"/>
              <a:gd name="T26" fmla="*/ 118446550 w 2384"/>
              <a:gd name="T27" fmla="*/ 2147483646 h 2336"/>
              <a:gd name="T28" fmla="*/ 1060984988 w 2384"/>
              <a:gd name="T29" fmla="*/ 2147483646 h 2336"/>
              <a:gd name="T30" fmla="*/ 1630540300 w 2384"/>
              <a:gd name="T31" fmla="*/ 2147483646 h 2336"/>
              <a:gd name="T32" fmla="*/ 2147483646 w 2384"/>
              <a:gd name="T33" fmla="*/ 2147483646 h 2336"/>
              <a:gd name="T34" fmla="*/ 2147483646 w 2384"/>
              <a:gd name="T35" fmla="*/ 2147483646 h 23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2384"/>
              <a:gd name="T55" fmla="*/ 0 h 2336"/>
              <a:gd name="T56" fmla="*/ 2384 w 2384"/>
              <a:gd name="T57" fmla="*/ 2336 h 23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2384" h="2336">
                <a:moveTo>
                  <a:pt x="1401" y="2054"/>
                </a:moveTo>
                <a:cubicBezTo>
                  <a:pt x="1552" y="2098"/>
                  <a:pt x="1676" y="2257"/>
                  <a:pt x="1787" y="2292"/>
                </a:cubicBezTo>
                <a:cubicBezTo>
                  <a:pt x="1898" y="2327"/>
                  <a:pt x="2023" y="2336"/>
                  <a:pt x="2066" y="2262"/>
                </a:cubicBezTo>
                <a:cubicBezTo>
                  <a:pt x="2109" y="2188"/>
                  <a:pt x="2098" y="1979"/>
                  <a:pt x="2048" y="1846"/>
                </a:cubicBezTo>
                <a:cubicBezTo>
                  <a:pt x="1998" y="1713"/>
                  <a:pt x="1789" y="1673"/>
                  <a:pt x="1763" y="1460"/>
                </a:cubicBezTo>
                <a:cubicBezTo>
                  <a:pt x="1737" y="1247"/>
                  <a:pt x="1816" y="768"/>
                  <a:pt x="1894" y="570"/>
                </a:cubicBezTo>
                <a:cubicBezTo>
                  <a:pt x="1972" y="372"/>
                  <a:pt x="2173" y="325"/>
                  <a:pt x="2232" y="273"/>
                </a:cubicBezTo>
                <a:cubicBezTo>
                  <a:pt x="2291" y="221"/>
                  <a:pt x="2246" y="293"/>
                  <a:pt x="2250" y="255"/>
                </a:cubicBezTo>
                <a:cubicBezTo>
                  <a:pt x="2254" y="217"/>
                  <a:pt x="2384" y="84"/>
                  <a:pt x="2256" y="47"/>
                </a:cubicBezTo>
                <a:cubicBezTo>
                  <a:pt x="2128" y="10"/>
                  <a:pt x="1768" y="29"/>
                  <a:pt x="1484" y="35"/>
                </a:cubicBezTo>
                <a:cubicBezTo>
                  <a:pt x="1200" y="41"/>
                  <a:pt x="769" y="0"/>
                  <a:pt x="552" y="83"/>
                </a:cubicBezTo>
                <a:cubicBezTo>
                  <a:pt x="335" y="166"/>
                  <a:pt x="254" y="380"/>
                  <a:pt x="185" y="530"/>
                </a:cubicBezTo>
                <a:cubicBezTo>
                  <a:pt x="116" y="680"/>
                  <a:pt x="163" y="777"/>
                  <a:pt x="140" y="984"/>
                </a:cubicBezTo>
                <a:cubicBezTo>
                  <a:pt x="117" y="1191"/>
                  <a:pt x="0" y="1628"/>
                  <a:pt x="47" y="1775"/>
                </a:cubicBezTo>
                <a:cubicBezTo>
                  <a:pt x="94" y="1922"/>
                  <a:pt x="321" y="1833"/>
                  <a:pt x="421" y="1864"/>
                </a:cubicBezTo>
                <a:cubicBezTo>
                  <a:pt x="521" y="1895"/>
                  <a:pt x="571" y="1931"/>
                  <a:pt x="647" y="1959"/>
                </a:cubicBezTo>
                <a:cubicBezTo>
                  <a:pt x="723" y="1987"/>
                  <a:pt x="752" y="2014"/>
                  <a:pt x="878" y="2030"/>
                </a:cubicBezTo>
                <a:cubicBezTo>
                  <a:pt x="1004" y="2046"/>
                  <a:pt x="1292" y="2049"/>
                  <a:pt x="1401" y="2054"/>
                </a:cubicBezTo>
                <a:close/>
              </a:path>
            </a:pathLst>
          </a:cu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6809" name="Arc 518">
            <a:extLst>
              <a:ext uri="{FF2B5EF4-FFF2-40B4-BE49-F238E27FC236}">
                <a16:creationId xmlns:a16="http://schemas.microsoft.com/office/drawing/2014/main" id="{39AA5222-838E-11D8-EC02-588F60C9A6E2}"/>
              </a:ext>
            </a:extLst>
          </p:cNvPr>
          <p:cNvSpPr>
            <a:spLocks/>
          </p:cNvSpPr>
          <p:nvPr/>
        </p:nvSpPr>
        <p:spPr bwMode="auto">
          <a:xfrm flipH="1">
            <a:off x="8499476" y="4689476"/>
            <a:ext cx="2168525" cy="2168525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solidFill>
            <a:srgbClr val="C0C0C0"/>
          </a:solidFill>
          <a:ln w="2857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grpSp>
        <p:nvGrpSpPr>
          <p:cNvPr id="76810" name="Group 308">
            <a:extLst>
              <a:ext uri="{FF2B5EF4-FFF2-40B4-BE49-F238E27FC236}">
                <a16:creationId xmlns:a16="http://schemas.microsoft.com/office/drawing/2014/main" id="{3ACFE66C-8671-56BC-1A32-B5A54C1E99F1}"/>
              </a:ext>
            </a:extLst>
          </p:cNvPr>
          <p:cNvGrpSpPr>
            <a:grpSpLocks/>
          </p:cNvGrpSpPr>
          <p:nvPr/>
        </p:nvGrpSpPr>
        <p:grpSpPr bwMode="auto">
          <a:xfrm>
            <a:off x="8688389" y="5445126"/>
            <a:ext cx="1895475" cy="1262063"/>
            <a:chOff x="1009" y="-153"/>
            <a:chExt cx="4456" cy="2564"/>
          </a:xfrm>
        </p:grpSpPr>
        <p:sp>
          <p:nvSpPr>
            <p:cNvPr id="77247" name="Oval 309">
              <a:extLst>
                <a:ext uri="{FF2B5EF4-FFF2-40B4-BE49-F238E27FC236}">
                  <a16:creationId xmlns:a16="http://schemas.microsoft.com/office/drawing/2014/main" id="{D1626A49-B750-78BB-CA1E-E2D657D3426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11" y="-153"/>
              <a:ext cx="2819" cy="1031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77248" name="Oval 310">
              <a:extLst>
                <a:ext uri="{FF2B5EF4-FFF2-40B4-BE49-F238E27FC236}">
                  <a16:creationId xmlns:a16="http://schemas.microsoft.com/office/drawing/2014/main" id="{532A3ABC-449E-1325-6D81-550937F4C91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62" y="205"/>
              <a:ext cx="1487" cy="913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77249" name="Oval 311">
              <a:extLst>
                <a:ext uri="{FF2B5EF4-FFF2-40B4-BE49-F238E27FC236}">
                  <a16:creationId xmlns:a16="http://schemas.microsoft.com/office/drawing/2014/main" id="{331700B2-F76A-A9BB-1240-38603E60DD1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09" y="754"/>
              <a:ext cx="1002" cy="74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77250" name="Oval 312">
              <a:extLst>
                <a:ext uri="{FF2B5EF4-FFF2-40B4-BE49-F238E27FC236}">
                  <a16:creationId xmlns:a16="http://schemas.microsoft.com/office/drawing/2014/main" id="{BABC60F3-DB58-025A-5DD6-FBD3FDB503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10" y="1082"/>
              <a:ext cx="1511" cy="806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77251" name="Oval 313">
              <a:extLst>
                <a:ext uri="{FF2B5EF4-FFF2-40B4-BE49-F238E27FC236}">
                  <a16:creationId xmlns:a16="http://schemas.microsoft.com/office/drawing/2014/main" id="{2325D2A4-90EF-C3D8-E585-4600B4B8448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18" y="1217"/>
              <a:ext cx="2534" cy="1194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77252" name="Oval 314">
              <a:extLst>
                <a:ext uri="{FF2B5EF4-FFF2-40B4-BE49-F238E27FC236}">
                  <a16:creationId xmlns:a16="http://schemas.microsoft.com/office/drawing/2014/main" id="{C700CD76-30C9-496F-34C6-08A4D13B187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13" y="231"/>
              <a:ext cx="1290" cy="718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77253" name="Oval 315">
              <a:extLst>
                <a:ext uri="{FF2B5EF4-FFF2-40B4-BE49-F238E27FC236}">
                  <a16:creationId xmlns:a16="http://schemas.microsoft.com/office/drawing/2014/main" id="{2CF86597-5D34-7176-6E4C-355C34B5F43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31" y="692"/>
              <a:ext cx="1434" cy="718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77254" name="Oval 316">
              <a:extLst>
                <a:ext uri="{FF2B5EF4-FFF2-40B4-BE49-F238E27FC236}">
                  <a16:creationId xmlns:a16="http://schemas.microsoft.com/office/drawing/2014/main" id="{07C0C461-154B-8296-D2E9-A14FD6894BA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99" y="842"/>
              <a:ext cx="1425" cy="1181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77255" name="Oval 317">
              <a:extLst>
                <a:ext uri="{FF2B5EF4-FFF2-40B4-BE49-F238E27FC236}">
                  <a16:creationId xmlns:a16="http://schemas.microsoft.com/office/drawing/2014/main" id="{AA264279-06E9-5234-BCE6-56B19735B47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18" y="504"/>
              <a:ext cx="2890" cy="1179"/>
            </a:xfrm>
            <a:prstGeom prst="ellipse">
              <a:avLst/>
            </a:prstGeom>
            <a:solidFill>
              <a:srgbClr val="FFE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</p:grpSp>
      <p:sp>
        <p:nvSpPr>
          <p:cNvPr id="76811" name="Line 46">
            <a:extLst>
              <a:ext uri="{FF2B5EF4-FFF2-40B4-BE49-F238E27FC236}">
                <a16:creationId xmlns:a16="http://schemas.microsoft.com/office/drawing/2014/main" id="{4B4D0DF1-D56E-F1C5-A013-462A1A8E41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79876" y="4816475"/>
            <a:ext cx="9683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6812" name="Line 48">
            <a:extLst>
              <a:ext uri="{FF2B5EF4-FFF2-40B4-BE49-F238E27FC236}">
                <a16:creationId xmlns:a16="http://schemas.microsoft.com/office/drawing/2014/main" id="{9F911CDE-A1FB-D73D-11DE-78404FCB8F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43764" y="4816475"/>
            <a:ext cx="88582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6813" name="Line 50">
            <a:extLst>
              <a:ext uri="{FF2B5EF4-FFF2-40B4-BE49-F238E27FC236}">
                <a16:creationId xmlns:a16="http://schemas.microsoft.com/office/drawing/2014/main" id="{2396FDDC-EAB6-4694-9F8E-414235156D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88075" y="3268663"/>
            <a:ext cx="0" cy="62071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6814" name="Text Box 51">
            <a:extLst>
              <a:ext uri="{FF2B5EF4-FFF2-40B4-BE49-F238E27FC236}">
                <a16:creationId xmlns:a16="http://schemas.microsoft.com/office/drawing/2014/main" id="{FDB0D10F-27FF-0086-8553-A9DF05BAE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764" y="4683126"/>
            <a:ext cx="1095375" cy="265113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10.0.3.0/24</a:t>
            </a:r>
          </a:p>
        </p:txBody>
      </p:sp>
      <p:sp>
        <p:nvSpPr>
          <p:cNvPr id="76815" name="Text Box 52">
            <a:extLst>
              <a:ext uri="{FF2B5EF4-FFF2-40B4-BE49-F238E27FC236}">
                <a16:creationId xmlns:a16="http://schemas.microsoft.com/office/drawing/2014/main" id="{99C4A629-6153-E1C4-8B17-A4D2B4D0D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8951" y="4683126"/>
            <a:ext cx="1095375" cy="265113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10.0.1.0/24</a:t>
            </a:r>
          </a:p>
        </p:txBody>
      </p:sp>
      <p:sp>
        <p:nvSpPr>
          <p:cNvPr id="76816" name="Line 53">
            <a:extLst>
              <a:ext uri="{FF2B5EF4-FFF2-40B4-BE49-F238E27FC236}">
                <a16:creationId xmlns:a16="http://schemas.microsoft.com/office/drawing/2014/main" id="{6D7E4D37-CED6-30A1-D3F9-7BE3868B41A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88075" y="5767388"/>
            <a:ext cx="0" cy="6096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6817" name="Rectangle 148">
            <a:extLst>
              <a:ext uri="{FF2B5EF4-FFF2-40B4-BE49-F238E27FC236}">
                <a16:creationId xmlns:a16="http://schemas.microsoft.com/office/drawing/2014/main" id="{A5E1D2CF-6F71-05B0-D5A5-9F2D4168E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7151" y="3921126"/>
            <a:ext cx="2182813" cy="17891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1800">
              <a:latin typeface="Arial" panose="020B0604020202020204" pitchFamily="34" charset="0"/>
            </a:endParaRPr>
          </a:p>
        </p:txBody>
      </p:sp>
      <p:grpSp>
        <p:nvGrpSpPr>
          <p:cNvPr id="76818" name="Group 124">
            <a:extLst>
              <a:ext uri="{FF2B5EF4-FFF2-40B4-BE49-F238E27FC236}">
                <a16:creationId xmlns:a16="http://schemas.microsoft.com/office/drawing/2014/main" id="{10AC0431-ACEA-8A4B-15DA-F779E4EACBE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68850" y="5495926"/>
            <a:ext cx="723900" cy="460375"/>
            <a:chOff x="3312" y="2160"/>
            <a:chExt cx="960" cy="528"/>
          </a:xfrm>
        </p:grpSpPr>
        <p:grpSp>
          <p:nvGrpSpPr>
            <p:cNvPr id="77225" name="Group 125">
              <a:extLst>
                <a:ext uri="{FF2B5EF4-FFF2-40B4-BE49-F238E27FC236}">
                  <a16:creationId xmlns:a16="http://schemas.microsoft.com/office/drawing/2014/main" id="{8C51BE86-D0E7-C487-B7CF-045AA309FE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77227" name="AutoShape 126">
                <a:extLst>
                  <a:ext uri="{FF2B5EF4-FFF2-40B4-BE49-F238E27FC236}">
                    <a16:creationId xmlns:a16="http://schemas.microsoft.com/office/drawing/2014/main" id="{BD7945FD-F5E7-7595-0ED5-003910F6E7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77228" name="Group 127">
                <a:extLst>
                  <a:ext uri="{FF2B5EF4-FFF2-40B4-BE49-F238E27FC236}">
                    <a16:creationId xmlns:a16="http://schemas.microsoft.com/office/drawing/2014/main" id="{449BF76E-9CA7-1951-4EA2-2E937EAA3EA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77229" name="Group 128">
                  <a:extLst>
                    <a:ext uri="{FF2B5EF4-FFF2-40B4-BE49-F238E27FC236}">
                      <a16:creationId xmlns:a16="http://schemas.microsoft.com/office/drawing/2014/main" id="{017840B3-A073-0675-F352-85588670927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77239" name="Freeform 129">
                    <a:extLst>
                      <a:ext uri="{FF2B5EF4-FFF2-40B4-BE49-F238E27FC236}">
                        <a16:creationId xmlns:a16="http://schemas.microsoft.com/office/drawing/2014/main" id="{A343A04E-8FC6-32F0-F9C2-E952541C5E2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40" name="Freeform 130">
                    <a:extLst>
                      <a:ext uri="{FF2B5EF4-FFF2-40B4-BE49-F238E27FC236}">
                        <a16:creationId xmlns:a16="http://schemas.microsoft.com/office/drawing/2014/main" id="{B92BA57F-1D0C-DD99-9D2E-A7C0DE5345C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41" name="Freeform 131">
                    <a:extLst>
                      <a:ext uri="{FF2B5EF4-FFF2-40B4-BE49-F238E27FC236}">
                        <a16:creationId xmlns:a16="http://schemas.microsoft.com/office/drawing/2014/main" id="{CA603FD2-C68F-77BE-825F-6EBB58EB5AC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42" name="Freeform 132">
                    <a:extLst>
                      <a:ext uri="{FF2B5EF4-FFF2-40B4-BE49-F238E27FC236}">
                        <a16:creationId xmlns:a16="http://schemas.microsoft.com/office/drawing/2014/main" id="{876F1B28-04E6-17B2-1F31-9DA2E37960F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43" name="Freeform 133">
                    <a:extLst>
                      <a:ext uri="{FF2B5EF4-FFF2-40B4-BE49-F238E27FC236}">
                        <a16:creationId xmlns:a16="http://schemas.microsoft.com/office/drawing/2014/main" id="{EFD6E3ED-8570-3033-E130-86091D1AB2E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44" name="Freeform 134">
                    <a:extLst>
                      <a:ext uri="{FF2B5EF4-FFF2-40B4-BE49-F238E27FC236}">
                        <a16:creationId xmlns:a16="http://schemas.microsoft.com/office/drawing/2014/main" id="{5EE317B3-CDEA-B97D-3358-971AC4F785F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45" name="Freeform 135">
                    <a:extLst>
                      <a:ext uri="{FF2B5EF4-FFF2-40B4-BE49-F238E27FC236}">
                        <a16:creationId xmlns:a16="http://schemas.microsoft.com/office/drawing/2014/main" id="{42A37BCD-C960-ADBB-437A-50B4B8FCEB7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46" name="Freeform 136">
                    <a:extLst>
                      <a:ext uri="{FF2B5EF4-FFF2-40B4-BE49-F238E27FC236}">
                        <a16:creationId xmlns:a16="http://schemas.microsoft.com/office/drawing/2014/main" id="{55EBBFA4-49BC-D0CE-E0E9-24920332B23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77230" name="Group 137">
                  <a:extLst>
                    <a:ext uri="{FF2B5EF4-FFF2-40B4-BE49-F238E27FC236}">
                      <a16:creationId xmlns:a16="http://schemas.microsoft.com/office/drawing/2014/main" id="{6A495E8D-8624-7668-2CA2-F18EBB9A4EE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77231" name="Freeform 138">
                    <a:extLst>
                      <a:ext uri="{FF2B5EF4-FFF2-40B4-BE49-F238E27FC236}">
                        <a16:creationId xmlns:a16="http://schemas.microsoft.com/office/drawing/2014/main" id="{C9F3EBE7-4E2F-EAA8-30AA-1C120900684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32" name="Freeform 139">
                    <a:extLst>
                      <a:ext uri="{FF2B5EF4-FFF2-40B4-BE49-F238E27FC236}">
                        <a16:creationId xmlns:a16="http://schemas.microsoft.com/office/drawing/2014/main" id="{70907A90-93C2-BD73-FB55-5FEC1C376FA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33" name="Freeform 140">
                    <a:extLst>
                      <a:ext uri="{FF2B5EF4-FFF2-40B4-BE49-F238E27FC236}">
                        <a16:creationId xmlns:a16="http://schemas.microsoft.com/office/drawing/2014/main" id="{725EDD49-6F32-EC64-5ADB-DB95FD99822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34" name="Freeform 141">
                    <a:extLst>
                      <a:ext uri="{FF2B5EF4-FFF2-40B4-BE49-F238E27FC236}">
                        <a16:creationId xmlns:a16="http://schemas.microsoft.com/office/drawing/2014/main" id="{281BA579-7B1A-501B-94D0-3D31DF2D77B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35" name="Freeform 142">
                    <a:extLst>
                      <a:ext uri="{FF2B5EF4-FFF2-40B4-BE49-F238E27FC236}">
                        <a16:creationId xmlns:a16="http://schemas.microsoft.com/office/drawing/2014/main" id="{0C01E90A-16AD-D8BE-BEDD-2A982FC6904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36" name="Freeform 143">
                    <a:extLst>
                      <a:ext uri="{FF2B5EF4-FFF2-40B4-BE49-F238E27FC236}">
                        <a16:creationId xmlns:a16="http://schemas.microsoft.com/office/drawing/2014/main" id="{3BE37D70-7827-4A97-D2C5-F308207EFDF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37" name="Freeform 144">
                    <a:extLst>
                      <a:ext uri="{FF2B5EF4-FFF2-40B4-BE49-F238E27FC236}">
                        <a16:creationId xmlns:a16="http://schemas.microsoft.com/office/drawing/2014/main" id="{DC82D8DF-AEB0-EFCE-5653-9BA6E8412E3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38" name="Freeform 145">
                    <a:extLst>
                      <a:ext uri="{FF2B5EF4-FFF2-40B4-BE49-F238E27FC236}">
                        <a16:creationId xmlns:a16="http://schemas.microsoft.com/office/drawing/2014/main" id="{2BDD28C5-2E75-0277-04BF-2562B71B26B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77226" name="WordArt 146">
              <a:extLst>
                <a:ext uri="{FF2B5EF4-FFF2-40B4-BE49-F238E27FC236}">
                  <a16:creationId xmlns:a16="http://schemas.microsoft.com/office/drawing/2014/main" id="{A599B9C8-C065-C378-4A7D-84070F6E8734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bb4  </a:t>
              </a:r>
            </a:p>
          </p:txBody>
        </p:sp>
      </p:grpSp>
      <p:sp>
        <p:nvSpPr>
          <p:cNvPr id="76819" name="Text Box 47">
            <a:extLst>
              <a:ext uri="{FF2B5EF4-FFF2-40B4-BE49-F238E27FC236}">
                <a16:creationId xmlns:a16="http://schemas.microsoft.com/office/drawing/2014/main" id="{4B112DC8-C157-5FA2-1AF7-71D82269C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0389" y="6338888"/>
            <a:ext cx="1095375" cy="265112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10.0.2.0/24</a:t>
            </a:r>
          </a:p>
        </p:txBody>
      </p:sp>
      <p:sp>
        <p:nvSpPr>
          <p:cNvPr id="76820" name="Text Box 49">
            <a:extLst>
              <a:ext uri="{FF2B5EF4-FFF2-40B4-BE49-F238E27FC236}">
                <a16:creationId xmlns:a16="http://schemas.microsoft.com/office/drawing/2014/main" id="{CEF3C60B-69CB-F648-EDF3-EAC5DBABA2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0389" y="3163888"/>
            <a:ext cx="1095375" cy="265112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10.0.0.0/24</a:t>
            </a:r>
          </a:p>
        </p:txBody>
      </p:sp>
      <p:sp>
        <p:nvSpPr>
          <p:cNvPr id="76821" name="Line 176">
            <a:extLst>
              <a:ext uri="{FF2B5EF4-FFF2-40B4-BE49-F238E27FC236}">
                <a16:creationId xmlns:a16="http://schemas.microsoft.com/office/drawing/2014/main" id="{81260E45-BD44-B61C-54B0-FA266EB4F8B7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8075" y="3921125"/>
            <a:ext cx="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76822" name="Group 151">
            <a:extLst>
              <a:ext uri="{FF2B5EF4-FFF2-40B4-BE49-F238E27FC236}">
                <a16:creationId xmlns:a16="http://schemas.microsoft.com/office/drawing/2014/main" id="{BAE0E22B-961F-820B-41C7-EDC719FE326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832475" y="4584701"/>
            <a:ext cx="723900" cy="460375"/>
            <a:chOff x="3312" y="2160"/>
            <a:chExt cx="960" cy="528"/>
          </a:xfrm>
        </p:grpSpPr>
        <p:grpSp>
          <p:nvGrpSpPr>
            <p:cNvPr id="77203" name="Group 152">
              <a:extLst>
                <a:ext uri="{FF2B5EF4-FFF2-40B4-BE49-F238E27FC236}">
                  <a16:creationId xmlns:a16="http://schemas.microsoft.com/office/drawing/2014/main" id="{1723F3E6-82CF-73D9-C061-2FB4B75A84A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77205" name="AutoShape 153">
                <a:extLst>
                  <a:ext uri="{FF2B5EF4-FFF2-40B4-BE49-F238E27FC236}">
                    <a16:creationId xmlns:a16="http://schemas.microsoft.com/office/drawing/2014/main" id="{56DAEB5F-38FC-DF9D-62FC-CA6091C639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77206" name="Group 154">
                <a:extLst>
                  <a:ext uri="{FF2B5EF4-FFF2-40B4-BE49-F238E27FC236}">
                    <a16:creationId xmlns:a16="http://schemas.microsoft.com/office/drawing/2014/main" id="{9385F269-63E4-E0A1-3C2D-35905E53334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77207" name="Group 155">
                  <a:extLst>
                    <a:ext uri="{FF2B5EF4-FFF2-40B4-BE49-F238E27FC236}">
                      <a16:creationId xmlns:a16="http://schemas.microsoft.com/office/drawing/2014/main" id="{3B83B337-228E-4713-2D26-CAC6C79E3DC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77217" name="Freeform 156">
                    <a:extLst>
                      <a:ext uri="{FF2B5EF4-FFF2-40B4-BE49-F238E27FC236}">
                        <a16:creationId xmlns:a16="http://schemas.microsoft.com/office/drawing/2014/main" id="{67269673-4CD3-DE87-FCF0-27C83EC6FDF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18" name="Freeform 157">
                    <a:extLst>
                      <a:ext uri="{FF2B5EF4-FFF2-40B4-BE49-F238E27FC236}">
                        <a16:creationId xmlns:a16="http://schemas.microsoft.com/office/drawing/2014/main" id="{A188ACFC-B819-EF83-6060-3F3FB681439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19" name="Freeform 158">
                    <a:extLst>
                      <a:ext uri="{FF2B5EF4-FFF2-40B4-BE49-F238E27FC236}">
                        <a16:creationId xmlns:a16="http://schemas.microsoft.com/office/drawing/2014/main" id="{F06A16B9-A41C-3E70-BAD9-F10A4D738C5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20" name="Freeform 159">
                    <a:extLst>
                      <a:ext uri="{FF2B5EF4-FFF2-40B4-BE49-F238E27FC236}">
                        <a16:creationId xmlns:a16="http://schemas.microsoft.com/office/drawing/2014/main" id="{84ED045C-7609-CEDC-CC7A-D794661B581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21" name="Freeform 160">
                    <a:extLst>
                      <a:ext uri="{FF2B5EF4-FFF2-40B4-BE49-F238E27FC236}">
                        <a16:creationId xmlns:a16="http://schemas.microsoft.com/office/drawing/2014/main" id="{4B4122D2-691C-3411-9820-D285171E601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22" name="Freeform 161">
                    <a:extLst>
                      <a:ext uri="{FF2B5EF4-FFF2-40B4-BE49-F238E27FC236}">
                        <a16:creationId xmlns:a16="http://schemas.microsoft.com/office/drawing/2014/main" id="{F3E8FF9A-0E18-0C8D-9862-73506A5A909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23" name="Freeform 162">
                    <a:extLst>
                      <a:ext uri="{FF2B5EF4-FFF2-40B4-BE49-F238E27FC236}">
                        <a16:creationId xmlns:a16="http://schemas.microsoft.com/office/drawing/2014/main" id="{C34B482D-F05E-7E34-4E93-761318BBDBE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24" name="Freeform 163">
                    <a:extLst>
                      <a:ext uri="{FF2B5EF4-FFF2-40B4-BE49-F238E27FC236}">
                        <a16:creationId xmlns:a16="http://schemas.microsoft.com/office/drawing/2014/main" id="{A84ABBCA-89BF-C3FF-2C0F-154BE183EA1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77208" name="Group 164">
                  <a:extLst>
                    <a:ext uri="{FF2B5EF4-FFF2-40B4-BE49-F238E27FC236}">
                      <a16:creationId xmlns:a16="http://schemas.microsoft.com/office/drawing/2014/main" id="{53628B4E-E29D-0F05-6FCB-4C191C4F5ED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77209" name="Freeform 165">
                    <a:extLst>
                      <a:ext uri="{FF2B5EF4-FFF2-40B4-BE49-F238E27FC236}">
                        <a16:creationId xmlns:a16="http://schemas.microsoft.com/office/drawing/2014/main" id="{CF683A07-B048-6432-E532-CDC128F2D32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10" name="Freeform 166">
                    <a:extLst>
                      <a:ext uri="{FF2B5EF4-FFF2-40B4-BE49-F238E27FC236}">
                        <a16:creationId xmlns:a16="http://schemas.microsoft.com/office/drawing/2014/main" id="{6EB89DD3-8A74-1210-8CAD-7C060848EF1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11" name="Freeform 167">
                    <a:extLst>
                      <a:ext uri="{FF2B5EF4-FFF2-40B4-BE49-F238E27FC236}">
                        <a16:creationId xmlns:a16="http://schemas.microsoft.com/office/drawing/2014/main" id="{356BBB33-0CC4-1507-5DAC-D7DAA9463AA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12" name="Freeform 168">
                    <a:extLst>
                      <a:ext uri="{FF2B5EF4-FFF2-40B4-BE49-F238E27FC236}">
                        <a16:creationId xmlns:a16="http://schemas.microsoft.com/office/drawing/2014/main" id="{4F770709-90EF-72E3-14AF-5C6424AA09C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13" name="Freeform 169">
                    <a:extLst>
                      <a:ext uri="{FF2B5EF4-FFF2-40B4-BE49-F238E27FC236}">
                        <a16:creationId xmlns:a16="http://schemas.microsoft.com/office/drawing/2014/main" id="{0C33464E-3C37-26B9-1603-D85F821D9F4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14" name="Freeform 170">
                    <a:extLst>
                      <a:ext uri="{FF2B5EF4-FFF2-40B4-BE49-F238E27FC236}">
                        <a16:creationId xmlns:a16="http://schemas.microsoft.com/office/drawing/2014/main" id="{96E64F3F-3136-D8F2-7BA0-13C06586486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15" name="Freeform 171">
                    <a:extLst>
                      <a:ext uri="{FF2B5EF4-FFF2-40B4-BE49-F238E27FC236}">
                        <a16:creationId xmlns:a16="http://schemas.microsoft.com/office/drawing/2014/main" id="{9DE890DF-85D5-457F-FAF4-94EFAA5BDFE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216" name="Freeform 172">
                    <a:extLst>
                      <a:ext uri="{FF2B5EF4-FFF2-40B4-BE49-F238E27FC236}">
                        <a16:creationId xmlns:a16="http://schemas.microsoft.com/office/drawing/2014/main" id="{E8D2FBF1-9CE5-C7B2-A27D-BAB40086637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77204" name="WordArt 173">
              <a:extLst>
                <a:ext uri="{FF2B5EF4-FFF2-40B4-BE49-F238E27FC236}">
                  <a16:creationId xmlns:a16="http://schemas.microsoft.com/office/drawing/2014/main" id="{35B23FE7-4754-B44A-E25B-65A7E840CD59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bb0  </a:t>
              </a:r>
            </a:p>
          </p:txBody>
        </p:sp>
      </p:grpSp>
      <p:grpSp>
        <p:nvGrpSpPr>
          <p:cNvPr id="76823" name="Group 177">
            <a:extLst>
              <a:ext uri="{FF2B5EF4-FFF2-40B4-BE49-F238E27FC236}">
                <a16:creationId xmlns:a16="http://schemas.microsoft.com/office/drawing/2014/main" id="{F3684A20-47F0-94DB-7754-304A7DF69861}"/>
              </a:ext>
            </a:extLst>
          </p:cNvPr>
          <p:cNvGrpSpPr>
            <a:grpSpLocks/>
          </p:cNvGrpSpPr>
          <p:nvPr/>
        </p:nvGrpSpPr>
        <p:grpSpPr bwMode="auto">
          <a:xfrm>
            <a:off x="5991225" y="4200526"/>
            <a:ext cx="406400" cy="339725"/>
            <a:chOff x="144" y="3264"/>
            <a:chExt cx="288" cy="240"/>
          </a:xfrm>
        </p:grpSpPr>
        <p:sp>
          <p:nvSpPr>
            <p:cNvPr id="77201" name="Rectangle 178">
              <a:extLst>
                <a:ext uri="{FF2B5EF4-FFF2-40B4-BE49-F238E27FC236}">
                  <a16:creationId xmlns:a16="http://schemas.microsoft.com/office/drawing/2014/main" id="{FF57D8D2-79FC-D86C-3B6B-ECB8FC674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77202" name="Rectangle 179">
              <a:extLst>
                <a:ext uri="{FF2B5EF4-FFF2-40B4-BE49-F238E27FC236}">
                  <a16:creationId xmlns:a16="http://schemas.microsoft.com/office/drawing/2014/main" id="{3B494BC0-B60A-9A3F-8855-085F2077F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3</a:t>
              </a:r>
            </a:p>
          </p:txBody>
        </p:sp>
      </p:grpSp>
      <p:grpSp>
        <p:nvGrpSpPr>
          <p:cNvPr id="76824" name="Group 183">
            <a:extLst>
              <a:ext uri="{FF2B5EF4-FFF2-40B4-BE49-F238E27FC236}">
                <a16:creationId xmlns:a16="http://schemas.microsoft.com/office/drawing/2014/main" id="{9419B215-FC6D-3643-2C3D-1051CFFE2CB2}"/>
              </a:ext>
            </a:extLst>
          </p:cNvPr>
          <p:cNvGrpSpPr>
            <a:grpSpLocks/>
          </p:cNvGrpSpPr>
          <p:nvPr/>
        </p:nvGrpSpPr>
        <p:grpSpPr bwMode="auto">
          <a:xfrm>
            <a:off x="5991225" y="5126039"/>
            <a:ext cx="406400" cy="339725"/>
            <a:chOff x="144" y="3264"/>
            <a:chExt cx="288" cy="240"/>
          </a:xfrm>
        </p:grpSpPr>
        <p:sp>
          <p:nvSpPr>
            <p:cNvPr id="77199" name="Rectangle 184">
              <a:extLst>
                <a:ext uri="{FF2B5EF4-FFF2-40B4-BE49-F238E27FC236}">
                  <a16:creationId xmlns:a16="http://schemas.microsoft.com/office/drawing/2014/main" id="{DBA58412-C9FB-3903-890B-2741C3C86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77200" name="Rectangle 185">
              <a:extLst>
                <a:ext uri="{FF2B5EF4-FFF2-40B4-BE49-F238E27FC236}">
                  <a16:creationId xmlns:a16="http://schemas.microsoft.com/office/drawing/2014/main" id="{F68BC8C4-31DB-5F2C-C6F4-65C6E7F28E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3</a:t>
              </a:r>
            </a:p>
          </p:txBody>
        </p:sp>
      </p:grpSp>
      <p:sp>
        <p:nvSpPr>
          <p:cNvPr id="76825" name="Oval 18">
            <a:extLst>
              <a:ext uri="{FF2B5EF4-FFF2-40B4-BE49-F238E27FC236}">
                <a16:creationId xmlns:a16="http://schemas.microsoft.com/office/drawing/2014/main" id="{102AB0E2-A637-474F-371E-1A3AEFD2B24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987925" y="4662488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D</a:t>
            </a:r>
          </a:p>
        </p:txBody>
      </p:sp>
      <p:sp>
        <p:nvSpPr>
          <p:cNvPr id="76826" name="Oval 34">
            <a:extLst>
              <a:ext uri="{FF2B5EF4-FFF2-40B4-BE49-F238E27FC236}">
                <a16:creationId xmlns:a16="http://schemas.microsoft.com/office/drawing/2014/main" id="{A6B3C456-51AA-E19F-39EC-7774DD59361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035675" y="3806825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A</a:t>
            </a:r>
          </a:p>
        </p:txBody>
      </p:sp>
      <p:sp>
        <p:nvSpPr>
          <p:cNvPr id="76827" name="Oval 42">
            <a:extLst>
              <a:ext uri="{FF2B5EF4-FFF2-40B4-BE49-F238E27FC236}">
                <a16:creationId xmlns:a16="http://schemas.microsoft.com/office/drawing/2014/main" id="{639E0579-E970-61DD-998E-B8049862A7D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165975" y="4662488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B</a:t>
            </a:r>
          </a:p>
        </p:txBody>
      </p:sp>
      <p:sp>
        <p:nvSpPr>
          <p:cNvPr id="76828" name="Oval 26">
            <a:extLst>
              <a:ext uri="{FF2B5EF4-FFF2-40B4-BE49-F238E27FC236}">
                <a16:creationId xmlns:a16="http://schemas.microsoft.com/office/drawing/2014/main" id="{A5210688-FD95-504C-6819-490BF5A1A0F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035675" y="5557838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C</a:t>
            </a:r>
          </a:p>
        </p:txBody>
      </p:sp>
      <p:sp>
        <p:nvSpPr>
          <p:cNvPr id="76829" name="AutoShape 199">
            <a:extLst>
              <a:ext uri="{FF2B5EF4-FFF2-40B4-BE49-F238E27FC236}">
                <a16:creationId xmlns:a16="http://schemas.microsoft.com/office/drawing/2014/main" id="{8D824EFE-8A12-31CC-0EB3-814C9CCF7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4" y="3876676"/>
            <a:ext cx="1011237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0.0.0.0</a:t>
            </a:r>
          </a:p>
        </p:txBody>
      </p:sp>
      <p:sp>
        <p:nvSpPr>
          <p:cNvPr id="76830" name="Line 246">
            <a:extLst>
              <a:ext uri="{FF2B5EF4-FFF2-40B4-BE49-F238E27FC236}">
                <a16:creationId xmlns:a16="http://schemas.microsoft.com/office/drawing/2014/main" id="{55E31C3B-91FC-E418-7684-0A368540AEB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8913" y="1871664"/>
            <a:ext cx="1041400" cy="19208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76831" name="Group 248">
            <a:extLst>
              <a:ext uri="{FF2B5EF4-FFF2-40B4-BE49-F238E27FC236}">
                <a16:creationId xmlns:a16="http://schemas.microsoft.com/office/drawing/2014/main" id="{6EE8B2E0-F421-CEF7-E592-2A0011624422}"/>
              </a:ext>
            </a:extLst>
          </p:cNvPr>
          <p:cNvGrpSpPr>
            <a:grpSpLocks/>
          </p:cNvGrpSpPr>
          <p:nvPr/>
        </p:nvGrpSpPr>
        <p:grpSpPr bwMode="auto">
          <a:xfrm>
            <a:off x="3970338" y="2028826"/>
            <a:ext cx="406400" cy="339725"/>
            <a:chOff x="144" y="3264"/>
            <a:chExt cx="288" cy="240"/>
          </a:xfrm>
        </p:grpSpPr>
        <p:sp>
          <p:nvSpPr>
            <p:cNvPr id="77197" name="Rectangle 249">
              <a:extLst>
                <a:ext uri="{FF2B5EF4-FFF2-40B4-BE49-F238E27FC236}">
                  <a16:creationId xmlns:a16="http://schemas.microsoft.com/office/drawing/2014/main" id="{7B6B7D30-92D1-BCAD-3196-5C67F42716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77198" name="Rectangle 250">
              <a:extLst>
                <a:ext uri="{FF2B5EF4-FFF2-40B4-BE49-F238E27FC236}">
                  <a16:creationId xmlns:a16="http://schemas.microsoft.com/office/drawing/2014/main" id="{8261959A-F1B9-55C4-08D0-3728351A1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76832" name="Group 251">
            <a:extLst>
              <a:ext uri="{FF2B5EF4-FFF2-40B4-BE49-F238E27FC236}">
                <a16:creationId xmlns:a16="http://schemas.microsoft.com/office/drawing/2014/main" id="{CFFE08C5-D8EE-8D16-88E5-1A7E9E32635C}"/>
              </a:ext>
            </a:extLst>
          </p:cNvPr>
          <p:cNvGrpSpPr>
            <a:grpSpLocks/>
          </p:cNvGrpSpPr>
          <p:nvPr/>
        </p:nvGrpSpPr>
        <p:grpSpPr bwMode="auto">
          <a:xfrm>
            <a:off x="4656138" y="3263901"/>
            <a:ext cx="406400" cy="339725"/>
            <a:chOff x="144" y="3264"/>
            <a:chExt cx="288" cy="240"/>
          </a:xfrm>
        </p:grpSpPr>
        <p:sp>
          <p:nvSpPr>
            <p:cNvPr id="77195" name="Rectangle 252">
              <a:extLst>
                <a:ext uri="{FF2B5EF4-FFF2-40B4-BE49-F238E27FC236}">
                  <a16:creationId xmlns:a16="http://schemas.microsoft.com/office/drawing/2014/main" id="{79A6AA6A-EF8F-796E-0D0F-DDFBDBE67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77196" name="Rectangle 253">
              <a:extLst>
                <a:ext uri="{FF2B5EF4-FFF2-40B4-BE49-F238E27FC236}">
                  <a16:creationId xmlns:a16="http://schemas.microsoft.com/office/drawing/2014/main" id="{72FD25B0-585D-D0D5-7429-96746678A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sp>
        <p:nvSpPr>
          <p:cNvPr id="76833" name="Line 255">
            <a:extLst>
              <a:ext uri="{FF2B5EF4-FFF2-40B4-BE49-F238E27FC236}">
                <a16:creationId xmlns:a16="http://schemas.microsoft.com/office/drawing/2014/main" id="{32AA7211-77CC-BEB9-B5E0-1C90BE6C23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75051" y="2903538"/>
            <a:ext cx="747713" cy="1651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6834" name="Oval 247">
            <a:extLst>
              <a:ext uri="{FF2B5EF4-FFF2-40B4-BE49-F238E27FC236}">
                <a16:creationId xmlns:a16="http://schemas.microsoft.com/office/drawing/2014/main" id="{ED26D8D8-1935-A3F5-EBA1-384D39C5436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351338" y="2692400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E</a:t>
            </a:r>
          </a:p>
        </p:txBody>
      </p:sp>
      <p:sp>
        <p:nvSpPr>
          <p:cNvPr id="76835" name="Text Box 254">
            <a:extLst>
              <a:ext uri="{FF2B5EF4-FFF2-40B4-BE49-F238E27FC236}">
                <a16:creationId xmlns:a16="http://schemas.microsoft.com/office/drawing/2014/main" id="{7627A325-70AF-4D92-E4BE-DFBA87F08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3863" y="2876551"/>
            <a:ext cx="1187450" cy="265113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100.0.0.0/30</a:t>
            </a:r>
          </a:p>
        </p:txBody>
      </p:sp>
      <p:sp>
        <p:nvSpPr>
          <p:cNvPr id="76836" name="AutoShape 257">
            <a:extLst>
              <a:ext uri="{FF2B5EF4-FFF2-40B4-BE49-F238E27FC236}">
                <a16:creationId xmlns:a16="http://schemas.microsoft.com/office/drawing/2014/main" id="{D8CB681B-096B-B4E2-3ECC-DA6506746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614" y="157164"/>
            <a:ext cx="1011237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1.1.1.1</a:t>
            </a:r>
          </a:p>
        </p:txBody>
      </p:sp>
      <p:sp>
        <p:nvSpPr>
          <p:cNvPr id="76837" name="AutoShape 342">
            <a:extLst>
              <a:ext uri="{FF2B5EF4-FFF2-40B4-BE49-F238E27FC236}">
                <a16:creationId xmlns:a16="http://schemas.microsoft.com/office/drawing/2014/main" id="{27781C4C-3EC3-0DE4-43CA-69DA83BDB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725" y="225426"/>
            <a:ext cx="1011238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2.2.2.2</a:t>
            </a:r>
          </a:p>
        </p:txBody>
      </p:sp>
      <p:sp>
        <p:nvSpPr>
          <p:cNvPr id="76838" name="AutoShape 343">
            <a:extLst>
              <a:ext uri="{FF2B5EF4-FFF2-40B4-BE49-F238E27FC236}">
                <a16:creationId xmlns:a16="http://schemas.microsoft.com/office/drawing/2014/main" id="{543707C8-EE7E-DBD1-F6EB-CF2E6A0F5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1989" y="44451"/>
            <a:ext cx="1011237" cy="4159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 b="1">
                <a:solidFill>
                  <a:schemeClr val="bg1"/>
                </a:solidFill>
              </a:rPr>
              <a:t>3.3.3.3</a:t>
            </a:r>
          </a:p>
        </p:txBody>
      </p:sp>
      <p:sp>
        <p:nvSpPr>
          <p:cNvPr id="76839" name="Freeform 346">
            <a:extLst>
              <a:ext uri="{FF2B5EF4-FFF2-40B4-BE49-F238E27FC236}">
                <a16:creationId xmlns:a16="http://schemas.microsoft.com/office/drawing/2014/main" id="{77C3FCB5-9382-0456-72F7-8DA0E2983801}"/>
              </a:ext>
            </a:extLst>
          </p:cNvPr>
          <p:cNvSpPr>
            <a:spLocks/>
          </p:cNvSpPr>
          <p:nvPr/>
        </p:nvSpPr>
        <p:spPr bwMode="auto">
          <a:xfrm>
            <a:off x="2927350" y="1052514"/>
            <a:ext cx="1081088" cy="720725"/>
          </a:xfrm>
          <a:custGeom>
            <a:avLst/>
            <a:gdLst>
              <a:gd name="T0" fmla="*/ 0 w 681"/>
              <a:gd name="T1" fmla="*/ 0 h 454"/>
              <a:gd name="T2" fmla="*/ 1716227994 w 681"/>
              <a:gd name="T3" fmla="*/ 0 h 454"/>
              <a:gd name="T4" fmla="*/ 1716227994 w 681"/>
              <a:gd name="T5" fmla="*/ 1144150938 h 454"/>
              <a:gd name="T6" fmla="*/ 0 60000 65536"/>
              <a:gd name="T7" fmla="*/ 0 60000 65536"/>
              <a:gd name="T8" fmla="*/ 0 60000 65536"/>
              <a:gd name="T9" fmla="*/ 0 w 681"/>
              <a:gd name="T10" fmla="*/ 0 h 454"/>
              <a:gd name="T11" fmla="*/ 681 w 681"/>
              <a:gd name="T12" fmla="*/ 454 h 4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81" h="454">
                <a:moveTo>
                  <a:pt x="0" y="0"/>
                </a:moveTo>
                <a:lnTo>
                  <a:pt x="681" y="0"/>
                </a:lnTo>
                <a:lnTo>
                  <a:pt x="681" y="454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76840" name="Group 200">
            <a:extLst>
              <a:ext uri="{FF2B5EF4-FFF2-40B4-BE49-F238E27FC236}">
                <a16:creationId xmlns:a16="http://schemas.microsoft.com/office/drawing/2014/main" id="{C9F1879C-0E61-E9BD-DA59-FFD6FE42623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636963" y="1512889"/>
            <a:ext cx="723900" cy="460375"/>
            <a:chOff x="3312" y="2160"/>
            <a:chExt cx="960" cy="528"/>
          </a:xfrm>
        </p:grpSpPr>
        <p:grpSp>
          <p:nvGrpSpPr>
            <p:cNvPr id="77173" name="Group 201">
              <a:extLst>
                <a:ext uri="{FF2B5EF4-FFF2-40B4-BE49-F238E27FC236}">
                  <a16:creationId xmlns:a16="http://schemas.microsoft.com/office/drawing/2014/main" id="{F9692319-CE1E-47F8-A899-7D21EE31BCF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77175" name="AutoShape 202">
                <a:extLst>
                  <a:ext uri="{FF2B5EF4-FFF2-40B4-BE49-F238E27FC236}">
                    <a16:creationId xmlns:a16="http://schemas.microsoft.com/office/drawing/2014/main" id="{446AF845-0123-FEC1-971D-9E35B8228D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77176" name="Group 203">
                <a:extLst>
                  <a:ext uri="{FF2B5EF4-FFF2-40B4-BE49-F238E27FC236}">
                    <a16:creationId xmlns:a16="http://schemas.microsoft.com/office/drawing/2014/main" id="{0ADBEF34-B842-A94F-B655-EA7CBED2978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77177" name="Group 204">
                  <a:extLst>
                    <a:ext uri="{FF2B5EF4-FFF2-40B4-BE49-F238E27FC236}">
                      <a16:creationId xmlns:a16="http://schemas.microsoft.com/office/drawing/2014/main" id="{A1589E9C-ED4A-4F0E-8465-8157CBE6E65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77187" name="Freeform 205">
                    <a:extLst>
                      <a:ext uri="{FF2B5EF4-FFF2-40B4-BE49-F238E27FC236}">
                        <a16:creationId xmlns:a16="http://schemas.microsoft.com/office/drawing/2014/main" id="{3B024BEA-9C7B-AF62-340B-ECAF819FC9F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88" name="Freeform 206">
                    <a:extLst>
                      <a:ext uri="{FF2B5EF4-FFF2-40B4-BE49-F238E27FC236}">
                        <a16:creationId xmlns:a16="http://schemas.microsoft.com/office/drawing/2014/main" id="{46D0D2D5-2CAB-2DAD-0301-17F701EA3EA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89" name="Freeform 207">
                    <a:extLst>
                      <a:ext uri="{FF2B5EF4-FFF2-40B4-BE49-F238E27FC236}">
                        <a16:creationId xmlns:a16="http://schemas.microsoft.com/office/drawing/2014/main" id="{8B9AEFA5-00B2-770E-2CD4-017C85CCABD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90" name="Freeform 208">
                    <a:extLst>
                      <a:ext uri="{FF2B5EF4-FFF2-40B4-BE49-F238E27FC236}">
                        <a16:creationId xmlns:a16="http://schemas.microsoft.com/office/drawing/2014/main" id="{1C0169CB-847C-46DA-81CB-D1551F8C100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91" name="Freeform 209">
                    <a:extLst>
                      <a:ext uri="{FF2B5EF4-FFF2-40B4-BE49-F238E27FC236}">
                        <a16:creationId xmlns:a16="http://schemas.microsoft.com/office/drawing/2014/main" id="{42B38304-48A6-4AA3-3C59-0B6D84503AE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92" name="Freeform 210">
                    <a:extLst>
                      <a:ext uri="{FF2B5EF4-FFF2-40B4-BE49-F238E27FC236}">
                        <a16:creationId xmlns:a16="http://schemas.microsoft.com/office/drawing/2014/main" id="{3D0108D3-FA7C-7157-211C-617EDCB283A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93" name="Freeform 211">
                    <a:extLst>
                      <a:ext uri="{FF2B5EF4-FFF2-40B4-BE49-F238E27FC236}">
                        <a16:creationId xmlns:a16="http://schemas.microsoft.com/office/drawing/2014/main" id="{DBCFBBFD-F42C-9F2C-6659-CB6B6BDD46C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94" name="Freeform 212">
                    <a:extLst>
                      <a:ext uri="{FF2B5EF4-FFF2-40B4-BE49-F238E27FC236}">
                        <a16:creationId xmlns:a16="http://schemas.microsoft.com/office/drawing/2014/main" id="{308D22C2-FD54-8B7A-2D5A-69EAA823E89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77178" name="Group 213">
                  <a:extLst>
                    <a:ext uri="{FF2B5EF4-FFF2-40B4-BE49-F238E27FC236}">
                      <a16:creationId xmlns:a16="http://schemas.microsoft.com/office/drawing/2014/main" id="{F4478D0B-EB2E-863A-DB0B-B959794825E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77179" name="Freeform 214">
                    <a:extLst>
                      <a:ext uri="{FF2B5EF4-FFF2-40B4-BE49-F238E27FC236}">
                        <a16:creationId xmlns:a16="http://schemas.microsoft.com/office/drawing/2014/main" id="{9D7B09E6-0B45-BDD5-B876-AA4EA63C806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80" name="Freeform 215">
                    <a:extLst>
                      <a:ext uri="{FF2B5EF4-FFF2-40B4-BE49-F238E27FC236}">
                        <a16:creationId xmlns:a16="http://schemas.microsoft.com/office/drawing/2014/main" id="{D3EC4150-3782-3AFC-C7A5-4BA253707DB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81" name="Freeform 216">
                    <a:extLst>
                      <a:ext uri="{FF2B5EF4-FFF2-40B4-BE49-F238E27FC236}">
                        <a16:creationId xmlns:a16="http://schemas.microsoft.com/office/drawing/2014/main" id="{DF3CF743-43B3-B103-F9F0-692273D2B0E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82" name="Freeform 217">
                    <a:extLst>
                      <a:ext uri="{FF2B5EF4-FFF2-40B4-BE49-F238E27FC236}">
                        <a16:creationId xmlns:a16="http://schemas.microsoft.com/office/drawing/2014/main" id="{1F29C79C-FD1A-C043-8776-7FFC0B6D932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83" name="Freeform 218">
                    <a:extLst>
                      <a:ext uri="{FF2B5EF4-FFF2-40B4-BE49-F238E27FC236}">
                        <a16:creationId xmlns:a16="http://schemas.microsoft.com/office/drawing/2014/main" id="{EBFAD407-CB4B-DE9B-23AB-0E93918FCCF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84" name="Freeform 219">
                    <a:extLst>
                      <a:ext uri="{FF2B5EF4-FFF2-40B4-BE49-F238E27FC236}">
                        <a16:creationId xmlns:a16="http://schemas.microsoft.com/office/drawing/2014/main" id="{96174C9B-E7FE-380E-AB39-CD4D4303845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85" name="Freeform 220">
                    <a:extLst>
                      <a:ext uri="{FF2B5EF4-FFF2-40B4-BE49-F238E27FC236}">
                        <a16:creationId xmlns:a16="http://schemas.microsoft.com/office/drawing/2014/main" id="{C37A5CC5-3704-6FC1-1F67-27371BDC0E1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86" name="Freeform 221">
                    <a:extLst>
                      <a:ext uri="{FF2B5EF4-FFF2-40B4-BE49-F238E27FC236}">
                        <a16:creationId xmlns:a16="http://schemas.microsoft.com/office/drawing/2014/main" id="{5A10EF31-803B-E823-45FB-4B2CD7327F9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77174" name="WordArt 222">
              <a:extLst>
                <a:ext uri="{FF2B5EF4-FFF2-40B4-BE49-F238E27FC236}">
                  <a16:creationId xmlns:a16="http://schemas.microsoft.com/office/drawing/2014/main" id="{AD252BC9-4B3D-7921-592F-0BB0DE967F44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r1  </a:t>
              </a:r>
            </a:p>
          </p:txBody>
        </p:sp>
      </p:grpSp>
      <p:grpSp>
        <p:nvGrpSpPr>
          <p:cNvPr id="76841" name="Group 350">
            <a:extLst>
              <a:ext uri="{FF2B5EF4-FFF2-40B4-BE49-F238E27FC236}">
                <a16:creationId xmlns:a16="http://schemas.microsoft.com/office/drawing/2014/main" id="{D6DB374F-DDA8-DD03-A3A9-531570617F8E}"/>
              </a:ext>
            </a:extLst>
          </p:cNvPr>
          <p:cNvGrpSpPr>
            <a:grpSpLocks/>
          </p:cNvGrpSpPr>
          <p:nvPr/>
        </p:nvGrpSpPr>
        <p:grpSpPr bwMode="auto">
          <a:xfrm>
            <a:off x="3313113" y="857251"/>
            <a:ext cx="406400" cy="339725"/>
            <a:chOff x="144" y="3264"/>
            <a:chExt cx="288" cy="240"/>
          </a:xfrm>
        </p:grpSpPr>
        <p:sp>
          <p:nvSpPr>
            <p:cNvPr id="77171" name="Rectangle 351">
              <a:extLst>
                <a:ext uri="{FF2B5EF4-FFF2-40B4-BE49-F238E27FC236}">
                  <a16:creationId xmlns:a16="http://schemas.microsoft.com/office/drawing/2014/main" id="{CDDE9596-DC68-6A8E-10C2-208DE3CFA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77172" name="Rectangle 352">
              <a:extLst>
                <a:ext uri="{FF2B5EF4-FFF2-40B4-BE49-F238E27FC236}">
                  <a16:creationId xmlns:a16="http://schemas.microsoft.com/office/drawing/2014/main" id="{ABD044DE-43D7-9C87-C4DD-29346BB5E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76842" name="Group 347">
            <a:extLst>
              <a:ext uri="{FF2B5EF4-FFF2-40B4-BE49-F238E27FC236}">
                <a16:creationId xmlns:a16="http://schemas.microsoft.com/office/drawing/2014/main" id="{2407798E-94C5-634D-D31A-698F7F91DF63}"/>
              </a:ext>
            </a:extLst>
          </p:cNvPr>
          <p:cNvGrpSpPr>
            <a:grpSpLocks/>
          </p:cNvGrpSpPr>
          <p:nvPr/>
        </p:nvGrpSpPr>
        <p:grpSpPr bwMode="auto">
          <a:xfrm>
            <a:off x="4176713" y="1144589"/>
            <a:ext cx="406400" cy="339725"/>
            <a:chOff x="144" y="3264"/>
            <a:chExt cx="288" cy="240"/>
          </a:xfrm>
        </p:grpSpPr>
        <p:sp>
          <p:nvSpPr>
            <p:cNvPr id="77169" name="Rectangle 348">
              <a:extLst>
                <a:ext uri="{FF2B5EF4-FFF2-40B4-BE49-F238E27FC236}">
                  <a16:creationId xmlns:a16="http://schemas.microsoft.com/office/drawing/2014/main" id="{B17EC637-3989-9B19-9918-CDC6E2303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77170" name="Rectangle 349">
              <a:extLst>
                <a:ext uri="{FF2B5EF4-FFF2-40B4-BE49-F238E27FC236}">
                  <a16:creationId xmlns:a16="http://schemas.microsoft.com/office/drawing/2014/main" id="{B7BAB6CC-2C9F-FEF0-FCB3-832A6CF92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sp>
        <p:nvSpPr>
          <p:cNvPr id="76843" name="Line 360">
            <a:extLst>
              <a:ext uri="{FF2B5EF4-FFF2-40B4-BE49-F238E27FC236}">
                <a16:creationId xmlns:a16="http://schemas.microsoft.com/office/drawing/2014/main" id="{088DBC62-C2B7-5989-2588-5AFEF9D757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6075" y="1196975"/>
            <a:ext cx="0" cy="7191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44" name="Line 363">
            <a:extLst>
              <a:ext uri="{FF2B5EF4-FFF2-40B4-BE49-F238E27FC236}">
                <a16:creationId xmlns:a16="http://schemas.microsoft.com/office/drawing/2014/main" id="{2936E7C0-2AF0-FB4D-93FD-20CB1FDE10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8438" y="333375"/>
            <a:ext cx="431800" cy="71913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6845" name="Oval 353">
            <a:extLst>
              <a:ext uri="{FF2B5EF4-FFF2-40B4-BE49-F238E27FC236}">
                <a16:creationId xmlns:a16="http://schemas.microsoft.com/office/drawing/2014/main" id="{37958620-C517-45B7-58AB-F9AD5C5BED4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859213" y="908050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I</a:t>
            </a:r>
          </a:p>
        </p:txBody>
      </p:sp>
      <p:sp>
        <p:nvSpPr>
          <p:cNvPr id="76846" name="Text Box 362">
            <a:extLst>
              <a:ext uri="{FF2B5EF4-FFF2-40B4-BE49-F238E27FC236}">
                <a16:creationId xmlns:a16="http://schemas.microsoft.com/office/drawing/2014/main" id="{87FE16B0-F11F-4DED-3ACF-CB7A3B5C8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9725" y="188913"/>
            <a:ext cx="1187450" cy="265112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200.0.0.0/30</a:t>
            </a:r>
          </a:p>
        </p:txBody>
      </p:sp>
      <p:grpSp>
        <p:nvGrpSpPr>
          <p:cNvPr id="76847" name="Group 223">
            <a:extLst>
              <a:ext uri="{FF2B5EF4-FFF2-40B4-BE49-F238E27FC236}">
                <a16:creationId xmlns:a16="http://schemas.microsoft.com/office/drawing/2014/main" id="{E4E16F5A-72A8-CB3A-2E43-7B977CE908F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24125" y="881064"/>
            <a:ext cx="723900" cy="460375"/>
            <a:chOff x="3312" y="2160"/>
            <a:chExt cx="960" cy="528"/>
          </a:xfrm>
        </p:grpSpPr>
        <p:grpSp>
          <p:nvGrpSpPr>
            <p:cNvPr id="77147" name="Group 224">
              <a:extLst>
                <a:ext uri="{FF2B5EF4-FFF2-40B4-BE49-F238E27FC236}">
                  <a16:creationId xmlns:a16="http://schemas.microsoft.com/office/drawing/2014/main" id="{3D07D433-5AF4-FD0E-CD23-149064EAC46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77149" name="AutoShape 225">
                <a:extLst>
                  <a:ext uri="{FF2B5EF4-FFF2-40B4-BE49-F238E27FC236}">
                    <a16:creationId xmlns:a16="http://schemas.microsoft.com/office/drawing/2014/main" id="{3A53C46D-006B-70D6-8E56-3F916D0E84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77150" name="Group 226">
                <a:extLst>
                  <a:ext uri="{FF2B5EF4-FFF2-40B4-BE49-F238E27FC236}">
                    <a16:creationId xmlns:a16="http://schemas.microsoft.com/office/drawing/2014/main" id="{4A9B07FF-7C8C-1BBF-27F1-4D0FFAF4E1F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77151" name="Group 227">
                  <a:extLst>
                    <a:ext uri="{FF2B5EF4-FFF2-40B4-BE49-F238E27FC236}">
                      <a16:creationId xmlns:a16="http://schemas.microsoft.com/office/drawing/2014/main" id="{EC4CEC19-E49E-952F-A242-404099AE284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77161" name="Freeform 228">
                    <a:extLst>
                      <a:ext uri="{FF2B5EF4-FFF2-40B4-BE49-F238E27FC236}">
                        <a16:creationId xmlns:a16="http://schemas.microsoft.com/office/drawing/2014/main" id="{E0ECB542-378B-ED36-99E6-7144CDB6CD1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62" name="Freeform 229">
                    <a:extLst>
                      <a:ext uri="{FF2B5EF4-FFF2-40B4-BE49-F238E27FC236}">
                        <a16:creationId xmlns:a16="http://schemas.microsoft.com/office/drawing/2014/main" id="{447D293F-12F5-2CE8-13D5-99555BF32FF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63" name="Freeform 230">
                    <a:extLst>
                      <a:ext uri="{FF2B5EF4-FFF2-40B4-BE49-F238E27FC236}">
                        <a16:creationId xmlns:a16="http://schemas.microsoft.com/office/drawing/2014/main" id="{B352753E-8D5E-6A21-E492-507966058F1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64" name="Freeform 231">
                    <a:extLst>
                      <a:ext uri="{FF2B5EF4-FFF2-40B4-BE49-F238E27FC236}">
                        <a16:creationId xmlns:a16="http://schemas.microsoft.com/office/drawing/2014/main" id="{9505676F-35CB-C861-1F3E-6ED49C64EBF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65" name="Freeform 232">
                    <a:extLst>
                      <a:ext uri="{FF2B5EF4-FFF2-40B4-BE49-F238E27FC236}">
                        <a16:creationId xmlns:a16="http://schemas.microsoft.com/office/drawing/2014/main" id="{D686B985-A193-30F5-1F7B-80CDE87D3C2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66" name="Freeform 233">
                    <a:extLst>
                      <a:ext uri="{FF2B5EF4-FFF2-40B4-BE49-F238E27FC236}">
                        <a16:creationId xmlns:a16="http://schemas.microsoft.com/office/drawing/2014/main" id="{6ED01FF3-5627-31C8-209B-C74893B80EC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67" name="Freeform 234">
                    <a:extLst>
                      <a:ext uri="{FF2B5EF4-FFF2-40B4-BE49-F238E27FC236}">
                        <a16:creationId xmlns:a16="http://schemas.microsoft.com/office/drawing/2014/main" id="{4432C972-8F71-49AE-AE9C-B5A39A39A20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68" name="Freeform 235">
                    <a:extLst>
                      <a:ext uri="{FF2B5EF4-FFF2-40B4-BE49-F238E27FC236}">
                        <a16:creationId xmlns:a16="http://schemas.microsoft.com/office/drawing/2014/main" id="{59EF4B62-6AC7-4642-9233-E0FA402A7FE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77152" name="Group 236">
                  <a:extLst>
                    <a:ext uri="{FF2B5EF4-FFF2-40B4-BE49-F238E27FC236}">
                      <a16:creationId xmlns:a16="http://schemas.microsoft.com/office/drawing/2014/main" id="{5EB8007E-22AB-86DC-6FCB-530449AA237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77153" name="Freeform 237">
                    <a:extLst>
                      <a:ext uri="{FF2B5EF4-FFF2-40B4-BE49-F238E27FC236}">
                        <a16:creationId xmlns:a16="http://schemas.microsoft.com/office/drawing/2014/main" id="{71B2AEF6-9FD3-F0DA-A494-D3969D64600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54" name="Freeform 238">
                    <a:extLst>
                      <a:ext uri="{FF2B5EF4-FFF2-40B4-BE49-F238E27FC236}">
                        <a16:creationId xmlns:a16="http://schemas.microsoft.com/office/drawing/2014/main" id="{24B0CEEF-C2ED-085C-0571-9EC823A5426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55" name="Freeform 239">
                    <a:extLst>
                      <a:ext uri="{FF2B5EF4-FFF2-40B4-BE49-F238E27FC236}">
                        <a16:creationId xmlns:a16="http://schemas.microsoft.com/office/drawing/2014/main" id="{0BF4DD77-62A7-7018-1748-1174D34E4CC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56" name="Freeform 240">
                    <a:extLst>
                      <a:ext uri="{FF2B5EF4-FFF2-40B4-BE49-F238E27FC236}">
                        <a16:creationId xmlns:a16="http://schemas.microsoft.com/office/drawing/2014/main" id="{09CEE27B-850F-C7AD-53C5-19A1EB64E41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57" name="Freeform 241">
                    <a:extLst>
                      <a:ext uri="{FF2B5EF4-FFF2-40B4-BE49-F238E27FC236}">
                        <a16:creationId xmlns:a16="http://schemas.microsoft.com/office/drawing/2014/main" id="{C1479422-4016-04E5-5359-3E50CBBE06C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58" name="Freeform 242">
                    <a:extLst>
                      <a:ext uri="{FF2B5EF4-FFF2-40B4-BE49-F238E27FC236}">
                        <a16:creationId xmlns:a16="http://schemas.microsoft.com/office/drawing/2014/main" id="{5CE55DE8-9817-3850-3702-0ACD26855F7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59" name="Freeform 243">
                    <a:extLst>
                      <a:ext uri="{FF2B5EF4-FFF2-40B4-BE49-F238E27FC236}">
                        <a16:creationId xmlns:a16="http://schemas.microsoft.com/office/drawing/2014/main" id="{96DB350D-D9F3-7ACC-A860-71972670429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160" name="Freeform 244">
                    <a:extLst>
                      <a:ext uri="{FF2B5EF4-FFF2-40B4-BE49-F238E27FC236}">
                        <a16:creationId xmlns:a16="http://schemas.microsoft.com/office/drawing/2014/main" id="{320CAAA4-EA87-220D-21E8-42F5A74590D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77148" name="WordArt 245">
              <a:extLst>
                <a:ext uri="{FF2B5EF4-FFF2-40B4-BE49-F238E27FC236}">
                  <a16:creationId xmlns:a16="http://schemas.microsoft.com/office/drawing/2014/main" id="{12CABDA4-6908-CF2A-698B-589FF59A1F94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r2  </a:t>
              </a:r>
            </a:p>
          </p:txBody>
        </p:sp>
      </p:grpSp>
      <p:sp>
        <p:nvSpPr>
          <p:cNvPr id="76848" name="Line 365">
            <a:extLst>
              <a:ext uri="{FF2B5EF4-FFF2-40B4-BE49-F238E27FC236}">
                <a16:creationId xmlns:a16="http://schemas.microsoft.com/office/drawing/2014/main" id="{33FD7E5F-2AA8-EE38-9B35-C969F0DBC8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86075" y="1916113"/>
            <a:ext cx="0" cy="62071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6849" name="Oval 361">
            <a:extLst>
              <a:ext uri="{FF2B5EF4-FFF2-40B4-BE49-F238E27FC236}">
                <a16:creationId xmlns:a16="http://schemas.microsoft.com/office/drawing/2014/main" id="{54B37A9D-74A8-21B4-CCF4-40F31CFBA35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733675" y="1900238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J</a:t>
            </a:r>
          </a:p>
        </p:txBody>
      </p:sp>
      <p:sp>
        <p:nvSpPr>
          <p:cNvPr id="76850" name="Text Box 364">
            <a:extLst>
              <a:ext uri="{FF2B5EF4-FFF2-40B4-BE49-F238E27FC236}">
                <a16:creationId xmlns:a16="http://schemas.microsoft.com/office/drawing/2014/main" id="{5333AE90-FFEA-09B5-2A62-28A0E184E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5800" y="2516188"/>
            <a:ext cx="1187450" cy="265112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200.0.1.0/24</a:t>
            </a:r>
          </a:p>
        </p:txBody>
      </p:sp>
      <p:sp>
        <p:nvSpPr>
          <p:cNvPr id="76851" name="Line 451">
            <a:extLst>
              <a:ext uri="{FF2B5EF4-FFF2-40B4-BE49-F238E27FC236}">
                <a16:creationId xmlns:a16="http://schemas.microsoft.com/office/drawing/2014/main" id="{5F4245FD-E685-B8F7-C0E7-07BBC88113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75600" y="836614"/>
            <a:ext cx="1576388" cy="4778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52" name="Line 452">
            <a:extLst>
              <a:ext uri="{FF2B5EF4-FFF2-40B4-BE49-F238E27FC236}">
                <a16:creationId xmlns:a16="http://schemas.microsoft.com/office/drawing/2014/main" id="{59C8DF0B-8A1C-6E17-CE98-5ABE0A03195C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0351" y="1368426"/>
            <a:ext cx="1744663" cy="765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53" name="Line 453">
            <a:extLst>
              <a:ext uri="{FF2B5EF4-FFF2-40B4-BE49-F238E27FC236}">
                <a16:creationId xmlns:a16="http://schemas.microsoft.com/office/drawing/2014/main" id="{9058750D-A373-9EB7-1395-BCA3884BAC21}"/>
              </a:ext>
            </a:extLst>
          </p:cNvPr>
          <p:cNvSpPr>
            <a:spLocks noChangeShapeType="1"/>
          </p:cNvSpPr>
          <p:nvPr/>
        </p:nvSpPr>
        <p:spPr bwMode="auto">
          <a:xfrm>
            <a:off x="9551989" y="836614"/>
            <a:ext cx="1587" cy="1152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76854" name="Group 390">
            <a:extLst>
              <a:ext uri="{FF2B5EF4-FFF2-40B4-BE49-F238E27FC236}">
                <a16:creationId xmlns:a16="http://schemas.microsoft.com/office/drawing/2014/main" id="{C41A777B-9C6F-0D2B-4968-EFBF96C310A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91625" y="520701"/>
            <a:ext cx="723900" cy="460375"/>
            <a:chOff x="3312" y="2160"/>
            <a:chExt cx="960" cy="528"/>
          </a:xfrm>
        </p:grpSpPr>
        <p:sp>
          <p:nvSpPr>
            <p:cNvPr id="77127" name="AutoShape 391">
              <a:extLst>
                <a:ext uri="{FF2B5EF4-FFF2-40B4-BE49-F238E27FC236}">
                  <a16:creationId xmlns:a16="http://schemas.microsoft.com/office/drawing/2014/main" id="{00942E71-B8CC-77E2-5D21-A648AC25998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12" y="2160"/>
              <a:ext cx="960" cy="528"/>
            </a:xfrm>
            <a:prstGeom prst="can">
              <a:avLst>
                <a:gd name="adj" fmla="val 50000"/>
              </a:avLst>
            </a:prstGeom>
            <a:gradFill rotWithShape="0">
              <a:gsLst>
                <a:gs pos="0">
                  <a:srgbClr val="002F5E"/>
                </a:gs>
                <a:gs pos="50000">
                  <a:srgbClr val="0066CC"/>
                </a:gs>
                <a:gs pos="100000">
                  <a:srgbClr val="002F5E"/>
                </a:gs>
              </a:gsLst>
              <a:lin ang="0" scaled="1"/>
            </a:gradFill>
            <a:ln w="9525">
              <a:solidFill>
                <a:srgbClr val="819FFF"/>
              </a:solidFill>
              <a:round/>
              <a:headEnd/>
              <a:tailEnd/>
            </a:ln>
          </p:spPr>
          <p:txBody>
            <a:bodyPr wrap="none" lIns="73025" tIns="36512" rIns="73025" bIns="36512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grpSp>
          <p:nvGrpSpPr>
            <p:cNvPr id="77128" name="Group 392">
              <a:extLst>
                <a:ext uri="{FF2B5EF4-FFF2-40B4-BE49-F238E27FC236}">
                  <a16:creationId xmlns:a16="http://schemas.microsoft.com/office/drawing/2014/main" id="{E436B852-0599-3A09-857B-9156542CFCF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488" y="2193"/>
              <a:ext cx="599" cy="207"/>
              <a:chOff x="422" y="1632"/>
              <a:chExt cx="829" cy="298"/>
            </a:xfrm>
          </p:grpSpPr>
          <p:grpSp>
            <p:nvGrpSpPr>
              <p:cNvPr id="77129" name="Group 393">
                <a:extLst>
                  <a:ext uri="{FF2B5EF4-FFF2-40B4-BE49-F238E27FC236}">
                    <a16:creationId xmlns:a16="http://schemas.microsoft.com/office/drawing/2014/main" id="{41B30D04-EBAF-1A40-AC93-D53D7BB2E10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2" y="1632"/>
                <a:ext cx="822" cy="291"/>
                <a:chOff x="422" y="1632"/>
                <a:chExt cx="822" cy="291"/>
              </a:xfrm>
            </p:grpSpPr>
            <p:sp>
              <p:nvSpPr>
                <p:cNvPr id="77139" name="Freeform 394">
                  <a:extLst>
                    <a:ext uri="{FF2B5EF4-FFF2-40B4-BE49-F238E27FC236}">
                      <a16:creationId xmlns:a16="http://schemas.microsoft.com/office/drawing/2014/main" id="{B1C5DC0A-D1DD-C16B-0825-D5997C82DE9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77140" name="Freeform 395">
                  <a:extLst>
                    <a:ext uri="{FF2B5EF4-FFF2-40B4-BE49-F238E27FC236}">
                      <a16:creationId xmlns:a16="http://schemas.microsoft.com/office/drawing/2014/main" id="{54B7771A-2E3D-FD9B-C068-7B3FBAB84D1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1" y="1639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4 w 393"/>
                    <a:gd name="T11" fmla="*/ 0 h 125"/>
                    <a:gd name="T12" fmla="*/ 196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4" y="0"/>
                      </a:lnTo>
                      <a:lnTo>
                        <a:pt x="196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77141" name="Freeform 396">
                  <a:extLst>
                    <a:ext uri="{FF2B5EF4-FFF2-40B4-BE49-F238E27FC236}">
                      <a16:creationId xmlns:a16="http://schemas.microsoft.com/office/drawing/2014/main" id="{B3FDA897-A90C-381A-1D14-F987DFB19C1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32"/>
                    <a:gd name="T26" fmla="*/ 393 w 393"/>
                    <a:gd name="T27" fmla="*/ 132 h 1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77142" name="Freeform 397">
                  <a:extLst>
                    <a:ext uri="{FF2B5EF4-FFF2-40B4-BE49-F238E27FC236}">
                      <a16:creationId xmlns:a16="http://schemas.microsoft.com/office/drawing/2014/main" id="{AFBCC0EF-E748-E66A-654C-027218D0C9C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2" y="1785"/>
                  <a:ext cx="393" cy="132"/>
                </a:xfrm>
                <a:custGeom>
                  <a:avLst/>
                  <a:gdLst>
                    <a:gd name="T0" fmla="*/ 393 w 393"/>
                    <a:gd name="T1" fmla="*/ 28 h 132"/>
                    <a:gd name="T2" fmla="*/ 305 w 393"/>
                    <a:gd name="T3" fmla="*/ 0 h 132"/>
                    <a:gd name="T4" fmla="*/ 102 w 393"/>
                    <a:gd name="T5" fmla="*/ 83 h 132"/>
                    <a:gd name="T6" fmla="*/ 0 w 393"/>
                    <a:gd name="T7" fmla="*/ 55 h 132"/>
                    <a:gd name="T8" fmla="*/ 51 w 393"/>
                    <a:gd name="T9" fmla="*/ 132 h 132"/>
                    <a:gd name="T10" fmla="*/ 305 w 393"/>
                    <a:gd name="T11" fmla="*/ 132 h 132"/>
                    <a:gd name="T12" fmla="*/ 196 w 393"/>
                    <a:gd name="T13" fmla="*/ 104 h 132"/>
                    <a:gd name="T14" fmla="*/ 393 w 393"/>
                    <a:gd name="T15" fmla="*/ 28 h 13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32"/>
                    <a:gd name="T26" fmla="*/ 393 w 393"/>
                    <a:gd name="T27" fmla="*/ 132 h 13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32">
                      <a:moveTo>
                        <a:pt x="393" y="28"/>
                      </a:moveTo>
                      <a:lnTo>
                        <a:pt x="305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2"/>
                      </a:lnTo>
                      <a:lnTo>
                        <a:pt x="305" y="132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77143" name="Freeform 398">
                  <a:extLst>
                    <a:ext uri="{FF2B5EF4-FFF2-40B4-BE49-F238E27FC236}">
                      <a16:creationId xmlns:a16="http://schemas.microsoft.com/office/drawing/2014/main" id="{F391A35A-4E8A-EBDF-9A71-C19AE3CB65E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2"/>
                    <a:gd name="T25" fmla="*/ 0 h 125"/>
                    <a:gd name="T26" fmla="*/ 392 w 392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77144" name="Freeform 399">
                  <a:extLst>
                    <a:ext uri="{FF2B5EF4-FFF2-40B4-BE49-F238E27FC236}">
                      <a16:creationId xmlns:a16="http://schemas.microsoft.com/office/drawing/2014/main" id="{EBE93AE0-06B9-D635-E696-B34A0DCDDCA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44" y="1632"/>
                  <a:ext cx="392" cy="125"/>
                </a:xfrm>
                <a:custGeom>
                  <a:avLst/>
                  <a:gdLst>
                    <a:gd name="T0" fmla="*/ 0 w 392"/>
                    <a:gd name="T1" fmla="*/ 28 h 125"/>
                    <a:gd name="T2" fmla="*/ 87 w 392"/>
                    <a:gd name="T3" fmla="*/ 0 h 125"/>
                    <a:gd name="T4" fmla="*/ 298 w 392"/>
                    <a:gd name="T5" fmla="*/ 77 h 125"/>
                    <a:gd name="T6" fmla="*/ 392 w 392"/>
                    <a:gd name="T7" fmla="*/ 56 h 125"/>
                    <a:gd name="T8" fmla="*/ 341 w 392"/>
                    <a:gd name="T9" fmla="*/ 125 h 125"/>
                    <a:gd name="T10" fmla="*/ 94 w 392"/>
                    <a:gd name="T11" fmla="*/ 125 h 125"/>
                    <a:gd name="T12" fmla="*/ 196 w 392"/>
                    <a:gd name="T13" fmla="*/ 104 h 125"/>
                    <a:gd name="T14" fmla="*/ 0 w 392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2"/>
                    <a:gd name="T25" fmla="*/ 0 h 125"/>
                    <a:gd name="T26" fmla="*/ 392 w 392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2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2" y="56"/>
                      </a:lnTo>
                      <a:lnTo>
                        <a:pt x="341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77145" name="Freeform 400">
                  <a:extLst>
                    <a:ext uri="{FF2B5EF4-FFF2-40B4-BE49-F238E27FC236}">
                      <a16:creationId xmlns:a16="http://schemas.microsoft.com/office/drawing/2014/main" id="{FEA43F3D-F3EA-DD01-5BE9-B61DEF30F8E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4"/>
                    <a:gd name="T26" fmla="*/ 393 w 393"/>
                    <a:gd name="T27" fmla="*/ 124 h 1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77146" name="Freeform 401">
                  <a:extLst>
                    <a:ext uri="{FF2B5EF4-FFF2-40B4-BE49-F238E27FC236}">
                      <a16:creationId xmlns:a16="http://schemas.microsoft.com/office/drawing/2014/main" id="{0BA25809-144F-7490-2544-4ABFE5CB49F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36" y="1799"/>
                  <a:ext cx="393" cy="124"/>
                </a:xfrm>
                <a:custGeom>
                  <a:avLst/>
                  <a:gdLst>
                    <a:gd name="T0" fmla="*/ 393 w 393"/>
                    <a:gd name="T1" fmla="*/ 97 h 124"/>
                    <a:gd name="T2" fmla="*/ 306 w 393"/>
                    <a:gd name="T3" fmla="*/ 124 h 124"/>
                    <a:gd name="T4" fmla="*/ 102 w 393"/>
                    <a:gd name="T5" fmla="*/ 41 h 124"/>
                    <a:gd name="T6" fmla="*/ 0 w 393"/>
                    <a:gd name="T7" fmla="*/ 69 h 124"/>
                    <a:gd name="T8" fmla="*/ 51 w 393"/>
                    <a:gd name="T9" fmla="*/ 0 h 124"/>
                    <a:gd name="T10" fmla="*/ 306 w 393"/>
                    <a:gd name="T11" fmla="*/ 0 h 124"/>
                    <a:gd name="T12" fmla="*/ 197 w 393"/>
                    <a:gd name="T13" fmla="*/ 21 h 124"/>
                    <a:gd name="T14" fmla="*/ 393 w 393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4"/>
                    <a:gd name="T26" fmla="*/ 393 w 393"/>
                    <a:gd name="T27" fmla="*/ 124 h 1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4">
                      <a:moveTo>
                        <a:pt x="393" y="97"/>
                      </a:moveTo>
                      <a:lnTo>
                        <a:pt x="306" y="124"/>
                      </a:lnTo>
                      <a:lnTo>
                        <a:pt x="102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6" y="0"/>
                      </a:lnTo>
                      <a:lnTo>
                        <a:pt x="197" y="21"/>
                      </a:lnTo>
                      <a:lnTo>
                        <a:pt x="393" y="9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77130" name="Group 402">
                <a:extLst>
                  <a:ext uri="{FF2B5EF4-FFF2-40B4-BE49-F238E27FC236}">
                    <a16:creationId xmlns:a16="http://schemas.microsoft.com/office/drawing/2014/main" id="{7A6A3AFB-3190-4794-873A-4A8693056AB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9" y="1639"/>
                <a:ext cx="822" cy="291"/>
                <a:chOff x="429" y="1639"/>
                <a:chExt cx="822" cy="291"/>
              </a:xfrm>
            </p:grpSpPr>
            <p:sp>
              <p:nvSpPr>
                <p:cNvPr id="77131" name="Freeform 403">
                  <a:extLst>
                    <a:ext uri="{FF2B5EF4-FFF2-40B4-BE49-F238E27FC236}">
                      <a16:creationId xmlns:a16="http://schemas.microsoft.com/office/drawing/2014/main" id="{A68D83C5-15BC-BAB9-59C0-7D0E2AC96C9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77132" name="Freeform 404">
                  <a:extLst>
                    <a:ext uri="{FF2B5EF4-FFF2-40B4-BE49-F238E27FC236}">
                      <a16:creationId xmlns:a16="http://schemas.microsoft.com/office/drawing/2014/main" id="{FFD7F725-EE90-CCED-D568-B7ED15BC928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58" y="1646"/>
                  <a:ext cx="393" cy="125"/>
                </a:xfrm>
                <a:custGeom>
                  <a:avLst/>
                  <a:gdLst>
                    <a:gd name="T0" fmla="*/ 0 w 393"/>
                    <a:gd name="T1" fmla="*/ 97 h 125"/>
                    <a:gd name="T2" fmla="*/ 87 w 393"/>
                    <a:gd name="T3" fmla="*/ 125 h 125"/>
                    <a:gd name="T4" fmla="*/ 298 w 393"/>
                    <a:gd name="T5" fmla="*/ 42 h 125"/>
                    <a:gd name="T6" fmla="*/ 393 w 393"/>
                    <a:gd name="T7" fmla="*/ 70 h 125"/>
                    <a:gd name="T8" fmla="*/ 342 w 393"/>
                    <a:gd name="T9" fmla="*/ 0 h 125"/>
                    <a:gd name="T10" fmla="*/ 95 w 393"/>
                    <a:gd name="T11" fmla="*/ 0 h 125"/>
                    <a:gd name="T12" fmla="*/ 197 w 393"/>
                    <a:gd name="T13" fmla="*/ 21 h 125"/>
                    <a:gd name="T14" fmla="*/ 0 w 393"/>
                    <a:gd name="T15" fmla="*/ 97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97"/>
                      </a:moveTo>
                      <a:lnTo>
                        <a:pt x="87" y="125"/>
                      </a:lnTo>
                      <a:lnTo>
                        <a:pt x="298" y="42"/>
                      </a:lnTo>
                      <a:lnTo>
                        <a:pt x="393" y="70"/>
                      </a:lnTo>
                      <a:lnTo>
                        <a:pt x="342" y="0"/>
                      </a:lnTo>
                      <a:lnTo>
                        <a:pt x="95" y="0"/>
                      </a:lnTo>
                      <a:lnTo>
                        <a:pt x="197" y="21"/>
                      </a:lnTo>
                      <a:lnTo>
                        <a:pt x="0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77133" name="Freeform 405">
                  <a:extLst>
                    <a:ext uri="{FF2B5EF4-FFF2-40B4-BE49-F238E27FC236}">
                      <a16:creationId xmlns:a16="http://schemas.microsoft.com/office/drawing/2014/main" id="{AF184044-E0D1-B7A7-907D-047CEA4CC42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31"/>
                    <a:gd name="T26" fmla="*/ 393 w 393"/>
                    <a:gd name="T27" fmla="*/ 131 h 131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77134" name="Freeform 406">
                  <a:extLst>
                    <a:ext uri="{FF2B5EF4-FFF2-40B4-BE49-F238E27FC236}">
                      <a16:creationId xmlns:a16="http://schemas.microsoft.com/office/drawing/2014/main" id="{05FD2E39-0D49-C562-AD37-4D288399B44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29" y="1792"/>
                  <a:ext cx="393" cy="131"/>
                </a:xfrm>
                <a:custGeom>
                  <a:avLst/>
                  <a:gdLst>
                    <a:gd name="T0" fmla="*/ 393 w 393"/>
                    <a:gd name="T1" fmla="*/ 28 h 131"/>
                    <a:gd name="T2" fmla="*/ 306 w 393"/>
                    <a:gd name="T3" fmla="*/ 0 h 131"/>
                    <a:gd name="T4" fmla="*/ 102 w 393"/>
                    <a:gd name="T5" fmla="*/ 83 h 131"/>
                    <a:gd name="T6" fmla="*/ 0 w 393"/>
                    <a:gd name="T7" fmla="*/ 55 h 131"/>
                    <a:gd name="T8" fmla="*/ 51 w 393"/>
                    <a:gd name="T9" fmla="*/ 131 h 131"/>
                    <a:gd name="T10" fmla="*/ 306 w 393"/>
                    <a:gd name="T11" fmla="*/ 131 h 131"/>
                    <a:gd name="T12" fmla="*/ 196 w 393"/>
                    <a:gd name="T13" fmla="*/ 104 h 131"/>
                    <a:gd name="T14" fmla="*/ 393 w 393"/>
                    <a:gd name="T15" fmla="*/ 28 h 1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31"/>
                    <a:gd name="T26" fmla="*/ 393 w 393"/>
                    <a:gd name="T27" fmla="*/ 131 h 131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31">
                      <a:moveTo>
                        <a:pt x="393" y="28"/>
                      </a:moveTo>
                      <a:lnTo>
                        <a:pt x="306" y="0"/>
                      </a:lnTo>
                      <a:lnTo>
                        <a:pt x="102" y="83"/>
                      </a:lnTo>
                      <a:lnTo>
                        <a:pt x="0" y="55"/>
                      </a:lnTo>
                      <a:lnTo>
                        <a:pt x="51" y="131"/>
                      </a:lnTo>
                      <a:lnTo>
                        <a:pt x="306" y="131"/>
                      </a:lnTo>
                      <a:lnTo>
                        <a:pt x="196" y="104"/>
                      </a:lnTo>
                      <a:lnTo>
                        <a:pt x="393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77135" name="Freeform 407">
                  <a:extLst>
                    <a:ext uri="{FF2B5EF4-FFF2-40B4-BE49-F238E27FC236}">
                      <a16:creationId xmlns:a16="http://schemas.microsoft.com/office/drawing/2014/main" id="{042E6F90-A9E2-9FBF-662C-128465D0BE2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77136" name="Freeform 408">
                  <a:extLst>
                    <a:ext uri="{FF2B5EF4-FFF2-40B4-BE49-F238E27FC236}">
                      <a16:creationId xmlns:a16="http://schemas.microsoft.com/office/drawing/2014/main" id="{44CBBBAE-7245-CFCE-21A9-3B0443719FD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1" y="1639"/>
                  <a:ext cx="393" cy="125"/>
                </a:xfrm>
                <a:custGeom>
                  <a:avLst/>
                  <a:gdLst>
                    <a:gd name="T0" fmla="*/ 0 w 393"/>
                    <a:gd name="T1" fmla="*/ 28 h 125"/>
                    <a:gd name="T2" fmla="*/ 87 w 393"/>
                    <a:gd name="T3" fmla="*/ 0 h 125"/>
                    <a:gd name="T4" fmla="*/ 298 w 393"/>
                    <a:gd name="T5" fmla="*/ 77 h 125"/>
                    <a:gd name="T6" fmla="*/ 393 w 393"/>
                    <a:gd name="T7" fmla="*/ 56 h 125"/>
                    <a:gd name="T8" fmla="*/ 342 w 393"/>
                    <a:gd name="T9" fmla="*/ 125 h 125"/>
                    <a:gd name="T10" fmla="*/ 94 w 393"/>
                    <a:gd name="T11" fmla="*/ 125 h 125"/>
                    <a:gd name="T12" fmla="*/ 196 w 393"/>
                    <a:gd name="T13" fmla="*/ 104 h 125"/>
                    <a:gd name="T14" fmla="*/ 0 w 393"/>
                    <a:gd name="T15" fmla="*/ 28 h 12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3"/>
                    <a:gd name="T25" fmla="*/ 0 h 125"/>
                    <a:gd name="T26" fmla="*/ 393 w 393"/>
                    <a:gd name="T27" fmla="*/ 125 h 125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3" h="125">
                      <a:moveTo>
                        <a:pt x="0" y="28"/>
                      </a:moveTo>
                      <a:lnTo>
                        <a:pt x="87" y="0"/>
                      </a:lnTo>
                      <a:lnTo>
                        <a:pt x="298" y="77"/>
                      </a:lnTo>
                      <a:lnTo>
                        <a:pt x="393" y="56"/>
                      </a:lnTo>
                      <a:lnTo>
                        <a:pt x="342" y="125"/>
                      </a:lnTo>
                      <a:lnTo>
                        <a:pt x="94" y="125"/>
                      </a:lnTo>
                      <a:lnTo>
                        <a:pt x="196" y="104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77137" name="Freeform 409">
                  <a:extLst>
                    <a:ext uri="{FF2B5EF4-FFF2-40B4-BE49-F238E27FC236}">
                      <a16:creationId xmlns:a16="http://schemas.microsoft.com/office/drawing/2014/main" id="{2B42D24F-9959-1B33-4BCA-E8FC80A10DF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2"/>
                    <a:gd name="T25" fmla="*/ 0 h 124"/>
                    <a:gd name="T26" fmla="*/ 392 w 392"/>
                    <a:gd name="T27" fmla="*/ 124 h 1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77138" name="Freeform 410">
                  <a:extLst>
                    <a:ext uri="{FF2B5EF4-FFF2-40B4-BE49-F238E27FC236}">
                      <a16:creationId xmlns:a16="http://schemas.microsoft.com/office/drawing/2014/main" id="{296B3DA7-9518-7919-5A0D-42CF55CBCBD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4" y="1806"/>
                  <a:ext cx="392" cy="124"/>
                </a:xfrm>
                <a:custGeom>
                  <a:avLst/>
                  <a:gdLst>
                    <a:gd name="T0" fmla="*/ 392 w 392"/>
                    <a:gd name="T1" fmla="*/ 97 h 124"/>
                    <a:gd name="T2" fmla="*/ 305 w 392"/>
                    <a:gd name="T3" fmla="*/ 124 h 124"/>
                    <a:gd name="T4" fmla="*/ 101 w 392"/>
                    <a:gd name="T5" fmla="*/ 41 h 124"/>
                    <a:gd name="T6" fmla="*/ 0 w 392"/>
                    <a:gd name="T7" fmla="*/ 69 h 124"/>
                    <a:gd name="T8" fmla="*/ 51 w 392"/>
                    <a:gd name="T9" fmla="*/ 0 h 124"/>
                    <a:gd name="T10" fmla="*/ 305 w 392"/>
                    <a:gd name="T11" fmla="*/ 0 h 124"/>
                    <a:gd name="T12" fmla="*/ 196 w 392"/>
                    <a:gd name="T13" fmla="*/ 20 h 124"/>
                    <a:gd name="T14" fmla="*/ 392 w 392"/>
                    <a:gd name="T15" fmla="*/ 97 h 12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92"/>
                    <a:gd name="T25" fmla="*/ 0 h 124"/>
                    <a:gd name="T26" fmla="*/ 392 w 392"/>
                    <a:gd name="T27" fmla="*/ 124 h 12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92" h="124">
                      <a:moveTo>
                        <a:pt x="392" y="97"/>
                      </a:moveTo>
                      <a:lnTo>
                        <a:pt x="305" y="124"/>
                      </a:lnTo>
                      <a:lnTo>
                        <a:pt x="101" y="41"/>
                      </a:lnTo>
                      <a:lnTo>
                        <a:pt x="0" y="69"/>
                      </a:lnTo>
                      <a:lnTo>
                        <a:pt x="51" y="0"/>
                      </a:lnTo>
                      <a:lnTo>
                        <a:pt x="305" y="0"/>
                      </a:lnTo>
                      <a:lnTo>
                        <a:pt x="196" y="20"/>
                      </a:lnTo>
                      <a:lnTo>
                        <a:pt x="392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</p:grpSp>
      <p:sp>
        <p:nvSpPr>
          <p:cNvPr id="76855" name="WordArt 411">
            <a:extLst>
              <a:ext uri="{FF2B5EF4-FFF2-40B4-BE49-F238E27FC236}">
                <a16:creationId xmlns:a16="http://schemas.microsoft.com/office/drawing/2014/main" id="{13D12FD7-63F7-114C-B2CC-F680CDBB1B76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9228139" y="709614"/>
            <a:ext cx="650875" cy="225425"/>
          </a:xfrm>
          <a:prstGeom prst="rect">
            <a:avLst/>
          </a:prstGeom>
        </p:spPr>
        <p:txBody>
          <a:bodyPr wrap="none" fromWordArt="1">
            <a:prstTxWarp prst="textCanDown">
              <a:avLst>
                <a:gd name="adj" fmla="val 33333"/>
              </a:avLst>
            </a:prstTxWarp>
          </a:bodyPr>
          <a:lstStyle/>
          <a:p>
            <a:pPr algn="ctr"/>
            <a:r>
              <a:rPr lang="en-GB" sz="1400" kern="10">
                <a:ln w="9525">
                  <a:solidFill>
                    <a:srgbClr val="FFFFFF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r6  </a:t>
            </a:r>
          </a:p>
        </p:txBody>
      </p:sp>
      <p:sp>
        <p:nvSpPr>
          <p:cNvPr id="76856" name="Line 462">
            <a:extLst>
              <a:ext uri="{FF2B5EF4-FFF2-40B4-BE49-F238E27FC236}">
                <a16:creationId xmlns:a16="http://schemas.microsoft.com/office/drawing/2014/main" id="{2D093492-FE13-C2E0-43FF-3AFEEAF4A0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36000" y="333376"/>
            <a:ext cx="0" cy="620713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6857" name="Oval 454">
            <a:extLst>
              <a:ext uri="{FF2B5EF4-FFF2-40B4-BE49-F238E27FC236}">
                <a16:creationId xmlns:a16="http://schemas.microsoft.com/office/drawing/2014/main" id="{656338EC-7A60-3942-DB19-BBA32628053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482013" y="955675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L</a:t>
            </a:r>
          </a:p>
        </p:txBody>
      </p:sp>
      <p:sp>
        <p:nvSpPr>
          <p:cNvPr id="76858" name="Text Box 460">
            <a:extLst>
              <a:ext uri="{FF2B5EF4-FFF2-40B4-BE49-F238E27FC236}">
                <a16:creationId xmlns:a16="http://schemas.microsoft.com/office/drawing/2014/main" id="{DD394FC9-B1E4-2C82-4ECC-6F47FDAFE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6350" y="215901"/>
            <a:ext cx="1187450" cy="265113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220.0.0.0/30</a:t>
            </a:r>
          </a:p>
        </p:txBody>
      </p:sp>
      <p:sp>
        <p:nvSpPr>
          <p:cNvPr id="76859" name="Line 464">
            <a:extLst>
              <a:ext uri="{FF2B5EF4-FFF2-40B4-BE49-F238E27FC236}">
                <a16:creationId xmlns:a16="http://schemas.microsoft.com/office/drawing/2014/main" id="{08345503-2E30-6821-8233-457F6F239C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36000" y="1773238"/>
            <a:ext cx="0" cy="62071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6860" name="Oval 455">
            <a:extLst>
              <a:ext uri="{FF2B5EF4-FFF2-40B4-BE49-F238E27FC236}">
                <a16:creationId xmlns:a16="http://schemas.microsoft.com/office/drawing/2014/main" id="{89D8D48E-FB6F-9FB0-DEB5-5BF318C0E0B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472488" y="1557338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N</a:t>
            </a:r>
          </a:p>
        </p:txBody>
      </p:sp>
      <p:sp>
        <p:nvSpPr>
          <p:cNvPr id="76861" name="Text Box 463">
            <a:extLst>
              <a:ext uri="{FF2B5EF4-FFF2-40B4-BE49-F238E27FC236}">
                <a16:creationId xmlns:a16="http://schemas.microsoft.com/office/drawing/2014/main" id="{9489A551-748D-E92A-5972-E452440B2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8900" y="2354263"/>
            <a:ext cx="1187450" cy="265112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220.0.1.0/30</a:t>
            </a:r>
          </a:p>
        </p:txBody>
      </p:sp>
      <p:sp>
        <p:nvSpPr>
          <p:cNvPr id="76862" name="Freeform 472">
            <a:extLst>
              <a:ext uri="{FF2B5EF4-FFF2-40B4-BE49-F238E27FC236}">
                <a16:creationId xmlns:a16="http://schemas.microsoft.com/office/drawing/2014/main" id="{35DA6E65-CEE5-9481-979B-1C9485837CE0}"/>
              </a:ext>
            </a:extLst>
          </p:cNvPr>
          <p:cNvSpPr>
            <a:spLocks/>
          </p:cNvSpPr>
          <p:nvPr/>
        </p:nvSpPr>
        <p:spPr bwMode="auto">
          <a:xfrm>
            <a:off x="9625014" y="1385888"/>
            <a:ext cx="574675" cy="1466850"/>
          </a:xfrm>
          <a:custGeom>
            <a:avLst/>
            <a:gdLst>
              <a:gd name="T0" fmla="*/ 912296563 w 362"/>
              <a:gd name="T1" fmla="*/ 2147483646 h 907"/>
              <a:gd name="T2" fmla="*/ 912296563 w 362"/>
              <a:gd name="T3" fmla="*/ 0 h 907"/>
              <a:gd name="T4" fmla="*/ 0 w 362"/>
              <a:gd name="T5" fmla="*/ 0 h 907"/>
              <a:gd name="T6" fmla="*/ 0 60000 65536"/>
              <a:gd name="T7" fmla="*/ 0 60000 65536"/>
              <a:gd name="T8" fmla="*/ 0 60000 65536"/>
              <a:gd name="T9" fmla="*/ 0 w 362"/>
              <a:gd name="T10" fmla="*/ 0 h 907"/>
              <a:gd name="T11" fmla="*/ 362 w 362"/>
              <a:gd name="T12" fmla="*/ 907 h 9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2" h="907">
                <a:moveTo>
                  <a:pt x="362" y="907"/>
                </a:moveTo>
                <a:lnTo>
                  <a:pt x="362" y="0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6863" name="Oval 456">
            <a:extLst>
              <a:ext uri="{FF2B5EF4-FFF2-40B4-BE49-F238E27FC236}">
                <a16:creationId xmlns:a16="http://schemas.microsoft.com/office/drawing/2014/main" id="{45BB2AAF-F0E2-167F-DB82-E6AFB7E6D8D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409113" y="1246188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M</a:t>
            </a:r>
          </a:p>
        </p:txBody>
      </p:sp>
      <p:sp>
        <p:nvSpPr>
          <p:cNvPr id="76864" name="Text Box 465">
            <a:extLst>
              <a:ext uri="{FF2B5EF4-FFF2-40B4-BE49-F238E27FC236}">
                <a16:creationId xmlns:a16="http://schemas.microsoft.com/office/drawing/2014/main" id="{A16CC5B7-8CB3-08EF-A510-8636211B4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6713" y="2805113"/>
            <a:ext cx="1187450" cy="265112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220.0.2.0/30</a:t>
            </a:r>
          </a:p>
        </p:txBody>
      </p:sp>
      <p:grpSp>
        <p:nvGrpSpPr>
          <p:cNvPr id="76865" name="Group 473">
            <a:extLst>
              <a:ext uri="{FF2B5EF4-FFF2-40B4-BE49-F238E27FC236}">
                <a16:creationId xmlns:a16="http://schemas.microsoft.com/office/drawing/2014/main" id="{B951FEE9-0B46-6459-AF1A-A023EB792381}"/>
              </a:ext>
            </a:extLst>
          </p:cNvPr>
          <p:cNvGrpSpPr>
            <a:grpSpLocks/>
          </p:cNvGrpSpPr>
          <p:nvPr/>
        </p:nvGrpSpPr>
        <p:grpSpPr bwMode="auto">
          <a:xfrm>
            <a:off x="7896225" y="806451"/>
            <a:ext cx="406400" cy="339725"/>
            <a:chOff x="144" y="3264"/>
            <a:chExt cx="288" cy="240"/>
          </a:xfrm>
        </p:grpSpPr>
        <p:sp>
          <p:nvSpPr>
            <p:cNvPr id="77125" name="Rectangle 474">
              <a:extLst>
                <a:ext uri="{FF2B5EF4-FFF2-40B4-BE49-F238E27FC236}">
                  <a16:creationId xmlns:a16="http://schemas.microsoft.com/office/drawing/2014/main" id="{0191CA0E-B797-8D95-F6BE-BD15E1CD0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77126" name="Rectangle 475">
              <a:extLst>
                <a:ext uri="{FF2B5EF4-FFF2-40B4-BE49-F238E27FC236}">
                  <a16:creationId xmlns:a16="http://schemas.microsoft.com/office/drawing/2014/main" id="{6DAC994A-3819-915E-A0B3-A02CF353C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76866" name="Group 476">
            <a:extLst>
              <a:ext uri="{FF2B5EF4-FFF2-40B4-BE49-F238E27FC236}">
                <a16:creationId xmlns:a16="http://schemas.microsoft.com/office/drawing/2014/main" id="{636FF079-447A-D6A2-C5D6-C22CD5898548}"/>
              </a:ext>
            </a:extLst>
          </p:cNvPr>
          <p:cNvGrpSpPr>
            <a:grpSpLocks/>
          </p:cNvGrpSpPr>
          <p:nvPr/>
        </p:nvGrpSpPr>
        <p:grpSpPr bwMode="auto">
          <a:xfrm>
            <a:off x="9721850" y="1001714"/>
            <a:ext cx="406400" cy="339725"/>
            <a:chOff x="144" y="3264"/>
            <a:chExt cx="288" cy="240"/>
          </a:xfrm>
        </p:grpSpPr>
        <p:sp>
          <p:nvSpPr>
            <p:cNvPr id="77123" name="Rectangle 477">
              <a:extLst>
                <a:ext uri="{FF2B5EF4-FFF2-40B4-BE49-F238E27FC236}">
                  <a16:creationId xmlns:a16="http://schemas.microsoft.com/office/drawing/2014/main" id="{12D10409-5806-5AC6-F702-F8CD5AA6B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77124" name="Rectangle 478">
              <a:extLst>
                <a:ext uri="{FF2B5EF4-FFF2-40B4-BE49-F238E27FC236}">
                  <a16:creationId xmlns:a16="http://schemas.microsoft.com/office/drawing/2014/main" id="{0900D891-8AFB-E29E-B02A-73F970CFA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76867" name="Group 479">
            <a:extLst>
              <a:ext uri="{FF2B5EF4-FFF2-40B4-BE49-F238E27FC236}">
                <a16:creationId xmlns:a16="http://schemas.microsoft.com/office/drawing/2014/main" id="{FA74B82C-D9DD-FBB7-B4AB-1505ECD8449C}"/>
              </a:ext>
            </a:extLst>
          </p:cNvPr>
          <p:cNvGrpSpPr>
            <a:grpSpLocks/>
          </p:cNvGrpSpPr>
          <p:nvPr/>
        </p:nvGrpSpPr>
        <p:grpSpPr bwMode="auto">
          <a:xfrm>
            <a:off x="9721850" y="1452564"/>
            <a:ext cx="406400" cy="339725"/>
            <a:chOff x="144" y="3264"/>
            <a:chExt cx="288" cy="240"/>
          </a:xfrm>
        </p:grpSpPr>
        <p:sp>
          <p:nvSpPr>
            <p:cNvPr id="77121" name="Rectangle 480">
              <a:extLst>
                <a:ext uri="{FF2B5EF4-FFF2-40B4-BE49-F238E27FC236}">
                  <a16:creationId xmlns:a16="http://schemas.microsoft.com/office/drawing/2014/main" id="{CED40325-9E98-A0BC-46EF-98E8329BF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77122" name="Rectangle 481">
              <a:extLst>
                <a:ext uri="{FF2B5EF4-FFF2-40B4-BE49-F238E27FC236}">
                  <a16:creationId xmlns:a16="http://schemas.microsoft.com/office/drawing/2014/main" id="{D574CFCA-3525-EEDA-557D-46E56B18D8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76868" name="Group 482">
            <a:extLst>
              <a:ext uri="{FF2B5EF4-FFF2-40B4-BE49-F238E27FC236}">
                <a16:creationId xmlns:a16="http://schemas.microsoft.com/office/drawing/2014/main" id="{34A25265-314C-AC03-C503-1FA4B8077E57}"/>
              </a:ext>
            </a:extLst>
          </p:cNvPr>
          <p:cNvGrpSpPr>
            <a:grpSpLocks/>
          </p:cNvGrpSpPr>
          <p:nvPr/>
        </p:nvGrpSpPr>
        <p:grpSpPr bwMode="auto">
          <a:xfrm>
            <a:off x="8732838" y="1965326"/>
            <a:ext cx="406400" cy="339725"/>
            <a:chOff x="144" y="3264"/>
            <a:chExt cx="288" cy="240"/>
          </a:xfrm>
        </p:grpSpPr>
        <p:sp>
          <p:nvSpPr>
            <p:cNvPr id="77119" name="Rectangle 483">
              <a:extLst>
                <a:ext uri="{FF2B5EF4-FFF2-40B4-BE49-F238E27FC236}">
                  <a16:creationId xmlns:a16="http://schemas.microsoft.com/office/drawing/2014/main" id="{107F1A78-A8EF-CC6D-1CF1-D9E3934655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77120" name="Rectangle 484">
              <a:extLst>
                <a:ext uri="{FF2B5EF4-FFF2-40B4-BE49-F238E27FC236}">
                  <a16:creationId xmlns:a16="http://schemas.microsoft.com/office/drawing/2014/main" id="{DFFF597A-07E0-9C79-EC89-1BD5FFE037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76869" name="Group 485">
            <a:extLst>
              <a:ext uri="{FF2B5EF4-FFF2-40B4-BE49-F238E27FC236}">
                <a16:creationId xmlns:a16="http://schemas.microsoft.com/office/drawing/2014/main" id="{563BD8C3-FFFA-F3B6-5950-97FD5B164E76}"/>
              </a:ext>
            </a:extLst>
          </p:cNvPr>
          <p:cNvGrpSpPr>
            <a:grpSpLocks/>
          </p:cNvGrpSpPr>
          <p:nvPr/>
        </p:nvGrpSpPr>
        <p:grpSpPr bwMode="auto">
          <a:xfrm>
            <a:off x="7896225" y="1649414"/>
            <a:ext cx="406400" cy="339725"/>
            <a:chOff x="144" y="3264"/>
            <a:chExt cx="288" cy="240"/>
          </a:xfrm>
        </p:grpSpPr>
        <p:sp>
          <p:nvSpPr>
            <p:cNvPr id="77117" name="Rectangle 486">
              <a:extLst>
                <a:ext uri="{FF2B5EF4-FFF2-40B4-BE49-F238E27FC236}">
                  <a16:creationId xmlns:a16="http://schemas.microsoft.com/office/drawing/2014/main" id="{AA9A37C8-E71D-E2D7-E075-349F0849E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77118" name="Rectangle 487">
              <a:extLst>
                <a:ext uri="{FF2B5EF4-FFF2-40B4-BE49-F238E27FC236}">
                  <a16:creationId xmlns:a16="http://schemas.microsoft.com/office/drawing/2014/main" id="{089CADB1-1FA6-F3D1-9FC7-AF5919F19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76870" name="Group 357">
            <a:extLst>
              <a:ext uri="{FF2B5EF4-FFF2-40B4-BE49-F238E27FC236}">
                <a16:creationId xmlns:a16="http://schemas.microsoft.com/office/drawing/2014/main" id="{A3C47170-E882-2342-058C-2BF0632836DF}"/>
              </a:ext>
            </a:extLst>
          </p:cNvPr>
          <p:cNvGrpSpPr>
            <a:grpSpLocks/>
          </p:cNvGrpSpPr>
          <p:nvPr/>
        </p:nvGrpSpPr>
        <p:grpSpPr bwMode="auto">
          <a:xfrm>
            <a:off x="2682875" y="1395414"/>
            <a:ext cx="406400" cy="339725"/>
            <a:chOff x="144" y="3264"/>
            <a:chExt cx="288" cy="240"/>
          </a:xfrm>
        </p:grpSpPr>
        <p:sp>
          <p:nvSpPr>
            <p:cNvPr id="77115" name="Rectangle 358">
              <a:extLst>
                <a:ext uri="{FF2B5EF4-FFF2-40B4-BE49-F238E27FC236}">
                  <a16:creationId xmlns:a16="http://schemas.microsoft.com/office/drawing/2014/main" id="{0074B331-BA0B-0E2D-D1D7-6362693172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77116" name="Rectangle 359">
              <a:extLst>
                <a:ext uri="{FF2B5EF4-FFF2-40B4-BE49-F238E27FC236}">
                  <a16:creationId xmlns:a16="http://schemas.microsoft.com/office/drawing/2014/main" id="{9145D146-145A-103E-93E8-5FAA7D8901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76871" name="Group 27">
            <a:extLst>
              <a:ext uri="{FF2B5EF4-FFF2-40B4-BE49-F238E27FC236}">
                <a16:creationId xmlns:a16="http://schemas.microsoft.com/office/drawing/2014/main" id="{61E44F63-E0F2-5C94-897B-71758D0D268B}"/>
              </a:ext>
            </a:extLst>
          </p:cNvPr>
          <p:cNvGrpSpPr>
            <a:grpSpLocks/>
          </p:cNvGrpSpPr>
          <p:nvPr/>
        </p:nvGrpSpPr>
        <p:grpSpPr bwMode="auto">
          <a:xfrm>
            <a:off x="5554663" y="3736976"/>
            <a:ext cx="406400" cy="339725"/>
            <a:chOff x="144" y="3264"/>
            <a:chExt cx="288" cy="240"/>
          </a:xfrm>
        </p:grpSpPr>
        <p:sp>
          <p:nvSpPr>
            <p:cNvPr id="77113" name="Rectangle 28">
              <a:extLst>
                <a:ext uri="{FF2B5EF4-FFF2-40B4-BE49-F238E27FC236}">
                  <a16:creationId xmlns:a16="http://schemas.microsoft.com/office/drawing/2014/main" id="{71ABBF29-B831-2A03-0C6C-EF110456F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77114" name="Rectangle 29">
              <a:extLst>
                <a:ext uri="{FF2B5EF4-FFF2-40B4-BE49-F238E27FC236}">
                  <a16:creationId xmlns:a16="http://schemas.microsoft.com/office/drawing/2014/main" id="{9F18E57A-76F5-42C0-C073-F9092D0C4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76872" name="Group 35">
            <a:extLst>
              <a:ext uri="{FF2B5EF4-FFF2-40B4-BE49-F238E27FC236}">
                <a16:creationId xmlns:a16="http://schemas.microsoft.com/office/drawing/2014/main" id="{65020178-A5A3-95D0-975D-908797CA5228}"/>
              </a:ext>
            </a:extLst>
          </p:cNvPr>
          <p:cNvGrpSpPr>
            <a:grpSpLocks/>
          </p:cNvGrpSpPr>
          <p:nvPr/>
        </p:nvGrpSpPr>
        <p:grpSpPr bwMode="auto">
          <a:xfrm>
            <a:off x="6437313" y="3736976"/>
            <a:ext cx="406400" cy="339725"/>
            <a:chOff x="144" y="3264"/>
            <a:chExt cx="288" cy="240"/>
          </a:xfrm>
        </p:grpSpPr>
        <p:sp>
          <p:nvSpPr>
            <p:cNvPr id="77111" name="Rectangle 36">
              <a:extLst>
                <a:ext uri="{FF2B5EF4-FFF2-40B4-BE49-F238E27FC236}">
                  <a16:creationId xmlns:a16="http://schemas.microsoft.com/office/drawing/2014/main" id="{CFB62FE6-5C08-D229-A42B-A8CCD3285C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77112" name="Rectangle 37">
              <a:extLst>
                <a:ext uri="{FF2B5EF4-FFF2-40B4-BE49-F238E27FC236}">
                  <a16:creationId xmlns:a16="http://schemas.microsoft.com/office/drawing/2014/main" id="{53884CC9-C2D3-6012-C3C5-E7BF2A24E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76873" name="Group 15">
            <a:extLst>
              <a:ext uri="{FF2B5EF4-FFF2-40B4-BE49-F238E27FC236}">
                <a16:creationId xmlns:a16="http://schemas.microsoft.com/office/drawing/2014/main" id="{5BB62635-596C-669F-2343-190A37649E57}"/>
              </a:ext>
            </a:extLst>
          </p:cNvPr>
          <p:cNvGrpSpPr>
            <a:grpSpLocks/>
          </p:cNvGrpSpPr>
          <p:nvPr/>
        </p:nvGrpSpPr>
        <p:grpSpPr bwMode="auto">
          <a:xfrm>
            <a:off x="4927600" y="5102226"/>
            <a:ext cx="406400" cy="339725"/>
            <a:chOff x="144" y="3264"/>
            <a:chExt cx="288" cy="240"/>
          </a:xfrm>
        </p:grpSpPr>
        <p:sp>
          <p:nvSpPr>
            <p:cNvPr id="77109" name="Rectangle 16">
              <a:extLst>
                <a:ext uri="{FF2B5EF4-FFF2-40B4-BE49-F238E27FC236}">
                  <a16:creationId xmlns:a16="http://schemas.microsoft.com/office/drawing/2014/main" id="{EEF02DE8-E8D1-EC2B-8B33-F57BC6934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77110" name="Rectangle 17">
              <a:extLst>
                <a:ext uri="{FF2B5EF4-FFF2-40B4-BE49-F238E27FC236}">
                  <a16:creationId xmlns:a16="http://schemas.microsoft.com/office/drawing/2014/main" id="{4ACD53CC-4DCA-8889-9254-B02EF39F4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76874" name="Group 23">
            <a:extLst>
              <a:ext uri="{FF2B5EF4-FFF2-40B4-BE49-F238E27FC236}">
                <a16:creationId xmlns:a16="http://schemas.microsoft.com/office/drawing/2014/main" id="{9190AC7F-A324-9013-8A05-4367DDB4E6E9}"/>
              </a:ext>
            </a:extLst>
          </p:cNvPr>
          <p:cNvGrpSpPr>
            <a:grpSpLocks/>
          </p:cNvGrpSpPr>
          <p:nvPr/>
        </p:nvGrpSpPr>
        <p:grpSpPr bwMode="auto">
          <a:xfrm>
            <a:off x="4927600" y="4216401"/>
            <a:ext cx="406400" cy="339725"/>
            <a:chOff x="144" y="3264"/>
            <a:chExt cx="288" cy="240"/>
          </a:xfrm>
        </p:grpSpPr>
        <p:sp>
          <p:nvSpPr>
            <p:cNvPr id="77107" name="Rectangle 24">
              <a:extLst>
                <a:ext uri="{FF2B5EF4-FFF2-40B4-BE49-F238E27FC236}">
                  <a16:creationId xmlns:a16="http://schemas.microsoft.com/office/drawing/2014/main" id="{EB6A2D6C-17E6-6A54-8A10-386B7597C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77108" name="Rectangle 25">
              <a:extLst>
                <a:ext uri="{FF2B5EF4-FFF2-40B4-BE49-F238E27FC236}">
                  <a16:creationId xmlns:a16="http://schemas.microsoft.com/office/drawing/2014/main" id="{E561136D-7BA0-6086-ECE3-5680295CF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76875" name="Group 19">
            <a:extLst>
              <a:ext uri="{FF2B5EF4-FFF2-40B4-BE49-F238E27FC236}">
                <a16:creationId xmlns:a16="http://schemas.microsoft.com/office/drawing/2014/main" id="{007ADD9D-7055-0376-C8D5-7751894121C8}"/>
              </a:ext>
            </a:extLst>
          </p:cNvPr>
          <p:cNvGrpSpPr>
            <a:grpSpLocks/>
          </p:cNvGrpSpPr>
          <p:nvPr/>
        </p:nvGrpSpPr>
        <p:grpSpPr bwMode="auto">
          <a:xfrm>
            <a:off x="5545138" y="5537201"/>
            <a:ext cx="406400" cy="339725"/>
            <a:chOff x="144" y="3264"/>
            <a:chExt cx="288" cy="240"/>
          </a:xfrm>
        </p:grpSpPr>
        <p:sp>
          <p:nvSpPr>
            <p:cNvPr id="77105" name="Rectangle 20">
              <a:extLst>
                <a:ext uri="{FF2B5EF4-FFF2-40B4-BE49-F238E27FC236}">
                  <a16:creationId xmlns:a16="http://schemas.microsoft.com/office/drawing/2014/main" id="{3A472F8C-F85F-17C8-6657-DD64D27EC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77106" name="Rectangle 21">
              <a:extLst>
                <a:ext uri="{FF2B5EF4-FFF2-40B4-BE49-F238E27FC236}">
                  <a16:creationId xmlns:a16="http://schemas.microsoft.com/office/drawing/2014/main" id="{EEA53BD6-A03C-674E-D421-8B715D0D56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76876" name="Group 39">
            <a:extLst>
              <a:ext uri="{FF2B5EF4-FFF2-40B4-BE49-F238E27FC236}">
                <a16:creationId xmlns:a16="http://schemas.microsoft.com/office/drawing/2014/main" id="{4020422E-99AA-2237-1E9C-1B485E3E888D}"/>
              </a:ext>
            </a:extLst>
          </p:cNvPr>
          <p:cNvGrpSpPr>
            <a:grpSpLocks/>
          </p:cNvGrpSpPr>
          <p:nvPr/>
        </p:nvGrpSpPr>
        <p:grpSpPr bwMode="auto">
          <a:xfrm>
            <a:off x="6427788" y="5537201"/>
            <a:ext cx="406400" cy="339725"/>
            <a:chOff x="144" y="3264"/>
            <a:chExt cx="288" cy="240"/>
          </a:xfrm>
        </p:grpSpPr>
        <p:sp>
          <p:nvSpPr>
            <p:cNvPr id="77103" name="Rectangle 40">
              <a:extLst>
                <a:ext uri="{FF2B5EF4-FFF2-40B4-BE49-F238E27FC236}">
                  <a16:creationId xmlns:a16="http://schemas.microsoft.com/office/drawing/2014/main" id="{57A5EB90-9429-1406-59C3-05F0EBA46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77104" name="Rectangle 41">
              <a:extLst>
                <a:ext uri="{FF2B5EF4-FFF2-40B4-BE49-F238E27FC236}">
                  <a16:creationId xmlns:a16="http://schemas.microsoft.com/office/drawing/2014/main" id="{6F5B8275-EF54-29B5-9FA2-EB8A69AF5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76877" name="Group 31">
            <a:extLst>
              <a:ext uri="{FF2B5EF4-FFF2-40B4-BE49-F238E27FC236}">
                <a16:creationId xmlns:a16="http://schemas.microsoft.com/office/drawing/2014/main" id="{0FF80916-3241-174D-0E44-377145272BD3}"/>
              </a:ext>
            </a:extLst>
          </p:cNvPr>
          <p:cNvGrpSpPr>
            <a:grpSpLocks/>
          </p:cNvGrpSpPr>
          <p:nvPr/>
        </p:nvGrpSpPr>
        <p:grpSpPr bwMode="auto">
          <a:xfrm>
            <a:off x="7115175" y="4216401"/>
            <a:ext cx="406400" cy="339725"/>
            <a:chOff x="144" y="3264"/>
            <a:chExt cx="288" cy="240"/>
          </a:xfrm>
        </p:grpSpPr>
        <p:sp>
          <p:nvSpPr>
            <p:cNvPr id="77101" name="Rectangle 32">
              <a:extLst>
                <a:ext uri="{FF2B5EF4-FFF2-40B4-BE49-F238E27FC236}">
                  <a16:creationId xmlns:a16="http://schemas.microsoft.com/office/drawing/2014/main" id="{28644773-6439-8F9B-C7A9-AFE5923D5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77102" name="Rectangle 33">
              <a:extLst>
                <a:ext uri="{FF2B5EF4-FFF2-40B4-BE49-F238E27FC236}">
                  <a16:creationId xmlns:a16="http://schemas.microsoft.com/office/drawing/2014/main" id="{DE8C1C65-A4E5-1481-EE80-490504C5F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76878" name="Group 43">
            <a:extLst>
              <a:ext uri="{FF2B5EF4-FFF2-40B4-BE49-F238E27FC236}">
                <a16:creationId xmlns:a16="http://schemas.microsoft.com/office/drawing/2014/main" id="{57C04D6E-458F-AD47-16FD-F40923B00440}"/>
              </a:ext>
            </a:extLst>
          </p:cNvPr>
          <p:cNvGrpSpPr>
            <a:grpSpLocks/>
          </p:cNvGrpSpPr>
          <p:nvPr/>
        </p:nvGrpSpPr>
        <p:grpSpPr bwMode="auto">
          <a:xfrm>
            <a:off x="7115175" y="5102226"/>
            <a:ext cx="406400" cy="339725"/>
            <a:chOff x="144" y="3264"/>
            <a:chExt cx="288" cy="240"/>
          </a:xfrm>
        </p:grpSpPr>
        <p:sp>
          <p:nvSpPr>
            <p:cNvPr id="77099" name="Rectangle 44">
              <a:extLst>
                <a:ext uri="{FF2B5EF4-FFF2-40B4-BE49-F238E27FC236}">
                  <a16:creationId xmlns:a16="http://schemas.microsoft.com/office/drawing/2014/main" id="{420C7A71-83E3-079E-79FF-331E48145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77100" name="Rectangle 45">
              <a:extLst>
                <a:ext uri="{FF2B5EF4-FFF2-40B4-BE49-F238E27FC236}">
                  <a16:creationId xmlns:a16="http://schemas.microsoft.com/office/drawing/2014/main" id="{FD4DFDBC-8EF8-B69B-7286-E21C5C82A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76879" name="Group 488">
            <a:extLst>
              <a:ext uri="{FF2B5EF4-FFF2-40B4-BE49-F238E27FC236}">
                <a16:creationId xmlns:a16="http://schemas.microsoft.com/office/drawing/2014/main" id="{9E1F2976-09A7-C304-4CE8-0B289D8D4261}"/>
              </a:ext>
            </a:extLst>
          </p:cNvPr>
          <p:cNvGrpSpPr>
            <a:grpSpLocks/>
          </p:cNvGrpSpPr>
          <p:nvPr/>
        </p:nvGrpSpPr>
        <p:grpSpPr bwMode="auto">
          <a:xfrm>
            <a:off x="8759825" y="549276"/>
            <a:ext cx="406400" cy="339725"/>
            <a:chOff x="144" y="3264"/>
            <a:chExt cx="288" cy="240"/>
          </a:xfrm>
        </p:grpSpPr>
        <p:sp>
          <p:nvSpPr>
            <p:cNvPr id="77097" name="Rectangle 489">
              <a:extLst>
                <a:ext uri="{FF2B5EF4-FFF2-40B4-BE49-F238E27FC236}">
                  <a16:creationId xmlns:a16="http://schemas.microsoft.com/office/drawing/2014/main" id="{E507E2D4-8313-F375-113C-BE9855993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77098" name="Rectangle 490">
              <a:extLst>
                <a:ext uri="{FF2B5EF4-FFF2-40B4-BE49-F238E27FC236}">
                  <a16:creationId xmlns:a16="http://schemas.microsoft.com/office/drawing/2014/main" id="{B9B21C96-EEBD-FCCC-E762-4ADE1805CB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2</a:t>
              </a:r>
            </a:p>
          </p:txBody>
        </p:sp>
      </p:grpSp>
      <p:sp>
        <p:nvSpPr>
          <p:cNvPr id="76880" name="Line 491">
            <a:extLst>
              <a:ext uri="{FF2B5EF4-FFF2-40B4-BE49-F238E27FC236}">
                <a16:creationId xmlns:a16="http://schemas.microsoft.com/office/drawing/2014/main" id="{A24F325A-1DDD-1405-F65A-3F19419AD6C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9964" y="5734051"/>
            <a:ext cx="2600325" cy="4032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76881" name="Group 101">
            <a:extLst>
              <a:ext uri="{FF2B5EF4-FFF2-40B4-BE49-F238E27FC236}">
                <a16:creationId xmlns:a16="http://schemas.microsoft.com/office/drawing/2014/main" id="{94B01CA1-AE1A-8581-4C83-0731272E3A8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956425" y="5495926"/>
            <a:ext cx="723900" cy="460375"/>
            <a:chOff x="3312" y="2160"/>
            <a:chExt cx="960" cy="528"/>
          </a:xfrm>
        </p:grpSpPr>
        <p:grpSp>
          <p:nvGrpSpPr>
            <p:cNvPr id="77075" name="Group 102">
              <a:extLst>
                <a:ext uri="{FF2B5EF4-FFF2-40B4-BE49-F238E27FC236}">
                  <a16:creationId xmlns:a16="http://schemas.microsoft.com/office/drawing/2014/main" id="{79038C4D-7F72-FB9D-D261-9280100E16F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77077" name="AutoShape 103">
                <a:extLst>
                  <a:ext uri="{FF2B5EF4-FFF2-40B4-BE49-F238E27FC236}">
                    <a16:creationId xmlns:a16="http://schemas.microsoft.com/office/drawing/2014/main" id="{69DC919D-AD7C-D64B-6416-29B4BDB952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77078" name="Group 104">
                <a:extLst>
                  <a:ext uri="{FF2B5EF4-FFF2-40B4-BE49-F238E27FC236}">
                    <a16:creationId xmlns:a16="http://schemas.microsoft.com/office/drawing/2014/main" id="{6CD17463-B2B3-E035-C3AE-0A340D284FC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77079" name="Group 105">
                  <a:extLst>
                    <a:ext uri="{FF2B5EF4-FFF2-40B4-BE49-F238E27FC236}">
                      <a16:creationId xmlns:a16="http://schemas.microsoft.com/office/drawing/2014/main" id="{F0DBB75C-F459-EB6D-977C-D08E6CB6EE1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77089" name="Freeform 106">
                    <a:extLst>
                      <a:ext uri="{FF2B5EF4-FFF2-40B4-BE49-F238E27FC236}">
                        <a16:creationId xmlns:a16="http://schemas.microsoft.com/office/drawing/2014/main" id="{AF45F818-DFD0-9DFE-1214-0B4AF81BB07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90" name="Freeform 107">
                    <a:extLst>
                      <a:ext uri="{FF2B5EF4-FFF2-40B4-BE49-F238E27FC236}">
                        <a16:creationId xmlns:a16="http://schemas.microsoft.com/office/drawing/2014/main" id="{91A083DF-79F5-8660-01E4-808B81530DB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91" name="Freeform 108">
                    <a:extLst>
                      <a:ext uri="{FF2B5EF4-FFF2-40B4-BE49-F238E27FC236}">
                        <a16:creationId xmlns:a16="http://schemas.microsoft.com/office/drawing/2014/main" id="{CEB90F9D-CCC8-7D1C-AC56-0887348FE11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92" name="Freeform 109">
                    <a:extLst>
                      <a:ext uri="{FF2B5EF4-FFF2-40B4-BE49-F238E27FC236}">
                        <a16:creationId xmlns:a16="http://schemas.microsoft.com/office/drawing/2014/main" id="{27929AAC-1119-11C1-D03B-B53FF0CFED1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93" name="Freeform 110">
                    <a:extLst>
                      <a:ext uri="{FF2B5EF4-FFF2-40B4-BE49-F238E27FC236}">
                        <a16:creationId xmlns:a16="http://schemas.microsoft.com/office/drawing/2014/main" id="{7845A313-B2D2-CF7E-9336-35C567F1891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94" name="Freeform 111">
                    <a:extLst>
                      <a:ext uri="{FF2B5EF4-FFF2-40B4-BE49-F238E27FC236}">
                        <a16:creationId xmlns:a16="http://schemas.microsoft.com/office/drawing/2014/main" id="{7708FD31-4C9A-AE3B-DBC0-97CDBAD4924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95" name="Freeform 112">
                    <a:extLst>
                      <a:ext uri="{FF2B5EF4-FFF2-40B4-BE49-F238E27FC236}">
                        <a16:creationId xmlns:a16="http://schemas.microsoft.com/office/drawing/2014/main" id="{46F17FE1-0BBF-7B26-FA1A-40E8ED6D482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96" name="Freeform 113">
                    <a:extLst>
                      <a:ext uri="{FF2B5EF4-FFF2-40B4-BE49-F238E27FC236}">
                        <a16:creationId xmlns:a16="http://schemas.microsoft.com/office/drawing/2014/main" id="{4E45B20B-2388-C30B-7B4B-FDE67856B91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77080" name="Group 114">
                  <a:extLst>
                    <a:ext uri="{FF2B5EF4-FFF2-40B4-BE49-F238E27FC236}">
                      <a16:creationId xmlns:a16="http://schemas.microsoft.com/office/drawing/2014/main" id="{E53E7999-3C71-FD9F-74AF-297BEFBCF4F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77081" name="Freeform 115">
                    <a:extLst>
                      <a:ext uri="{FF2B5EF4-FFF2-40B4-BE49-F238E27FC236}">
                        <a16:creationId xmlns:a16="http://schemas.microsoft.com/office/drawing/2014/main" id="{EC6B1F1E-D56A-B795-3511-C3913A69BFE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82" name="Freeform 116">
                    <a:extLst>
                      <a:ext uri="{FF2B5EF4-FFF2-40B4-BE49-F238E27FC236}">
                        <a16:creationId xmlns:a16="http://schemas.microsoft.com/office/drawing/2014/main" id="{44A53173-01BB-9636-AD7C-7E0D7282C24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83" name="Freeform 117">
                    <a:extLst>
                      <a:ext uri="{FF2B5EF4-FFF2-40B4-BE49-F238E27FC236}">
                        <a16:creationId xmlns:a16="http://schemas.microsoft.com/office/drawing/2014/main" id="{C29C9C9A-3EA1-A135-4984-4D63DC3B1DF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84" name="Freeform 118">
                    <a:extLst>
                      <a:ext uri="{FF2B5EF4-FFF2-40B4-BE49-F238E27FC236}">
                        <a16:creationId xmlns:a16="http://schemas.microsoft.com/office/drawing/2014/main" id="{25E29016-0903-BEAF-8055-8B0F7906C0B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85" name="Freeform 119">
                    <a:extLst>
                      <a:ext uri="{FF2B5EF4-FFF2-40B4-BE49-F238E27FC236}">
                        <a16:creationId xmlns:a16="http://schemas.microsoft.com/office/drawing/2014/main" id="{6C2E2A88-1B2C-615E-77BB-72FC6FABCAE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86" name="Freeform 120">
                    <a:extLst>
                      <a:ext uri="{FF2B5EF4-FFF2-40B4-BE49-F238E27FC236}">
                        <a16:creationId xmlns:a16="http://schemas.microsoft.com/office/drawing/2014/main" id="{EFBCCB0A-22A8-468D-C9E7-FB2981AA0E3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87" name="Freeform 121">
                    <a:extLst>
                      <a:ext uri="{FF2B5EF4-FFF2-40B4-BE49-F238E27FC236}">
                        <a16:creationId xmlns:a16="http://schemas.microsoft.com/office/drawing/2014/main" id="{CB5BD563-5AC8-EF59-5127-7F097B01333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88" name="Freeform 122">
                    <a:extLst>
                      <a:ext uri="{FF2B5EF4-FFF2-40B4-BE49-F238E27FC236}">
                        <a16:creationId xmlns:a16="http://schemas.microsoft.com/office/drawing/2014/main" id="{5EA9E34B-410A-2DAD-6092-0385BDA49C8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77076" name="WordArt 123">
              <a:extLst>
                <a:ext uri="{FF2B5EF4-FFF2-40B4-BE49-F238E27FC236}">
                  <a16:creationId xmlns:a16="http://schemas.microsoft.com/office/drawing/2014/main" id="{9400F420-CB83-D760-9371-035861C90EAF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bb3  </a:t>
              </a:r>
            </a:p>
          </p:txBody>
        </p:sp>
      </p:grpSp>
      <p:grpSp>
        <p:nvGrpSpPr>
          <p:cNvPr id="76882" name="Group 284">
            <a:extLst>
              <a:ext uri="{FF2B5EF4-FFF2-40B4-BE49-F238E27FC236}">
                <a16:creationId xmlns:a16="http://schemas.microsoft.com/office/drawing/2014/main" id="{A597BD2E-D0A3-2DF1-CA56-E9D00D64A9D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550400" y="5915026"/>
            <a:ext cx="723900" cy="460375"/>
            <a:chOff x="3312" y="2160"/>
            <a:chExt cx="960" cy="528"/>
          </a:xfrm>
        </p:grpSpPr>
        <p:grpSp>
          <p:nvGrpSpPr>
            <p:cNvPr id="77053" name="Group 285">
              <a:extLst>
                <a:ext uri="{FF2B5EF4-FFF2-40B4-BE49-F238E27FC236}">
                  <a16:creationId xmlns:a16="http://schemas.microsoft.com/office/drawing/2014/main" id="{59889CA9-D947-3DAD-F07D-D82DF4F62BC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77055" name="AutoShape 286">
                <a:extLst>
                  <a:ext uri="{FF2B5EF4-FFF2-40B4-BE49-F238E27FC236}">
                    <a16:creationId xmlns:a16="http://schemas.microsoft.com/office/drawing/2014/main" id="{C33C0E3A-7039-0014-AE88-C2D10EB0CD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77056" name="Group 287">
                <a:extLst>
                  <a:ext uri="{FF2B5EF4-FFF2-40B4-BE49-F238E27FC236}">
                    <a16:creationId xmlns:a16="http://schemas.microsoft.com/office/drawing/2014/main" id="{41DC8968-9DF4-194B-B8A6-95798678721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77057" name="Group 288">
                  <a:extLst>
                    <a:ext uri="{FF2B5EF4-FFF2-40B4-BE49-F238E27FC236}">
                      <a16:creationId xmlns:a16="http://schemas.microsoft.com/office/drawing/2014/main" id="{BD667141-0F17-AA69-9B3B-90F64402742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77067" name="Freeform 289">
                    <a:extLst>
                      <a:ext uri="{FF2B5EF4-FFF2-40B4-BE49-F238E27FC236}">
                        <a16:creationId xmlns:a16="http://schemas.microsoft.com/office/drawing/2014/main" id="{10E946BC-BFD6-3D1C-7EF6-6E2F5BFA242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68" name="Freeform 290">
                    <a:extLst>
                      <a:ext uri="{FF2B5EF4-FFF2-40B4-BE49-F238E27FC236}">
                        <a16:creationId xmlns:a16="http://schemas.microsoft.com/office/drawing/2014/main" id="{BF1BA2E1-A7BA-FBD4-CB80-9931FE891A3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69" name="Freeform 291">
                    <a:extLst>
                      <a:ext uri="{FF2B5EF4-FFF2-40B4-BE49-F238E27FC236}">
                        <a16:creationId xmlns:a16="http://schemas.microsoft.com/office/drawing/2014/main" id="{165D1B4C-289C-048C-525D-A87FEDF1CC7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70" name="Freeform 292">
                    <a:extLst>
                      <a:ext uri="{FF2B5EF4-FFF2-40B4-BE49-F238E27FC236}">
                        <a16:creationId xmlns:a16="http://schemas.microsoft.com/office/drawing/2014/main" id="{B00D197D-A011-57AC-687E-B59B916E145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71" name="Freeform 293">
                    <a:extLst>
                      <a:ext uri="{FF2B5EF4-FFF2-40B4-BE49-F238E27FC236}">
                        <a16:creationId xmlns:a16="http://schemas.microsoft.com/office/drawing/2014/main" id="{EB35711F-155D-14B8-274E-F52C8D73EDA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72" name="Freeform 294">
                    <a:extLst>
                      <a:ext uri="{FF2B5EF4-FFF2-40B4-BE49-F238E27FC236}">
                        <a16:creationId xmlns:a16="http://schemas.microsoft.com/office/drawing/2014/main" id="{A14BB814-8F78-F329-0A7A-3FC0209A8BA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73" name="Freeform 295">
                    <a:extLst>
                      <a:ext uri="{FF2B5EF4-FFF2-40B4-BE49-F238E27FC236}">
                        <a16:creationId xmlns:a16="http://schemas.microsoft.com/office/drawing/2014/main" id="{B2422F1C-8C30-2C3F-00AC-F027899611E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74" name="Freeform 296">
                    <a:extLst>
                      <a:ext uri="{FF2B5EF4-FFF2-40B4-BE49-F238E27FC236}">
                        <a16:creationId xmlns:a16="http://schemas.microsoft.com/office/drawing/2014/main" id="{446221DB-E653-2CCD-6BCF-9AA08AA1E94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77058" name="Group 297">
                  <a:extLst>
                    <a:ext uri="{FF2B5EF4-FFF2-40B4-BE49-F238E27FC236}">
                      <a16:creationId xmlns:a16="http://schemas.microsoft.com/office/drawing/2014/main" id="{348C3B30-D721-8087-1E00-F93BDDADC06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77059" name="Freeform 298">
                    <a:extLst>
                      <a:ext uri="{FF2B5EF4-FFF2-40B4-BE49-F238E27FC236}">
                        <a16:creationId xmlns:a16="http://schemas.microsoft.com/office/drawing/2014/main" id="{C06D1910-99F7-7482-7376-5D118184178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60" name="Freeform 299">
                    <a:extLst>
                      <a:ext uri="{FF2B5EF4-FFF2-40B4-BE49-F238E27FC236}">
                        <a16:creationId xmlns:a16="http://schemas.microsoft.com/office/drawing/2014/main" id="{F8C60CD7-BC48-6E34-740F-A5C4B4F05BA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61" name="Freeform 300">
                    <a:extLst>
                      <a:ext uri="{FF2B5EF4-FFF2-40B4-BE49-F238E27FC236}">
                        <a16:creationId xmlns:a16="http://schemas.microsoft.com/office/drawing/2014/main" id="{17B62CB0-B641-EE4E-1FB5-A777ED94B92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62" name="Freeform 301">
                    <a:extLst>
                      <a:ext uri="{FF2B5EF4-FFF2-40B4-BE49-F238E27FC236}">
                        <a16:creationId xmlns:a16="http://schemas.microsoft.com/office/drawing/2014/main" id="{FCC2608E-7419-6437-D772-7374622992C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63" name="Freeform 302">
                    <a:extLst>
                      <a:ext uri="{FF2B5EF4-FFF2-40B4-BE49-F238E27FC236}">
                        <a16:creationId xmlns:a16="http://schemas.microsoft.com/office/drawing/2014/main" id="{08D4C566-80D9-7E62-8B8B-EBBED119230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64" name="Freeform 303">
                    <a:extLst>
                      <a:ext uri="{FF2B5EF4-FFF2-40B4-BE49-F238E27FC236}">
                        <a16:creationId xmlns:a16="http://schemas.microsoft.com/office/drawing/2014/main" id="{238E6436-7553-4BF7-E703-922E01B61A5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65" name="Freeform 304">
                    <a:extLst>
                      <a:ext uri="{FF2B5EF4-FFF2-40B4-BE49-F238E27FC236}">
                        <a16:creationId xmlns:a16="http://schemas.microsoft.com/office/drawing/2014/main" id="{2F077506-1152-0381-3228-414994432A0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66" name="Freeform 305">
                    <a:extLst>
                      <a:ext uri="{FF2B5EF4-FFF2-40B4-BE49-F238E27FC236}">
                        <a16:creationId xmlns:a16="http://schemas.microsoft.com/office/drawing/2014/main" id="{171AFD82-2BA8-677D-5908-5664CD5E9C1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77054" name="WordArt 306">
              <a:extLst>
                <a:ext uri="{FF2B5EF4-FFF2-40B4-BE49-F238E27FC236}">
                  <a16:creationId xmlns:a16="http://schemas.microsoft.com/office/drawing/2014/main" id="{AF2AFB58-C91C-5008-FD2F-1B7260AFDD68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as100r1</a:t>
              </a:r>
            </a:p>
          </p:txBody>
        </p:sp>
      </p:grpSp>
      <p:sp>
        <p:nvSpPr>
          <p:cNvPr id="76883" name="Line 493">
            <a:extLst>
              <a:ext uri="{FF2B5EF4-FFF2-40B4-BE49-F238E27FC236}">
                <a16:creationId xmlns:a16="http://schemas.microsoft.com/office/drawing/2014/main" id="{0D75F26A-2D0F-C9E2-1ED5-EFC273A2F4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75275" y="857250"/>
            <a:ext cx="0" cy="57943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6884" name="Text Box 492">
            <a:extLst>
              <a:ext uri="{FF2B5EF4-FFF2-40B4-BE49-F238E27FC236}">
                <a16:creationId xmlns:a16="http://schemas.microsoft.com/office/drawing/2014/main" id="{6943DA82-F28E-30C4-9BEB-8F9204B8A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6688" y="720726"/>
            <a:ext cx="1187450" cy="265113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210.0.0.0/24</a:t>
            </a:r>
          </a:p>
        </p:txBody>
      </p:sp>
      <p:grpSp>
        <p:nvGrpSpPr>
          <p:cNvPr id="76885" name="Group 495">
            <a:extLst>
              <a:ext uri="{FF2B5EF4-FFF2-40B4-BE49-F238E27FC236}">
                <a16:creationId xmlns:a16="http://schemas.microsoft.com/office/drawing/2014/main" id="{639680F9-CB6B-2EFC-1CC4-F430AB5CE732}"/>
              </a:ext>
            </a:extLst>
          </p:cNvPr>
          <p:cNvGrpSpPr>
            <a:grpSpLocks/>
          </p:cNvGrpSpPr>
          <p:nvPr/>
        </p:nvGrpSpPr>
        <p:grpSpPr bwMode="auto">
          <a:xfrm>
            <a:off x="7732713" y="5632451"/>
            <a:ext cx="406400" cy="339725"/>
            <a:chOff x="144" y="3264"/>
            <a:chExt cx="288" cy="240"/>
          </a:xfrm>
        </p:grpSpPr>
        <p:sp>
          <p:nvSpPr>
            <p:cNvPr id="77051" name="Rectangle 496">
              <a:extLst>
                <a:ext uri="{FF2B5EF4-FFF2-40B4-BE49-F238E27FC236}">
                  <a16:creationId xmlns:a16="http://schemas.microsoft.com/office/drawing/2014/main" id="{B42627CD-F7CB-92D5-7AF5-FF032A956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77052" name="Rectangle 497">
              <a:extLst>
                <a:ext uri="{FF2B5EF4-FFF2-40B4-BE49-F238E27FC236}">
                  <a16:creationId xmlns:a16="http://schemas.microsoft.com/office/drawing/2014/main" id="{9F1CCE5C-2FFC-CEB9-EE0C-77FBFF39C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76886" name="Group 499">
            <a:extLst>
              <a:ext uri="{FF2B5EF4-FFF2-40B4-BE49-F238E27FC236}">
                <a16:creationId xmlns:a16="http://schemas.microsoft.com/office/drawing/2014/main" id="{DB215477-29DD-85D8-5C83-4863E7165E49}"/>
              </a:ext>
            </a:extLst>
          </p:cNvPr>
          <p:cNvGrpSpPr>
            <a:grpSpLocks/>
          </p:cNvGrpSpPr>
          <p:nvPr/>
        </p:nvGrpSpPr>
        <p:grpSpPr bwMode="auto">
          <a:xfrm>
            <a:off x="9048750" y="5876926"/>
            <a:ext cx="406400" cy="339725"/>
            <a:chOff x="144" y="3264"/>
            <a:chExt cx="288" cy="240"/>
          </a:xfrm>
        </p:grpSpPr>
        <p:sp>
          <p:nvSpPr>
            <p:cNvPr id="77049" name="Rectangle 500">
              <a:extLst>
                <a:ext uri="{FF2B5EF4-FFF2-40B4-BE49-F238E27FC236}">
                  <a16:creationId xmlns:a16="http://schemas.microsoft.com/office/drawing/2014/main" id="{D1418BAB-1125-9EBD-A554-CB553B969D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77050" name="Rectangle 501">
              <a:extLst>
                <a:ext uri="{FF2B5EF4-FFF2-40B4-BE49-F238E27FC236}">
                  <a16:creationId xmlns:a16="http://schemas.microsoft.com/office/drawing/2014/main" id="{5489F2C1-1352-BA4A-D2BA-26C6658BF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2</a:t>
              </a:r>
            </a:p>
          </p:txBody>
        </p:sp>
      </p:grpSp>
      <p:sp>
        <p:nvSpPr>
          <p:cNvPr id="76887" name="Line 503">
            <a:extLst>
              <a:ext uri="{FF2B5EF4-FFF2-40B4-BE49-F238E27FC236}">
                <a16:creationId xmlns:a16="http://schemas.microsoft.com/office/drawing/2014/main" id="{DF7659E3-D810-3233-5B47-604509278B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75601" y="5949950"/>
            <a:ext cx="523875" cy="42703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6888" name="Oval 494">
            <a:extLst>
              <a:ext uri="{FF2B5EF4-FFF2-40B4-BE49-F238E27FC236}">
                <a16:creationId xmlns:a16="http://schemas.microsoft.com/office/drawing/2014/main" id="{33615734-B5BA-4BC0-5424-70811B64B4D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347075" y="5768975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O</a:t>
            </a:r>
          </a:p>
        </p:txBody>
      </p:sp>
      <p:sp>
        <p:nvSpPr>
          <p:cNvPr id="76889" name="Text Box 502">
            <a:extLst>
              <a:ext uri="{FF2B5EF4-FFF2-40B4-BE49-F238E27FC236}">
                <a16:creationId xmlns:a16="http://schemas.microsoft.com/office/drawing/2014/main" id="{37135D7F-49CC-2C48-601B-C2B3B0CF4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2475" y="6318251"/>
            <a:ext cx="1187450" cy="265113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140.0.0.0/30</a:t>
            </a:r>
          </a:p>
        </p:txBody>
      </p:sp>
      <p:sp>
        <p:nvSpPr>
          <p:cNvPr id="76890" name="Line 504">
            <a:extLst>
              <a:ext uri="{FF2B5EF4-FFF2-40B4-BE49-F238E27FC236}">
                <a16:creationId xmlns:a16="http://schemas.microsoft.com/office/drawing/2014/main" id="{8A6794F3-AC6E-E4A9-D23C-4D6E28ACFD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64425" y="2133601"/>
            <a:ext cx="2160588" cy="17319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76891" name="Group 505">
            <a:extLst>
              <a:ext uri="{FF2B5EF4-FFF2-40B4-BE49-F238E27FC236}">
                <a16:creationId xmlns:a16="http://schemas.microsoft.com/office/drawing/2014/main" id="{7DF3A950-7804-F8BD-AADB-2C0453557924}"/>
              </a:ext>
            </a:extLst>
          </p:cNvPr>
          <p:cNvGrpSpPr>
            <a:grpSpLocks/>
          </p:cNvGrpSpPr>
          <p:nvPr/>
        </p:nvGrpSpPr>
        <p:grpSpPr bwMode="auto">
          <a:xfrm>
            <a:off x="9191625" y="1816101"/>
            <a:ext cx="723900" cy="460375"/>
            <a:chOff x="4830" y="1144"/>
            <a:chExt cx="456" cy="290"/>
          </a:xfrm>
        </p:grpSpPr>
        <p:grpSp>
          <p:nvGrpSpPr>
            <p:cNvPr id="77027" name="Group 367">
              <a:extLst>
                <a:ext uri="{FF2B5EF4-FFF2-40B4-BE49-F238E27FC236}">
                  <a16:creationId xmlns:a16="http://schemas.microsoft.com/office/drawing/2014/main" id="{10C68A8F-9135-2D1C-14B5-F6AC9BDD674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830" y="1144"/>
              <a:ext cx="456" cy="290"/>
              <a:chOff x="3312" y="2160"/>
              <a:chExt cx="960" cy="528"/>
            </a:xfrm>
          </p:grpSpPr>
          <p:sp>
            <p:nvSpPr>
              <p:cNvPr id="77029" name="AutoShape 368">
                <a:extLst>
                  <a:ext uri="{FF2B5EF4-FFF2-40B4-BE49-F238E27FC236}">
                    <a16:creationId xmlns:a16="http://schemas.microsoft.com/office/drawing/2014/main" id="{71F9CB6E-08D5-B508-3F38-6C34BD6C25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77030" name="Group 369">
                <a:extLst>
                  <a:ext uri="{FF2B5EF4-FFF2-40B4-BE49-F238E27FC236}">
                    <a16:creationId xmlns:a16="http://schemas.microsoft.com/office/drawing/2014/main" id="{640A4B9D-2F6A-63AB-B215-1E8DD42CD38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77031" name="Group 370">
                  <a:extLst>
                    <a:ext uri="{FF2B5EF4-FFF2-40B4-BE49-F238E27FC236}">
                      <a16:creationId xmlns:a16="http://schemas.microsoft.com/office/drawing/2014/main" id="{C26DA81F-EA5A-B787-7415-66C20626DF7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77041" name="Freeform 371">
                    <a:extLst>
                      <a:ext uri="{FF2B5EF4-FFF2-40B4-BE49-F238E27FC236}">
                        <a16:creationId xmlns:a16="http://schemas.microsoft.com/office/drawing/2014/main" id="{C0F65479-2F36-84B3-B4D5-992A01A77B9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42" name="Freeform 372">
                    <a:extLst>
                      <a:ext uri="{FF2B5EF4-FFF2-40B4-BE49-F238E27FC236}">
                        <a16:creationId xmlns:a16="http://schemas.microsoft.com/office/drawing/2014/main" id="{D991BC45-8B57-1F39-8259-798AAA7511C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43" name="Freeform 373">
                    <a:extLst>
                      <a:ext uri="{FF2B5EF4-FFF2-40B4-BE49-F238E27FC236}">
                        <a16:creationId xmlns:a16="http://schemas.microsoft.com/office/drawing/2014/main" id="{13CFA21E-757F-BC7C-B67C-CAE93AE20FB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44" name="Freeform 374">
                    <a:extLst>
                      <a:ext uri="{FF2B5EF4-FFF2-40B4-BE49-F238E27FC236}">
                        <a16:creationId xmlns:a16="http://schemas.microsoft.com/office/drawing/2014/main" id="{BBC8512C-61E4-1941-C30E-A84619FA418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45" name="Freeform 375">
                    <a:extLst>
                      <a:ext uri="{FF2B5EF4-FFF2-40B4-BE49-F238E27FC236}">
                        <a16:creationId xmlns:a16="http://schemas.microsoft.com/office/drawing/2014/main" id="{F5371FE3-722F-93E2-26C4-C0939AD715C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46" name="Freeform 376">
                    <a:extLst>
                      <a:ext uri="{FF2B5EF4-FFF2-40B4-BE49-F238E27FC236}">
                        <a16:creationId xmlns:a16="http://schemas.microsoft.com/office/drawing/2014/main" id="{B3EBC934-85BD-F5D5-CD58-7B3FD922E8F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47" name="Freeform 377">
                    <a:extLst>
                      <a:ext uri="{FF2B5EF4-FFF2-40B4-BE49-F238E27FC236}">
                        <a16:creationId xmlns:a16="http://schemas.microsoft.com/office/drawing/2014/main" id="{23230388-BF3B-1EF1-ADFE-539E85EF50C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48" name="Freeform 378">
                    <a:extLst>
                      <a:ext uri="{FF2B5EF4-FFF2-40B4-BE49-F238E27FC236}">
                        <a16:creationId xmlns:a16="http://schemas.microsoft.com/office/drawing/2014/main" id="{B8EA65EB-B7C2-6068-E7E9-AD3EA7BBCD2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77032" name="Group 379">
                  <a:extLst>
                    <a:ext uri="{FF2B5EF4-FFF2-40B4-BE49-F238E27FC236}">
                      <a16:creationId xmlns:a16="http://schemas.microsoft.com/office/drawing/2014/main" id="{A583C6FB-2875-A3DB-8384-771AC9E2DEE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77033" name="Freeform 380">
                    <a:extLst>
                      <a:ext uri="{FF2B5EF4-FFF2-40B4-BE49-F238E27FC236}">
                        <a16:creationId xmlns:a16="http://schemas.microsoft.com/office/drawing/2014/main" id="{4A52D78E-FB23-2D53-6238-E19712B12FA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34" name="Freeform 381">
                    <a:extLst>
                      <a:ext uri="{FF2B5EF4-FFF2-40B4-BE49-F238E27FC236}">
                        <a16:creationId xmlns:a16="http://schemas.microsoft.com/office/drawing/2014/main" id="{F9C2F2DD-3F20-D183-7BA3-BDEFAFB41BC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35" name="Freeform 382">
                    <a:extLst>
                      <a:ext uri="{FF2B5EF4-FFF2-40B4-BE49-F238E27FC236}">
                        <a16:creationId xmlns:a16="http://schemas.microsoft.com/office/drawing/2014/main" id="{8BCC99F4-7B3A-FA3A-F32F-975B22A1649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36" name="Freeform 383">
                    <a:extLst>
                      <a:ext uri="{FF2B5EF4-FFF2-40B4-BE49-F238E27FC236}">
                        <a16:creationId xmlns:a16="http://schemas.microsoft.com/office/drawing/2014/main" id="{EC42E852-3915-D8B6-3CAC-7958A797578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37" name="Freeform 384">
                    <a:extLst>
                      <a:ext uri="{FF2B5EF4-FFF2-40B4-BE49-F238E27FC236}">
                        <a16:creationId xmlns:a16="http://schemas.microsoft.com/office/drawing/2014/main" id="{6EA99738-E21C-21E3-4BA3-889442478AD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38" name="Freeform 385">
                    <a:extLst>
                      <a:ext uri="{FF2B5EF4-FFF2-40B4-BE49-F238E27FC236}">
                        <a16:creationId xmlns:a16="http://schemas.microsoft.com/office/drawing/2014/main" id="{90882B47-9C08-084D-0E03-E746AA57ECB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39" name="Freeform 386">
                    <a:extLst>
                      <a:ext uri="{FF2B5EF4-FFF2-40B4-BE49-F238E27FC236}">
                        <a16:creationId xmlns:a16="http://schemas.microsoft.com/office/drawing/2014/main" id="{029FF793-27FF-7B14-C8D9-0223C4BD152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40" name="Freeform 387">
                    <a:extLst>
                      <a:ext uri="{FF2B5EF4-FFF2-40B4-BE49-F238E27FC236}">
                        <a16:creationId xmlns:a16="http://schemas.microsoft.com/office/drawing/2014/main" id="{7054AA8D-B0FC-03C7-AE80-777A72EF63D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77028" name="WordArt 388">
              <a:extLst>
                <a:ext uri="{FF2B5EF4-FFF2-40B4-BE49-F238E27FC236}">
                  <a16:creationId xmlns:a16="http://schemas.microsoft.com/office/drawing/2014/main" id="{8721A4C6-91AA-77DF-C4F5-10A09367489B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4853" y="1263"/>
              <a:ext cx="410" cy="142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r5  </a:t>
              </a:r>
            </a:p>
          </p:txBody>
        </p:sp>
      </p:grpSp>
      <p:grpSp>
        <p:nvGrpSpPr>
          <p:cNvPr id="76892" name="Group 513">
            <a:extLst>
              <a:ext uri="{FF2B5EF4-FFF2-40B4-BE49-F238E27FC236}">
                <a16:creationId xmlns:a16="http://schemas.microsoft.com/office/drawing/2014/main" id="{72E8741B-9D93-D471-3572-74567D7BA530}"/>
              </a:ext>
            </a:extLst>
          </p:cNvPr>
          <p:cNvGrpSpPr>
            <a:grpSpLocks/>
          </p:cNvGrpSpPr>
          <p:nvPr/>
        </p:nvGrpSpPr>
        <p:grpSpPr bwMode="auto">
          <a:xfrm>
            <a:off x="9404351" y="5203825"/>
            <a:ext cx="1228725" cy="673100"/>
            <a:chOff x="4765" y="3233"/>
            <a:chExt cx="774" cy="424"/>
          </a:xfrm>
        </p:grpSpPr>
        <p:sp>
          <p:nvSpPr>
            <p:cNvPr id="77024" name="Rectangle 510" descr="Legno">
              <a:extLst>
                <a:ext uri="{FF2B5EF4-FFF2-40B4-BE49-F238E27FC236}">
                  <a16:creationId xmlns:a16="http://schemas.microsoft.com/office/drawing/2014/main" id="{AD0A8F4D-4332-3D69-4A1B-85237185F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8" y="3387"/>
              <a:ext cx="88" cy="270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</p:txBody>
        </p:sp>
        <p:sp>
          <p:nvSpPr>
            <p:cNvPr id="77025" name="Rectangle 509">
              <a:extLst>
                <a:ext uri="{FF2B5EF4-FFF2-40B4-BE49-F238E27FC236}">
                  <a16:creationId xmlns:a16="http://schemas.microsoft.com/office/drawing/2014/main" id="{C75BDB7A-E181-2D52-C67B-954737A492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5" y="3233"/>
              <a:ext cx="774" cy="21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1">
                  <a:latin typeface="Courier New" panose="02070309020205020404" pitchFamily="49" charset="0"/>
                </a:rPr>
                <a:t>50.0.0.0/16</a:t>
              </a:r>
            </a:p>
          </p:txBody>
        </p:sp>
        <p:sp>
          <p:nvSpPr>
            <p:cNvPr id="77026" name="Freeform 512">
              <a:extLst>
                <a:ext uri="{FF2B5EF4-FFF2-40B4-BE49-F238E27FC236}">
                  <a16:creationId xmlns:a16="http://schemas.microsoft.com/office/drawing/2014/main" id="{FE22C0ED-1357-923B-0433-C91CAFF74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3" y="3521"/>
              <a:ext cx="317" cy="136"/>
            </a:xfrm>
            <a:custGeom>
              <a:avLst/>
              <a:gdLst>
                <a:gd name="T0" fmla="*/ 45 w 317"/>
                <a:gd name="T1" fmla="*/ 203 h 91"/>
                <a:gd name="T2" fmla="*/ 317 w 317"/>
                <a:gd name="T3" fmla="*/ 203 h 91"/>
                <a:gd name="T4" fmla="*/ 317 w 317"/>
                <a:gd name="T5" fmla="*/ 103 h 91"/>
                <a:gd name="T6" fmla="*/ 317 w 317"/>
                <a:gd name="T7" fmla="*/ 0 h 91"/>
                <a:gd name="T8" fmla="*/ 272 w 317"/>
                <a:gd name="T9" fmla="*/ 103 h 91"/>
                <a:gd name="T10" fmla="*/ 272 w 317"/>
                <a:gd name="T11" fmla="*/ 0 h 91"/>
                <a:gd name="T12" fmla="*/ 227 w 317"/>
                <a:gd name="T13" fmla="*/ 203 h 91"/>
                <a:gd name="T14" fmla="*/ 227 w 317"/>
                <a:gd name="T15" fmla="*/ 103 h 91"/>
                <a:gd name="T16" fmla="*/ 181 w 317"/>
                <a:gd name="T17" fmla="*/ 203 h 91"/>
                <a:gd name="T18" fmla="*/ 136 w 317"/>
                <a:gd name="T19" fmla="*/ 103 h 91"/>
                <a:gd name="T20" fmla="*/ 45 w 317"/>
                <a:gd name="T21" fmla="*/ 0 h 91"/>
                <a:gd name="T22" fmla="*/ 91 w 317"/>
                <a:gd name="T23" fmla="*/ 103 h 91"/>
                <a:gd name="T24" fmla="*/ 0 w 317"/>
                <a:gd name="T25" fmla="*/ 0 h 91"/>
                <a:gd name="T26" fmla="*/ 45 w 317"/>
                <a:gd name="T27" fmla="*/ 203 h 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17"/>
                <a:gd name="T43" fmla="*/ 0 h 91"/>
                <a:gd name="T44" fmla="*/ 317 w 317"/>
                <a:gd name="T45" fmla="*/ 91 h 9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17" h="91">
                  <a:moveTo>
                    <a:pt x="45" y="91"/>
                  </a:moveTo>
                  <a:lnTo>
                    <a:pt x="317" y="91"/>
                  </a:lnTo>
                  <a:lnTo>
                    <a:pt x="317" y="46"/>
                  </a:lnTo>
                  <a:lnTo>
                    <a:pt x="317" y="0"/>
                  </a:lnTo>
                  <a:lnTo>
                    <a:pt x="272" y="46"/>
                  </a:lnTo>
                  <a:lnTo>
                    <a:pt x="272" y="0"/>
                  </a:lnTo>
                  <a:lnTo>
                    <a:pt x="227" y="91"/>
                  </a:lnTo>
                  <a:lnTo>
                    <a:pt x="227" y="46"/>
                  </a:lnTo>
                  <a:lnTo>
                    <a:pt x="181" y="91"/>
                  </a:lnTo>
                  <a:lnTo>
                    <a:pt x="136" y="46"/>
                  </a:lnTo>
                  <a:lnTo>
                    <a:pt x="45" y="0"/>
                  </a:lnTo>
                  <a:lnTo>
                    <a:pt x="91" y="46"/>
                  </a:lnTo>
                  <a:lnTo>
                    <a:pt x="0" y="0"/>
                  </a:lnTo>
                  <a:lnTo>
                    <a:pt x="45" y="91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aphicFrame>
        <p:nvGraphicFramePr>
          <p:cNvPr id="4" name="Diagramma 3">
            <a:extLst>
              <a:ext uri="{FF2B5EF4-FFF2-40B4-BE49-F238E27FC236}">
                <a16:creationId xmlns:a16="http://schemas.microsoft.com/office/drawing/2014/main" id="{983862B0-FD7E-A949-7041-35C97C3B421A}"/>
              </a:ext>
            </a:extLst>
          </p:cNvPr>
          <p:cNvGraphicFramePr/>
          <p:nvPr/>
        </p:nvGraphicFramePr>
        <p:xfrm>
          <a:off x="1663701" y="3578226"/>
          <a:ext cx="1724025" cy="422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6894" name="WordArt 516">
            <a:extLst>
              <a:ext uri="{FF2B5EF4-FFF2-40B4-BE49-F238E27FC236}">
                <a16:creationId xmlns:a16="http://schemas.microsoft.com/office/drawing/2014/main" id="{23AE7816-146E-530C-3DC3-9938F037F63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336089" y="6453188"/>
            <a:ext cx="1152525" cy="2476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BottomRight">
                <a:rot lat="300000" lon="300000" rev="0"/>
              </a:camera>
              <a:lightRig rig="legacyHarsh1" dir="t"/>
            </a:scene3d>
            <a:sp3d extrusionH="125400" prstMaterial="legacyMatte">
              <a:extrusionClr>
                <a:srgbClr val="FF8989"/>
              </a:extrusionClr>
              <a:contourClr>
                <a:srgbClr val="FF8989"/>
              </a:contourClr>
            </a:sp3d>
          </a:bodyPr>
          <a:lstStyle/>
          <a:p>
            <a:pPr algn="ctr"/>
            <a:r>
              <a:rPr lang="en-GB" sz="3600" kern="10">
                <a:ln w="9525">
                  <a:round/>
                  <a:headEnd/>
                  <a:tailEnd/>
                </a:ln>
                <a:solidFill>
                  <a:srgbClr val="FF8989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AS100</a:t>
            </a:r>
          </a:p>
        </p:txBody>
      </p:sp>
      <p:grpSp>
        <p:nvGrpSpPr>
          <p:cNvPr id="76895" name="Group 525">
            <a:extLst>
              <a:ext uri="{FF2B5EF4-FFF2-40B4-BE49-F238E27FC236}">
                <a16:creationId xmlns:a16="http://schemas.microsoft.com/office/drawing/2014/main" id="{1706A8D2-4B3C-4F1C-5227-BAC1F87603DA}"/>
              </a:ext>
            </a:extLst>
          </p:cNvPr>
          <p:cNvGrpSpPr>
            <a:grpSpLocks/>
          </p:cNvGrpSpPr>
          <p:nvPr/>
        </p:nvGrpSpPr>
        <p:grpSpPr bwMode="auto">
          <a:xfrm>
            <a:off x="9204325" y="2305051"/>
            <a:ext cx="406400" cy="339725"/>
            <a:chOff x="144" y="3264"/>
            <a:chExt cx="288" cy="240"/>
          </a:xfrm>
        </p:grpSpPr>
        <p:sp>
          <p:nvSpPr>
            <p:cNvPr id="77022" name="Rectangle 526">
              <a:extLst>
                <a:ext uri="{FF2B5EF4-FFF2-40B4-BE49-F238E27FC236}">
                  <a16:creationId xmlns:a16="http://schemas.microsoft.com/office/drawing/2014/main" id="{D6A331B2-7901-1D3F-AD84-3B35DE502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77023" name="Rectangle 527">
              <a:extLst>
                <a:ext uri="{FF2B5EF4-FFF2-40B4-BE49-F238E27FC236}">
                  <a16:creationId xmlns:a16="http://schemas.microsoft.com/office/drawing/2014/main" id="{2B6589D1-0014-915F-CA43-048F1014C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76896" name="Group 528">
            <a:extLst>
              <a:ext uri="{FF2B5EF4-FFF2-40B4-BE49-F238E27FC236}">
                <a16:creationId xmlns:a16="http://schemas.microsoft.com/office/drawing/2014/main" id="{B91BBEA4-35EA-99BC-295C-13F2BD0C57F5}"/>
              </a:ext>
            </a:extLst>
          </p:cNvPr>
          <p:cNvGrpSpPr>
            <a:grpSpLocks/>
          </p:cNvGrpSpPr>
          <p:nvPr/>
        </p:nvGrpSpPr>
        <p:grpSpPr bwMode="auto">
          <a:xfrm>
            <a:off x="7710488" y="3408364"/>
            <a:ext cx="406400" cy="339725"/>
            <a:chOff x="144" y="3264"/>
            <a:chExt cx="288" cy="240"/>
          </a:xfrm>
        </p:grpSpPr>
        <p:sp>
          <p:nvSpPr>
            <p:cNvPr id="77020" name="Rectangle 529">
              <a:extLst>
                <a:ext uri="{FF2B5EF4-FFF2-40B4-BE49-F238E27FC236}">
                  <a16:creationId xmlns:a16="http://schemas.microsoft.com/office/drawing/2014/main" id="{E8701596-555C-D7C1-80A1-9CCD4C4466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77021" name="Rectangle 530">
              <a:extLst>
                <a:ext uri="{FF2B5EF4-FFF2-40B4-BE49-F238E27FC236}">
                  <a16:creationId xmlns:a16="http://schemas.microsoft.com/office/drawing/2014/main" id="{81A677F4-B48F-FD27-DDC1-FF83D0CFC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sp>
        <p:nvSpPr>
          <p:cNvPr id="76897" name="Line 535">
            <a:extLst>
              <a:ext uri="{FF2B5EF4-FFF2-40B4-BE49-F238E27FC236}">
                <a16:creationId xmlns:a16="http://schemas.microsoft.com/office/drawing/2014/main" id="{5A530871-997A-AAEB-B61E-17D0C936C4D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616951" y="2946401"/>
            <a:ext cx="358775" cy="411163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6898" name="Oval 506">
            <a:extLst>
              <a:ext uri="{FF2B5EF4-FFF2-40B4-BE49-F238E27FC236}">
                <a16:creationId xmlns:a16="http://schemas.microsoft.com/office/drawing/2014/main" id="{B7225ADE-6C01-29C3-77E7-4961C6BA719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472488" y="2781300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H</a:t>
            </a:r>
          </a:p>
        </p:txBody>
      </p:sp>
      <p:sp>
        <p:nvSpPr>
          <p:cNvPr id="76899" name="Text Box 507">
            <a:extLst>
              <a:ext uri="{FF2B5EF4-FFF2-40B4-BE49-F238E27FC236}">
                <a16:creationId xmlns:a16="http://schemas.microsoft.com/office/drawing/2014/main" id="{4B144EAB-04FF-DC2C-E768-1B6746439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8388" y="3284538"/>
            <a:ext cx="1187450" cy="265112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130.0.0.0/30</a:t>
            </a:r>
          </a:p>
        </p:txBody>
      </p:sp>
      <p:sp>
        <p:nvSpPr>
          <p:cNvPr id="76900" name="Line 537">
            <a:extLst>
              <a:ext uri="{FF2B5EF4-FFF2-40B4-BE49-F238E27FC236}">
                <a16:creationId xmlns:a16="http://schemas.microsoft.com/office/drawing/2014/main" id="{5517D537-008A-2E9A-C531-565560649A53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5763" y="1436689"/>
            <a:ext cx="512762" cy="2352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76901" name="Group 78">
            <a:extLst>
              <a:ext uri="{FF2B5EF4-FFF2-40B4-BE49-F238E27FC236}">
                <a16:creationId xmlns:a16="http://schemas.microsoft.com/office/drawing/2014/main" id="{41C47724-5214-A5BE-6DCE-7AA24AF0AED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956425" y="3684589"/>
            <a:ext cx="723900" cy="460375"/>
            <a:chOff x="3312" y="2160"/>
            <a:chExt cx="960" cy="528"/>
          </a:xfrm>
        </p:grpSpPr>
        <p:grpSp>
          <p:nvGrpSpPr>
            <p:cNvPr id="76998" name="Group 79">
              <a:extLst>
                <a:ext uri="{FF2B5EF4-FFF2-40B4-BE49-F238E27FC236}">
                  <a16:creationId xmlns:a16="http://schemas.microsoft.com/office/drawing/2014/main" id="{B923A635-D53D-CAFD-49FA-7527E28ADF1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77000" name="AutoShape 80">
                <a:extLst>
                  <a:ext uri="{FF2B5EF4-FFF2-40B4-BE49-F238E27FC236}">
                    <a16:creationId xmlns:a16="http://schemas.microsoft.com/office/drawing/2014/main" id="{E92D0FCE-4572-EE56-0BB1-FA3D89DA48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77001" name="Group 81">
                <a:extLst>
                  <a:ext uri="{FF2B5EF4-FFF2-40B4-BE49-F238E27FC236}">
                    <a16:creationId xmlns:a16="http://schemas.microsoft.com/office/drawing/2014/main" id="{ECE703D0-5106-1FDC-DBE3-C4373AE0685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77002" name="Group 82">
                  <a:extLst>
                    <a:ext uri="{FF2B5EF4-FFF2-40B4-BE49-F238E27FC236}">
                      <a16:creationId xmlns:a16="http://schemas.microsoft.com/office/drawing/2014/main" id="{A1C071B4-959C-F254-29DA-DB25CCC7665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77012" name="Freeform 83">
                    <a:extLst>
                      <a:ext uri="{FF2B5EF4-FFF2-40B4-BE49-F238E27FC236}">
                        <a16:creationId xmlns:a16="http://schemas.microsoft.com/office/drawing/2014/main" id="{6FB412B9-9C43-ED04-069F-BB057C4BEB3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13" name="Freeform 84">
                    <a:extLst>
                      <a:ext uri="{FF2B5EF4-FFF2-40B4-BE49-F238E27FC236}">
                        <a16:creationId xmlns:a16="http://schemas.microsoft.com/office/drawing/2014/main" id="{E046D53A-4C57-1D7C-FC1E-7CB3270B4AC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14" name="Freeform 85">
                    <a:extLst>
                      <a:ext uri="{FF2B5EF4-FFF2-40B4-BE49-F238E27FC236}">
                        <a16:creationId xmlns:a16="http://schemas.microsoft.com/office/drawing/2014/main" id="{87FA9E49-9B3E-7714-B9F4-940D6C537AF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15" name="Freeform 86">
                    <a:extLst>
                      <a:ext uri="{FF2B5EF4-FFF2-40B4-BE49-F238E27FC236}">
                        <a16:creationId xmlns:a16="http://schemas.microsoft.com/office/drawing/2014/main" id="{377B4900-0322-23A8-898B-C18B097922A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16" name="Freeform 87">
                    <a:extLst>
                      <a:ext uri="{FF2B5EF4-FFF2-40B4-BE49-F238E27FC236}">
                        <a16:creationId xmlns:a16="http://schemas.microsoft.com/office/drawing/2014/main" id="{4D2C550C-6284-2923-4414-B4C1F94D4A4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17" name="Freeform 88">
                    <a:extLst>
                      <a:ext uri="{FF2B5EF4-FFF2-40B4-BE49-F238E27FC236}">
                        <a16:creationId xmlns:a16="http://schemas.microsoft.com/office/drawing/2014/main" id="{9A33A5C4-1DD3-13AA-4233-FE3C1F208BE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18" name="Freeform 89">
                    <a:extLst>
                      <a:ext uri="{FF2B5EF4-FFF2-40B4-BE49-F238E27FC236}">
                        <a16:creationId xmlns:a16="http://schemas.microsoft.com/office/drawing/2014/main" id="{151CAE86-D8EB-1DB9-AE60-B63D5AAF064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19" name="Freeform 90">
                    <a:extLst>
                      <a:ext uri="{FF2B5EF4-FFF2-40B4-BE49-F238E27FC236}">
                        <a16:creationId xmlns:a16="http://schemas.microsoft.com/office/drawing/2014/main" id="{D0AFC033-7710-CC1B-9EE2-E08BBF35F4E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77003" name="Group 91">
                  <a:extLst>
                    <a:ext uri="{FF2B5EF4-FFF2-40B4-BE49-F238E27FC236}">
                      <a16:creationId xmlns:a16="http://schemas.microsoft.com/office/drawing/2014/main" id="{6E29853D-27CA-85DD-4673-290BDFA0594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77004" name="Freeform 92">
                    <a:extLst>
                      <a:ext uri="{FF2B5EF4-FFF2-40B4-BE49-F238E27FC236}">
                        <a16:creationId xmlns:a16="http://schemas.microsoft.com/office/drawing/2014/main" id="{F89E9622-4A02-8D53-7F53-50829B36ADF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05" name="Freeform 93">
                    <a:extLst>
                      <a:ext uri="{FF2B5EF4-FFF2-40B4-BE49-F238E27FC236}">
                        <a16:creationId xmlns:a16="http://schemas.microsoft.com/office/drawing/2014/main" id="{B2B18E09-DA1E-143E-FBBD-79387A7E867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06" name="Freeform 94">
                    <a:extLst>
                      <a:ext uri="{FF2B5EF4-FFF2-40B4-BE49-F238E27FC236}">
                        <a16:creationId xmlns:a16="http://schemas.microsoft.com/office/drawing/2014/main" id="{D3EE9500-7598-DB4C-722D-949797363B6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07" name="Freeform 95">
                    <a:extLst>
                      <a:ext uri="{FF2B5EF4-FFF2-40B4-BE49-F238E27FC236}">
                        <a16:creationId xmlns:a16="http://schemas.microsoft.com/office/drawing/2014/main" id="{4C476D3F-F185-ADEE-5281-7A3FD2C4108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08" name="Freeform 96">
                    <a:extLst>
                      <a:ext uri="{FF2B5EF4-FFF2-40B4-BE49-F238E27FC236}">
                        <a16:creationId xmlns:a16="http://schemas.microsoft.com/office/drawing/2014/main" id="{58155430-FE49-5FFB-4F16-F1498293FDA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09" name="Freeform 97">
                    <a:extLst>
                      <a:ext uri="{FF2B5EF4-FFF2-40B4-BE49-F238E27FC236}">
                        <a16:creationId xmlns:a16="http://schemas.microsoft.com/office/drawing/2014/main" id="{91D1772D-B568-A4F5-D52B-2AB501217DC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10" name="Freeform 98">
                    <a:extLst>
                      <a:ext uri="{FF2B5EF4-FFF2-40B4-BE49-F238E27FC236}">
                        <a16:creationId xmlns:a16="http://schemas.microsoft.com/office/drawing/2014/main" id="{7D92250D-6C3C-F4C6-AC05-AEB472DEE5A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7011" name="Freeform 99">
                    <a:extLst>
                      <a:ext uri="{FF2B5EF4-FFF2-40B4-BE49-F238E27FC236}">
                        <a16:creationId xmlns:a16="http://schemas.microsoft.com/office/drawing/2014/main" id="{DCF5D0AA-86E2-5F6D-3248-CBC4073052E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76999" name="WordArt 100">
              <a:extLst>
                <a:ext uri="{FF2B5EF4-FFF2-40B4-BE49-F238E27FC236}">
                  <a16:creationId xmlns:a16="http://schemas.microsoft.com/office/drawing/2014/main" id="{AAD4DC5D-66C8-BEF8-9300-CFFBEF466C8E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bb2  </a:t>
              </a:r>
            </a:p>
          </p:txBody>
        </p:sp>
      </p:grpSp>
      <p:grpSp>
        <p:nvGrpSpPr>
          <p:cNvPr id="76902" name="Group 466">
            <a:extLst>
              <a:ext uri="{FF2B5EF4-FFF2-40B4-BE49-F238E27FC236}">
                <a16:creationId xmlns:a16="http://schemas.microsoft.com/office/drawing/2014/main" id="{BDD6D482-B996-E925-24A5-7A6089B431E5}"/>
              </a:ext>
            </a:extLst>
          </p:cNvPr>
          <p:cNvGrpSpPr>
            <a:grpSpLocks/>
          </p:cNvGrpSpPr>
          <p:nvPr/>
        </p:nvGrpSpPr>
        <p:grpSpPr bwMode="auto">
          <a:xfrm>
            <a:off x="6959600" y="3265489"/>
            <a:ext cx="406400" cy="339725"/>
            <a:chOff x="144" y="3264"/>
            <a:chExt cx="288" cy="240"/>
          </a:xfrm>
        </p:grpSpPr>
        <p:sp>
          <p:nvSpPr>
            <p:cNvPr id="76996" name="Rectangle 467">
              <a:extLst>
                <a:ext uri="{FF2B5EF4-FFF2-40B4-BE49-F238E27FC236}">
                  <a16:creationId xmlns:a16="http://schemas.microsoft.com/office/drawing/2014/main" id="{E2AE5489-6FB6-C6CE-4FA0-321BD7D4A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eth3</a:t>
              </a:r>
            </a:p>
          </p:txBody>
        </p:sp>
        <p:sp>
          <p:nvSpPr>
            <p:cNvPr id="76997" name="Rectangle 468">
              <a:extLst>
                <a:ext uri="{FF2B5EF4-FFF2-40B4-BE49-F238E27FC236}">
                  <a16:creationId xmlns:a16="http://schemas.microsoft.com/office/drawing/2014/main" id="{A5D23374-CB9B-7DA4-F009-8DB75C525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76903" name="Group 258">
            <a:extLst>
              <a:ext uri="{FF2B5EF4-FFF2-40B4-BE49-F238E27FC236}">
                <a16:creationId xmlns:a16="http://schemas.microsoft.com/office/drawing/2014/main" id="{2386BB47-E82C-53E1-323A-EDAD491024E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532688" y="1168401"/>
            <a:ext cx="723900" cy="460375"/>
            <a:chOff x="3312" y="2160"/>
            <a:chExt cx="960" cy="528"/>
          </a:xfrm>
        </p:grpSpPr>
        <p:grpSp>
          <p:nvGrpSpPr>
            <p:cNvPr id="76974" name="Group 259">
              <a:extLst>
                <a:ext uri="{FF2B5EF4-FFF2-40B4-BE49-F238E27FC236}">
                  <a16:creationId xmlns:a16="http://schemas.microsoft.com/office/drawing/2014/main" id="{57831527-1D08-942C-3435-E2F45E6C5AE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76976" name="AutoShape 260">
                <a:extLst>
                  <a:ext uri="{FF2B5EF4-FFF2-40B4-BE49-F238E27FC236}">
                    <a16:creationId xmlns:a16="http://schemas.microsoft.com/office/drawing/2014/main" id="{BE1ED01E-3769-DD4F-F038-5C7143A0AC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76977" name="Group 261">
                <a:extLst>
                  <a:ext uri="{FF2B5EF4-FFF2-40B4-BE49-F238E27FC236}">
                    <a16:creationId xmlns:a16="http://schemas.microsoft.com/office/drawing/2014/main" id="{3445AF3A-4318-E980-1D5B-B5782BD3C8F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76978" name="Group 262">
                  <a:extLst>
                    <a:ext uri="{FF2B5EF4-FFF2-40B4-BE49-F238E27FC236}">
                      <a16:creationId xmlns:a16="http://schemas.microsoft.com/office/drawing/2014/main" id="{BFFB1A95-8FC3-1F29-08D1-C0FEBC0206B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76988" name="Freeform 263">
                    <a:extLst>
                      <a:ext uri="{FF2B5EF4-FFF2-40B4-BE49-F238E27FC236}">
                        <a16:creationId xmlns:a16="http://schemas.microsoft.com/office/drawing/2014/main" id="{7F59D5F9-0E19-FC85-768A-FA7B97CEC31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89" name="Freeform 264">
                    <a:extLst>
                      <a:ext uri="{FF2B5EF4-FFF2-40B4-BE49-F238E27FC236}">
                        <a16:creationId xmlns:a16="http://schemas.microsoft.com/office/drawing/2014/main" id="{C2B6E086-E2F5-6560-5FFF-6AAA948B701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90" name="Freeform 265">
                    <a:extLst>
                      <a:ext uri="{FF2B5EF4-FFF2-40B4-BE49-F238E27FC236}">
                        <a16:creationId xmlns:a16="http://schemas.microsoft.com/office/drawing/2014/main" id="{E33D711A-F2F2-831C-945B-7F0F96C87C8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91" name="Freeform 266">
                    <a:extLst>
                      <a:ext uri="{FF2B5EF4-FFF2-40B4-BE49-F238E27FC236}">
                        <a16:creationId xmlns:a16="http://schemas.microsoft.com/office/drawing/2014/main" id="{E59D88F7-C8E1-D910-0E73-C969E319EC2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92" name="Freeform 267">
                    <a:extLst>
                      <a:ext uri="{FF2B5EF4-FFF2-40B4-BE49-F238E27FC236}">
                        <a16:creationId xmlns:a16="http://schemas.microsoft.com/office/drawing/2014/main" id="{43A78ACC-5DCE-123A-D271-200F46439C8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93" name="Freeform 268">
                    <a:extLst>
                      <a:ext uri="{FF2B5EF4-FFF2-40B4-BE49-F238E27FC236}">
                        <a16:creationId xmlns:a16="http://schemas.microsoft.com/office/drawing/2014/main" id="{39983956-3F2C-9C81-DDB5-5C29FD06216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94" name="Freeform 269">
                    <a:extLst>
                      <a:ext uri="{FF2B5EF4-FFF2-40B4-BE49-F238E27FC236}">
                        <a16:creationId xmlns:a16="http://schemas.microsoft.com/office/drawing/2014/main" id="{02EB97AC-2867-F266-FB2A-556C31FDA9B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95" name="Freeform 270">
                    <a:extLst>
                      <a:ext uri="{FF2B5EF4-FFF2-40B4-BE49-F238E27FC236}">
                        <a16:creationId xmlns:a16="http://schemas.microsoft.com/office/drawing/2014/main" id="{18A35ED5-D3E2-7892-34EF-841BDB81E6B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76979" name="Group 271">
                  <a:extLst>
                    <a:ext uri="{FF2B5EF4-FFF2-40B4-BE49-F238E27FC236}">
                      <a16:creationId xmlns:a16="http://schemas.microsoft.com/office/drawing/2014/main" id="{1565244E-F01A-0FA4-670D-C11302823D0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76980" name="Freeform 272">
                    <a:extLst>
                      <a:ext uri="{FF2B5EF4-FFF2-40B4-BE49-F238E27FC236}">
                        <a16:creationId xmlns:a16="http://schemas.microsoft.com/office/drawing/2014/main" id="{582EFBBB-154D-D7A9-28C1-FE62482CF89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81" name="Freeform 273">
                    <a:extLst>
                      <a:ext uri="{FF2B5EF4-FFF2-40B4-BE49-F238E27FC236}">
                        <a16:creationId xmlns:a16="http://schemas.microsoft.com/office/drawing/2014/main" id="{B6D1B6EA-1770-B4E9-C83E-4C79C8B4C78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82" name="Freeform 274">
                    <a:extLst>
                      <a:ext uri="{FF2B5EF4-FFF2-40B4-BE49-F238E27FC236}">
                        <a16:creationId xmlns:a16="http://schemas.microsoft.com/office/drawing/2014/main" id="{881F3394-DE91-7FE6-B626-8C2848D8C78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83" name="Freeform 275">
                    <a:extLst>
                      <a:ext uri="{FF2B5EF4-FFF2-40B4-BE49-F238E27FC236}">
                        <a16:creationId xmlns:a16="http://schemas.microsoft.com/office/drawing/2014/main" id="{3262DA19-621A-73BE-158D-0D6D1C39D13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84" name="Freeform 276">
                    <a:extLst>
                      <a:ext uri="{FF2B5EF4-FFF2-40B4-BE49-F238E27FC236}">
                        <a16:creationId xmlns:a16="http://schemas.microsoft.com/office/drawing/2014/main" id="{5CC6DEF9-02F3-F5A9-F139-9BA57C4FD79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85" name="Freeform 277">
                    <a:extLst>
                      <a:ext uri="{FF2B5EF4-FFF2-40B4-BE49-F238E27FC236}">
                        <a16:creationId xmlns:a16="http://schemas.microsoft.com/office/drawing/2014/main" id="{8FDE6445-76E3-E350-EEE4-A67CC3EEC35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86" name="Freeform 278">
                    <a:extLst>
                      <a:ext uri="{FF2B5EF4-FFF2-40B4-BE49-F238E27FC236}">
                        <a16:creationId xmlns:a16="http://schemas.microsoft.com/office/drawing/2014/main" id="{BA159935-4A68-2F73-7769-47A9406A356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87" name="Freeform 279">
                    <a:extLst>
                      <a:ext uri="{FF2B5EF4-FFF2-40B4-BE49-F238E27FC236}">
                        <a16:creationId xmlns:a16="http://schemas.microsoft.com/office/drawing/2014/main" id="{1A102B47-2CB8-5BE0-1BEF-8FD7B6EAEB1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76975" name="WordArt 280">
              <a:extLst>
                <a:ext uri="{FF2B5EF4-FFF2-40B4-BE49-F238E27FC236}">
                  <a16:creationId xmlns:a16="http://schemas.microsoft.com/office/drawing/2014/main" id="{DCB4452E-B53C-E70E-5C50-B0F006B218ED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r4  </a:t>
              </a:r>
            </a:p>
          </p:txBody>
        </p:sp>
      </p:grpSp>
      <p:sp>
        <p:nvSpPr>
          <p:cNvPr id="76904" name="Line 539">
            <a:extLst>
              <a:ext uri="{FF2B5EF4-FFF2-40B4-BE49-F238E27FC236}">
                <a16:creationId xmlns:a16="http://schemas.microsoft.com/office/drawing/2014/main" id="{28B15E16-8B2F-4CE3-11A4-2214DF009C8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56238" y="1368426"/>
            <a:ext cx="857250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905" name="Line 542">
            <a:extLst>
              <a:ext uri="{FF2B5EF4-FFF2-40B4-BE49-F238E27FC236}">
                <a16:creationId xmlns:a16="http://schemas.microsoft.com/office/drawing/2014/main" id="{1896F362-42FE-447F-598F-9A37A94175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08725" y="2516188"/>
            <a:ext cx="579438" cy="36036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6906" name="Oval 283">
            <a:extLst>
              <a:ext uri="{FF2B5EF4-FFF2-40B4-BE49-F238E27FC236}">
                <a16:creationId xmlns:a16="http://schemas.microsoft.com/office/drawing/2014/main" id="{D9B4EF8D-00A6-F30A-436C-AB28293A916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799263" y="2305050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G</a:t>
            </a:r>
          </a:p>
        </p:txBody>
      </p:sp>
      <p:sp>
        <p:nvSpPr>
          <p:cNvPr id="76907" name="Text Box 541">
            <a:extLst>
              <a:ext uri="{FF2B5EF4-FFF2-40B4-BE49-F238E27FC236}">
                <a16:creationId xmlns:a16="http://schemas.microsoft.com/office/drawing/2014/main" id="{CDA719AB-46DE-07E2-D143-FE873BB08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724151"/>
            <a:ext cx="1187450" cy="265113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120.0.0.0/30</a:t>
            </a:r>
          </a:p>
        </p:txBody>
      </p:sp>
      <p:grpSp>
        <p:nvGrpSpPr>
          <p:cNvPr id="76908" name="Group 438">
            <a:extLst>
              <a:ext uri="{FF2B5EF4-FFF2-40B4-BE49-F238E27FC236}">
                <a16:creationId xmlns:a16="http://schemas.microsoft.com/office/drawing/2014/main" id="{15183166-8F46-5115-93C5-AA3D8DBE39BE}"/>
              </a:ext>
            </a:extLst>
          </p:cNvPr>
          <p:cNvGrpSpPr>
            <a:grpSpLocks/>
          </p:cNvGrpSpPr>
          <p:nvPr/>
        </p:nvGrpSpPr>
        <p:grpSpPr bwMode="auto">
          <a:xfrm>
            <a:off x="6626225" y="1628776"/>
            <a:ext cx="406400" cy="339725"/>
            <a:chOff x="144" y="3264"/>
            <a:chExt cx="288" cy="240"/>
          </a:xfrm>
        </p:grpSpPr>
        <p:sp>
          <p:nvSpPr>
            <p:cNvPr id="76972" name="Rectangle 439">
              <a:extLst>
                <a:ext uri="{FF2B5EF4-FFF2-40B4-BE49-F238E27FC236}">
                  <a16:creationId xmlns:a16="http://schemas.microsoft.com/office/drawing/2014/main" id="{1BC2167E-0582-E953-7667-8F7E7AACC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eth0</a:t>
              </a:r>
            </a:p>
          </p:txBody>
        </p:sp>
        <p:sp>
          <p:nvSpPr>
            <p:cNvPr id="76973" name="Rectangle 440">
              <a:extLst>
                <a:ext uri="{FF2B5EF4-FFF2-40B4-BE49-F238E27FC236}">
                  <a16:creationId xmlns:a16="http://schemas.microsoft.com/office/drawing/2014/main" id="{61A0837E-D42F-15FE-D066-CFA33B0FC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2</a:t>
              </a:r>
            </a:p>
          </p:txBody>
        </p:sp>
      </p:grpSp>
      <p:sp>
        <p:nvSpPr>
          <p:cNvPr id="76909" name="Oval 549">
            <a:extLst>
              <a:ext uri="{FF2B5EF4-FFF2-40B4-BE49-F238E27FC236}">
                <a16:creationId xmlns:a16="http://schemas.microsoft.com/office/drawing/2014/main" id="{41A75674-B78D-D837-FF69-5ADAAC1D05C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232400" y="1204913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K</a:t>
            </a:r>
          </a:p>
        </p:txBody>
      </p:sp>
      <p:sp>
        <p:nvSpPr>
          <p:cNvPr id="76910" name="Line 550">
            <a:extLst>
              <a:ext uri="{FF2B5EF4-FFF2-40B4-BE49-F238E27FC236}">
                <a16:creationId xmlns:a16="http://schemas.microsoft.com/office/drawing/2014/main" id="{F096FD8D-C9F9-6286-302B-7DD3D2BD63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35563" y="1452563"/>
            <a:ext cx="1301750" cy="23669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76911" name="Group 551">
            <a:extLst>
              <a:ext uri="{FF2B5EF4-FFF2-40B4-BE49-F238E27FC236}">
                <a16:creationId xmlns:a16="http://schemas.microsoft.com/office/drawing/2014/main" id="{CC662A5C-E4EE-FAB0-08A7-7108D7DBB053}"/>
              </a:ext>
            </a:extLst>
          </p:cNvPr>
          <p:cNvGrpSpPr>
            <a:grpSpLocks/>
          </p:cNvGrpSpPr>
          <p:nvPr/>
        </p:nvGrpSpPr>
        <p:grpSpPr bwMode="auto">
          <a:xfrm>
            <a:off x="5146675" y="3284539"/>
            <a:ext cx="406400" cy="339725"/>
            <a:chOff x="144" y="3264"/>
            <a:chExt cx="288" cy="240"/>
          </a:xfrm>
        </p:grpSpPr>
        <p:sp>
          <p:nvSpPr>
            <p:cNvPr id="76970" name="Rectangle 552">
              <a:extLst>
                <a:ext uri="{FF2B5EF4-FFF2-40B4-BE49-F238E27FC236}">
                  <a16:creationId xmlns:a16="http://schemas.microsoft.com/office/drawing/2014/main" id="{07FF4447-7D8C-B491-7833-D71294EA3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eth3</a:t>
              </a:r>
            </a:p>
          </p:txBody>
        </p:sp>
        <p:sp>
          <p:nvSpPr>
            <p:cNvPr id="76971" name="Rectangle 553">
              <a:extLst>
                <a:ext uri="{FF2B5EF4-FFF2-40B4-BE49-F238E27FC236}">
                  <a16:creationId xmlns:a16="http://schemas.microsoft.com/office/drawing/2014/main" id="{EBFE6727-6321-1D5A-1C4D-708927990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sp>
        <p:nvSpPr>
          <p:cNvPr id="76912" name="Line 556">
            <a:extLst>
              <a:ext uri="{FF2B5EF4-FFF2-40B4-BE49-F238E27FC236}">
                <a16:creationId xmlns:a16="http://schemas.microsoft.com/office/drawing/2014/main" id="{66F33FF2-9648-6E41-1F83-DA422067FFA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56238" y="2020889"/>
            <a:ext cx="412750" cy="4159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6913" name="Text Box 554">
            <a:extLst>
              <a:ext uri="{FF2B5EF4-FFF2-40B4-BE49-F238E27FC236}">
                <a16:creationId xmlns:a16="http://schemas.microsoft.com/office/drawing/2014/main" id="{A9A62341-3A77-F7D2-2B69-3D36231F2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1550" y="1868488"/>
            <a:ext cx="1187450" cy="265112"/>
          </a:xfrm>
          <a:prstGeom prst="rect">
            <a:avLst/>
          </a:prstGeom>
          <a:solidFill>
            <a:schemeClr val="bg1"/>
          </a:solidFill>
          <a:ln w="9525">
            <a:solidFill>
              <a:srgbClr val="5F5F5F"/>
            </a:solidFill>
            <a:miter lim="800000"/>
            <a:headEnd/>
            <a:tailEnd/>
          </a:ln>
        </p:spPr>
        <p:txBody>
          <a:bodyPr wrap="none" lIns="36000" tIns="36000" rIns="36000" bIns="3600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 b="1">
                <a:latin typeface="Courier New" panose="02070309020205020404" pitchFamily="49" charset="0"/>
              </a:rPr>
              <a:t>110.0.0.0/30</a:t>
            </a:r>
          </a:p>
        </p:txBody>
      </p:sp>
      <p:sp>
        <p:nvSpPr>
          <p:cNvPr id="76914" name="Oval 555">
            <a:extLst>
              <a:ext uri="{FF2B5EF4-FFF2-40B4-BE49-F238E27FC236}">
                <a16:creationId xmlns:a16="http://schemas.microsoft.com/office/drawing/2014/main" id="{D0411657-FADC-9613-301B-0B78022F605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86425" y="2276475"/>
            <a:ext cx="304800" cy="3048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F</a:t>
            </a:r>
          </a:p>
        </p:txBody>
      </p:sp>
      <p:grpSp>
        <p:nvGrpSpPr>
          <p:cNvPr id="76915" name="Group 446">
            <a:extLst>
              <a:ext uri="{FF2B5EF4-FFF2-40B4-BE49-F238E27FC236}">
                <a16:creationId xmlns:a16="http://schemas.microsoft.com/office/drawing/2014/main" id="{DF94F3EA-4EC6-87FB-F066-9EED71E3487B}"/>
              </a:ext>
            </a:extLst>
          </p:cNvPr>
          <p:cNvGrpSpPr>
            <a:grpSpLocks/>
          </p:cNvGrpSpPr>
          <p:nvPr/>
        </p:nvGrpSpPr>
        <p:grpSpPr bwMode="auto">
          <a:xfrm>
            <a:off x="6030913" y="1603376"/>
            <a:ext cx="406400" cy="339725"/>
            <a:chOff x="144" y="3264"/>
            <a:chExt cx="288" cy="240"/>
          </a:xfrm>
        </p:grpSpPr>
        <p:sp>
          <p:nvSpPr>
            <p:cNvPr id="76968" name="Rectangle 447">
              <a:extLst>
                <a:ext uri="{FF2B5EF4-FFF2-40B4-BE49-F238E27FC236}">
                  <a16:creationId xmlns:a16="http://schemas.microsoft.com/office/drawing/2014/main" id="{BCEE894F-7F41-1A10-D205-067FEDE47D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eth1</a:t>
              </a:r>
            </a:p>
          </p:txBody>
        </p:sp>
        <p:sp>
          <p:nvSpPr>
            <p:cNvPr id="76969" name="Rectangle 448">
              <a:extLst>
                <a:ext uri="{FF2B5EF4-FFF2-40B4-BE49-F238E27FC236}">
                  <a16:creationId xmlns:a16="http://schemas.microsoft.com/office/drawing/2014/main" id="{D51FE67F-E734-2833-42D0-4E755365E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76916" name="Group 557">
            <a:extLst>
              <a:ext uri="{FF2B5EF4-FFF2-40B4-BE49-F238E27FC236}">
                <a16:creationId xmlns:a16="http://schemas.microsoft.com/office/drawing/2014/main" id="{DA0FC3F5-343E-695D-340B-458486EBB8FB}"/>
              </a:ext>
            </a:extLst>
          </p:cNvPr>
          <p:cNvGrpSpPr>
            <a:grpSpLocks/>
          </p:cNvGrpSpPr>
          <p:nvPr/>
        </p:nvGrpSpPr>
        <p:grpSpPr bwMode="auto">
          <a:xfrm>
            <a:off x="5832475" y="1196976"/>
            <a:ext cx="406400" cy="339725"/>
            <a:chOff x="144" y="3264"/>
            <a:chExt cx="288" cy="240"/>
          </a:xfrm>
        </p:grpSpPr>
        <p:sp>
          <p:nvSpPr>
            <p:cNvPr id="76966" name="Rectangle 558">
              <a:extLst>
                <a:ext uri="{FF2B5EF4-FFF2-40B4-BE49-F238E27FC236}">
                  <a16:creationId xmlns:a16="http://schemas.microsoft.com/office/drawing/2014/main" id="{8AEC71B8-E352-5580-E59B-2EE8C4B9A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80"/>
              <a:ext cx="288" cy="12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eth2</a:t>
              </a:r>
            </a:p>
          </p:txBody>
        </p:sp>
        <p:sp>
          <p:nvSpPr>
            <p:cNvPr id="76967" name="Rectangle 559">
              <a:extLst>
                <a:ext uri="{FF2B5EF4-FFF2-40B4-BE49-F238E27FC236}">
                  <a16:creationId xmlns:a16="http://schemas.microsoft.com/office/drawing/2014/main" id="{DBA32132-EC31-F282-8776-58443E309A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288" cy="1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1</a:t>
              </a:r>
            </a:p>
          </p:txBody>
        </p:sp>
      </p:grpSp>
      <p:grpSp>
        <p:nvGrpSpPr>
          <p:cNvPr id="76917" name="Group 412">
            <a:extLst>
              <a:ext uri="{FF2B5EF4-FFF2-40B4-BE49-F238E27FC236}">
                <a16:creationId xmlns:a16="http://schemas.microsoft.com/office/drawing/2014/main" id="{C00C18FB-0E53-E742-F4B8-644DC33867B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72213" y="1125539"/>
            <a:ext cx="723900" cy="460375"/>
            <a:chOff x="3312" y="2160"/>
            <a:chExt cx="960" cy="528"/>
          </a:xfrm>
        </p:grpSpPr>
        <p:grpSp>
          <p:nvGrpSpPr>
            <p:cNvPr id="76944" name="Group 413">
              <a:extLst>
                <a:ext uri="{FF2B5EF4-FFF2-40B4-BE49-F238E27FC236}">
                  <a16:creationId xmlns:a16="http://schemas.microsoft.com/office/drawing/2014/main" id="{33FAAAD6-68B6-DB68-7549-6D9975B2827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76946" name="AutoShape 414">
                <a:extLst>
                  <a:ext uri="{FF2B5EF4-FFF2-40B4-BE49-F238E27FC236}">
                    <a16:creationId xmlns:a16="http://schemas.microsoft.com/office/drawing/2014/main" id="{E5ECBD62-BBF0-730D-C67C-813782A254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76947" name="Group 415">
                <a:extLst>
                  <a:ext uri="{FF2B5EF4-FFF2-40B4-BE49-F238E27FC236}">
                    <a16:creationId xmlns:a16="http://schemas.microsoft.com/office/drawing/2014/main" id="{FC48A6C7-CD57-082B-7ABE-F854B8E2ADB5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76948" name="Group 416">
                  <a:extLst>
                    <a:ext uri="{FF2B5EF4-FFF2-40B4-BE49-F238E27FC236}">
                      <a16:creationId xmlns:a16="http://schemas.microsoft.com/office/drawing/2014/main" id="{B5CCA115-EEEA-C830-96AB-345C1EA657A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76958" name="Freeform 417">
                    <a:extLst>
                      <a:ext uri="{FF2B5EF4-FFF2-40B4-BE49-F238E27FC236}">
                        <a16:creationId xmlns:a16="http://schemas.microsoft.com/office/drawing/2014/main" id="{77AD3ADF-ED16-6B63-B150-C1517AB97C4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59" name="Freeform 418">
                    <a:extLst>
                      <a:ext uri="{FF2B5EF4-FFF2-40B4-BE49-F238E27FC236}">
                        <a16:creationId xmlns:a16="http://schemas.microsoft.com/office/drawing/2014/main" id="{E881409E-7256-9D01-1D31-AEC14D9C084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60" name="Freeform 419">
                    <a:extLst>
                      <a:ext uri="{FF2B5EF4-FFF2-40B4-BE49-F238E27FC236}">
                        <a16:creationId xmlns:a16="http://schemas.microsoft.com/office/drawing/2014/main" id="{A7250215-681F-E22B-44ED-A36E2947EE4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61" name="Freeform 420">
                    <a:extLst>
                      <a:ext uri="{FF2B5EF4-FFF2-40B4-BE49-F238E27FC236}">
                        <a16:creationId xmlns:a16="http://schemas.microsoft.com/office/drawing/2014/main" id="{3735DB74-B559-B202-EA46-33BB61F6A6C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62" name="Freeform 421">
                    <a:extLst>
                      <a:ext uri="{FF2B5EF4-FFF2-40B4-BE49-F238E27FC236}">
                        <a16:creationId xmlns:a16="http://schemas.microsoft.com/office/drawing/2014/main" id="{FFBA54C1-6F7D-2648-ADBB-F0418534CA7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63" name="Freeform 422">
                    <a:extLst>
                      <a:ext uri="{FF2B5EF4-FFF2-40B4-BE49-F238E27FC236}">
                        <a16:creationId xmlns:a16="http://schemas.microsoft.com/office/drawing/2014/main" id="{ED1BB02E-22EA-26A7-5858-9DA56B1FBCE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64" name="Freeform 423">
                    <a:extLst>
                      <a:ext uri="{FF2B5EF4-FFF2-40B4-BE49-F238E27FC236}">
                        <a16:creationId xmlns:a16="http://schemas.microsoft.com/office/drawing/2014/main" id="{DEF7588F-4018-2BF5-C860-CE05EF39BA5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65" name="Freeform 424">
                    <a:extLst>
                      <a:ext uri="{FF2B5EF4-FFF2-40B4-BE49-F238E27FC236}">
                        <a16:creationId xmlns:a16="http://schemas.microsoft.com/office/drawing/2014/main" id="{6156B008-56E2-9414-9394-E65243C94EB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76949" name="Group 425">
                  <a:extLst>
                    <a:ext uri="{FF2B5EF4-FFF2-40B4-BE49-F238E27FC236}">
                      <a16:creationId xmlns:a16="http://schemas.microsoft.com/office/drawing/2014/main" id="{07E0117C-F62F-FCE5-5BC9-61F39BDC003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76950" name="Freeform 426">
                    <a:extLst>
                      <a:ext uri="{FF2B5EF4-FFF2-40B4-BE49-F238E27FC236}">
                        <a16:creationId xmlns:a16="http://schemas.microsoft.com/office/drawing/2014/main" id="{798B003E-B6D4-CCF2-1B2B-B67DB05A690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51" name="Freeform 427">
                    <a:extLst>
                      <a:ext uri="{FF2B5EF4-FFF2-40B4-BE49-F238E27FC236}">
                        <a16:creationId xmlns:a16="http://schemas.microsoft.com/office/drawing/2014/main" id="{0230389F-0D86-C966-7ED3-800B129EFF8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52" name="Freeform 428">
                    <a:extLst>
                      <a:ext uri="{FF2B5EF4-FFF2-40B4-BE49-F238E27FC236}">
                        <a16:creationId xmlns:a16="http://schemas.microsoft.com/office/drawing/2014/main" id="{12719289-EA13-A73C-47E4-3050887BBE8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53" name="Freeform 429">
                    <a:extLst>
                      <a:ext uri="{FF2B5EF4-FFF2-40B4-BE49-F238E27FC236}">
                        <a16:creationId xmlns:a16="http://schemas.microsoft.com/office/drawing/2014/main" id="{D60FE417-200F-5B5B-3762-B186E163F0C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54" name="Freeform 430">
                    <a:extLst>
                      <a:ext uri="{FF2B5EF4-FFF2-40B4-BE49-F238E27FC236}">
                        <a16:creationId xmlns:a16="http://schemas.microsoft.com/office/drawing/2014/main" id="{973FE57B-726C-FC07-27C3-A9DC2BBEA72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55" name="Freeform 431">
                    <a:extLst>
                      <a:ext uri="{FF2B5EF4-FFF2-40B4-BE49-F238E27FC236}">
                        <a16:creationId xmlns:a16="http://schemas.microsoft.com/office/drawing/2014/main" id="{7C2BD152-7963-712C-CE5C-9EA2E33E1C7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56" name="Freeform 432">
                    <a:extLst>
                      <a:ext uri="{FF2B5EF4-FFF2-40B4-BE49-F238E27FC236}">
                        <a16:creationId xmlns:a16="http://schemas.microsoft.com/office/drawing/2014/main" id="{AC62A46F-6068-0034-7369-506C340B272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57" name="Freeform 433">
                    <a:extLst>
                      <a:ext uri="{FF2B5EF4-FFF2-40B4-BE49-F238E27FC236}">
                        <a16:creationId xmlns:a16="http://schemas.microsoft.com/office/drawing/2014/main" id="{23226B96-5292-CF22-0ED0-CC42D0AE212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76945" name="WordArt 434">
              <a:extLst>
                <a:ext uri="{FF2B5EF4-FFF2-40B4-BE49-F238E27FC236}">
                  <a16:creationId xmlns:a16="http://schemas.microsoft.com/office/drawing/2014/main" id="{FDAC9D2C-10CE-D09D-BBA4-CC64F8D43A13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r3  </a:t>
              </a:r>
            </a:p>
          </p:txBody>
        </p:sp>
      </p:grpSp>
      <p:grpSp>
        <p:nvGrpSpPr>
          <p:cNvPr id="76918" name="Group 55">
            <a:extLst>
              <a:ext uri="{FF2B5EF4-FFF2-40B4-BE49-F238E27FC236}">
                <a16:creationId xmlns:a16="http://schemas.microsoft.com/office/drawing/2014/main" id="{380F6B2E-5D48-643F-6195-DF9FC936B19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68850" y="3684589"/>
            <a:ext cx="723900" cy="460375"/>
            <a:chOff x="3312" y="2160"/>
            <a:chExt cx="960" cy="528"/>
          </a:xfrm>
        </p:grpSpPr>
        <p:grpSp>
          <p:nvGrpSpPr>
            <p:cNvPr id="76922" name="Group 56">
              <a:extLst>
                <a:ext uri="{FF2B5EF4-FFF2-40B4-BE49-F238E27FC236}">
                  <a16:creationId xmlns:a16="http://schemas.microsoft.com/office/drawing/2014/main" id="{95F15C58-F35F-1085-5528-C42D3CB09C5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12" y="2160"/>
              <a:ext cx="960" cy="528"/>
              <a:chOff x="3312" y="2160"/>
              <a:chExt cx="960" cy="528"/>
            </a:xfrm>
          </p:grpSpPr>
          <p:sp>
            <p:nvSpPr>
              <p:cNvPr id="76924" name="AutoShape 57">
                <a:extLst>
                  <a:ext uri="{FF2B5EF4-FFF2-40B4-BE49-F238E27FC236}">
                    <a16:creationId xmlns:a16="http://schemas.microsoft.com/office/drawing/2014/main" id="{8608480E-CB8F-8671-6045-25C6106E30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2160"/>
                <a:ext cx="960" cy="528"/>
              </a:xfrm>
              <a:prstGeom prst="can">
                <a:avLst>
                  <a:gd name="adj" fmla="val 50000"/>
                </a:avLst>
              </a:prstGeom>
              <a:gradFill rotWithShape="0">
                <a:gsLst>
                  <a:gs pos="0">
                    <a:srgbClr val="002F5E"/>
                  </a:gs>
                  <a:gs pos="50000">
                    <a:srgbClr val="0066CC"/>
                  </a:gs>
                  <a:gs pos="100000">
                    <a:srgbClr val="002F5E"/>
                  </a:gs>
                </a:gsLst>
                <a:lin ang="0" scaled="1"/>
              </a:gradFill>
              <a:ln w="9525">
                <a:solidFill>
                  <a:srgbClr val="819FFF"/>
                </a:solidFill>
                <a:round/>
                <a:headEnd/>
                <a:tailEnd/>
              </a:ln>
            </p:spPr>
            <p:txBody>
              <a:bodyPr wrap="none" lIns="73025" tIns="36512" rIns="73025" bIns="36512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76925" name="Group 58">
                <a:extLst>
                  <a:ext uri="{FF2B5EF4-FFF2-40B4-BE49-F238E27FC236}">
                    <a16:creationId xmlns:a16="http://schemas.microsoft.com/office/drawing/2014/main" id="{EA49FB79-84D0-6407-757D-8D6B04C4FC9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88" y="2193"/>
                <a:ext cx="599" cy="207"/>
                <a:chOff x="422" y="1632"/>
                <a:chExt cx="829" cy="298"/>
              </a:xfrm>
            </p:grpSpPr>
            <p:grpSp>
              <p:nvGrpSpPr>
                <p:cNvPr id="76926" name="Group 59">
                  <a:extLst>
                    <a:ext uri="{FF2B5EF4-FFF2-40B4-BE49-F238E27FC236}">
                      <a16:creationId xmlns:a16="http://schemas.microsoft.com/office/drawing/2014/main" id="{5575BEBB-9AFF-225B-4161-ABB9508473E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2" y="1632"/>
                  <a:ext cx="822" cy="291"/>
                  <a:chOff x="422" y="1632"/>
                  <a:chExt cx="822" cy="291"/>
                </a:xfrm>
              </p:grpSpPr>
              <p:sp>
                <p:nvSpPr>
                  <p:cNvPr id="76936" name="Freeform 60">
                    <a:extLst>
                      <a:ext uri="{FF2B5EF4-FFF2-40B4-BE49-F238E27FC236}">
                        <a16:creationId xmlns:a16="http://schemas.microsoft.com/office/drawing/2014/main" id="{5C0406CF-02D0-ADEF-4F23-EA209556309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37" name="Freeform 61">
                    <a:extLst>
                      <a:ext uri="{FF2B5EF4-FFF2-40B4-BE49-F238E27FC236}">
                        <a16:creationId xmlns:a16="http://schemas.microsoft.com/office/drawing/2014/main" id="{C8E8DDFD-9E96-8F60-ED93-2F4AABEB1AC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4 w 393"/>
                      <a:gd name="T11" fmla="*/ 0 h 125"/>
                      <a:gd name="T12" fmla="*/ 196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4" y="0"/>
                        </a:lnTo>
                        <a:lnTo>
                          <a:pt x="196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38" name="Freeform 62">
                    <a:extLst>
                      <a:ext uri="{FF2B5EF4-FFF2-40B4-BE49-F238E27FC236}">
                        <a16:creationId xmlns:a16="http://schemas.microsoft.com/office/drawing/2014/main" id="{289A9F9C-9DF9-5840-1902-12A2E851ED7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39" name="Freeform 63">
                    <a:extLst>
                      <a:ext uri="{FF2B5EF4-FFF2-40B4-BE49-F238E27FC236}">
                        <a16:creationId xmlns:a16="http://schemas.microsoft.com/office/drawing/2014/main" id="{B480D543-2D05-36DA-0E63-2E16BA4875E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2" y="1785"/>
                    <a:ext cx="393" cy="132"/>
                  </a:xfrm>
                  <a:custGeom>
                    <a:avLst/>
                    <a:gdLst>
                      <a:gd name="T0" fmla="*/ 393 w 393"/>
                      <a:gd name="T1" fmla="*/ 28 h 132"/>
                      <a:gd name="T2" fmla="*/ 305 w 393"/>
                      <a:gd name="T3" fmla="*/ 0 h 132"/>
                      <a:gd name="T4" fmla="*/ 102 w 393"/>
                      <a:gd name="T5" fmla="*/ 83 h 132"/>
                      <a:gd name="T6" fmla="*/ 0 w 393"/>
                      <a:gd name="T7" fmla="*/ 55 h 132"/>
                      <a:gd name="T8" fmla="*/ 51 w 393"/>
                      <a:gd name="T9" fmla="*/ 132 h 132"/>
                      <a:gd name="T10" fmla="*/ 305 w 393"/>
                      <a:gd name="T11" fmla="*/ 132 h 132"/>
                      <a:gd name="T12" fmla="*/ 196 w 393"/>
                      <a:gd name="T13" fmla="*/ 104 h 132"/>
                      <a:gd name="T14" fmla="*/ 393 w 393"/>
                      <a:gd name="T15" fmla="*/ 28 h 1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2"/>
                      <a:gd name="T26" fmla="*/ 393 w 393"/>
                      <a:gd name="T27" fmla="*/ 132 h 132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2">
                        <a:moveTo>
                          <a:pt x="393" y="28"/>
                        </a:moveTo>
                        <a:lnTo>
                          <a:pt x="305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2"/>
                        </a:lnTo>
                        <a:lnTo>
                          <a:pt x="305" y="132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40" name="Freeform 64">
                    <a:extLst>
                      <a:ext uri="{FF2B5EF4-FFF2-40B4-BE49-F238E27FC236}">
                        <a16:creationId xmlns:a16="http://schemas.microsoft.com/office/drawing/2014/main" id="{A0F8C30E-576F-6950-194A-4D030F21057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41" name="Freeform 65">
                    <a:extLst>
                      <a:ext uri="{FF2B5EF4-FFF2-40B4-BE49-F238E27FC236}">
                        <a16:creationId xmlns:a16="http://schemas.microsoft.com/office/drawing/2014/main" id="{9A12076C-0C8D-2589-2132-97FB99797BA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44" y="1632"/>
                    <a:ext cx="392" cy="125"/>
                  </a:xfrm>
                  <a:custGeom>
                    <a:avLst/>
                    <a:gdLst>
                      <a:gd name="T0" fmla="*/ 0 w 392"/>
                      <a:gd name="T1" fmla="*/ 28 h 125"/>
                      <a:gd name="T2" fmla="*/ 87 w 392"/>
                      <a:gd name="T3" fmla="*/ 0 h 125"/>
                      <a:gd name="T4" fmla="*/ 298 w 392"/>
                      <a:gd name="T5" fmla="*/ 77 h 125"/>
                      <a:gd name="T6" fmla="*/ 392 w 392"/>
                      <a:gd name="T7" fmla="*/ 56 h 125"/>
                      <a:gd name="T8" fmla="*/ 341 w 392"/>
                      <a:gd name="T9" fmla="*/ 125 h 125"/>
                      <a:gd name="T10" fmla="*/ 94 w 392"/>
                      <a:gd name="T11" fmla="*/ 125 h 125"/>
                      <a:gd name="T12" fmla="*/ 196 w 392"/>
                      <a:gd name="T13" fmla="*/ 104 h 125"/>
                      <a:gd name="T14" fmla="*/ 0 w 392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5"/>
                      <a:gd name="T26" fmla="*/ 392 w 392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2" y="56"/>
                        </a:lnTo>
                        <a:lnTo>
                          <a:pt x="341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42" name="Freeform 66">
                    <a:extLst>
                      <a:ext uri="{FF2B5EF4-FFF2-40B4-BE49-F238E27FC236}">
                        <a16:creationId xmlns:a16="http://schemas.microsoft.com/office/drawing/2014/main" id="{966E3CC4-9F07-BD28-0666-5D58E12FBEE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43" name="Freeform 67">
                    <a:extLst>
                      <a:ext uri="{FF2B5EF4-FFF2-40B4-BE49-F238E27FC236}">
                        <a16:creationId xmlns:a16="http://schemas.microsoft.com/office/drawing/2014/main" id="{1513BEF3-CF4E-93D4-A1D1-98505D7E0F7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36" y="1799"/>
                    <a:ext cx="393" cy="124"/>
                  </a:xfrm>
                  <a:custGeom>
                    <a:avLst/>
                    <a:gdLst>
                      <a:gd name="T0" fmla="*/ 393 w 393"/>
                      <a:gd name="T1" fmla="*/ 97 h 124"/>
                      <a:gd name="T2" fmla="*/ 306 w 393"/>
                      <a:gd name="T3" fmla="*/ 124 h 124"/>
                      <a:gd name="T4" fmla="*/ 102 w 393"/>
                      <a:gd name="T5" fmla="*/ 41 h 124"/>
                      <a:gd name="T6" fmla="*/ 0 w 393"/>
                      <a:gd name="T7" fmla="*/ 69 h 124"/>
                      <a:gd name="T8" fmla="*/ 51 w 393"/>
                      <a:gd name="T9" fmla="*/ 0 h 124"/>
                      <a:gd name="T10" fmla="*/ 306 w 393"/>
                      <a:gd name="T11" fmla="*/ 0 h 124"/>
                      <a:gd name="T12" fmla="*/ 197 w 393"/>
                      <a:gd name="T13" fmla="*/ 21 h 124"/>
                      <a:gd name="T14" fmla="*/ 393 w 393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4"/>
                      <a:gd name="T26" fmla="*/ 393 w 393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4">
                        <a:moveTo>
                          <a:pt x="393" y="97"/>
                        </a:moveTo>
                        <a:lnTo>
                          <a:pt x="306" y="124"/>
                        </a:lnTo>
                        <a:lnTo>
                          <a:pt x="102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6" y="0"/>
                        </a:lnTo>
                        <a:lnTo>
                          <a:pt x="197" y="21"/>
                        </a:lnTo>
                        <a:lnTo>
                          <a:pt x="393" y="97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76927" name="Group 68">
                  <a:extLst>
                    <a:ext uri="{FF2B5EF4-FFF2-40B4-BE49-F238E27FC236}">
                      <a16:creationId xmlns:a16="http://schemas.microsoft.com/office/drawing/2014/main" id="{86D0B22B-73AB-71B3-12A5-A7ECD7A8900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29" y="1639"/>
                  <a:ext cx="822" cy="291"/>
                  <a:chOff x="429" y="1639"/>
                  <a:chExt cx="822" cy="291"/>
                </a:xfrm>
              </p:grpSpPr>
              <p:sp>
                <p:nvSpPr>
                  <p:cNvPr id="76928" name="Freeform 69">
                    <a:extLst>
                      <a:ext uri="{FF2B5EF4-FFF2-40B4-BE49-F238E27FC236}">
                        <a16:creationId xmlns:a16="http://schemas.microsoft.com/office/drawing/2014/main" id="{D4294D3E-19E0-3FE7-6B64-06AB745B32A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29" name="Freeform 70">
                    <a:extLst>
                      <a:ext uri="{FF2B5EF4-FFF2-40B4-BE49-F238E27FC236}">
                        <a16:creationId xmlns:a16="http://schemas.microsoft.com/office/drawing/2014/main" id="{572A976E-9BBC-9068-5932-866BA60D6A1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58" y="1646"/>
                    <a:ext cx="393" cy="125"/>
                  </a:xfrm>
                  <a:custGeom>
                    <a:avLst/>
                    <a:gdLst>
                      <a:gd name="T0" fmla="*/ 0 w 393"/>
                      <a:gd name="T1" fmla="*/ 97 h 125"/>
                      <a:gd name="T2" fmla="*/ 87 w 393"/>
                      <a:gd name="T3" fmla="*/ 125 h 125"/>
                      <a:gd name="T4" fmla="*/ 298 w 393"/>
                      <a:gd name="T5" fmla="*/ 42 h 125"/>
                      <a:gd name="T6" fmla="*/ 393 w 393"/>
                      <a:gd name="T7" fmla="*/ 70 h 125"/>
                      <a:gd name="T8" fmla="*/ 342 w 393"/>
                      <a:gd name="T9" fmla="*/ 0 h 125"/>
                      <a:gd name="T10" fmla="*/ 95 w 393"/>
                      <a:gd name="T11" fmla="*/ 0 h 125"/>
                      <a:gd name="T12" fmla="*/ 197 w 393"/>
                      <a:gd name="T13" fmla="*/ 21 h 125"/>
                      <a:gd name="T14" fmla="*/ 0 w 393"/>
                      <a:gd name="T15" fmla="*/ 97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97"/>
                        </a:moveTo>
                        <a:lnTo>
                          <a:pt x="87" y="125"/>
                        </a:lnTo>
                        <a:lnTo>
                          <a:pt x="298" y="42"/>
                        </a:lnTo>
                        <a:lnTo>
                          <a:pt x="393" y="70"/>
                        </a:lnTo>
                        <a:lnTo>
                          <a:pt x="342" y="0"/>
                        </a:lnTo>
                        <a:lnTo>
                          <a:pt x="95" y="0"/>
                        </a:lnTo>
                        <a:lnTo>
                          <a:pt x="197" y="21"/>
                        </a:lnTo>
                        <a:lnTo>
                          <a:pt x="0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30" name="Freeform 71">
                    <a:extLst>
                      <a:ext uri="{FF2B5EF4-FFF2-40B4-BE49-F238E27FC236}">
                        <a16:creationId xmlns:a16="http://schemas.microsoft.com/office/drawing/2014/main" id="{517CFFC4-308F-CF66-580A-A4D9DCE17CE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31" name="Freeform 72">
                    <a:extLst>
                      <a:ext uri="{FF2B5EF4-FFF2-40B4-BE49-F238E27FC236}">
                        <a16:creationId xmlns:a16="http://schemas.microsoft.com/office/drawing/2014/main" id="{950AE911-DB99-D123-7807-F4B63D76657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29" y="1792"/>
                    <a:ext cx="393" cy="131"/>
                  </a:xfrm>
                  <a:custGeom>
                    <a:avLst/>
                    <a:gdLst>
                      <a:gd name="T0" fmla="*/ 393 w 393"/>
                      <a:gd name="T1" fmla="*/ 28 h 131"/>
                      <a:gd name="T2" fmla="*/ 306 w 393"/>
                      <a:gd name="T3" fmla="*/ 0 h 131"/>
                      <a:gd name="T4" fmla="*/ 102 w 393"/>
                      <a:gd name="T5" fmla="*/ 83 h 131"/>
                      <a:gd name="T6" fmla="*/ 0 w 393"/>
                      <a:gd name="T7" fmla="*/ 55 h 131"/>
                      <a:gd name="T8" fmla="*/ 51 w 393"/>
                      <a:gd name="T9" fmla="*/ 131 h 131"/>
                      <a:gd name="T10" fmla="*/ 306 w 393"/>
                      <a:gd name="T11" fmla="*/ 131 h 131"/>
                      <a:gd name="T12" fmla="*/ 196 w 393"/>
                      <a:gd name="T13" fmla="*/ 104 h 131"/>
                      <a:gd name="T14" fmla="*/ 393 w 393"/>
                      <a:gd name="T15" fmla="*/ 28 h 1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31"/>
                      <a:gd name="T26" fmla="*/ 393 w 393"/>
                      <a:gd name="T27" fmla="*/ 131 h 131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31">
                        <a:moveTo>
                          <a:pt x="393" y="28"/>
                        </a:moveTo>
                        <a:lnTo>
                          <a:pt x="306" y="0"/>
                        </a:lnTo>
                        <a:lnTo>
                          <a:pt x="102" y="83"/>
                        </a:lnTo>
                        <a:lnTo>
                          <a:pt x="0" y="55"/>
                        </a:lnTo>
                        <a:lnTo>
                          <a:pt x="51" y="131"/>
                        </a:lnTo>
                        <a:lnTo>
                          <a:pt x="306" y="131"/>
                        </a:lnTo>
                        <a:lnTo>
                          <a:pt x="196" y="104"/>
                        </a:lnTo>
                        <a:lnTo>
                          <a:pt x="393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32" name="Freeform 73">
                    <a:extLst>
                      <a:ext uri="{FF2B5EF4-FFF2-40B4-BE49-F238E27FC236}">
                        <a16:creationId xmlns:a16="http://schemas.microsoft.com/office/drawing/2014/main" id="{2D0D9DE6-2C1C-BAE4-8E9E-3C757C76CFA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33" name="Freeform 74">
                    <a:extLst>
                      <a:ext uri="{FF2B5EF4-FFF2-40B4-BE49-F238E27FC236}">
                        <a16:creationId xmlns:a16="http://schemas.microsoft.com/office/drawing/2014/main" id="{6A28A59B-1C64-08DC-1072-52919C89F90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451" y="1639"/>
                    <a:ext cx="393" cy="125"/>
                  </a:xfrm>
                  <a:custGeom>
                    <a:avLst/>
                    <a:gdLst>
                      <a:gd name="T0" fmla="*/ 0 w 393"/>
                      <a:gd name="T1" fmla="*/ 28 h 125"/>
                      <a:gd name="T2" fmla="*/ 87 w 393"/>
                      <a:gd name="T3" fmla="*/ 0 h 125"/>
                      <a:gd name="T4" fmla="*/ 298 w 393"/>
                      <a:gd name="T5" fmla="*/ 77 h 125"/>
                      <a:gd name="T6" fmla="*/ 393 w 393"/>
                      <a:gd name="T7" fmla="*/ 56 h 125"/>
                      <a:gd name="T8" fmla="*/ 342 w 393"/>
                      <a:gd name="T9" fmla="*/ 125 h 125"/>
                      <a:gd name="T10" fmla="*/ 94 w 393"/>
                      <a:gd name="T11" fmla="*/ 125 h 125"/>
                      <a:gd name="T12" fmla="*/ 196 w 393"/>
                      <a:gd name="T13" fmla="*/ 104 h 125"/>
                      <a:gd name="T14" fmla="*/ 0 w 393"/>
                      <a:gd name="T15" fmla="*/ 28 h 125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3"/>
                      <a:gd name="T25" fmla="*/ 0 h 125"/>
                      <a:gd name="T26" fmla="*/ 393 w 393"/>
                      <a:gd name="T27" fmla="*/ 125 h 125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3" h="125">
                        <a:moveTo>
                          <a:pt x="0" y="28"/>
                        </a:moveTo>
                        <a:lnTo>
                          <a:pt x="87" y="0"/>
                        </a:lnTo>
                        <a:lnTo>
                          <a:pt x="298" y="77"/>
                        </a:lnTo>
                        <a:lnTo>
                          <a:pt x="393" y="56"/>
                        </a:lnTo>
                        <a:lnTo>
                          <a:pt x="342" y="125"/>
                        </a:lnTo>
                        <a:lnTo>
                          <a:pt x="94" y="125"/>
                        </a:lnTo>
                        <a:lnTo>
                          <a:pt x="196" y="104"/>
                        </a:lnTo>
                        <a:lnTo>
                          <a:pt x="0" y="2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34" name="Freeform 75">
                    <a:extLst>
                      <a:ext uri="{FF2B5EF4-FFF2-40B4-BE49-F238E27FC236}">
                        <a16:creationId xmlns:a16="http://schemas.microsoft.com/office/drawing/2014/main" id="{F3DE6D7E-2002-0675-5B48-432988F2E07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76935" name="Freeform 76">
                    <a:extLst>
                      <a:ext uri="{FF2B5EF4-FFF2-40B4-BE49-F238E27FC236}">
                        <a16:creationId xmlns:a16="http://schemas.microsoft.com/office/drawing/2014/main" id="{A3D01A9D-151F-D6E6-AD7B-C26AE40BB8C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844" y="1806"/>
                    <a:ext cx="392" cy="124"/>
                  </a:xfrm>
                  <a:custGeom>
                    <a:avLst/>
                    <a:gdLst>
                      <a:gd name="T0" fmla="*/ 392 w 392"/>
                      <a:gd name="T1" fmla="*/ 97 h 124"/>
                      <a:gd name="T2" fmla="*/ 305 w 392"/>
                      <a:gd name="T3" fmla="*/ 124 h 124"/>
                      <a:gd name="T4" fmla="*/ 101 w 392"/>
                      <a:gd name="T5" fmla="*/ 41 h 124"/>
                      <a:gd name="T6" fmla="*/ 0 w 392"/>
                      <a:gd name="T7" fmla="*/ 69 h 124"/>
                      <a:gd name="T8" fmla="*/ 51 w 392"/>
                      <a:gd name="T9" fmla="*/ 0 h 124"/>
                      <a:gd name="T10" fmla="*/ 305 w 392"/>
                      <a:gd name="T11" fmla="*/ 0 h 124"/>
                      <a:gd name="T12" fmla="*/ 196 w 392"/>
                      <a:gd name="T13" fmla="*/ 20 h 124"/>
                      <a:gd name="T14" fmla="*/ 392 w 392"/>
                      <a:gd name="T15" fmla="*/ 97 h 12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92"/>
                      <a:gd name="T25" fmla="*/ 0 h 124"/>
                      <a:gd name="T26" fmla="*/ 392 w 392"/>
                      <a:gd name="T27" fmla="*/ 124 h 12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92" h="124">
                        <a:moveTo>
                          <a:pt x="392" y="97"/>
                        </a:moveTo>
                        <a:lnTo>
                          <a:pt x="305" y="124"/>
                        </a:lnTo>
                        <a:lnTo>
                          <a:pt x="101" y="41"/>
                        </a:lnTo>
                        <a:lnTo>
                          <a:pt x="0" y="69"/>
                        </a:lnTo>
                        <a:lnTo>
                          <a:pt x="51" y="0"/>
                        </a:lnTo>
                        <a:lnTo>
                          <a:pt x="305" y="0"/>
                        </a:lnTo>
                        <a:lnTo>
                          <a:pt x="196" y="20"/>
                        </a:lnTo>
                        <a:lnTo>
                          <a:pt x="392" y="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76923" name="WordArt 77">
              <a:extLst>
                <a:ext uri="{FF2B5EF4-FFF2-40B4-BE49-F238E27FC236}">
                  <a16:creationId xmlns:a16="http://schemas.microsoft.com/office/drawing/2014/main" id="{7AC5808D-CF65-9EC7-7BE6-63168EF32302}"/>
                </a:ext>
              </a:extLst>
            </p:cNvPr>
            <p:cNvSpPr>
              <a:spLocks noChangeAspect="1" noChangeArrowheads="1" noChangeShapeType="1" noTextEdit="1"/>
            </p:cNvSpPr>
            <p:nvPr/>
          </p:nvSpPr>
          <p:spPr bwMode="auto">
            <a:xfrm>
              <a:off x="3360" y="2376"/>
              <a:ext cx="864" cy="259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/>
              <a:r>
                <a:rPr lang="en-GB" sz="1400" kern="10">
                  <a:ln w="9525">
                    <a:solidFill>
                      <a:srgbClr val="FFFFFF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bb1  </a:t>
              </a:r>
            </a:p>
          </p:txBody>
        </p:sp>
      </p:grpSp>
      <p:sp>
        <p:nvSpPr>
          <p:cNvPr id="76919" name="Rectangle 560">
            <a:extLst>
              <a:ext uri="{FF2B5EF4-FFF2-40B4-BE49-F238E27FC236}">
                <a16:creationId xmlns:a16="http://schemas.microsoft.com/office/drawing/2014/main" id="{909EE958-C698-4E9E-4270-9EC52C8C5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1326" y="4102101"/>
            <a:ext cx="295275" cy="22701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>
                <a:latin typeface="Arial" panose="020B0604020202020204" pitchFamily="34" charset="0"/>
              </a:rPr>
              <a:t>90</a:t>
            </a:r>
          </a:p>
        </p:txBody>
      </p:sp>
      <p:sp>
        <p:nvSpPr>
          <p:cNvPr id="76920" name="Rectangle 561">
            <a:extLst>
              <a:ext uri="{FF2B5EF4-FFF2-40B4-BE49-F238E27FC236}">
                <a16:creationId xmlns:a16="http://schemas.microsoft.com/office/drawing/2014/main" id="{C16F19CC-4F08-0831-52B9-BB995010C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6376" y="4102101"/>
            <a:ext cx="365125" cy="22701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76921" name="AutoShape 562">
            <a:extLst>
              <a:ext uri="{FF2B5EF4-FFF2-40B4-BE49-F238E27FC236}">
                <a16:creationId xmlns:a16="http://schemas.microsoft.com/office/drawing/2014/main" id="{DDE35CC6-4A3D-5B5A-4DB9-77B2B3D7D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2588" y="5697539"/>
            <a:ext cx="2120900" cy="1017587"/>
          </a:xfrm>
          <a:prstGeom prst="foldedCorner">
            <a:avLst>
              <a:gd name="adj" fmla="val 12500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it-IT" altLang="en-IT" dirty="0">
                <a:latin typeface="Tahoma" panose="020B0604030504040204" pitchFamily="34" charset="0"/>
              </a:rPr>
              <a:t>default cost (10) </a:t>
            </a:r>
            <a:r>
              <a:rPr lang="it-IT" altLang="en-IT" dirty="0" err="1">
                <a:latin typeface="Tahoma" panose="020B0604030504040204" pitchFamily="34" charset="0"/>
              </a:rPr>
              <a:t>is</a:t>
            </a:r>
            <a:r>
              <a:rPr lang="it-IT" altLang="en-IT" dirty="0">
                <a:latin typeface="Tahoma" panose="020B0604030504040204" pitchFamily="34" charset="0"/>
              </a:rPr>
              <a:t> </a:t>
            </a:r>
            <a:r>
              <a:rPr lang="it-IT" altLang="en-IT" dirty="0" err="1">
                <a:latin typeface="Tahoma" panose="020B0604030504040204" pitchFamily="34" charset="0"/>
              </a:rPr>
              <a:t>assumed</a:t>
            </a:r>
            <a:r>
              <a:rPr lang="it-IT" altLang="en-IT" dirty="0">
                <a:latin typeface="Tahoma" panose="020B0604030504040204" pitchFamily="34" charset="0"/>
              </a:rPr>
              <a:t> </a:t>
            </a:r>
            <a:r>
              <a:rPr lang="it-IT" altLang="en-IT" dirty="0" err="1">
                <a:latin typeface="Tahoma" panose="020B0604030504040204" pitchFamily="34" charset="0"/>
              </a:rPr>
              <a:t>where</a:t>
            </a:r>
            <a:r>
              <a:rPr lang="it-IT" altLang="en-IT" dirty="0">
                <a:latin typeface="Tahoma" panose="020B0604030504040204" pitchFamily="34" charset="0"/>
              </a:rPr>
              <a:t> </a:t>
            </a:r>
            <a:r>
              <a:rPr lang="it-IT" altLang="en-IT" dirty="0" err="1">
                <a:latin typeface="Tahoma" panose="020B0604030504040204" pitchFamily="34" charset="0"/>
              </a:rPr>
              <a:t>unspecified</a:t>
            </a:r>
            <a:endParaRPr lang="it-IT" altLang="en-IT" sz="2000" dirty="0">
              <a:latin typeface="Tahoma" panose="020B060403050404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AA9C40-58F8-CB15-05DE-5C9488B7D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altLang="en-IT"/>
              <a:t>last update: Oct 2023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8" name="Rectangle 2">
            <a:extLst>
              <a:ext uri="{FF2B5EF4-FFF2-40B4-BE49-F238E27FC236}">
                <a16:creationId xmlns:a16="http://schemas.microsoft.com/office/drawing/2014/main" id="{BEA8A7A5-D79D-5542-8A3E-377DB52D9B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/>
              <a:t>lab description</a:t>
            </a:r>
          </a:p>
        </p:txBody>
      </p:sp>
      <p:sp>
        <p:nvSpPr>
          <p:cNvPr id="77829" name="Rectangle 3">
            <a:extLst>
              <a:ext uri="{FF2B5EF4-FFF2-40B4-BE49-F238E27FC236}">
                <a16:creationId xmlns:a16="http://schemas.microsoft.com/office/drawing/2014/main" id="{17B5DED9-6020-F14C-3B0A-9A4CCBB5FE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800" dirty="0" err="1"/>
              <a:t>same</a:t>
            </a:r>
            <a:r>
              <a:rPr lang="it-IT" altLang="it-IT" sz="2800" dirty="0"/>
              <a:t> </a:t>
            </a:r>
            <a:r>
              <a:rPr lang="it-IT" altLang="it-IT" sz="2800" dirty="0" err="1"/>
              <a:t>as</a:t>
            </a:r>
            <a:r>
              <a:rPr lang="it-IT" altLang="it-IT" sz="2800" dirty="0"/>
              <a:t> </a:t>
            </a:r>
            <a:r>
              <a:rPr lang="it-IT" altLang="it-IT" sz="2800" dirty="0" err="1"/>
              <a:t>multiarea</a:t>
            </a:r>
            <a:r>
              <a:rPr lang="it-IT" altLang="it-IT" sz="2800" dirty="0"/>
              <a:t> + some information </a:t>
            </a:r>
            <a:r>
              <a:rPr lang="it-IT" altLang="it-IT" sz="2800" dirty="0" err="1"/>
              <a:t>is</a:t>
            </a:r>
            <a:r>
              <a:rPr lang="it-IT" altLang="it-IT" sz="2800" dirty="0"/>
              <a:t> </a:t>
            </a:r>
            <a:r>
              <a:rPr lang="it-IT" altLang="it-IT" sz="2800" dirty="0" err="1"/>
              <a:t>injected</a:t>
            </a:r>
            <a:r>
              <a:rPr lang="it-IT" altLang="it-IT" sz="2800" dirty="0"/>
              <a:t> via </a:t>
            </a:r>
            <a:r>
              <a:rPr lang="it-IT" altLang="it-IT" sz="2800" dirty="0" err="1"/>
              <a:t>bgp</a:t>
            </a:r>
            <a:r>
              <a:rPr lang="it-IT" altLang="it-IT" sz="2800" dirty="0"/>
              <a:t> from an </a:t>
            </a:r>
            <a:r>
              <a:rPr lang="it-IT" altLang="it-IT" sz="2800" dirty="0" err="1"/>
              <a:t>external</a:t>
            </a:r>
            <a:r>
              <a:rPr lang="it-IT" altLang="it-IT" sz="2800" dirty="0"/>
              <a:t> </a:t>
            </a:r>
            <a:r>
              <a:rPr lang="it-IT" altLang="it-IT" sz="2800" dirty="0" err="1"/>
              <a:t>as</a:t>
            </a:r>
            <a:endParaRPr lang="it-IT" altLang="it-IT" sz="2800" dirty="0"/>
          </a:p>
          <a:p>
            <a:pPr lvl="1" eaLnBrk="1" hangingPunct="1">
              <a:lnSpc>
                <a:spcPct val="90000"/>
              </a:lnSpc>
            </a:pPr>
            <a:r>
              <a:rPr lang="it-IT" altLang="it-IT" sz="2400" dirty="0" err="1"/>
              <a:t>also</a:t>
            </a:r>
            <a:r>
              <a:rPr lang="it-IT" altLang="it-IT" sz="2400" dirty="0"/>
              <a:t>, </a:t>
            </a:r>
            <a:r>
              <a:rPr lang="it-IT" altLang="it-IT" sz="2400" dirty="0" err="1"/>
              <a:t>abrs</a:t>
            </a:r>
            <a:r>
              <a:rPr lang="it-IT" altLang="it-IT" sz="2400" dirty="0"/>
              <a:t> are </a:t>
            </a:r>
            <a:r>
              <a:rPr lang="it-IT" altLang="it-IT" sz="2400" dirty="0" err="1"/>
              <a:t>configured</a:t>
            </a:r>
            <a:r>
              <a:rPr lang="it-IT" altLang="it-IT" sz="2400" dirty="0"/>
              <a:t> to just </a:t>
            </a:r>
            <a:r>
              <a:rPr lang="it-IT" altLang="it-IT" sz="2400" dirty="0" err="1"/>
              <a:t>inject</a:t>
            </a:r>
            <a:r>
              <a:rPr lang="it-IT" altLang="it-IT" sz="2400" dirty="0"/>
              <a:t> the default </a:t>
            </a:r>
            <a:r>
              <a:rPr lang="it-IT" altLang="it-IT" sz="2400" dirty="0" err="1"/>
              <a:t>route</a:t>
            </a:r>
            <a:br>
              <a:rPr lang="it-IT" altLang="it-IT" sz="2400" dirty="0"/>
            </a:br>
            <a:r>
              <a:rPr lang="it-IT" altLang="it-IT" sz="2400" b="1" dirty="0">
                <a:latin typeface="Courier New" panose="02070309020205020404" pitchFamily="49" charset="0"/>
              </a:rPr>
              <a:t>area 1.1.1.1 </a:t>
            </a:r>
            <a:r>
              <a:rPr lang="it-IT" altLang="it-IT" sz="2400" b="1" dirty="0" err="1">
                <a:latin typeface="Courier New" panose="02070309020205020404" pitchFamily="49" charset="0"/>
              </a:rPr>
              <a:t>stub</a:t>
            </a:r>
            <a:r>
              <a:rPr lang="it-IT" altLang="it-IT" sz="2400" b="1" dirty="0">
                <a:latin typeface="Courier New" panose="02070309020205020404" pitchFamily="49" charset="0"/>
              </a:rPr>
              <a:t> no-</a:t>
            </a:r>
            <a:r>
              <a:rPr lang="it-IT" altLang="it-IT" sz="2400" b="1" dirty="0" err="1">
                <a:latin typeface="Courier New" panose="02070309020205020404" pitchFamily="49" charset="0"/>
              </a:rPr>
              <a:t>summary</a:t>
            </a:r>
            <a:endParaRPr lang="it-IT" altLang="it-IT" sz="24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it-IT" sz="2800" dirty="0" err="1"/>
              <a:t>perform</a:t>
            </a:r>
            <a:r>
              <a:rPr lang="it-IT" altLang="it-IT" sz="2800" dirty="0"/>
              <a:t> the </a:t>
            </a:r>
            <a:r>
              <a:rPr lang="it-IT" altLang="it-IT" sz="2800" dirty="0" err="1"/>
              <a:t>same</a:t>
            </a:r>
            <a:r>
              <a:rPr lang="it-IT" altLang="it-IT" sz="2800" dirty="0"/>
              <a:t> </a:t>
            </a:r>
            <a:r>
              <a:rPr lang="it-IT" altLang="it-IT" sz="2800" dirty="0" err="1"/>
              <a:t>experiments</a:t>
            </a:r>
            <a:r>
              <a:rPr lang="it-IT" altLang="it-IT" sz="2800" dirty="0"/>
              <a:t> </a:t>
            </a:r>
            <a:r>
              <a:rPr lang="it-IT" altLang="it-IT" sz="2800" dirty="0" err="1"/>
              <a:t>as</a:t>
            </a:r>
            <a:r>
              <a:rPr lang="it-IT" altLang="it-IT" sz="2800" dirty="0"/>
              <a:t> for the </a:t>
            </a:r>
            <a:r>
              <a:rPr lang="it-IT" altLang="it-IT" sz="2800" dirty="0" err="1"/>
              <a:t>multiarea</a:t>
            </a:r>
            <a:r>
              <a:rPr lang="it-IT" altLang="it-IT" sz="2800" dirty="0"/>
              <a:t> lab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400" dirty="0"/>
              <a:t>in </a:t>
            </a:r>
            <a:r>
              <a:rPr lang="it-IT" altLang="it-IT" sz="2400" dirty="0" err="1"/>
              <a:t>addition</a:t>
            </a:r>
            <a:r>
              <a:rPr lang="it-IT" altLang="it-IT" sz="2400" dirty="0"/>
              <a:t>, check </a:t>
            </a:r>
            <a:r>
              <a:rPr lang="it-IT" altLang="it-IT" sz="2400" dirty="0" err="1"/>
              <a:t>asbr</a:t>
            </a:r>
            <a:r>
              <a:rPr lang="it-IT" altLang="it-IT" sz="2400" dirty="0"/>
              <a:t> information </a:t>
            </a:r>
            <a:r>
              <a:rPr lang="it-IT" altLang="it-IT" sz="2400" dirty="0" err="1"/>
              <a:t>using</a:t>
            </a:r>
            <a:r>
              <a:rPr lang="it-IT" altLang="it-IT" sz="2400" dirty="0"/>
              <a:t> </a:t>
            </a:r>
          </a:p>
          <a:p>
            <a:pPr lvl="2">
              <a:lnSpc>
                <a:spcPct val="90000"/>
              </a:lnSpc>
            </a:pPr>
            <a:r>
              <a:rPr lang="it-IT" altLang="it-IT" sz="2000" b="1" dirty="0">
                <a:latin typeface="Courier New" panose="02070309020205020404" pitchFamily="49" charset="0"/>
              </a:rPr>
              <a:t>show </a:t>
            </a:r>
            <a:r>
              <a:rPr lang="it-IT" altLang="it-IT" sz="2000" b="1" dirty="0" err="1">
                <a:latin typeface="Courier New" panose="02070309020205020404" pitchFamily="49" charset="0"/>
              </a:rPr>
              <a:t>ip</a:t>
            </a:r>
            <a:r>
              <a:rPr lang="it-IT" altLang="it-IT" sz="2000" b="1" dirty="0">
                <a:latin typeface="Courier New" panose="02070309020205020404" pitchFamily="49" charset="0"/>
              </a:rPr>
              <a:t> </a:t>
            </a:r>
            <a:r>
              <a:rPr lang="it-IT" altLang="it-IT" sz="2000" b="1" dirty="0" err="1">
                <a:latin typeface="Courier New" panose="02070309020205020404" pitchFamily="49" charset="0"/>
              </a:rPr>
              <a:t>ospf</a:t>
            </a:r>
            <a:r>
              <a:rPr lang="it-IT" altLang="it-IT" sz="2000" b="1" dirty="0">
                <a:latin typeface="Courier New" panose="02070309020205020404" pitchFamily="49" charset="0"/>
              </a:rPr>
              <a:t> database </a:t>
            </a:r>
            <a:r>
              <a:rPr lang="it-IT" altLang="it-IT" sz="2000" b="1" dirty="0" err="1">
                <a:latin typeface="Courier New" panose="02070309020205020404" pitchFamily="49" charset="0"/>
              </a:rPr>
              <a:t>asbr-summary</a:t>
            </a:r>
            <a:endParaRPr lang="it-IT" altLang="it-IT" sz="2000" b="1" dirty="0"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it-IT" altLang="it-IT" sz="2400" dirty="0" err="1"/>
              <a:t>also</a:t>
            </a:r>
            <a:r>
              <a:rPr lang="it-IT" altLang="it-IT" sz="2400" dirty="0"/>
              <a:t> check </a:t>
            </a:r>
            <a:r>
              <a:rPr lang="it-IT" altLang="it-IT" sz="2400" dirty="0" err="1"/>
              <a:t>that</a:t>
            </a:r>
            <a:r>
              <a:rPr lang="it-IT" altLang="it-IT" sz="2400" dirty="0"/>
              <a:t> </a:t>
            </a:r>
            <a:r>
              <a:rPr lang="it-IT" altLang="it-IT" sz="2400" dirty="0" err="1"/>
              <a:t>such</a:t>
            </a:r>
            <a:r>
              <a:rPr lang="it-IT" altLang="it-IT" sz="2400" dirty="0"/>
              <a:t> information </a:t>
            </a:r>
            <a:r>
              <a:rPr lang="it-IT" altLang="it-IT" sz="2400" dirty="0" err="1"/>
              <a:t>is</a:t>
            </a:r>
            <a:r>
              <a:rPr lang="it-IT" altLang="it-IT" sz="2400" dirty="0"/>
              <a:t> </a:t>
            </a:r>
            <a:r>
              <a:rPr lang="it-IT" altLang="it-IT" sz="2400" dirty="0" err="1"/>
              <a:t>not</a:t>
            </a:r>
            <a:r>
              <a:rPr lang="it-IT" altLang="it-IT" sz="2400" dirty="0"/>
              <a:t> </a:t>
            </a:r>
            <a:r>
              <a:rPr lang="it-IT" altLang="it-IT" sz="2400" dirty="0" err="1"/>
              <a:t>propagated</a:t>
            </a:r>
            <a:r>
              <a:rPr lang="it-IT" altLang="it-IT" sz="2400" dirty="0"/>
              <a:t> inside </a:t>
            </a:r>
            <a:r>
              <a:rPr lang="it-IT" altLang="it-IT" sz="2400" dirty="0" err="1"/>
              <a:t>stub</a:t>
            </a:r>
            <a:r>
              <a:rPr lang="it-IT" altLang="it-IT" sz="2400" dirty="0"/>
              <a:t> </a:t>
            </a:r>
            <a:r>
              <a:rPr lang="it-IT" altLang="it-IT" sz="2400" dirty="0" err="1"/>
              <a:t>areas</a:t>
            </a:r>
            <a:endParaRPr lang="it-IT" altLang="it-IT" sz="2400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B4F83501-0DC2-7A75-6561-58C37005A7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/>
          <a:p>
            <a:r>
              <a:rPr lang="it-IT" altLang="en-IT"/>
              <a:t>last update: Oct 2023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BB98C34-867B-F682-C4CB-052E5EF6A4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en-IT"/>
              <a:t>kathara – [ labs: ospf_frr 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3" name="Rectangle 2">
            <a:extLst>
              <a:ext uri="{FF2B5EF4-FFF2-40B4-BE49-F238E27FC236}">
                <a16:creationId xmlns:a16="http://schemas.microsoft.com/office/drawing/2014/main" id="{EB42683E-3216-3966-DA0E-64DDE77959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H" altLang="it-IT" sz="4000" dirty="0"/>
              <a:t>A</a:t>
            </a:r>
            <a:r>
              <a:rPr lang="it-IT" altLang="it-IT" sz="4000" dirty="0"/>
              <a:t> quick note about stub networks</a:t>
            </a:r>
          </a:p>
        </p:txBody>
      </p:sp>
      <p:sp>
        <p:nvSpPr>
          <p:cNvPr id="78854" name="Rectangle 3">
            <a:extLst>
              <a:ext uri="{FF2B5EF4-FFF2-40B4-BE49-F238E27FC236}">
                <a16:creationId xmlns:a16="http://schemas.microsoft.com/office/drawing/2014/main" id="{D844141A-F02D-644A-4A51-CD8AAFF5EE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12776"/>
            <a:ext cx="10972800" cy="5256583"/>
          </a:xfrm>
        </p:spPr>
        <p:txBody>
          <a:bodyPr/>
          <a:lstStyle/>
          <a:p>
            <a:pPr eaLnBrk="1" hangingPunct="1"/>
            <a:r>
              <a:rPr lang="it-IT" altLang="it-IT" sz="2800" dirty="0"/>
              <a:t>“stub” = not used for transit</a:t>
            </a:r>
          </a:p>
          <a:p>
            <a:pPr eaLnBrk="1" hangingPunct="1"/>
            <a:r>
              <a:rPr lang="it-IT" altLang="it-IT" sz="2800" dirty="0"/>
              <a:t>three possible situations: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B860816-B1C1-E603-9083-993F2421F3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it-IT" altLang="en-IT"/>
              <a:t>kathara – [ labs: ospf_frr ]</a:t>
            </a:r>
          </a:p>
        </p:txBody>
      </p:sp>
      <p:sp>
        <p:nvSpPr>
          <p:cNvPr id="52" name="Segnaposto piè di pagina 4">
            <a:extLst>
              <a:ext uri="{FF2B5EF4-FFF2-40B4-BE49-F238E27FC236}">
                <a16:creationId xmlns:a16="http://schemas.microsoft.com/office/drawing/2014/main" id="{A91A7735-E181-45C7-9AE3-CB6AD5987030}"/>
              </a:ext>
            </a:extLst>
          </p:cNvPr>
          <p:cNvSpPr txBox="1">
            <a:spLocks noGrp="1"/>
          </p:cNvSpPr>
          <p:nvPr/>
        </p:nvSpPr>
        <p:spPr bwMode="auto">
          <a:xfrm>
            <a:off x="3863975" y="6453189"/>
            <a:ext cx="4464050" cy="33337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it-IT" sz="1400" dirty="0" err="1">
                <a:latin typeface="+mn-lt"/>
              </a:rPr>
              <a:t>kathara</a:t>
            </a:r>
            <a:r>
              <a:rPr lang="it-IT" sz="1400" dirty="0">
                <a:latin typeface="+mn-lt"/>
              </a:rPr>
              <a:t> – [ labs: </a:t>
            </a:r>
            <a:r>
              <a:rPr lang="it-IT" sz="1400" dirty="0" err="1">
                <a:latin typeface="+mn-lt"/>
              </a:rPr>
              <a:t>ospf</a:t>
            </a:r>
            <a:r>
              <a:rPr lang="it-IT" sz="1400" dirty="0">
                <a:latin typeface="+mn-lt"/>
              </a:rPr>
              <a:t> ]</a:t>
            </a:r>
          </a:p>
        </p:txBody>
      </p:sp>
      <p:sp>
        <p:nvSpPr>
          <p:cNvPr id="78852" name="Rectangle 88">
            <a:extLst>
              <a:ext uri="{FF2B5EF4-FFF2-40B4-BE49-F238E27FC236}">
                <a16:creationId xmlns:a16="http://schemas.microsoft.com/office/drawing/2014/main" id="{D3FF8B23-7B71-1A30-EE0D-5F25A6D95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6453188"/>
            <a:ext cx="6300788" cy="4048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1800">
              <a:latin typeface="Arial" panose="020B0604020202020204" pitchFamily="34" charset="0"/>
            </a:endParaRPr>
          </a:p>
        </p:txBody>
      </p:sp>
      <p:sp>
        <p:nvSpPr>
          <p:cNvPr id="78855" name="Line 4">
            <a:extLst>
              <a:ext uri="{FF2B5EF4-FFF2-40B4-BE49-F238E27FC236}">
                <a16:creationId xmlns:a16="http://schemas.microsoft.com/office/drawing/2014/main" id="{06E606B2-0F89-ECC3-0A01-AD748E32832F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9975" y="1223964"/>
            <a:ext cx="0" cy="7191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E9089469-ACCE-228C-981D-219E79E1DAE0}"/>
              </a:ext>
            </a:extLst>
          </p:cNvPr>
          <p:cNvGrpSpPr/>
          <p:nvPr/>
        </p:nvGrpSpPr>
        <p:grpSpPr>
          <a:xfrm>
            <a:off x="8328025" y="1098501"/>
            <a:ext cx="2170113" cy="1322387"/>
            <a:chOff x="8328025" y="1098501"/>
            <a:chExt cx="2170113" cy="1322387"/>
          </a:xfrm>
        </p:grpSpPr>
        <p:grpSp>
          <p:nvGrpSpPr>
            <p:cNvPr id="78856" name="Group 5">
              <a:extLst>
                <a:ext uri="{FF2B5EF4-FFF2-40B4-BE49-F238E27FC236}">
                  <a16:creationId xmlns:a16="http://schemas.microsoft.com/office/drawing/2014/main" id="{01E68125-D370-8E45-7091-FD95C3FDE43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28025" y="1098501"/>
              <a:ext cx="723900" cy="460375"/>
              <a:chOff x="3312" y="2160"/>
              <a:chExt cx="960" cy="528"/>
            </a:xfrm>
          </p:grpSpPr>
          <p:grpSp>
            <p:nvGrpSpPr>
              <p:cNvPr id="78879" name="Group 6">
                <a:extLst>
                  <a:ext uri="{FF2B5EF4-FFF2-40B4-BE49-F238E27FC236}">
                    <a16:creationId xmlns:a16="http://schemas.microsoft.com/office/drawing/2014/main" id="{D18D89BE-0FCA-533A-BA2A-308AB735D68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12" y="2160"/>
                <a:ext cx="960" cy="528"/>
                <a:chOff x="3312" y="2160"/>
                <a:chExt cx="960" cy="528"/>
              </a:xfrm>
            </p:grpSpPr>
            <p:sp>
              <p:nvSpPr>
                <p:cNvPr id="78881" name="AutoShape 7">
                  <a:extLst>
                    <a:ext uri="{FF2B5EF4-FFF2-40B4-BE49-F238E27FC236}">
                      <a16:creationId xmlns:a16="http://schemas.microsoft.com/office/drawing/2014/main" id="{B41EE17D-F354-CDBD-18BF-19ACEA96CAC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12" y="2160"/>
                  <a:ext cx="960" cy="528"/>
                </a:xfrm>
                <a:prstGeom prst="can">
                  <a:avLst>
                    <a:gd name="adj" fmla="val 50000"/>
                  </a:avLst>
                </a:prstGeom>
                <a:gradFill rotWithShape="0">
                  <a:gsLst>
                    <a:gs pos="0">
                      <a:srgbClr val="002F5E"/>
                    </a:gs>
                    <a:gs pos="50000">
                      <a:srgbClr val="0066CC"/>
                    </a:gs>
                    <a:gs pos="100000">
                      <a:srgbClr val="002F5E"/>
                    </a:gs>
                  </a:gsLst>
                  <a:lin ang="0" scaled="1"/>
                </a:gradFill>
                <a:ln w="9525">
                  <a:solidFill>
                    <a:srgbClr val="819FFF"/>
                  </a:solidFill>
                  <a:round/>
                  <a:headEnd/>
                  <a:tailEnd/>
                </a:ln>
              </p:spPr>
              <p:txBody>
                <a:bodyPr wrap="none" lIns="73025" tIns="36512" rIns="73025" bIns="36512" anchor="ctr"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7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66CC00"/>
                    </a:buClr>
                    <a:buSzPct val="7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SzPct val="70000"/>
                    <a:buFont typeface="Wingdings" pitchFamily="2" charset="2"/>
                    <a:buChar char="l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78882" name="Group 8">
                  <a:extLst>
                    <a:ext uri="{FF2B5EF4-FFF2-40B4-BE49-F238E27FC236}">
                      <a16:creationId xmlns:a16="http://schemas.microsoft.com/office/drawing/2014/main" id="{B5BD2929-3D03-9DAE-BC50-F5DA41AFCD7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488" y="2193"/>
                  <a:ext cx="599" cy="207"/>
                  <a:chOff x="422" y="1632"/>
                  <a:chExt cx="829" cy="298"/>
                </a:xfrm>
              </p:grpSpPr>
              <p:grpSp>
                <p:nvGrpSpPr>
                  <p:cNvPr id="78883" name="Group 9">
                    <a:extLst>
                      <a:ext uri="{FF2B5EF4-FFF2-40B4-BE49-F238E27FC236}">
                        <a16:creationId xmlns:a16="http://schemas.microsoft.com/office/drawing/2014/main" id="{70B4B24C-7E90-D9F1-CDB1-1B1443D5400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2" y="1632"/>
                    <a:ext cx="822" cy="291"/>
                    <a:chOff x="422" y="1632"/>
                    <a:chExt cx="822" cy="291"/>
                  </a:xfrm>
                </p:grpSpPr>
                <p:sp>
                  <p:nvSpPr>
                    <p:cNvPr id="78893" name="Freeform 10">
                      <a:extLst>
                        <a:ext uri="{FF2B5EF4-FFF2-40B4-BE49-F238E27FC236}">
                          <a16:creationId xmlns:a16="http://schemas.microsoft.com/office/drawing/2014/main" id="{0B137E6A-4DF9-B356-ECE8-37D2E418C1D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393"/>
                        <a:gd name="T25" fmla="*/ 0 h 125"/>
                        <a:gd name="T26" fmla="*/ 393 w 393"/>
                        <a:gd name="T27" fmla="*/ 125 h 125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78894" name="Freeform 11">
                      <a:extLst>
                        <a:ext uri="{FF2B5EF4-FFF2-40B4-BE49-F238E27FC236}">
                          <a16:creationId xmlns:a16="http://schemas.microsoft.com/office/drawing/2014/main" id="{D1A01DB3-6BB7-A47D-2822-6E139F68014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4 w 393"/>
                        <a:gd name="T11" fmla="*/ 0 h 125"/>
                        <a:gd name="T12" fmla="*/ 196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393"/>
                        <a:gd name="T25" fmla="*/ 0 h 125"/>
                        <a:gd name="T26" fmla="*/ 393 w 393"/>
                        <a:gd name="T27" fmla="*/ 125 h 125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4" y="0"/>
                          </a:lnTo>
                          <a:lnTo>
                            <a:pt x="196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78895" name="Freeform 12">
                      <a:extLst>
                        <a:ext uri="{FF2B5EF4-FFF2-40B4-BE49-F238E27FC236}">
                          <a16:creationId xmlns:a16="http://schemas.microsoft.com/office/drawing/2014/main" id="{C59AA003-9B2A-834D-199F-62CDC58BF1A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393"/>
                        <a:gd name="T25" fmla="*/ 0 h 132"/>
                        <a:gd name="T26" fmla="*/ 393 w 393"/>
                        <a:gd name="T27" fmla="*/ 132 h 132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78896" name="Freeform 13">
                      <a:extLst>
                        <a:ext uri="{FF2B5EF4-FFF2-40B4-BE49-F238E27FC236}">
                          <a16:creationId xmlns:a16="http://schemas.microsoft.com/office/drawing/2014/main" id="{D881C504-7391-5B69-CE2F-A2FF6F2F74A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2" y="1785"/>
                      <a:ext cx="393" cy="132"/>
                    </a:xfrm>
                    <a:custGeom>
                      <a:avLst/>
                      <a:gdLst>
                        <a:gd name="T0" fmla="*/ 393 w 393"/>
                        <a:gd name="T1" fmla="*/ 28 h 132"/>
                        <a:gd name="T2" fmla="*/ 305 w 393"/>
                        <a:gd name="T3" fmla="*/ 0 h 132"/>
                        <a:gd name="T4" fmla="*/ 102 w 393"/>
                        <a:gd name="T5" fmla="*/ 83 h 132"/>
                        <a:gd name="T6" fmla="*/ 0 w 393"/>
                        <a:gd name="T7" fmla="*/ 55 h 132"/>
                        <a:gd name="T8" fmla="*/ 51 w 393"/>
                        <a:gd name="T9" fmla="*/ 132 h 132"/>
                        <a:gd name="T10" fmla="*/ 305 w 393"/>
                        <a:gd name="T11" fmla="*/ 132 h 132"/>
                        <a:gd name="T12" fmla="*/ 196 w 393"/>
                        <a:gd name="T13" fmla="*/ 104 h 132"/>
                        <a:gd name="T14" fmla="*/ 393 w 393"/>
                        <a:gd name="T15" fmla="*/ 28 h 132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393"/>
                        <a:gd name="T25" fmla="*/ 0 h 132"/>
                        <a:gd name="T26" fmla="*/ 393 w 393"/>
                        <a:gd name="T27" fmla="*/ 132 h 132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393" h="132">
                          <a:moveTo>
                            <a:pt x="393" y="28"/>
                          </a:moveTo>
                          <a:lnTo>
                            <a:pt x="305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2"/>
                          </a:lnTo>
                          <a:lnTo>
                            <a:pt x="305" y="132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78897" name="Freeform 14">
                      <a:extLst>
                        <a:ext uri="{FF2B5EF4-FFF2-40B4-BE49-F238E27FC236}">
                          <a16:creationId xmlns:a16="http://schemas.microsoft.com/office/drawing/2014/main" id="{71E45613-2321-A0DC-9C87-E7C2264DA80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392"/>
                        <a:gd name="T25" fmla="*/ 0 h 125"/>
                        <a:gd name="T26" fmla="*/ 392 w 392"/>
                        <a:gd name="T27" fmla="*/ 125 h 125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78898" name="Freeform 15">
                      <a:extLst>
                        <a:ext uri="{FF2B5EF4-FFF2-40B4-BE49-F238E27FC236}">
                          <a16:creationId xmlns:a16="http://schemas.microsoft.com/office/drawing/2014/main" id="{959B4F9D-ADF3-9CCD-4C3F-EC7085C209A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44" y="1632"/>
                      <a:ext cx="392" cy="125"/>
                    </a:xfrm>
                    <a:custGeom>
                      <a:avLst/>
                      <a:gdLst>
                        <a:gd name="T0" fmla="*/ 0 w 392"/>
                        <a:gd name="T1" fmla="*/ 28 h 125"/>
                        <a:gd name="T2" fmla="*/ 87 w 392"/>
                        <a:gd name="T3" fmla="*/ 0 h 125"/>
                        <a:gd name="T4" fmla="*/ 298 w 392"/>
                        <a:gd name="T5" fmla="*/ 77 h 125"/>
                        <a:gd name="T6" fmla="*/ 392 w 392"/>
                        <a:gd name="T7" fmla="*/ 56 h 125"/>
                        <a:gd name="T8" fmla="*/ 341 w 392"/>
                        <a:gd name="T9" fmla="*/ 125 h 125"/>
                        <a:gd name="T10" fmla="*/ 94 w 392"/>
                        <a:gd name="T11" fmla="*/ 125 h 125"/>
                        <a:gd name="T12" fmla="*/ 196 w 392"/>
                        <a:gd name="T13" fmla="*/ 104 h 125"/>
                        <a:gd name="T14" fmla="*/ 0 w 392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392"/>
                        <a:gd name="T25" fmla="*/ 0 h 125"/>
                        <a:gd name="T26" fmla="*/ 392 w 392"/>
                        <a:gd name="T27" fmla="*/ 125 h 125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392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2" y="56"/>
                          </a:lnTo>
                          <a:lnTo>
                            <a:pt x="341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78899" name="Freeform 16">
                      <a:extLst>
                        <a:ext uri="{FF2B5EF4-FFF2-40B4-BE49-F238E27FC236}">
                          <a16:creationId xmlns:a16="http://schemas.microsoft.com/office/drawing/2014/main" id="{BAB4A76D-2A12-A286-24B6-D1C9BF00120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393"/>
                        <a:gd name="T25" fmla="*/ 0 h 124"/>
                        <a:gd name="T26" fmla="*/ 393 w 393"/>
                        <a:gd name="T27" fmla="*/ 124 h 124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78900" name="Freeform 17">
                      <a:extLst>
                        <a:ext uri="{FF2B5EF4-FFF2-40B4-BE49-F238E27FC236}">
                          <a16:creationId xmlns:a16="http://schemas.microsoft.com/office/drawing/2014/main" id="{DB23ECAF-A02A-8C04-3CD2-81B5047776F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36" y="1799"/>
                      <a:ext cx="393" cy="124"/>
                    </a:xfrm>
                    <a:custGeom>
                      <a:avLst/>
                      <a:gdLst>
                        <a:gd name="T0" fmla="*/ 393 w 393"/>
                        <a:gd name="T1" fmla="*/ 97 h 124"/>
                        <a:gd name="T2" fmla="*/ 306 w 393"/>
                        <a:gd name="T3" fmla="*/ 124 h 124"/>
                        <a:gd name="T4" fmla="*/ 102 w 393"/>
                        <a:gd name="T5" fmla="*/ 41 h 124"/>
                        <a:gd name="T6" fmla="*/ 0 w 393"/>
                        <a:gd name="T7" fmla="*/ 69 h 124"/>
                        <a:gd name="T8" fmla="*/ 51 w 393"/>
                        <a:gd name="T9" fmla="*/ 0 h 124"/>
                        <a:gd name="T10" fmla="*/ 306 w 393"/>
                        <a:gd name="T11" fmla="*/ 0 h 124"/>
                        <a:gd name="T12" fmla="*/ 197 w 393"/>
                        <a:gd name="T13" fmla="*/ 21 h 124"/>
                        <a:gd name="T14" fmla="*/ 393 w 393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393"/>
                        <a:gd name="T25" fmla="*/ 0 h 124"/>
                        <a:gd name="T26" fmla="*/ 393 w 393"/>
                        <a:gd name="T27" fmla="*/ 124 h 124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393" h="124">
                          <a:moveTo>
                            <a:pt x="393" y="97"/>
                          </a:moveTo>
                          <a:lnTo>
                            <a:pt x="306" y="124"/>
                          </a:lnTo>
                          <a:lnTo>
                            <a:pt x="102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6" y="0"/>
                          </a:lnTo>
                          <a:lnTo>
                            <a:pt x="197" y="21"/>
                          </a:lnTo>
                          <a:lnTo>
                            <a:pt x="393" y="9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78884" name="Group 18">
                    <a:extLst>
                      <a:ext uri="{FF2B5EF4-FFF2-40B4-BE49-F238E27FC236}">
                        <a16:creationId xmlns:a16="http://schemas.microsoft.com/office/drawing/2014/main" id="{0F4F056A-9C21-150F-2BD4-6B2F65B05F12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429" y="1639"/>
                    <a:ext cx="822" cy="291"/>
                    <a:chOff x="429" y="1639"/>
                    <a:chExt cx="822" cy="291"/>
                  </a:xfrm>
                </p:grpSpPr>
                <p:sp>
                  <p:nvSpPr>
                    <p:cNvPr id="78885" name="Freeform 19">
                      <a:extLst>
                        <a:ext uri="{FF2B5EF4-FFF2-40B4-BE49-F238E27FC236}">
                          <a16:creationId xmlns:a16="http://schemas.microsoft.com/office/drawing/2014/main" id="{3E3A5F5D-84D4-0CB5-B6DF-B2D5B9673DD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393"/>
                        <a:gd name="T25" fmla="*/ 0 h 125"/>
                        <a:gd name="T26" fmla="*/ 393 w 393"/>
                        <a:gd name="T27" fmla="*/ 125 h 125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78886" name="Freeform 20">
                      <a:extLst>
                        <a:ext uri="{FF2B5EF4-FFF2-40B4-BE49-F238E27FC236}">
                          <a16:creationId xmlns:a16="http://schemas.microsoft.com/office/drawing/2014/main" id="{4557491B-EE68-3600-E46B-C125AD17C2D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58" y="1646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97 h 125"/>
                        <a:gd name="T2" fmla="*/ 87 w 393"/>
                        <a:gd name="T3" fmla="*/ 125 h 125"/>
                        <a:gd name="T4" fmla="*/ 298 w 393"/>
                        <a:gd name="T5" fmla="*/ 42 h 125"/>
                        <a:gd name="T6" fmla="*/ 393 w 393"/>
                        <a:gd name="T7" fmla="*/ 70 h 125"/>
                        <a:gd name="T8" fmla="*/ 342 w 393"/>
                        <a:gd name="T9" fmla="*/ 0 h 125"/>
                        <a:gd name="T10" fmla="*/ 95 w 393"/>
                        <a:gd name="T11" fmla="*/ 0 h 125"/>
                        <a:gd name="T12" fmla="*/ 197 w 393"/>
                        <a:gd name="T13" fmla="*/ 21 h 125"/>
                        <a:gd name="T14" fmla="*/ 0 w 393"/>
                        <a:gd name="T15" fmla="*/ 97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393"/>
                        <a:gd name="T25" fmla="*/ 0 h 125"/>
                        <a:gd name="T26" fmla="*/ 393 w 393"/>
                        <a:gd name="T27" fmla="*/ 125 h 125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393" h="125">
                          <a:moveTo>
                            <a:pt x="0" y="97"/>
                          </a:moveTo>
                          <a:lnTo>
                            <a:pt x="87" y="125"/>
                          </a:lnTo>
                          <a:lnTo>
                            <a:pt x="298" y="42"/>
                          </a:lnTo>
                          <a:lnTo>
                            <a:pt x="393" y="70"/>
                          </a:lnTo>
                          <a:lnTo>
                            <a:pt x="342" y="0"/>
                          </a:lnTo>
                          <a:lnTo>
                            <a:pt x="95" y="0"/>
                          </a:lnTo>
                          <a:lnTo>
                            <a:pt x="197" y="21"/>
                          </a:lnTo>
                          <a:lnTo>
                            <a:pt x="0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78887" name="Freeform 21">
                      <a:extLst>
                        <a:ext uri="{FF2B5EF4-FFF2-40B4-BE49-F238E27FC236}">
                          <a16:creationId xmlns:a16="http://schemas.microsoft.com/office/drawing/2014/main" id="{4D772DAE-8E2F-78E7-42E5-AAD8F56F214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393"/>
                        <a:gd name="T25" fmla="*/ 0 h 131"/>
                        <a:gd name="T26" fmla="*/ 393 w 393"/>
                        <a:gd name="T27" fmla="*/ 131 h 131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78888" name="Freeform 22">
                      <a:extLst>
                        <a:ext uri="{FF2B5EF4-FFF2-40B4-BE49-F238E27FC236}">
                          <a16:creationId xmlns:a16="http://schemas.microsoft.com/office/drawing/2014/main" id="{BFC054E9-73B1-47A8-9B71-A8C8B394E72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29" y="1792"/>
                      <a:ext cx="393" cy="131"/>
                    </a:xfrm>
                    <a:custGeom>
                      <a:avLst/>
                      <a:gdLst>
                        <a:gd name="T0" fmla="*/ 393 w 393"/>
                        <a:gd name="T1" fmla="*/ 28 h 131"/>
                        <a:gd name="T2" fmla="*/ 306 w 393"/>
                        <a:gd name="T3" fmla="*/ 0 h 131"/>
                        <a:gd name="T4" fmla="*/ 102 w 393"/>
                        <a:gd name="T5" fmla="*/ 83 h 131"/>
                        <a:gd name="T6" fmla="*/ 0 w 393"/>
                        <a:gd name="T7" fmla="*/ 55 h 131"/>
                        <a:gd name="T8" fmla="*/ 51 w 393"/>
                        <a:gd name="T9" fmla="*/ 131 h 131"/>
                        <a:gd name="T10" fmla="*/ 306 w 393"/>
                        <a:gd name="T11" fmla="*/ 131 h 131"/>
                        <a:gd name="T12" fmla="*/ 196 w 393"/>
                        <a:gd name="T13" fmla="*/ 104 h 131"/>
                        <a:gd name="T14" fmla="*/ 393 w 393"/>
                        <a:gd name="T15" fmla="*/ 28 h 131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393"/>
                        <a:gd name="T25" fmla="*/ 0 h 131"/>
                        <a:gd name="T26" fmla="*/ 393 w 393"/>
                        <a:gd name="T27" fmla="*/ 131 h 131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393" h="131">
                          <a:moveTo>
                            <a:pt x="393" y="28"/>
                          </a:moveTo>
                          <a:lnTo>
                            <a:pt x="306" y="0"/>
                          </a:lnTo>
                          <a:lnTo>
                            <a:pt x="102" y="83"/>
                          </a:lnTo>
                          <a:lnTo>
                            <a:pt x="0" y="55"/>
                          </a:lnTo>
                          <a:lnTo>
                            <a:pt x="51" y="131"/>
                          </a:lnTo>
                          <a:lnTo>
                            <a:pt x="306" y="131"/>
                          </a:lnTo>
                          <a:lnTo>
                            <a:pt x="196" y="104"/>
                          </a:lnTo>
                          <a:lnTo>
                            <a:pt x="393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78889" name="Freeform 23">
                      <a:extLst>
                        <a:ext uri="{FF2B5EF4-FFF2-40B4-BE49-F238E27FC236}">
                          <a16:creationId xmlns:a16="http://schemas.microsoft.com/office/drawing/2014/main" id="{D0510FAA-6B0E-742D-CBF4-0484508F3B7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393"/>
                        <a:gd name="T25" fmla="*/ 0 h 125"/>
                        <a:gd name="T26" fmla="*/ 393 w 393"/>
                        <a:gd name="T27" fmla="*/ 125 h 125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78890" name="Freeform 24">
                      <a:extLst>
                        <a:ext uri="{FF2B5EF4-FFF2-40B4-BE49-F238E27FC236}">
                          <a16:creationId xmlns:a16="http://schemas.microsoft.com/office/drawing/2014/main" id="{3C96F4A5-2DA6-5A71-6655-38F8B5FB747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451" y="1639"/>
                      <a:ext cx="393" cy="125"/>
                    </a:xfrm>
                    <a:custGeom>
                      <a:avLst/>
                      <a:gdLst>
                        <a:gd name="T0" fmla="*/ 0 w 393"/>
                        <a:gd name="T1" fmla="*/ 28 h 125"/>
                        <a:gd name="T2" fmla="*/ 87 w 393"/>
                        <a:gd name="T3" fmla="*/ 0 h 125"/>
                        <a:gd name="T4" fmla="*/ 298 w 393"/>
                        <a:gd name="T5" fmla="*/ 77 h 125"/>
                        <a:gd name="T6" fmla="*/ 393 w 393"/>
                        <a:gd name="T7" fmla="*/ 56 h 125"/>
                        <a:gd name="T8" fmla="*/ 342 w 393"/>
                        <a:gd name="T9" fmla="*/ 125 h 125"/>
                        <a:gd name="T10" fmla="*/ 94 w 393"/>
                        <a:gd name="T11" fmla="*/ 125 h 125"/>
                        <a:gd name="T12" fmla="*/ 196 w 393"/>
                        <a:gd name="T13" fmla="*/ 104 h 125"/>
                        <a:gd name="T14" fmla="*/ 0 w 393"/>
                        <a:gd name="T15" fmla="*/ 28 h 125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393"/>
                        <a:gd name="T25" fmla="*/ 0 h 125"/>
                        <a:gd name="T26" fmla="*/ 393 w 393"/>
                        <a:gd name="T27" fmla="*/ 125 h 125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393" h="125">
                          <a:moveTo>
                            <a:pt x="0" y="28"/>
                          </a:moveTo>
                          <a:lnTo>
                            <a:pt x="87" y="0"/>
                          </a:lnTo>
                          <a:lnTo>
                            <a:pt x="298" y="77"/>
                          </a:lnTo>
                          <a:lnTo>
                            <a:pt x="393" y="56"/>
                          </a:lnTo>
                          <a:lnTo>
                            <a:pt x="342" y="125"/>
                          </a:lnTo>
                          <a:lnTo>
                            <a:pt x="94" y="125"/>
                          </a:lnTo>
                          <a:lnTo>
                            <a:pt x="196" y="104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78891" name="Freeform 25">
                      <a:extLst>
                        <a:ext uri="{FF2B5EF4-FFF2-40B4-BE49-F238E27FC236}">
                          <a16:creationId xmlns:a16="http://schemas.microsoft.com/office/drawing/2014/main" id="{20AAA6E0-F11C-CE78-25D7-0F9A43ACCD6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392"/>
                        <a:gd name="T25" fmla="*/ 0 h 124"/>
                        <a:gd name="T26" fmla="*/ 392 w 392"/>
                        <a:gd name="T27" fmla="*/ 124 h 124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78892" name="Freeform 26">
                      <a:extLst>
                        <a:ext uri="{FF2B5EF4-FFF2-40B4-BE49-F238E27FC236}">
                          <a16:creationId xmlns:a16="http://schemas.microsoft.com/office/drawing/2014/main" id="{4430A866-BA5D-868C-6B21-0A49EE2C6FF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844" y="1806"/>
                      <a:ext cx="392" cy="124"/>
                    </a:xfrm>
                    <a:custGeom>
                      <a:avLst/>
                      <a:gdLst>
                        <a:gd name="T0" fmla="*/ 392 w 392"/>
                        <a:gd name="T1" fmla="*/ 97 h 124"/>
                        <a:gd name="T2" fmla="*/ 305 w 392"/>
                        <a:gd name="T3" fmla="*/ 124 h 124"/>
                        <a:gd name="T4" fmla="*/ 101 w 392"/>
                        <a:gd name="T5" fmla="*/ 41 h 124"/>
                        <a:gd name="T6" fmla="*/ 0 w 392"/>
                        <a:gd name="T7" fmla="*/ 69 h 124"/>
                        <a:gd name="T8" fmla="*/ 51 w 392"/>
                        <a:gd name="T9" fmla="*/ 0 h 124"/>
                        <a:gd name="T10" fmla="*/ 305 w 392"/>
                        <a:gd name="T11" fmla="*/ 0 h 124"/>
                        <a:gd name="T12" fmla="*/ 196 w 392"/>
                        <a:gd name="T13" fmla="*/ 20 h 124"/>
                        <a:gd name="T14" fmla="*/ 392 w 392"/>
                        <a:gd name="T15" fmla="*/ 97 h 124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392"/>
                        <a:gd name="T25" fmla="*/ 0 h 124"/>
                        <a:gd name="T26" fmla="*/ 392 w 392"/>
                        <a:gd name="T27" fmla="*/ 124 h 124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392" h="124">
                          <a:moveTo>
                            <a:pt x="392" y="97"/>
                          </a:moveTo>
                          <a:lnTo>
                            <a:pt x="305" y="124"/>
                          </a:lnTo>
                          <a:lnTo>
                            <a:pt x="101" y="41"/>
                          </a:lnTo>
                          <a:lnTo>
                            <a:pt x="0" y="69"/>
                          </a:lnTo>
                          <a:lnTo>
                            <a:pt x="51" y="0"/>
                          </a:lnTo>
                          <a:lnTo>
                            <a:pt x="305" y="0"/>
                          </a:lnTo>
                          <a:lnTo>
                            <a:pt x="196" y="20"/>
                          </a:lnTo>
                          <a:lnTo>
                            <a:pt x="392" y="9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</p:grpSp>
            </p:grpSp>
          </p:grpSp>
          <p:sp>
            <p:nvSpPr>
              <p:cNvPr id="78880" name="WordArt 27">
                <a:extLst>
                  <a:ext uri="{FF2B5EF4-FFF2-40B4-BE49-F238E27FC236}">
                    <a16:creationId xmlns:a16="http://schemas.microsoft.com/office/drawing/2014/main" id="{DCCB6D5F-7FB3-7F55-F7F5-BB65A0B51DF9}"/>
                  </a:ext>
                </a:extLst>
              </p:cNvPr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3360" y="2376"/>
                <a:ext cx="864" cy="259"/>
              </a:xfrm>
              <a:prstGeom prst="rect">
                <a:avLst/>
              </a:prstGeom>
            </p:spPr>
            <p:txBody>
              <a:bodyPr wrap="none" fromWordArt="1">
                <a:prstTxWarp prst="textCanDown">
                  <a:avLst>
                    <a:gd name="adj" fmla="val 33333"/>
                  </a:avLst>
                </a:prstTxWarp>
              </a:bodyPr>
              <a:lstStyle/>
              <a:p>
                <a:pPr algn="ctr"/>
                <a:r>
                  <a:rPr lang="en-GB" sz="1400" kern="10">
                    <a:ln w="9525">
                      <a:solidFill>
                        <a:srgbClr val="FFFFFF"/>
                      </a:solidFill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r2  </a:t>
                </a:r>
              </a:p>
            </p:txBody>
          </p:sp>
        </p:grpSp>
        <p:sp>
          <p:nvSpPr>
            <p:cNvPr id="78857" name="Line 28">
              <a:extLst>
                <a:ext uri="{FF2B5EF4-FFF2-40B4-BE49-F238E27FC236}">
                  <a16:creationId xmlns:a16="http://schemas.microsoft.com/office/drawing/2014/main" id="{3A52678F-5713-0DD0-81D3-7B8B5FE167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697914" y="2268488"/>
              <a:ext cx="8540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8858" name="Oval 29">
              <a:extLst>
                <a:ext uri="{FF2B5EF4-FFF2-40B4-BE49-F238E27FC236}">
                  <a16:creationId xmlns:a16="http://schemas.microsoft.com/office/drawing/2014/main" id="{62AD813E-44D7-CB9E-D5E7-C69BDB9C723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8537575" y="2116088"/>
              <a:ext cx="304800" cy="3048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000"/>
                <a:t>J</a:t>
              </a:r>
            </a:p>
          </p:txBody>
        </p:sp>
        <p:sp>
          <p:nvSpPr>
            <p:cNvPr id="78859" name="Text Box 30">
              <a:extLst>
                <a:ext uri="{FF2B5EF4-FFF2-40B4-BE49-F238E27FC236}">
                  <a16:creationId xmlns:a16="http://schemas.microsoft.com/office/drawing/2014/main" id="{12C23BBD-6CC5-9358-4327-24F38270E7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10688" y="2135138"/>
              <a:ext cx="1187450" cy="26511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lIns="36000" tIns="36000" rIns="36000" bIns="360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6CC00"/>
                </a:buClr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1">
                  <a:latin typeface="Courier New" panose="02070309020205020404" pitchFamily="49" charset="0"/>
                </a:rPr>
                <a:t>200.0.1.0/24</a:t>
              </a:r>
            </a:p>
          </p:txBody>
        </p:sp>
        <p:grpSp>
          <p:nvGrpSpPr>
            <p:cNvPr id="78860" name="Group 31">
              <a:extLst>
                <a:ext uri="{FF2B5EF4-FFF2-40B4-BE49-F238E27FC236}">
                  <a16:creationId xmlns:a16="http://schemas.microsoft.com/office/drawing/2014/main" id="{A2214DF3-0043-67FB-4D75-3010DD2AF5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86775" y="1612851"/>
              <a:ext cx="406400" cy="339725"/>
              <a:chOff x="144" y="3264"/>
              <a:chExt cx="288" cy="240"/>
            </a:xfrm>
          </p:grpSpPr>
          <p:sp>
            <p:nvSpPr>
              <p:cNvPr id="78877" name="Rectangle 32">
                <a:extLst>
                  <a:ext uri="{FF2B5EF4-FFF2-40B4-BE49-F238E27FC236}">
                    <a16:creationId xmlns:a16="http://schemas.microsoft.com/office/drawing/2014/main" id="{1219D4F9-43A2-A76D-570E-2F9D51318D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" y="3380"/>
                <a:ext cx="288" cy="124"/>
              </a:xfrm>
              <a:prstGeom prst="rect">
                <a:avLst/>
              </a:prstGeom>
              <a:solidFill>
                <a:srgbClr val="EAEAE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1200" b="1">
                    <a:latin typeface="Courier New" panose="02070309020205020404" pitchFamily="49" charset="0"/>
                  </a:rPr>
                  <a:t>eth1</a:t>
                </a:r>
              </a:p>
            </p:txBody>
          </p:sp>
          <p:sp>
            <p:nvSpPr>
              <p:cNvPr id="78878" name="Rectangle 33">
                <a:extLst>
                  <a:ext uri="{FF2B5EF4-FFF2-40B4-BE49-F238E27FC236}">
                    <a16:creationId xmlns:a16="http://schemas.microsoft.com/office/drawing/2014/main" id="{D906D4E0-B84B-30AA-CD35-4608F16064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" y="3264"/>
                <a:ext cx="288" cy="11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66CC00"/>
                  </a:buClr>
                  <a:buSzPct val="7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Font typeface="Wingdings" pitchFamily="2" charset="2"/>
                  <a:buChar char="l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1200" b="1">
                    <a:latin typeface="Courier New" panose="02070309020205020404" pitchFamily="49" charset="0"/>
                  </a:rPr>
                  <a:t>1</a:t>
                </a:r>
              </a:p>
            </p:txBody>
          </p:sp>
        </p:grpSp>
      </p:grpSp>
      <p:sp>
        <p:nvSpPr>
          <p:cNvPr id="78861" name="Text Box 70">
            <a:extLst>
              <a:ext uri="{FF2B5EF4-FFF2-40B4-BE49-F238E27FC236}">
                <a16:creationId xmlns:a16="http://schemas.microsoft.com/office/drawing/2014/main" id="{A7E6E6CA-32F2-8252-5109-B93BF1E9B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4339" y="2492376"/>
            <a:ext cx="2460625" cy="9255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800" b="1" dirty="0"/>
              <a:t>ospf is enabled also on the stub network’s interface</a:t>
            </a:r>
          </a:p>
        </p:txBody>
      </p:sp>
      <p:sp>
        <p:nvSpPr>
          <p:cNvPr id="78862" name="Text Box 71">
            <a:extLst>
              <a:ext uri="{FF2B5EF4-FFF2-40B4-BE49-F238E27FC236}">
                <a16:creationId xmlns:a16="http://schemas.microsoft.com/office/drawing/2014/main" id="{2CB51F67-A9C0-972C-F09C-1BA8E360F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9489" y="2492376"/>
            <a:ext cx="2460625" cy="9255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it-IT" altLang="it-IT" sz="1800"/>
              <a:t>the stub network is advertised in the entire ospf domain</a:t>
            </a:r>
          </a:p>
        </p:txBody>
      </p:sp>
      <p:sp>
        <p:nvSpPr>
          <p:cNvPr id="78863" name="Text Box 72">
            <a:extLst>
              <a:ext uri="{FF2B5EF4-FFF2-40B4-BE49-F238E27FC236}">
                <a16:creationId xmlns:a16="http://schemas.microsoft.com/office/drawing/2014/main" id="{B77106EF-5F7D-A07A-3E43-9853956FF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4964" y="2630489"/>
            <a:ext cx="2460625" cy="650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it-IT" altLang="it-IT" sz="1800"/>
              <a:t>interface uselessly sends hello packets</a:t>
            </a:r>
          </a:p>
        </p:txBody>
      </p:sp>
      <p:sp>
        <p:nvSpPr>
          <p:cNvPr id="78864" name="Text Box 74">
            <a:extLst>
              <a:ext uri="{FF2B5EF4-FFF2-40B4-BE49-F238E27FC236}">
                <a16:creationId xmlns:a16="http://schemas.microsoft.com/office/drawing/2014/main" id="{565BE625-D582-811F-30C7-06B693C10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4339" y="3848101"/>
            <a:ext cx="2460625" cy="9255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800" dirty="0"/>
              <a:t>ospf is </a:t>
            </a:r>
            <a:r>
              <a:rPr lang="it-IT" altLang="it-IT" sz="1800" b="1" dirty="0"/>
              <a:t>not</a:t>
            </a:r>
            <a:r>
              <a:rPr lang="it-IT" altLang="it-IT" sz="1800" dirty="0"/>
              <a:t> enabled on the stub network’s interface</a:t>
            </a:r>
          </a:p>
        </p:txBody>
      </p:sp>
      <p:sp>
        <p:nvSpPr>
          <p:cNvPr id="78865" name="Text Box 75">
            <a:extLst>
              <a:ext uri="{FF2B5EF4-FFF2-40B4-BE49-F238E27FC236}">
                <a16:creationId xmlns:a16="http://schemas.microsoft.com/office/drawing/2014/main" id="{C2CE3554-2C1C-578A-05C6-842DB7BD7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9489" y="3984626"/>
            <a:ext cx="2460625" cy="650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it-IT" altLang="it-IT" sz="1800">
                <a:latin typeface="Arial" panose="020B0604020202020204" pitchFamily="34" charset="0"/>
              </a:rPr>
              <a:t>the stub network is advertised</a:t>
            </a:r>
          </a:p>
        </p:txBody>
      </p:sp>
      <p:sp>
        <p:nvSpPr>
          <p:cNvPr id="78866" name="Text Box 76">
            <a:extLst>
              <a:ext uri="{FF2B5EF4-FFF2-40B4-BE49-F238E27FC236}">
                <a16:creationId xmlns:a16="http://schemas.microsoft.com/office/drawing/2014/main" id="{BBBE0507-A2E9-A21F-21ED-E941A3990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4964" y="3573464"/>
            <a:ext cx="2460625" cy="14747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it-IT" altLang="it-IT" sz="1800" dirty="0"/>
              <a:t>the stub network is </a:t>
            </a:r>
            <a:r>
              <a:rPr lang="it-IT" altLang="it-IT" sz="1800" b="1" dirty="0"/>
              <a:t>advertised as an AS-external route </a:t>
            </a:r>
            <a:r>
              <a:rPr lang="it-IT" altLang="it-IT" sz="1800" dirty="0"/>
              <a:t>(hence, only through the backbone)</a:t>
            </a:r>
          </a:p>
        </p:txBody>
      </p:sp>
      <p:sp>
        <p:nvSpPr>
          <p:cNvPr id="78867" name="Text Box 77">
            <a:extLst>
              <a:ext uri="{FF2B5EF4-FFF2-40B4-BE49-F238E27FC236}">
                <a16:creationId xmlns:a16="http://schemas.microsoft.com/office/drawing/2014/main" id="{34F69921-3F4C-728F-1E2B-0A913CBA5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4339" y="5126039"/>
            <a:ext cx="2460625" cy="14446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800" b="1" dirty="0"/>
              <a:t>ospf is enabled </a:t>
            </a:r>
            <a:r>
              <a:rPr lang="it-IT" altLang="it-IT" sz="1800" dirty="0"/>
              <a:t>on the stub network’s interface, which is </a:t>
            </a:r>
            <a:r>
              <a:rPr lang="it-IT" altLang="it-IT" sz="1800" b="1" dirty="0"/>
              <a:t>configured as </a:t>
            </a:r>
            <a:r>
              <a:rPr lang="it-IT" altLang="it-IT" sz="1600" b="1" dirty="0">
                <a:latin typeface="Courier New" panose="02070309020205020404" pitchFamily="49" charset="0"/>
              </a:rPr>
              <a:t>passive-interface</a:t>
            </a:r>
          </a:p>
        </p:txBody>
      </p:sp>
      <p:sp>
        <p:nvSpPr>
          <p:cNvPr id="78868" name="Text Box 78">
            <a:extLst>
              <a:ext uri="{FF2B5EF4-FFF2-40B4-BE49-F238E27FC236}">
                <a16:creationId xmlns:a16="http://schemas.microsoft.com/office/drawing/2014/main" id="{14120BD7-8522-E86D-C108-2D56E46C5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9489" y="5400676"/>
            <a:ext cx="2460625" cy="9255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it-IT" altLang="it-IT" sz="1800"/>
              <a:t>the stub network is advertised in the entire ospf domain</a:t>
            </a:r>
          </a:p>
        </p:txBody>
      </p:sp>
      <p:sp>
        <p:nvSpPr>
          <p:cNvPr id="78869" name="Text Box 79">
            <a:extLst>
              <a:ext uri="{FF2B5EF4-FFF2-40B4-BE49-F238E27FC236}">
                <a16:creationId xmlns:a16="http://schemas.microsoft.com/office/drawing/2014/main" id="{CCA1B774-0F43-5D8A-08C5-E4B790E4A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4964" y="5675314"/>
            <a:ext cx="2460625" cy="3762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it-IT" altLang="it-IT" sz="1800"/>
              <a:t>N/A</a:t>
            </a:r>
          </a:p>
        </p:txBody>
      </p:sp>
      <p:sp>
        <p:nvSpPr>
          <p:cNvPr id="78870" name="AutoShape 80">
            <a:extLst>
              <a:ext uri="{FF2B5EF4-FFF2-40B4-BE49-F238E27FC236}">
                <a16:creationId xmlns:a16="http://schemas.microsoft.com/office/drawing/2014/main" id="{563F03ED-DC88-332E-9D70-92EAB7CE3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7813" y="2638425"/>
            <a:ext cx="781050" cy="635000"/>
          </a:xfrm>
          <a:prstGeom prst="rightArrow">
            <a:avLst>
              <a:gd name="adj1" fmla="val 66093"/>
              <a:gd name="adj2" fmla="val 48779"/>
            </a:avLst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then</a:t>
            </a:r>
          </a:p>
        </p:txBody>
      </p:sp>
      <p:sp>
        <p:nvSpPr>
          <p:cNvPr id="78871" name="AutoShape 82">
            <a:extLst>
              <a:ext uri="{FF2B5EF4-FFF2-40B4-BE49-F238E27FC236}">
                <a16:creationId xmlns:a16="http://schemas.microsoft.com/office/drawing/2014/main" id="{DF993116-EE09-EC47-4F8B-0BB73E6C4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2013" y="2638425"/>
            <a:ext cx="781050" cy="635000"/>
          </a:xfrm>
          <a:prstGeom prst="rightArrow">
            <a:avLst>
              <a:gd name="adj1" fmla="val 66093"/>
              <a:gd name="adj2" fmla="val 48779"/>
            </a:avLst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but</a:t>
            </a:r>
          </a:p>
        </p:txBody>
      </p:sp>
      <p:sp>
        <p:nvSpPr>
          <p:cNvPr id="78872" name="AutoShape 83">
            <a:extLst>
              <a:ext uri="{FF2B5EF4-FFF2-40B4-BE49-F238E27FC236}">
                <a16:creationId xmlns:a16="http://schemas.microsoft.com/office/drawing/2014/main" id="{12A70A50-2E1B-A8C1-28FB-3C0CF0865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7813" y="3992563"/>
            <a:ext cx="781050" cy="635000"/>
          </a:xfrm>
          <a:prstGeom prst="rightArrow">
            <a:avLst>
              <a:gd name="adj1" fmla="val 66093"/>
              <a:gd name="adj2" fmla="val 48779"/>
            </a:avLst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then</a:t>
            </a:r>
          </a:p>
        </p:txBody>
      </p:sp>
      <p:sp>
        <p:nvSpPr>
          <p:cNvPr id="78873" name="AutoShape 84">
            <a:extLst>
              <a:ext uri="{FF2B5EF4-FFF2-40B4-BE49-F238E27FC236}">
                <a16:creationId xmlns:a16="http://schemas.microsoft.com/office/drawing/2014/main" id="{F7CCA70C-7D86-71B2-4278-02F3F9B40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2013" y="3992563"/>
            <a:ext cx="781050" cy="635000"/>
          </a:xfrm>
          <a:prstGeom prst="rightArrow">
            <a:avLst>
              <a:gd name="adj1" fmla="val 66093"/>
              <a:gd name="adj2" fmla="val 48779"/>
            </a:avLst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but</a:t>
            </a:r>
          </a:p>
        </p:txBody>
      </p:sp>
      <p:sp>
        <p:nvSpPr>
          <p:cNvPr id="78874" name="AutoShape 85">
            <a:extLst>
              <a:ext uri="{FF2B5EF4-FFF2-40B4-BE49-F238E27FC236}">
                <a16:creationId xmlns:a16="http://schemas.microsoft.com/office/drawing/2014/main" id="{704410A4-F5A9-9EF3-7A8F-C6B617CA1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7813" y="5545138"/>
            <a:ext cx="781050" cy="635000"/>
          </a:xfrm>
          <a:prstGeom prst="rightArrow">
            <a:avLst>
              <a:gd name="adj1" fmla="val 66093"/>
              <a:gd name="adj2" fmla="val 48779"/>
            </a:avLst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then</a:t>
            </a:r>
          </a:p>
        </p:txBody>
      </p:sp>
      <p:sp>
        <p:nvSpPr>
          <p:cNvPr id="78875" name="AutoShape 86">
            <a:extLst>
              <a:ext uri="{FF2B5EF4-FFF2-40B4-BE49-F238E27FC236}">
                <a16:creationId xmlns:a16="http://schemas.microsoft.com/office/drawing/2014/main" id="{AE1D7B45-049B-76BC-E83C-8BA6B24F4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2013" y="5545138"/>
            <a:ext cx="781050" cy="635000"/>
          </a:xfrm>
          <a:prstGeom prst="rightArrow">
            <a:avLst>
              <a:gd name="adj1" fmla="val 66093"/>
              <a:gd name="adj2" fmla="val 48779"/>
            </a:avLst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6CC00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but</a:t>
            </a:r>
          </a:p>
        </p:txBody>
      </p:sp>
      <p:pic>
        <p:nvPicPr>
          <p:cNvPr id="78876" name="Picture 87" descr="MC900434713[1]">
            <a:extLst>
              <a:ext uri="{FF2B5EF4-FFF2-40B4-BE49-F238E27FC236}">
                <a16:creationId xmlns:a16="http://schemas.microsoft.com/office/drawing/2014/main" id="{2391A5D3-945B-95D8-67E2-903F54F0E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9714" y="4868863"/>
            <a:ext cx="606425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lides-template">
  <a:themeElements>
    <a:clrScheme name="slides-template 14">
      <a:dk1>
        <a:srgbClr val="000000"/>
      </a:dk1>
      <a:lt1>
        <a:srgbClr val="FFFFFF"/>
      </a:lt1>
      <a:dk2>
        <a:srgbClr val="FF0000"/>
      </a:dk2>
      <a:lt2>
        <a:srgbClr val="808080"/>
      </a:lt2>
      <a:accent1>
        <a:srgbClr val="483FFF"/>
      </a:accent1>
      <a:accent2>
        <a:srgbClr val="FCEA04"/>
      </a:accent2>
      <a:accent3>
        <a:srgbClr val="FFFFFF"/>
      </a:accent3>
      <a:accent4>
        <a:srgbClr val="000000"/>
      </a:accent4>
      <a:accent5>
        <a:srgbClr val="B1AFFF"/>
      </a:accent5>
      <a:accent6>
        <a:srgbClr val="E4D403"/>
      </a:accent6>
      <a:hlink>
        <a:srgbClr val="009999"/>
      </a:hlink>
      <a:folHlink>
        <a:srgbClr val="99CC00"/>
      </a:folHlink>
    </a:clrScheme>
    <a:fontScheme name="slides-templat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lides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des-template 13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99C4DF"/>
        </a:accent1>
        <a:accent2>
          <a:srgbClr val="FCEA04"/>
        </a:accent2>
        <a:accent3>
          <a:srgbClr val="FFFFFF"/>
        </a:accent3>
        <a:accent4>
          <a:srgbClr val="000000"/>
        </a:accent4>
        <a:accent5>
          <a:srgbClr val="CADEEC"/>
        </a:accent5>
        <a:accent6>
          <a:srgbClr val="E4D403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des-template 14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483FFF"/>
        </a:accent1>
        <a:accent2>
          <a:srgbClr val="FCEA04"/>
        </a:accent2>
        <a:accent3>
          <a:srgbClr val="FFFFFF"/>
        </a:accent3>
        <a:accent4>
          <a:srgbClr val="000000"/>
        </a:accent4>
        <a:accent5>
          <a:srgbClr val="B1AFFF"/>
        </a:accent5>
        <a:accent6>
          <a:srgbClr val="E4D403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2" id="{CEF9E157-3A07-1948-A978-1A0E0EF844D0}" vid="{6931B5DE-37A9-0140-8222-582175C387CF}"/>
    </a:ext>
  </a:ext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Kathara Template new Logo</Template>
  <TotalTime>7534</TotalTime>
  <Words>2486</Words>
  <Application>Microsoft Office PowerPoint</Application>
  <PresentationFormat>Widescreen</PresentationFormat>
  <Paragraphs>567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Arial Black</vt:lpstr>
      <vt:lpstr>Calibri</vt:lpstr>
      <vt:lpstr>Courier New</vt:lpstr>
      <vt:lpstr>Lucida Console</vt:lpstr>
      <vt:lpstr>Tahoma</vt:lpstr>
      <vt:lpstr>Wingdings</vt:lpstr>
      <vt:lpstr>slides-template</vt:lpstr>
      <vt:lpstr>Laboratory: OSPF multiarea</vt:lpstr>
      <vt:lpstr>What are OSPF areas?</vt:lpstr>
      <vt:lpstr>OSPF areas</vt:lpstr>
      <vt:lpstr>Area types</vt:lpstr>
      <vt:lpstr>PowerPoint Presentation</vt:lpstr>
      <vt:lpstr>Router types</vt:lpstr>
      <vt:lpstr>PowerPoint Presentation</vt:lpstr>
      <vt:lpstr>PowerPoint Presentation</vt:lpstr>
      <vt:lpstr>PowerPoint Presentation</vt:lpstr>
      <vt:lpstr>PowerPoint Presentation</vt:lpstr>
      <vt:lpstr>Path Types</vt:lpstr>
      <vt:lpstr>Path types</vt:lpstr>
      <vt:lpstr>Path types</vt:lpstr>
      <vt:lpstr>Example – Intra-Area path </vt:lpstr>
      <vt:lpstr>PowerPoint Presentation</vt:lpstr>
      <vt:lpstr>area configuration</vt:lpstr>
      <vt:lpstr>PowerPoint Presentation</vt:lpstr>
      <vt:lpstr>ospf path types</vt:lpstr>
      <vt:lpstr>ospf path types</vt:lpstr>
      <vt:lpstr>ospf path types</vt:lpstr>
      <vt:lpstr>ospf path types</vt:lpstr>
      <vt:lpstr>ospf path types</vt:lpstr>
      <vt:lpstr>experiments</vt:lpstr>
      <vt:lpstr>experiments</vt:lpstr>
      <vt:lpstr>experiments</vt:lpstr>
      <vt:lpstr>experiments</vt:lpstr>
      <vt:lpstr>experiments</vt:lpstr>
      <vt:lpstr>experiments</vt:lpstr>
      <vt:lpstr>experiments</vt:lpstr>
      <vt:lpstr>lab: ospf-complex</vt:lpstr>
      <vt:lpstr>PowerPoint Presentation</vt:lpstr>
      <vt:lpstr>lab description</vt:lpstr>
      <vt:lpstr>A quick note about stub networks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Netkit lab - OSPF</dc:title>
  <dc:subject>A lab showing the operation of the OSPF routing protocol in different scenarios</dc:subject>
  <dc:creator>G. Di Battista, M. Rimondini</dc:creator>
  <cp:keywords>Routing, OSPF</cp:keywords>
  <cp:lastModifiedBy>Rizzo Gianluca</cp:lastModifiedBy>
  <cp:revision>341</cp:revision>
  <dcterms:created xsi:type="dcterms:W3CDTF">2011-10-19T07:52:58Z</dcterms:created>
  <dcterms:modified xsi:type="dcterms:W3CDTF">2026-03-23T15:12:26Z</dcterms:modified>
</cp:coreProperties>
</file>