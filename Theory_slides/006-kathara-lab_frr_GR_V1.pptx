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45"/>
  </p:notesMasterIdLst>
  <p:handoutMasterIdLst>
    <p:handoutMasterId r:id="rId46"/>
  </p:handoutMasterIdLst>
  <p:sldIdLst>
    <p:sldId id="343" r:id="rId2"/>
    <p:sldId id="516" r:id="rId3"/>
    <p:sldId id="831" r:id="rId4"/>
    <p:sldId id="835" r:id="rId5"/>
    <p:sldId id="833" r:id="rId6"/>
    <p:sldId id="832" r:id="rId7"/>
    <p:sldId id="834" r:id="rId8"/>
    <p:sldId id="262" r:id="rId9"/>
    <p:sldId id="774" r:id="rId10"/>
    <p:sldId id="264" r:id="rId11"/>
    <p:sldId id="265" r:id="rId12"/>
    <p:sldId id="266" r:id="rId13"/>
    <p:sldId id="267" r:id="rId14"/>
    <p:sldId id="823" r:id="rId15"/>
    <p:sldId id="836" r:id="rId16"/>
    <p:sldId id="260" r:id="rId17"/>
    <p:sldId id="263" r:id="rId18"/>
    <p:sldId id="261" r:id="rId19"/>
    <p:sldId id="778" r:id="rId20"/>
    <p:sldId id="360" r:id="rId21"/>
    <p:sldId id="837" r:id="rId22"/>
    <p:sldId id="838" r:id="rId23"/>
    <p:sldId id="502" r:id="rId24"/>
    <p:sldId id="497" r:id="rId25"/>
    <p:sldId id="839" r:id="rId26"/>
    <p:sldId id="498" r:id="rId27"/>
    <p:sldId id="499" r:id="rId28"/>
    <p:sldId id="431" r:id="rId29"/>
    <p:sldId id="514" r:id="rId30"/>
    <p:sldId id="513" r:id="rId31"/>
    <p:sldId id="432" r:id="rId32"/>
    <p:sldId id="440" r:id="rId33"/>
    <p:sldId id="441" r:id="rId34"/>
    <p:sldId id="438" r:id="rId35"/>
    <p:sldId id="417" r:id="rId36"/>
    <p:sldId id="515" r:id="rId37"/>
    <p:sldId id="509" r:id="rId38"/>
    <p:sldId id="478" r:id="rId39"/>
    <p:sldId id="465" r:id="rId40"/>
    <p:sldId id="481" r:id="rId41"/>
    <p:sldId id="511" r:id="rId42"/>
    <p:sldId id="512" r:id="rId43"/>
    <p:sldId id="495" r:id="rId44"/>
  </p:sldIdLst>
  <p:sldSz cx="12192000" cy="6858000"/>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79" autoAdjust="0"/>
    <p:restoredTop sz="78021" autoAdjust="0"/>
  </p:normalViewPr>
  <p:slideViewPr>
    <p:cSldViewPr showGuides="1">
      <p:cViewPr varScale="1">
        <p:scale>
          <a:sx n="75" d="100"/>
          <a:sy n="75" d="100"/>
        </p:scale>
        <p:origin x="1493" y="4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2856"/>
    </p:cViewPr>
  </p:sorterViewPr>
  <p:notesViewPr>
    <p:cSldViewPr showGuides="1">
      <p:cViewPr varScale="1">
        <p:scale>
          <a:sx n="60" d="100"/>
          <a:sy n="60" d="100"/>
        </p:scale>
        <p:origin x="-1229" y="-72"/>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49BF30A-96C0-B803-3AA6-244298FBDDFF}"/>
              </a:ext>
            </a:extLst>
          </p:cNvPr>
          <p:cNvSpPr>
            <a:spLocks noGrp="1" noChangeArrowheads="1"/>
          </p:cNvSpPr>
          <p:nvPr>
            <p:ph type="hdr" sz="quarter"/>
          </p:nvPr>
        </p:nvSpPr>
        <p:spPr bwMode="auto">
          <a:xfrm>
            <a:off x="0" y="0"/>
            <a:ext cx="316865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28" tIns="49764" rIns="99528" bIns="49764" numCol="1" anchor="t" anchorCtr="0" compatLnSpc="1">
            <a:prstTxWarp prst="textNoShape">
              <a:avLst/>
            </a:prstTxWarp>
          </a:bodyPr>
          <a:lstStyle>
            <a:lvl1pPr defTabSz="995363" eaLnBrk="0" hangingPunct="0">
              <a:defRPr sz="1300">
                <a:latin typeface="Times New Roman" panose="02020603050405020304" pitchFamily="18" charset="0"/>
              </a:defRPr>
            </a:lvl1pPr>
          </a:lstStyle>
          <a:p>
            <a:endParaRPr lang="en-US" altLang="en-IT"/>
          </a:p>
        </p:txBody>
      </p:sp>
      <p:sp>
        <p:nvSpPr>
          <p:cNvPr id="40963" name="Rectangle 3">
            <a:extLst>
              <a:ext uri="{FF2B5EF4-FFF2-40B4-BE49-F238E27FC236}">
                <a16:creationId xmlns:a16="http://schemas.microsoft.com/office/drawing/2014/main" id="{870E0CE5-E38B-1845-C9E3-4C3C1F69F81C}"/>
              </a:ext>
            </a:extLst>
          </p:cNvPr>
          <p:cNvSpPr>
            <a:spLocks noGrp="1" noChangeArrowheads="1"/>
          </p:cNvSpPr>
          <p:nvPr>
            <p:ph type="dt" sz="quarter" idx="1"/>
          </p:nvPr>
        </p:nvSpPr>
        <p:spPr bwMode="auto">
          <a:xfrm>
            <a:off x="4146550" y="0"/>
            <a:ext cx="316865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28" tIns="49764" rIns="99528" bIns="49764" numCol="1" anchor="t" anchorCtr="0" compatLnSpc="1">
            <a:prstTxWarp prst="textNoShape">
              <a:avLst/>
            </a:prstTxWarp>
          </a:bodyPr>
          <a:lstStyle>
            <a:lvl1pPr algn="r" defTabSz="995363" eaLnBrk="0" hangingPunct="0">
              <a:defRPr sz="1300">
                <a:latin typeface="Times New Roman" panose="02020603050405020304" pitchFamily="18" charset="0"/>
              </a:defRPr>
            </a:lvl1pPr>
          </a:lstStyle>
          <a:p>
            <a:endParaRPr lang="en-US" altLang="en-IT"/>
          </a:p>
        </p:txBody>
      </p:sp>
      <p:sp>
        <p:nvSpPr>
          <p:cNvPr id="40964" name="Rectangle 4">
            <a:extLst>
              <a:ext uri="{FF2B5EF4-FFF2-40B4-BE49-F238E27FC236}">
                <a16:creationId xmlns:a16="http://schemas.microsoft.com/office/drawing/2014/main" id="{611B1F3E-D93D-B90A-B625-D1CC7F50C1C6}"/>
              </a:ext>
            </a:extLst>
          </p:cNvPr>
          <p:cNvSpPr>
            <a:spLocks noGrp="1" noChangeArrowheads="1"/>
          </p:cNvSpPr>
          <p:nvPr>
            <p:ph type="ftr" sz="quarter" idx="2"/>
          </p:nvPr>
        </p:nvSpPr>
        <p:spPr bwMode="auto">
          <a:xfrm>
            <a:off x="0" y="9121775"/>
            <a:ext cx="316865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28" tIns="49764" rIns="99528" bIns="49764" numCol="1" anchor="b" anchorCtr="0" compatLnSpc="1">
            <a:prstTxWarp prst="textNoShape">
              <a:avLst/>
            </a:prstTxWarp>
          </a:bodyPr>
          <a:lstStyle>
            <a:lvl1pPr defTabSz="995363" eaLnBrk="0" hangingPunct="0">
              <a:defRPr sz="1300">
                <a:latin typeface="Times New Roman" panose="02020603050405020304" pitchFamily="18" charset="0"/>
              </a:defRPr>
            </a:lvl1pPr>
          </a:lstStyle>
          <a:p>
            <a:endParaRPr lang="en-US" altLang="en-IT"/>
          </a:p>
        </p:txBody>
      </p:sp>
      <p:sp>
        <p:nvSpPr>
          <p:cNvPr id="40965" name="Rectangle 5">
            <a:extLst>
              <a:ext uri="{FF2B5EF4-FFF2-40B4-BE49-F238E27FC236}">
                <a16:creationId xmlns:a16="http://schemas.microsoft.com/office/drawing/2014/main" id="{5A28DE6C-4AA9-B1A3-DABA-E62029D1C298}"/>
              </a:ext>
            </a:extLst>
          </p:cNvPr>
          <p:cNvSpPr>
            <a:spLocks noGrp="1" noChangeArrowheads="1"/>
          </p:cNvSpPr>
          <p:nvPr>
            <p:ph type="sldNum" sz="quarter" idx="3"/>
          </p:nvPr>
        </p:nvSpPr>
        <p:spPr bwMode="auto">
          <a:xfrm>
            <a:off x="4146550" y="9121775"/>
            <a:ext cx="316865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528" tIns="49764" rIns="99528" bIns="49764" numCol="1" anchor="b" anchorCtr="0" compatLnSpc="1">
            <a:prstTxWarp prst="textNoShape">
              <a:avLst/>
            </a:prstTxWarp>
          </a:bodyPr>
          <a:lstStyle>
            <a:lvl1pPr algn="r" defTabSz="995363" eaLnBrk="0" hangingPunct="0">
              <a:defRPr sz="1300">
                <a:latin typeface="Times New Roman" panose="02020603050405020304" pitchFamily="18" charset="0"/>
              </a:defRPr>
            </a:lvl1pPr>
          </a:lstStyle>
          <a:p>
            <a:fld id="{7F4B2326-84EE-DC45-B279-4444980B7297}" type="slidenum">
              <a:rPr lang="en-US" altLang="en-IT"/>
              <a:pPr/>
              <a:t>‹#›</a:t>
            </a:fld>
            <a:endParaRPr lang="en-US" altLang="en-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92.75362" units="1/cm"/>
          <inkml:channelProperty channel="Y" name="resolution" value="63.34311" units="1/cm"/>
          <inkml:channelProperty channel="T" name="resolution" value="1" units="1/dev"/>
        </inkml:channelProperties>
      </inkml:inkSource>
      <inkml:timestamp xml:id="ts0" timeString="2024-11-05T13:57:24.126"/>
    </inkml:context>
    <inkml:brush xml:id="br0">
      <inkml:brushProperty name="width" value="0.05292" units="cm"/>
      <inkml:brushProperty name="height" value="0.05292" units="cm"/>
      <inkml:brushProperty name="color" value="#FF0000"/>
    </inkml:brush>
  </inkml:definitions>
  <inkml:trace contextRef="#ctx0" brushRef="#br0">5461 8005 0,'0'25'78,"0"-1"-78,0-1 16,0 13-1,0-12 1,0 1-16,0-1 16,0 35-16,0-34 15,0 11-15,0-12 16,0 36-16,0-36 15,0 0-15,0 12 16,0 24-16,0-36 16,0 37-16,0-1 15,0-36-15,0 0 16,0 12-16,0-12 16,0 0-16,0 0 15,0 12-15,0-12 16,0 0-1,0 0-15,0 13 16,0-14-16,0 1 16,0 13-16,0-13 15,0 0-15,0 35 16,0 2-16,0-37 16,0 36-16,0 0 15,0 1 1,-24 47-16,24-72 15,0 12-15,0-12 16,0 48 0,-36 24-16,36-47 15,0-2-15,-36 14 16,36-13-16,0 0 16,0 0-16,-24 12 15,24-48-15,0 1 16,0-1-16,0 11 15,0-11-15,0 1 16,0 11-16,-36-36 16,36 48-16,0-12 15,0 24-15,0-36 16,0 0-16,0 36 16,0-36-16,-24 37 15,24-38-15,0 13 16,0 25-16,0-37 15,0 0-15,0 0 16,0 36-16,0 0 16,0-24-1,0-12-15,0 0 16,0 1-16,0 11 16,0 48-16,0-12 31,24 24-31,-24-60 15,0 12-15,0-12 16,0 25-16,0-37 16,0 0-16,0-1 15,0 14-15,0-13 16,0 0-16,0 0 16,0 36-16,0-24 15,0 12-15,0 24 16,0-11-16,0-37 15,0 35-15,0 2 16,0-37-16,0 36 16,0-36-16,0 36 15,0-36 1,0 12-16,0-12 16,0 0-1,0 0-15,0 13 16,24 22-16,-24-35 15,0 37 1,0-37-16,0 0 16,0 12-16,0-12 15,0-36 48,0-84-48,-24-48 1</inkml:trace>
  <inkml:trace contextRef="#ctx0" brushRef="#br0" timeOffset="4694.63">5461 8054 0,'0'11'63,"37"-11"-32,-14 36 0,1-36-15,0 0-16,13 0 16,-13 0 15,0 0-16,0 0 1,12 24-16,-12-24 16,0 0-16,12 0 15,-12 0-15,0 0 16,0 0 0,12 0-1,-12 0 1,1 0 15,10 0-31,50 0 16,59 0-16,49 0 15,-49 0-15,48 0 16,13-24-16,-61 24 16,49 0-16,-49 0 15,-36 0-15,-48 0 16,-36-36-16,0 36 15,12 0 48,-12 0-63,73 0 0,-37 0 16,36 0-16,-36 0 15,48 0-15,-47 0 16,46 0 31,-10 0-32,143 0 1,-155 0 0,-25 0-1,-36 0 1,60 0-16,-24 0 0,1 0 0,179 0 15,-180 0-15,48 0 16,-47 0-16,-37 0 16,36 0-16,0 0 15,0 0-15,-24 0 16,-12 0-16,0 0 16,1 0-16,10 0 15,-11 0-15,0 0 16,1 0-1,11 0 1,-12 0-16,-1 0 16,14 0-16,-13 0 15,0 0 1,0 0 0,36 0-1,0 0-15,-23 0 16,10 0-16,26 0 15,-13 0-15,-36 0 16,36 0-16,-36 0 47,0 0-31,12 0-1,-12 0-15,0 0 16,72 0-16,-72 0 15,37 0 1,-37 0-16,12 0 16,-12 0-16,0 0 15,0 0-15,12 0 16,-12 0-16,0 0 16,0 0-16,12 0 15,25 0 1,-37 0-1,-1 0-15,1 0 16,13-23-16,-13 23 16,0 0-16,0 0 15,12 0-15,-12 0 16,12 47 187,-36 14-203,0-37 16,0 12-16,0-12 15,0 0 1,0 0-16,0 12 16,0-12-16,0 0 15,0 36-15,0 1 16,0-2-1,0-23-15,0 13 16,0 23-16,0-12 16,0 0-16,0-36 0,0 36 15,0-36 1,0 1 0,0 10-16,0-11 31,0 0-16,0 13 1,0-13 0,-24 0-1,24 0 1,0 12-16,0-12 16,0 0-16,0 12 15,0-12 1,0 36-16,0-36 15,0 0 1,0 1 0,0 10-16,0-11 15,0 37 1,-24-37-16,24 0 16,0 12-16,0 24 15,0-36-15,0 0 16,0 0-16,0 12 15,0-12 1,0 0-16,0 1 16,-24-25 187,-72 0-188,35 0-15,2 0 16,-2 0-16,1 0 16,-12 0-16,12 0 15,0 0-15,36 0 16,-37 0-16,2 0 16,-2 0-16,37 0 15,-36 0 1,0 0-16,-12 0 15,12 0-15,-1 0 16,2 0-16,34 0 16,-35 0-16,0 0 15,-84 0-15,84 0 16,-1 0-16,1 0 16,-12 0-16,12 0 15,36 0-15,-36 0 16,35 0-16,-34 0 15,35 0-15,-37 0 16,37 0-16,-72 0 16,36 0-16,0 0 15,-48 0-15,47 0 16,-35 0-16,-12 0 16,12 0-16,-12 0 15,47 0-15,-131 0 16,132 0-16,-49 0 15,13 0-15,36 0 16,-12 0-16,12 0 16,-36 0-1,35 0-15,2 0 16,-14 0-16,13 0 16,0 0-16,-1 0 15,-34 0-15,22 0 16,49 0-16,-36-13 15,36 13-15,0 0 16,-12 0-16,12 0 16,0 0-1,-73-36 1,74 36-16,-13 0 16,11 0-16,1 0 15,0 0-15,-12 0 16,12 0-16,0 0 15,-12 0 1,12-24 0,0 24-1,0 0 1,-12 0 0,12 0 15,-1 0 0,-35 0-31,37-24 16,-74 24-1,37 0-15,36 0 16,-36-36-16,24 36 16,-12 0-16,12 0 15,-25 0-15,1-24 16,0 24-16,0 0 15,24 0-15,12 0 16,0 0 15,-1 0 1,-34-36-32,23 36 15,11 0-15,-35 0 16,0 0-16,36 0 15,0 0 48,-12 0-47,12 0-1,0 0 1,24-24 46,0-12-46,0 12 0,0-61-16</inkml:trace>
  <inkml:trace contextRef="#ctx0" brushRef="#br0" timeOffset="5728.7">6255 8390 0,'0'60'16,"0"-23"-16,0-13 16,0-1-1,0 1 1,0 12-1,0-11 1,0-1 0,0 0-16,-12 12 15,12 24-15,-36 0 16,36-36-16,-24 12 16,-12 24-16,36-35 15,-24-2-15,24 1 16,-24 12-16,24-11 15,-36-1-15,36 12 16,-25-36-16,25 24 16,-24 0-16,24 0 15,-24 12 1,-11-12 0,35 0-16,0 0 31,-25-24 16,25 60-47,0-72 78,-36-120-78</inkml:trace>
  <inkml:trace contextRef="#ctx0" brushRef="#br0" timeOffset="7176.9">6267 8354 0,'24'24'47,"-24"0"-31,36 36-16,-36-23 16,24-13-16,-24-1 15,24 13-15,-24-11 16,0 35-16,37 0 15,-37-36-15,23 12 16,-23-12-16,0 0 16,0 0-16,0 12 15,24-12-15,-24 0 47,36 13-47,-36-14 16,0 1-1,25-24 1,-25 24-16,0 13 16,0-13-1,24 0 1,-24 11-16,0-10 16,0 35-16,0-36 15,36 36-15,-36-36 16,0 37-16,24-37 15,-24 11-15,0-11 47,0-36 78,0-84-109</inkml:trace>
  <inkml:trace contextRef="#ctx0" brushRef="#br0" timeOffset="8027.26">6087 9088 0,'0'36'32,"12"-36"-32,12 0 15,0 0-15,12 24 16,-12-24 0,0 0-16,36 0 15,49 0-15,-85 0 16,72 0-1,-72 0-15,0 0 16,0 0-16,12 0 16,-12 0-1,0 0 48,-24-12 109,0-24-172,0-25 15</inkml:trace>
  <inkml:trace contextRef="#ctx0" brushRef="#br0" timeOffset="8829.99">7494 8487 0,'-12'24'16,"12"-1"-16,0 1 16,-24 37-1,24-25-15,-36 23 16,36 86-16,-37-85 15,37 1-15,-23-38 16,23 38-16,0-1 16,-24-24-16,24 24 15,0-36-15,0 0 16,-24-24-16,24 24 16,0-36 124</inkml:trace>
  <inkml:trace contextRef="#ctx0" brushRef="#br0" timeOffset="10593.62">7362 8558 0,'0'12'0,"48"-12"47,-24 0-1,-24 24-46,36-24 47,-12 0-31,0 37-16,0-37 31,12 0 16,-36 24 16,0 0-48,0 0 1,0 12-1,0-12 1,-24-24 15,24 24-15,-24-24-16,0 0 16,0 0-16,-12 36 15,-25-12-15,38-24 16,-74 36-1,73-12-15,0-24 16,-11 61-16,10-61 16,1 23-1,-12 1-15,36 12 16,0-60 140,48-35-156</inkml:trace>
  <inkml:trace contextRef="#ctx0" brushRef="#br0" timeOffset="28442.42">5365 11673 0,'0'24'15,"0"1"204,24-25-203,12 0-1,12 0 1,-12 0-16,-12 0 16,37 0-16,-37 0 15,0 0-15,12 0 16,12 0-16,-12 0 16,-12 0-16,0 0 15,12 0 1,12 0-1,60 0 1,1 0-16,35 36 16,1-1-16,-1-35 15,0 0-15,265 49 16,-313-49 0,145 0-16,-181 0 15,12 0-15,-48 0 16,36 0-16,-36 0 15,0 0 1,12 0 0,13 0-16,10 0 15,50 0-15,-49 0 16,48 0-16,-11 0 16,-37 0-16,0 0 15,-24 0 1,24 0-16,-36 0 15,0 0 1,0 0-16,13 0 16,-13 0-16,35 0 15,2 0-15,35 0 16,-24 0-16,24 0 16,12 0-16,-47 0 15,-1 0-15,36 0 16,-60 0-16,24 0 15,0 0-15,-35 0 16,34 0-16,-35 0 16,1 0-16,35 0 15,84-25-15,-72 25 16,61 0 0,-61 0-16,24 0 15,-36 0-15,0 0 16,-24-24-16,-12 24 15,1 0 1,11 0 0,-12 0-1,0 0 1,0 0 0,12 0-16,12 0 15,24-35-15,25 35 16,-26 0-16,74 0 15,-85 0 1,0 0-16,-60-24 16,24 24 31,0 0-47,12 0 15,-11 0-15,34 0 16,-35 0-16,1 0 15,11 0-15,-12 0 16,0 0-16,0 0 16,12 0-1,12 0 1,-12 0 0,-12 0-16,0 0 15,12 0 1,-11 0-1,-1 0 1,0 0-16,11 0 16,-10 0-1,35-37-15,-36 37 16,12 0-16,-36-24 94,0 0-63,-60-72-31</inkml:trace>
  <inkml:trace contextRef="#ctx0" brushRef="#br0" timeOffset="29909">11403 9882 0,'0'12'109,"0"156"-109,-36-96 16,36-48-16,0 36 15,0 0-15,0 1 16,0-2-16,0 2 16,0-25-16,0 12 15,0-12-15,0 12 16,-24-12-16,24-12 16,0 0-16,0 12 15,0-12-15,-36 37 16,36-38-16,0 38 15,-24-37-15,-12 108 16,36-72 0,-37 48-16,37-47 15,0-38-15,-23 13 16,23-11-16,0-1 16,0 0-1,0 12 16,0-12 16,0 0-31,0 0 0,0 36-1,0-24-15,0-12 16,0 0-1,-24-24 110,-37 37-109,-11-37 0,12 0-16</inkml:trace>
  <inkml:trace contextRef="#ctx0" brushRef="#br0" timeOffset="31364.98">5618 10351 0,'0'24'0,"0"-1"78,0 38-62,24-37-16,-24 36 15,0-36-15,0 36 16,0-36-16,0 36 16,0 0-16,0-23 15,0 10-15,0-11 16,0 25-16,0-37 16,0 36-16,0-36 15,0 0 1,0 12 15,0-12-15,0 0-1,0 0 1,0 12 0,0-11-1,0-1 1,0 0-1,0 11 1,36-35 93,84 0-109,-12 0 16,37 0-16,-49 0 16,12-24-1,-12 24-15,-23 0 0,-14 0 16,-34 0-16,-1 0 16,-24-23 109,0-13-94,0 11-31,-12-35 15,12-48-15</inkml:trace>
  <inkml:trace contextRef="#ctx0" brushRef="#br0" timeOffset="32809.9">7373 10326 0,'0'13'31,"0"11"0,0-1-15,0 13 0,0-11-16,0 71 15,0-36-15,0-36 16,0 0-16,0 12 15,0 12-15,0-12 16,-11-11-16,11-1 16,0 35-16,0-35 15,0 13-15,0-13 16,-24 0-16,24 0 16,0 12-16,0-12 15,0 0 1,0 12 15,0-12-15,0 0-1,0 0 1,0 12 0,-24-36-1,24 25 110,0-1-109,12-24-1,12 0 32,-1 35-47,14-35 16,-13 0 0,0 0-16,0 0 15,12 0-15,24 0 16,-36 0-1,0 0-15,0 24 16,12-24-16,49 0 16,-49 0-16,-13 0 15,2 0-15,-1 0 16,12 0-16,-12 0 16,0 0-16,12 0 15,-12 0 1,-24-12 171,0-23-171</inkml:trace>
  <inkml:trace contextRef="#ctx0" brushRef="#br0" timeOffset="36748.68">5581 10471 0,'0'24'16,"25"-24"0,-25 24-16,0 12 15,24-36 1,-24 24-16,24 0 16,-24 0-1,0 12-15,35-12 16,-35 0-1,25 36 1,-25-23-16,0-13 16,24-24-1,-24 23 1,0 1 0,0 13-1,0-13 16,0 0-15,0 0 0,0 12-1,0-12 1,0 0-16,36 12 16,-36-12 15,0 0-16,0 0 17,0 12-32,24-36 15,-24 24-15,0 1 32,0-1 61,0 11-30,0-11-48,0 1 1,0 11 0,24-36 46,12 0-31,-12 0-31,0 0 16,37 0-16,-38 0 16,38 0-16,-1 0 15,0 0-15,-24 0 16,12 0-16,12 0 16,-24 0-16,25 0 15,-38 0-15,1 0 16,37 0-16,-37 0 15,12 0 1,-12 0 15,0 0-15,0 0 15,12 0-15,-36-24-1,-24 24 189,0 0-189,0-25-15,0 25 16,-36 0-1,23 0-15,13 0 16,-35 0 0,35 0-16,-1 0 15,-11 0-15,-12 0 16,12 0 0,12 0-16,0 0 15,0 0 16,-12 0-15,12 0-16,0 0 16,-12 0-16,11 0 15,1 13 1,0-13-16,-11 0 47,10 0-32,1 0 1,-12 0-16,12 0 16,0 0-1,0 0 17,-12 0-32,12 0 46,-1 0-46,2 0 47,-13 0 16,12 0-48,24-13 126,0-11-125,0-11-1,0 11-15,0 0 16,0-1 0,0-11-16,0-12 31,0 12-16,0 12 1,0 0 0,-24-12-1,24 12 1,0 0 0,0 0-1,0-12 1,0 11-1,0 1 1,0 1-16,0-13 31,0 11-31,0 1 32,0-36-32,0 36 15,12 24 1,-12-36-1,0 12 17,0 0-1,0-12-15,0 12-1,0 0 1,24 24-1,-24-60-15,0 35 16,0 1 0,0-11 281,0 11-251,0-1-46,0-11 16</inkml:trace>
  <inkml:trace contextRef="#ctx0" brushRef="#br0" timeOffset="72025.55">11187 11758 0,'0'12'31,"0"48"31,0-24-46,0-12-16,0 36 16,0 0-16,0-36 15,0 36-15,0-36 16,0 0-16,0 13 16,0-13-16,0 0 15,0 11-15,0-11 16,0 1-16,0-1 15,0 12-15,0-12 16,0 36 0,0 0-1,0-36-15,0 36 16,0-36-16,0 13 16,0 10-16,0 26 15,0 23 1,0-72-16,-24 12 15,24-12 1,0 1-16,0-2 16,0 37-16,0-23 15,-24 23-15,24-37 16,0 2 0,0-1-1,0 12 1,0-12-16,0 0 15,0 12 1,0-12-16,0 0 16,0 0 31,-37-24 93,13 0-124,0 0-16,-36 0 15,36 0 1,-36 0-16,0 0 16,-1 0-16,1 0 15,-12 0-15,-24 0 16,-12 0-16,12 0 16,35 0-16,2 0 15,22 0-15,13 0 16,-72 0-16,72 0 15,-37 0-15,2 0 16,-2 0-16,1 0 16,-132 0-16,83 0 15,50 0-15,-2 0 16,1 0-16,0 0 16,-48 0-16,48-12 15,-1 12-15,38 0 16,-74 0-16,73-36 15,-36 36-15,-48 0 16,48 0-16,-85-36 16,37 36-1,12 0-15,36 0 16,-49 0-16,13 0 16,-12 0-16,-84 0 15,131 0 1,-47 0-16,48 0 15,0 0-15,0 0 16,35 0-16,-34 0 16,-2 0-16,1 0 15,-48 0-15,12 0 16,23 0-16,-23 0 16,-12 0-16,48 0 15,0 0-15,0 0 16,-1 0-16,37 0 15,-11 0-15,11 0 16,-1 0-16,-71 0 16,36 0-1,36 0 1,-36 0-16,0 0 16,-1 0-16,2 0 15,-14 0-15,13 0 16,36 0-1,0 0-15,-12 0 0,12 0 16,-1 0 0,2 0-16,-13 0 15,12-24 17,-1 24-1,-35 0-16,37 0-15,-14-24 16,13 24-16,0 0 78,0-36-47,-12 36-15,36-24 15,-24 0-31,24-1 32,-24-10-32,-12 35 15,36-24 63,0 0-31,0-1-31,0-11-1,0 12-15,0 0 16,0-12 0,0 12-1,0 0 1,0 0 0,0-12-1,0 12-15,0 0 16,24 24-1,-24-36 1,0 11-16,24 1 16,-24-35-16,0 35 47,0-1-1,0-11-30,0 12 0,0 0-16</inkml:trace>
  <inkml:trace contextRef="#ctx0" brushRef="#br0" timeOffset="73244.64">7001 12215 0,'-24'12'16,"24"11"-1,0 13 1,0-11-16,0-1 15,0 0-15,0 36 16,0-24 0,0 84-16,0-59 15,-37 10-15,37 26 16,0 11-16,-36-48 16,36 48-16,0-47 15,-23-37-15,23 36 16,0-36-16,0 12 15,0-12-15,0 0 16,0 0-16,0 12 16,0-60 46,0 0-46,-24-72-16,24 0 15,0-97 1</inkml:trace>
  <inkml:trace contextRef="#ctx0" brushRef="#br0" timeOffset="74907.03">6953 12227 0,'0'23'94,"24"-23"-32,0 0-30,0 0-1,0 0-15,12 0-1,-12 0 1,36 0-16,-36 0 15,36 0-15,-36 0 16,37 0 0,-37 0-1,11 0-15,-10 24 16,-1-24 15,-24 37 63,0-13-94,-12-24 31,-49 60-31,26-36 16,11 0-16,-37 12 15,1 0-15,-12-12 16,48 12-16,0-12 16,-12 0-16,12 13 31,0-37 78,24-24-31,0-1-62,12-71 0,24 36-16</inkml:trace>
  <inkml:trace contextRef="#ctx0" brushRef="#br0" timeOffset="75973.17">7927 12203 0,'0'47'15,"0"-23"-15,0 1 16,0-1-16,0 12 15,0 48-15,-24-12 16,-12-12-16,36 1 16,-25 46-16,-10-70 15,11 23-15,24-36 16,0 36-16,-36-36 16,36 0-16,0 36 15,0-36-15,0 12 16,-25 25-16,25-38 15,0 1-15,0 1 16,0 11-16,0-60 78,-24 0-78,-12-72 16,36-1-16</inkml:trace>
  <inkml:trace contextRef="#ctx0" brushRef="#br0" timeOffset="76797.73">7639 12696 0,'23'23'0,"13"-23"16,-36 37-1,24-37 17,-24 24-17,25-24 1,-1 0-16,12 0 15,-13 0 1,2 0-16,-1 0 16,36 0-16,-24 0 15,-12 0 1,0 0 0,0 0-1,13 0-15,-13 0 0,-1 0 16,1 0-1,37 0-15,-25 0 16,-12 0 0,-1 0-1,38 0 1,-37 0-16,12 0 16,-12 0-1,-24-12 63,-12-25-78,-60-95 16</inkml:trace>
  <inkml:trace contextRef="#ctx0" brushRef="#br0" timeOffset="77758.8">8252 12203 0,'0'36'47,"36"-13"-31,-36 1-16,0 13 15,0-13 1,0 36 0,0-36-16,0 0 15,0 0-15,0 12 16,0-12 0,0 0-16,0 12 15,0-12 1,0 1-16,0-1 15,0 11 1,0-11-16,0 1 16,0-1-1,0 12 1,0-12-16,0 0 16,0 12-16,0 49 15,0-50 1,0-11-1,0 0-15,0 0 16,0 13 0,0-13-1,0-1-15,0 1 16,0 13 0,0-13 15,0 0 0,0 12-31,0-12 31,24-24-15,-24-12 46,0-24-62</inkml:trace>
  <inkml:trace contextRef="#ctx0" brushRef="#br0" timeOffset="96222.32">7458 8546 0,'0'12'16,"0"12"30,24-24-46,0 0 16,0 0 31,0 0-16,12 0-15,-12 0 46,1 0-30,-25 25-17,23-25 16,13 0 1,-12 0 93,-24 36 31,0 12-156,0-12 16,0-12 15,0 0-16,0 12 48,-12-36 46,-24 0-93,12 0 15,24 24-15,-24-24-1,0 0 1,-12 0-16,12 0 31,0 0-15,0 0 0,-12 0 15,12 0 0,0 0 78,-13 0-109,61 0 266,1 24-266,-1-24 16,12 0-16,-12 0 15,0 0-15,0 0 16,12 0 31,-12 0-32,1 0 17,-2 0 15,-23-12-47,36 12 46,-36-24-30,24 24 15,1-36-15,-25 12 15,36 24 16,-36-24-31,24-12-16,-1 12 15,2 0 1,-25 0 15,0-13 94,-13 13-109,-10 0-1,-1 24 1,24-23-16,-36 23 16,11 0-1,1 0 17,-12 0-1,12 0 0,0 0-15,0 0 46,-12 0-15,12 0-31,0 0-16,0 0 62,-12 0-31,12 0 1,24 11 249,0 13-265,0 37-1,0-37 1,0 12-16,0-12 15,0 0 1,0 0-16,0 12 16,0-12-1,0 0-15,0 0 32,0 12-32,0-12 15,0 0 1,0 13-1,0-14-15,0 1 16,0 0 0,0 13-1,0-13 1,0 0 0,-24 0-16,24 12 15,0-12 1,0 0-1,0 12-15,0-12 16,0 0 0,0 0-1,0 12 1,0-60 125,0-60-141,0-25 15,0 50-15</inkml:trace>
</inkml:ink>
</file>

<file path=ppt/ink/ink2.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92.75362" units="1/cm"/>
          <inkml:channelProperty channel="Y" name="resolution" value="63.34311" units="1/cm"/>
          <inkml:channelProperty channel="T" name="resolution" value="1" units="1/dev"/>
        </inkml:channelProperties>
      </inkml:inkSource>
      <inkml:timestamp xml:id="ts0" timeString="2024-11-05T14:11:34.683"/>
    </inkml:context>
    <inkml:brush xml:id="br0">
      <inkml:brushProperty name="width" value="0.05292" units="cm"/>
      <inkml:brushProperty name="height" value="0.05292" units="cm"/>
      <inkml:brushProperty name="color" value="#FF0000"/>
    </inkml:brush>
  </inkml:definitions>
  <inkml:trace contextRef="#ctx0" brushRef="#br0">18714 20856 0,'0'-12'109,"0"-25"-109,25 37 16,-25-23-16,24-1 15,-24-12-15,23 11 16,13 1-16,-12 0 15,1-11 1,11 10-16,-12 1 16,-1-36-16,14 24 15,-13-24-15,0 36 16,12-1-16,-12 1 16,0-11-16,12-26 15,-12 61 1,1 0 46,10 0-46,-11 0 0,0 0-1,1 0-15,11 0 16,-12 0-1,0 0-15,0-24 16,193 24-16,-110 0 16,-46 0-16,35 0 15,-36 0-15,-24 0 16,24 0-16,-36-24 16,1 24-16,34 0 15,-35 0-15,73-36 16,-37 0-16,12 36 15,-47 0-15,34-24 16,2 24-16,47 0 16,-12 0-16,12 0 15,37 0-15,143 0 16,-180 0 0,85 0-16,-133 0 15,0 0-15,-36 0 16,0 0-16,37 0 15,-26 0-15,-10 0 16,-1 0 0,0 0-16,36 0 15,0 0 1,0 0-16,12 24 16,-11-24-16,-37 0 15,11 0-15,-11 0 47,-24 25-47,25-25 16,-1 0-16,12 0 15,-12 0-15,36 23 16,-36-23-16,12 0 16,-12 0-1,0 0-15,-24 36 16,24-36-1,12 0 1,-11 0-16,-25 24 16,60-24-16,-60 24 15,96 13-15,-72-37 16,0 24 0,0-24-1,12 23-15,-12 38 16,48-25-16,-48-12 15,0 12-15,13 24 16,-13-36-16,36 13 16,-36-14-16,12 1 15,-12 0-15,0-24 16,0 37 0,12-37-16,-12 24 15,0 0-15,0-24 16,13 59-16,-14-34 15,-23 11-15,24-36 16,-24 24-16,37 0 16,-37 12 46,0-60 32</inkml:trace>
  <inkml:trace contextRef="#ctx0" brushRef="#br0" timeOffset="1798.52">23309 20158 0,'0'12'16,"24"-12"-1,-24 36 1,0-12 47,0 0-48,24 13-15,12-13 16,-36-1-1,24 38-15,0-37 16,12 12-16,-11 24 16,10-36-16,-11 0 15,0 0-15,1 12 16,-25-12-16,36-24 16,-36 24-16,24-24 15,0 36-15,0-36 31,12 25-15,-12-1-16,-24 0 16,24 11-1,12-10-15,-36-1 16,24 0 0,0-24 15,-36 0 156,-12 36-187,-12-36 16,-24 0-16,36 24 16,-108 12-16,107-36 15,1 0-15,-35 0 16,34 0-16,1 24 15,-12-24-15,12 0 16,0 24-16,-12-24 16,12 0-1,0 0 1,-1 0 0,-10 0-1,-25 37-15,35-37 16,-35 0-16,0 23 15,-48-23-15,84 0 16,0 0-16,-12 0 31,11 0 32,25-12 62</inkml:trace>
</inkml:ink>
</file>

<file path=ppt/ink/ink3.xml><?xml version="1.0" encoding="utf-8"?>
<inkml:ink xmlns:inkml="http://www.w3.org/2003/InkML">
  <inkml:definitions>
    <inkml:context xml:id="ctx0">
      <inkml:inkSource xml:id="inkSrc0">
        <inkml:traceFormat>
          <inkml:channel name="X" type="integer" max="5760" units="cm"/>
          <inkml:channel name="Y" type="integer" max="2160" units="cm"/>
          <inkml:channel name="T" type="integer" max="2.14748E9" units="dev"/>
        </inkml:traceFormat>
        <inkml:channelProperties>
          <inkml:channelProperty channel="X" name="resolution" value="92.75362" units="1/cm"/>
          <inkml:channelProperty channel="Y" name="resolution" value="63.34311" units="1/cm"/>
          <inkml:channelProperty channel="T" name="resolution" value="1" units="1/dev"/>
        </inkml:channelProperties>
      </inkml:inkSource>
      <inkml:timestamp xml:id="ts0" timeString="2024-11-05T14:30:12.464"/>
    </inkml:context>
    <inkml:brush xml:id="br0">
      <inkml:brushProperty name="width" value="0.05292" units="cm"/>
      <inkml:brushProperty name="height" value="0.05292" units="cm"/>
      <inkml:brushProperty name="color" value="#FF0000"/>
    </inkml:brush>
  </inkml:definitions>
  <inkml:trace contextRef="#ctx0" brushRef="#br0">22871 18319 0,'0'24'16,"0"1"-1,0-37 32,0-13-47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862F8E8F-2604-A1B1-5B0B-6F967ADA571A}"/>
              </a:ext>
            </a:extLst>
          </p:cNvPr>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460" tIns="48230" rIns="96460" bIns="48230" numCol="1" anchor="t" anchorCtr="0" compatLnSpc="1">
            <a:prstTxWarp prst="textNoShape">
              <a:avLst/>
            </a:prstTxWarp>
          </a:bodyPr>
          <a:lstStyle>
            <a:lvl1pPr defTabSz="965200" eaLnBrk="0" hangingPunct="0">
              <a:defRPr sz="1300">
                <a:latin typeface="Times New Roman" panose="02020603050405020304" pitchFamily="18" charset="0"/>
              </a:defRPr>
            </a:lvl1pPr>
          </a:lstStyle>
          <a:p>
            <a:endParaRPr lang="en-US" altLang="en-IT"/>
          </a:p>
        </p:txBody>
      </p:sp>
      <p:sp>
        <p:nvSpPr>
          <p:cNvPr id="136195" name="Rectangle 3">
            <a:extLst>
              <a:ext uri="{FF2B5EF4-FFF2-40B4-BE49-F238E27FC236}">
                <a16:creationId xmlns:a16="http://schemas.microsoft.com/office/drawing/2014/main" id="{84307418-56E8-B0A2-80B7-816E969FF3F9}"/>
              </a:ext>
            </a:extLst>
          </p:cNvPr>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460" tIns="48230" rIns="96460" bIns="48230" numCol="1" anchor="t" anchorCtr="0" compatLnSpc="1">
            <a:prstTxWarp prst="textNoShape">
              <a:avLst/>
            </a:prstTxWarp>
          </a:bodyPr>
          <a:lstStyle>
            <a:lvl1pPr algn="r" defTabSz="965200" eaLnBrk="0" hangingPunct="0">
              <a:defRPr sz="1300">
                <a:latin typeface="Times New Roman" panose="02020603050405020304" pitchFamily="18" charset="0"/>
              </a:defRPr>
            </a:lvl1pPr>
          </a:lstStyle>
          <a:p>
            <a:endParaRPr lang="en-US" altLang="en-IT"/>
          </a:p>
        </p:txBody>
      </p:sp>
      <p:sp>
        <p:nvSpPr>
          <p:cNvPr id="136196" name="Rectangle 4">
            <a:extLst>
              <a:ext uri="{FF2B5EF4-FFF2-40B4-BE49-F238E27FC236}">
                <a16:creationId xmlns:a16="http://schemas.microsoft.com/office/drawing/2014/main" id="{750E127E-2D6D-B7A2-3002-AB7968B14B72}"/>
              </a:ext>
            </a:extLst>
          </p:cNvPr>
          <p:cNvSpPr>
            <a:spLocks noGrp="1" noRot="1" noChangeAspect="1" noChangeArrowheads="1" noTextEdit="1"/>
          </p:cNvSpPr>
          <p:nvPr>
            <p:ph type="sldImg" idx="2"/>
          </p:nvPr>
        </p:nvSpPr>
        <p:spPr bwMode="auto">
          <a:xfrm>
            <a:off x="457200" y="719138"/>
            <a:ext cx="64008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6197" name="Rectangle 5">
            <a:extLst>
              <a:ext uri="{FF2B5EF4-FFF2-40B4-BE49-F238E27FC236}">
                <a16:creationId xmlns:a16="http://schemas.microsoft.com/office/drawing/2014/main" id="{BE249BB0-96C2-8302-AA22-A9EF2672E42D}"/>
              </a:ext>
            </a:extLst>
          </p:cNvPr>
          <p:cNvSpPr>
            <a:spLocks noGrp="1" noChangeArrowheads="1"/>
          </p:cNvSpPr>
          <p:nvPr>
            <p:ph type="body" sz="quarter" idx="3"/>
          </p:nvPr>
        </p:nvSpPr>
        <p:spPr bwMode="auto">
          <a:xfrm>
            <a:off x="731838" y="4559300"/>
            <a:ext cx="5851525" cy="432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460" tIns="48230" rIns="96460" bIns="48230" numCol="1" anchor="t" anchorCtr="0" compatLnSpc="1">
            <a:prstTxWarp prst="textNoShape">
              <a:avLst/>
            </a:prstTxWarp>
          </a:bodyPr>
          <a:lstStyle/>
          <a:p>
            <a:pPr lvl="0"/>
            <a:r>
              <a:rPr lang="en-US" altLang="en-IT"/>
              <a:t>Click to edit Master text styles</a:t>
            </a:r>
          </a:p>
          <a:p>
            <a:pPr lvl="1"/>
            <a:r>
              <a:rPr lang="en-US" altLang="en-IT"/>
              <a:t>Second level</a:t>
            </a:r>
          </a:p>
          <a:p>
            <a:pPr lvl="2"/>
            <a:r>
              <a:rPr lang="en-US" altLang="en-IT"/>
              <a:t>Third level</a:t>
            </a:r>
          </a:p>
          <a:p>
            <a:pPr lvl="3"/>
            <a:r>
              <a:rPr lang="en-US" altLang="en-IT"/>
              <a:t>Fourth level</a:t>
            </a:r>
          </a:p>
          <a:p>
            <a:pPr lvl="4"/>
            <a:r>
              <a:rPr lang="en-US" altLang="en-IT"/>
              <a:t>Fifth level</a:t>
            </a:r>
          </a:p>
        </p:txBody>
      </p:sp>
      <p:sp>
        <p:nvSpPr>
          <p:cNvPr id="136198" name="Rectangle 6">
            <a:extLst>
              <a:ext uri="{FF2B5EF4-FFF2-40B4-BE49-F238E27FC236}">
                <a16:creationId xmlns:a16="http://schemas.microsoft.com/office/drawing/2014/main" id="{107B23F1-1EEA-01EC-4B2A-7D2B99AD9062}"/>
              </a:ext>
            </a:extLst>
          </p:cNvPr>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460" tIns="48230" rIns="96460" bIns="48230" numCol="1" anchor="b" anchorCtr="0" compatLnSpc="1">
            <a:prstTxWarp prst="textNoShape">
              <a:avLst/>
            </a:prstTxWarp>
          </a:bodyPr>
          <a:lstStyle>
            <a:lvl1pPr defTabSz="965200" eaLnBrk="0" hangingPunct="0">
              <a:defRPr sz="1300">
                <a:latin typeface="Times New Roman" panose="02020603050405020304" pitchFamily="18" charset="0"/>
              </a:defRPr>
            </a:lvl1pPr>
          </a:lstStyle>
          <a:p>
            <a:endParaRPr lang="en-US" altLang="en-IT"/>
          </a:p>
        </p:txBody>
      </p:sp>
      <p:sp>
        <p:nvSpPr>
          <p:cNvPr id="136199" name="Rectangle 7">
            <a:extLst>
              <a:ext uri="{FF2B5EF4-FFF2-40B4-BE49-F238E27FC236}">
                <a16:creationId xmlns:a16="http://schemas.microsoft.com/office/drawing/2014/main" id="{FBB6CAEB-02BA-FA42-36F0-C595DDFA91FF}"/>
              </a:ext>
            </a:extLst>
          </p:cNvPr>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460" tIns="48230" rIns="96460" bIns="48230" numCol="1" anchor="b" anchorCtr="0" compatLnSpc="1">
            <a:prstTxWarp prst="textNoShape">
              <a:avLst/>
            </a:prstTxWarp>
          </a:bodyPr>
          <a:lstStyle>
            <a:lvl1pPr algn="r" defTabSz="965200" eaLnBrk="0" hangingPunct="0">
              <a:defRPr sz="1300">
                <a:latin typeface="Times New Roman" panose="02020603050405020304" pitchFamily="18" charset="0"/>
              </a:defRPr>
            </a:lvl1pPr>
          </a:lstStyle>
          <a:p>
            <a:fld id="{8A993CE1-E533-6241-A4AC-CB90B8224EFE}" type="slidenum">
              <a:rPr lang="en-US" altLang="en-IT"/>
              <a:pPr/>
              <a:t>‹#›</a:t>
            </a:fld>
            <a:endParaRPr lang="en-US" altLang="en-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584200" eaLnBrk="1" fontAlgn="auto" latinLnBrk="0" hangingPunct="1">
              <a:lnSpc>
                <a:spcPct val="100000"/>
              </a:lnSpc>
              <a:spcBef>
                <a:spcPts val="0"/>
              </a:spcBef>
              <a:spcAft>
                <a:spcPts val="0"/>
              </a:spcAft>
              <a:buClrTx/>
              <a:buSzTx/>
              <a:buFontTx/>
              <a:buNone/>
              <a:tabLst/>
              <a:defRPr/>
            </a:pPr>
            <a:r>
              <a:rPr lang="en-US" dirty="0"/>
              <a:t>How: </a:t>
            </a:r>
            <a:r>
              <a:rPr lang="en-US" dirty="0">
                <a:solidFill>
                  <a:srgbClr val="942193"/>
                </a:solidFill>
              </a:rPr>
              <a:t>read</a:t>
            </a:r>
            <a:r>
              <a:rPr lang="en-US" dirty="0"/>
              <a:t> value from packet’s network-layer header, </a:t>
            </a:r>
            <a:r>
              <a:rPr lang="en-US" dirty="0">
                <a:solidFill>
                  <a:srgbClr val="942193"/>
                </a:solidFill>
              </a:rPr>
              <a:t>search</a:t>
            </a:r>
            <a:r>
              <a:rPr lang="en-US" dirty="0"/>
              <a:t> </a:t>
            </a:r>
            <a:r>
              <a:rPr lang="en-US" b="1" dirty="0">
                <a:solidFill>
                  <a:srgbClr val="FF0000"/>
                </a:solidFill>
              </a:rPr>
              <a:t>forwarding table </a:t>
            </a:r>
            <a:br>
              <a:rPr lang="en-US" dirty="0"/>
            </a:br>
            <a:r>
              <a:rPr lang="en-US" dirty="0"/>
              <a:t>for output link</a:t>
            </a:r>
          </a:p>
          <a:p>
            <a:endParaRPr lang="en-US" dirty="0"/>
          </a:p>
        </p:txBody>
      </p:sp>
    </p:spTree>
    <p:extLst>
      <p:ext uri="{BB962C8B-B14F-4D97-AF65-F5344CB8AC3E}">
        <p14:creationId xmlns:p14="http://schemas.microsoft.com/office/powerpoint/2010/main" val="3513844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Networks are too big and messy to do it by hand (errors)</a:t>
            </a:r>
          </a:p>
          <a:p>
            <a:endParaRPr lang="en-US" dirty="0"/>
          </a:p>
        </p:txBody>
      </p:sp>
    </p:spTree>
    <p:extLst>
      <p:ext uri="{BB962C8B-B14F-4D97-AF65-F5344CB8AC3E}">
        <p14:creationId xmlns:p14="http://schemas.microsoft.com/office/powerpoint/2010/main" val="2146004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hape 209"/>
          <p:cNvSpPr>
            <a:spLocks noGrp="1" noRot="1" noChangeAspect="1"/>
          </p:cNvSpPr>
          <p:nvPr>
            <p:ph type="sldImg"/>
          </p:nvPr>
        </p:nvSpPr>
        <p:spPr>
          <a:prstGeom prst="rect">
            <a:avLst/>
          </a:prstGeom>
        </p:spPr>
        <p:txBody>
          <a:bodyPr/>
          <a:lstStyle/>
          <a:p>
            <a:endParaRPr/>
          </a:p>
        </p:txBody>
      </p:sp>
      <p:sp>
        <p:nvSpPr>
          <p:cNvPr id="210" name="Shape 210"/>
          <p:cNvSpPr>
            <a:spLocks noGrp="1"/>
          </p:cNvSpPr>
          <p:nvPr>
            <p:ph type="body" sz="quarter" idx="1"/>
          </p:nvPr>
        </p:nvSpPr>
        <p:spPr>
          <a:prstGeom prst="rect">
            <a:avLst/>
          </a:prstGeom>
        </p:spPr>
        <p:txBody>
          <a:bodyPr/>
          <a:lstStyle/>
          <a:p>
            <a:r>
              <a:rPr dirty="0"/>
              <a:t>Let’s talk a little bit about routing.</a:t>
            </a:r>
          </a:p>
          <a:p>
            <a:endParaRPr dirty="0"/>
          </a:p>
          <a:p>
            <a:r>
              <a:rPr dirty="0"/>
              <a:t>As stated in the previous slide, </a:t>
            </a:r>
            <a:r>
              <a:rPr b="1" dirty="0"/>
              <a:t>the goal of routing is to populate the forwarding tables</a:t>
            </a:r>
            <a:r>
              <a:rPr dirty="0"/>
              <a:t> of routers.</a:t>
            </a:r>
          </a:p>
          <a:p>
            <a:endParaRPr dirty="0"/>
          </a:p>
          <a:p>
            <a:r>
              <a:rPr dirty="0"/>
              <a:t>One option is to </a:t>
            </a:r>
            <a:r>
              <a:rPr b="1" dirty="0"/>
              <a:t>connect all the routers in the network to a logically centralized device</a:t>
            </a:r>
            <a:r>
              <a:rPr dirty="0"/>
              <a:t>, which we will call the “</a:t>
            </a:r>
            <a:r>
              <a:rPr b="1" dirty="0"/>
              <a:t>network controller</a:t>
            </a:r>
            <a:r>
              <a:rPr dirty="0"/>
              <a:t>,” and run, on that device, a centralized routing algorithm.</a:t>
            </a:r>
          </a:p>
          <a:p>
            <a:endParaRPr dirty="0"/>
          </a:p>
          <a:p>
            <a:r>
              <a:rPr b="1" dirty="0"/>
              <a:t>A network controller has a global view of the network</a:t>
            </a:r>
            <a:r>
              <a:rPr dirty="0"/>
              <a:t>, i.e., it knows where all the routers are and how they are interconnected, hence it can determine what each forwarding table should contain and communicate this information to each router.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Shape 226"/>
          <p:cNvSpPr>
            <a:spLocks noGrp="1" noRot="1" noChangeAspect="1"/>
          </p:cNvSpPr>
          <p:nvPr>
            <p:ph type="sldImg"/>
          </p:nvPr>
        </p:nvSpPr>
        <p:spPr>
          <a:prstGeom prst="rect">
            <a:avLst/>
          </a:prstGeom>
        </p:spPr>
        <p:txBody>
          <a:bodyPr/>
          <a:lstStyle/>
          <a:p>
            <a:endParaRPr/>
          </a:p>
        </p:txBody>
      </p:sp>
      <p:sp>
        <p:nvSpPr>
          <p:cNvPr id="227" name="Shape 227"/>
          <p:cNvSpPr>
            <a:spLocks noGrp="1"/>
          </p:cNvSpPr>
          <p:nvPr>
            <p:ph type="body" sz="quarter" idx="1"/>
          </p:nvPr>
        </p:nvSpPr>
        <p:spPr>
          <a:prstGeom prst="rect">
            <a:avLst/>
          </a:prstGeom>
        </p:spPr>
        <p:txBody>
          <a:bodyPr/>
          <a:lstStyle/>
          <a:p>
            <a:r>
              <a:rPr dirty="0"/>
              <a:t>Another option is to run routing algorithms on the routers themselves. I.e., </a:t>
            </a:r>
            <a:r>
              <a:rPr b="1" dirty="0"/>
              <a:t>the routers exchange information with each other and collaborate to compute on their own what their forwarding tables should contain.</a:t>
            </a:r>
          </a:p>
          <a:p>
            <a:endParaRPr dirty="0"/>
          </a:p>
          <a:p>
            <a:r>
              <a:rPr dirty="0"/>
              <a:t>This is what mostly happens on the Internet today.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Shape 236"/>
          <p:cNvSpPr>
            <a:spLocks noGrp="1" noRot="1" noChangeAspect="1"/>
          </p:cNvSpPr>
          <p:nvPr>
            <p:ph type="sldImg"/>
          </p:nvPr>
        </p:nvSpPr>
        <p:spPr>
          <a:prstGeom prst="rect">
            <a:avLst/>
          </a:prstGeom>
        </p:spPr>
        <p:txBody>
          <a:bodyPr/>
          <a:lstStyle/>
          <a:p>
            <a:endParaRPr/>
          </a:p>
        </p:txBody>
      </p:sp>
      <p:sp>
        <p:nvSpPr>
          <p:cNvPr id="237" name="Shape 237"/>
          <p:cNvSpPr>
            <a:spLocks noGrp="1"/>
          </p:cNvSpPr>
          <p:nvPr>
            <p:ph type="body" sz="quarter" idx="1"/>
          </p:nvPr>
        </p:nvSpPr>
        <p:spPr>
          <a:prstGeom prst="rect">
            <a:avLst/>
          </a:prstGeom>
        </p:spPr>
        <p:txBody>
          <a:bodyPr/>
          <a:lstStyle/>
          <a:p>
            <a:r>
              <a:t>To conclude this first part, a network layer provides at least two basic functions: forwarding and routing. Forwarding relies on forwarding tables, while routing populate the forwarding tables that are needed for forwarding.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prstGeom prst="rect">
            <a:avLst/>
          </a:prstGeom>
        </p:spPr>
        <p:txBody>
          <a:bodyPr/>
          <a:lstStyle/>
          <a:p>
            <a:endParaRPr/>
          </a:p>
        </p:txBody>
      </p:sp>
      <p:sp>
        <p:nvSpPr>
          <p:cNvPr id="62" name="Shape 62"/>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3603884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Shape 299"/>
          <p:cNvSpPr>
            <a:spLocks noGrp="1" noRot="1" noChangeAspect="1"/>
          </p:cNvSpPr>
          <p:nvPr>
            <p:ph type="sldImg"/>
          </p:nvPr>
        </p:nvSpPr>
        <p:spPr>
          <a:prstGeom prst="rect">
            <a:avLst/>
          </a:prstGeom>
        </p:spPr>
        <p:txBody>
          <a:bodyPr/>
          <a:lstStyle/>
          <a:p>
            <a:pPr algn="l" rtl="0"/>
            <a:endParaRPr/>
          </a:p>
        </p:txBody>
      </p:sp>
      <p:sp>
        <p:nvSpPr>
          <p:cNvPr id="300" name="Shape 300"/>
          <p:cNvSpPr>
            <a:spLocks noGrp="1"/>
          </p:cNvSpPr>
          <p:nvPr>
            <p:ph type="body" sz="quarter" idx="1"/>
          </p:nvPr>
        </p:nvSpPr>
        <p:spPr>
          <a:prstGeom prst="rect">
            <a:avLst/>
          </a:prstGeom>
        </p:spPr>
        <p:txBody>
          <a:bodyPr/>
          <a:lstStyle/>
          <a:p>
            <a:pPr algn="l" rtl="0"/>
            <a:r>
              <a:rPr dirty="0" err="1"/>
              <a:t>Quindi</a:t>
            </a:r>
            <a:r>
              <a:rPr dirty="0"/>
              <a:t>, </a:t>
            </a:r>
            <a:r>
              <a:rPr dirty="0" err="1"/>
              <a:t>l'obiettivo</a:t>
            </a:r>
            <a:r>
              <a:rPr dirty="0"/>
              <a:t> </a:t>
            </a:r>
            <a:r>
              <a:rPr dirty="0" err="1"/>
              <a:t>dell'instradamento</a:t>
            </a:r>
            <a:r>
              <a:rPr dirty="0"/>
              <a:t> del </a:t>
            </a:r>
            <a:r>
              <a:rPr dirty="0" err="1"/>
              <a:t>percorso</a:t>
            </a:r>
            <a:r>
              <a:rPr dirty="0"/>
              <a:t> </a:t>
            </a:r>
            <a:r>
              <a:rPr dirty="0" err="1"/>
              <a:t>meno</a:t>
            </a:r>
            <a:r>
              <a:rPr dirty="0"/>
              <a:t> </a:t>
            </a:r>
            <a:r>
              <a:rPr dirty="0" err="1"/>
              <a:t>costoso</a:t>
            </a:r>
            <a:r>
              <a:rPr dirty="0"/>
              <a:t> è </a:t>
            </a:r>
            <a:r>
              <a:rPr dirty="0" err="1"/>
              <a:t>trovare</a:t>
            </a:r>
            <a:r>
              <a:rPr dirty="0"/>
              <a:t> il </a:t>
            </a:r>
            <a:r>
              <a:rPr dirty="0" err="1"/>
              <a:t>percorso</a:t>
            </a:r>
            <a:r>
              <a:rPr dirty="0"/>
              <a:t> </a:t>
            </a:r>
            <a:r>
              <a:rPr dirty="0" err="1"/>
              <a:t>meno</a:t>
            </a:r>
            <a:r>
              <a:rPr dirty="0"/>
              <a:t> </a:t>
            </a:r>
            <a:r>
              <a:rPr dirty="0" err="1"/>
              <a:t>costoso</a:t>
            </a:r>
            <a:r>
              <a:rPr dirty="0"/>
              <a:t> (o </a:t>
            </a:r>
            <a:r>
              <a:rPr dirty="0" err="1"/>
              <a:t>percorso</a:t>
            </a:r>
            <a:r>
              <a:rPr dirty="0"/>
              <a:t> </a:t>
            </a:r>
            <a:r>
              <a:rPr dirty="0" err="1"/>
              <a:t>meno</a:t>
            </a:r>
            <a:r>
              <a:rPr dirty="0"/>
              <a:t> </a:t>
            </a:r>
            <a:r>
              <a:rPr dirty="0" err="1"/>
              <a:t>costoso</a:t>
            </a:r>
            <a:r>
              <a:rPr dirty="0"/>
              <a:t>) da </a:t>
            </a:r>
            <a:r>
              <a:rPr dirty="0" err="1"/>
              <a:t>ciascun</a:t>
            </a:r>
            <a:r>
              <a:rPr dirty="0"/>
              <a:t> router di </a:t>
            </a:r>
            <a:r>
              <a:rPr dirty="0" err="1"/>
              <a:t>origine</a:t>
            </a:r>
            <a:r>
              <a:rPr dirty="0"/>
              <a:t> a </a:t>
            </a:r>
            <a:r>
              <a:rPr dirty="0" err="1"/>
              <a:t>ciascun</a:t>
            </a:r>
            <a:r>
              <a:rPr dirty="0"/>
              <a:t> router di </a:t>
            </a:r>
            <a:r>
              <a:rPr dirty="0" err="1"/>
              <a:t>destinazione</a:t>
            </a:r>
            <a:r>
              <a:rPr dirty="0"/>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10198-88D5-0D68-F5C0-FD46F6F5F022}"/>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EA6F9D61-ED08-ADD6-66D2-BA34CDFC9468}"/>
              </a:ext>
            </a:extLst>
          </p:cNvPr>
          <p:cNvSpPr>
            <a:spLocks noGrp="1" noChangeArrowheads="1"/>
          </p:cNvSpPr>
          <p:nvPr>
            <p:ph type="sldNum" sz="quarter" idx="5"/>
          </p:nvPr>
        </p:nvSpPr>
        <p:spPr>
          <a:ln/>
        </p:spPr>
        <p:txBody>
          <a:bodyPr/>
          <a:lstStyle/>
          <a:p>
            <a:pPr marL="0" marR="0" lvl="0" indent="0" algn="r" defTabSz="933450" rtl="0" eaLnBrk="1" fontAlgn="base" latinLnBrk="0" hangingPunct="1">
              <a:lnSpc>
                <a:spcPct val="100000"/>
              </a:lnSpc>
              <a:spcBef>
                <a:spcPct val="0"/>
              </a:spcBef>
              <a:spcAft>
                <a:spcPct val="0"/>
              </a:spcAft>
              <a:buClrTx/>
              <a:buSzTx/>
              <a:buFontTx/>
              <a:buNone/>
              <a:tabLst/>
              <a:defRPr/>
            </a:pPr>
            <a:fld id="{88A01D59-A05B-4E1C-A4DB-AA4D03037AA6}" type="slidenum">
              <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rPr>
              <a:pPr marL="0" marR="0" lvl="0" indent="0" algn="r" defTabSz="933450" rtl="0" eaLnBrk="1" fontAlgn="base" latinLnBrk="0" hangingPunct="1">
                <a:lnSpc>
                  <a:spcPct val="100000"/>
                </a:lnSpc>
                <a:spcBef>
                  <a:spcPct val="0"/>
                </a:spcBef>
                <a:spcAft>
                  <a:spcPct val="0"/>
                </a:spcAft>
                <a:buClrTx/>
                <a:buSzTx/>
                <a:buFontTx/>
                <a:buNone/>
                <a:tabLst/>
                <a:defRPr/>
              </a:pPr>
              <a:t>16</a:t>
            </a:fld>
            <a:endPar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endParaRPr>
          </a:p>
        </p:txBody>
      </p:sp>
      <p:sp>
        <p:nvSpPr>
          <p:cNvPr id="548866" name="Rectangle 2">
            <a:extLst>
              <a:ext uri="{FF2B5EF4-FFF2-40B4-BE49-F238E27FC236}">
                <a16:creationId xmlns:a16="http://schemas.microsoft.com/office/drawing/2014/main" id="{6835F1F6-0685-6B1E-3BD7-94DEE3647074}"/>
              </a:ext>
            </a:extLst>
          </p:cNvPr>
          <p:cNvSpPr>
            <a:spLocks noGrp="1" noRot="1" noChangeAspect="1" noChangeArrowheads="1" noTextEdit="1"/>
          </p:cNvSpPr>
          <p:nvPr>
            <p:ph type="sldImg"/>
          </p:nvPr>
        </p:nvSpPr>
        <p:spPr>
          <a:ln/>
        </p:spPr>
      </p:sp>
      <p:sp>
        <p:nvSpPr>
          <p:cNvPr id="548867" name="Rectangle 3">
            <a:extLst>
              <a:ext uri="{FF2B5EF4-FFF2-40B4-BE49-F238E27FC236}">
                <a16:creationId xmlns:a16="http://schemas.microsoft.com/office/drawing/2014/main" id="{559E7FB2-BDE8-E592-E723-DFB19C0577D8}"/>
              </a:ext>
            </a:extLst>
          </p:cNvPr>
          <p:cNvSpPr>
            <a:spLocks noGrp="1" noChangeArrowheads="1"/>
          </p:cNvSpPr>
          <p:nvPr>
            <p:ph type="body" idx="1"/>
          </p:nvPr>
        </p:nvSpPr>
        <p:spPr/>
        <p:txBody>
          <a:bodyPr/>
          <a:lstStyle/>
          <a:p>
            <a:endParaRPr lang="it-IT" altLang="it-IT"/>
          </a:p>
        </p:txBody>
      </p:sp>
    </p:spTree>
    <p:extLst>
      <p:ext uri="{BB962C8B-B14F-4D97-AF65-F5344CB8AC3E}">
        <p14:creationId xmlns:p14="http://schemas.microsoft.com/office/powerpoint/2010/main" val="749357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94B5B-7F03-89DE-3148-BE2C03C8D24F}"/>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B3CA465B-4CC9-5688-A633-9BC5EB24BFD6}"/>
              </a:ext>
            </a:extLst>
          </p:cNvPr>
          <p:cNvSpPr>
            <a:spLocks noGrp="1" noChangeArrowheads="1"/>
          </p:cNvSpPr>
          <p:nvPr>
            <p:ph type="sldNum" sz="quarter" idx="5"/>
          </p:nvPr>
        </p:nvSpPr>
        <p:spPr>
          <a:ln/>
        </p:spPr>
        <p:txBody>
          <a:bodyPr/>
          <a:lstStyle/>
          <a:p>
            <a:pPr marL="0" marR="0" lvl="0" indent="0" algn="r" defTabSz="933450" rtl="0" eaLnBrk="1" fontAlgn="base" latinLnBrk="0" hangingPunct="1">
              <a:lnSpc>
                <a:spcPct val="100000"/>
              </a:lnSpc>
              <a:spcBef>
                <a:spcPct val="0"/>
              </a:spcBef>
              <a:spcAft>
                <a:spcPct val="0"/>
              </a:spcAft>
              <a:buClrTx/>
              <a:buSzTx/>
              <a:buFontTx/>
              <a:buNone/>
              <a:tabLst/>
              <a:defRPr/>
            </a:pPr>
            <a:fld id="{F7AA4E9C-69A3-4EAE-B403-09BD521E9776}" type="slidenum">
              <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rPr>
              <a:pPr marL="0" marR="0" lvl="0" indent="0" algn="r" defTabSz="933450" rtl="0" eaLnBrk="1" fontAlgn="base" latinLnBrk="0" hangingPunct="1">
                <a:lnSpc>
                  <a:spcPct val="100000"/>
                </a:lnSpc>
                <a:spcBef>
                  <a:spcPct val="0"/>
                </a:spcBef>
                <a:spcAft>
                  <a:spcPct val="0"/>
                </a:spcAft>
                <a:buClrTx/>
                <a:buSzTx/>
                <a:buFontTx/>
                <a:buNone/>
                <a:tabLst/>
                <a:defRPr/>
              </a:pPr>
              <a:t>17</a:t>
            </a:fld>
            <a:endPar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endParaRPr>
          </a:p>
        </p:txBody>
      </p:sp>
      <p:sp>
        <p:nvSpPr>
          <p:cNvPr id="553986" name="Rectangle 2">
            <a:extLst>
              <a:ext uri="{FF2B5EF4-FFF2-40B4-BE49-F238E27FC236}">
                <a16:creationId xmlns:a16="http://schemas.microsoft.com/office/drawing/2014/main" id="{0BB6CD55-6543-A394-3E04-343E35BBC463}"/>
              </a:ext>
            </a:extLst>
          </p:cNvPr>
          <p:cNvSpPr>
            <a:spLocks noGrp="1" noRot="1" noChangeAspect="1" noChangeArrowheads="1" noTextEdit="1"/>
          </p:cNvSpPr>
          <p:nvPr>
            <p:ph type="sldImg"/>
          </p:nvPr>
        </p:nvSpPr>
        <p:spPr>
          <a:ln/>
        </p:spPr>
      </p:sp>
      <p:sp>
        <p:nvSpPr>
          <p:cNvPr id="553987" name="Rectangle 3">
            <a:extLst>
              <a:ext uri="{FF2B5EF4-FFF2-40B4-BE49-F238E27FC236}">
                <a16:creationId xmlns:a16="http://schemas.microsoft.com/office/drawing/2014/main" id="{413C0FDC-0C5B-CBCD-16EB-ABDBA1B4CFA6}"/>
              </a:ext>
            </a:extLst>
          </p:cNvPr>
          <p:cNvSpPr>
            <a:spLocks noGrp="1" noChangeArrowheads="1"/>
          </p:cNvSpPr>
          <p:nvPr>
            <p:ph type="body" idx="1"/>
          </p:nvPr>
        </p:nvSpPr>
        <p:spPr/>
        <p:txBody>
          <a:bodyPr/>
          <a:lstStyle/>
          <a:p>
            <a:endParaRPr lang="it-IT" altLang="it-IT"/>
          </a:p>
        </p:txBody>
      </p:sp>
    </p:spTree>
    <p:extLst>
      <p:ext uri="{BB962C8B-B14F-4D97-AF65-F5344CB8AC3E}">
        <p14:creationId xmlns:p14="http://schemas.microsoft.com/office/powerpoint/2010/main" val="1334616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0AD3-3817-658B-978E-4CFDA1D15C09}"/>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9E742B0A-A4D6-DE58-E256-E8A1FD22F243}"/>
              </a:ext>
            </a:extLst>
          </p:cNvPr>
          <p:cNvSpPr>
            <a:spLocks noGrp="1" noChangeArrowheads="1"/>
          </p:cNvSpPr>
          <p:nvPr>
            <p:ph type="sldNum" sz="quarter" idx="5"/>
          </p:nvPr>
        </p:nvSpPr>
        <p:spPr>
          <a:ln/>
        </p:spPr>
        <p:txBody>
          <a:bodyPr/>
          <a:lstStyle/>
          <a:p>
            <a:pPr marL="0" marR="0" lvl="0" indent="0" algn="r" defTabSz="933450" rtl="0" eaLnBrk="1" fontAlgn="base" latinLnBrk="0" hangingPunct="1">
              <a:lnSpc>
                <a:spcPct val="100000"/>
              </a:lnSpc>
              <a:spcBef>
                <a:spcPct val="0"/>
              </a:spcBef>
              <a:spcAft>
                <a:spcPct val="0"/>
              </a:spcAft>
              <a:buClrTx/>
              <a:buSzTx/>
              <a:buFontTx/>
              <a:buNone/>
              <a:tabLst/>
              <a:defRPr/>
            </a:pPr>
            <a:fld id="{D896F548-BBF8-4B77-8042-56568BF5A3E9}" type="slidenum">
              <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rPr>
              <a:pPr marL="0" marR="0" lvl="0" indent="0" algn="r" defTabSz="933450" rtl="0" eaLnBrk="1" fontAlgn="base" latinLnBrk="0" hangingPunct="1">
                <a:lnSpc>
                  <a:spcPct val="100000"/>
                </a:lnSpc>
                <a:spcBef>
                  <a:spcPct val="0"/>
                </a:spcBef>
                <a:spcAft>
                  <a:spcPct val="0"/>
                </a:spcAft>
                <a:buClrTx/>
                <a:buSzTx/>
                <a:buFontTx/>
                <a:buNone/>
                <a:tabLst/>
                <a:defRPr/>
              </a:pPr>
              <a:t>18</a:t>
            </a:fld>
            <a:endPar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endParaRPr>
          </a:p>
        </p:txBody>
      </p:sp>
      <p:sp>
        <p:nvSpPr>
          <p:cNvPr id="549890" name="Rectangle 2">
            <a:extLst>
              <a:ext uri="{FF2B5EF4-FFF2-40B4-BE49-F238E27FC236}">
                <a16:creationId xmlns:a16="http://schemas.microsoft.com/office/drawing/2014/main" id="{EC97F03D-B236-4E0A-F7DB-FAD7A521BA22}"/>
              </a:ext>
            </a:extLst>
          </p:cNvPr>
          <p:cNvSpPr>
            <a:spLocks noGrp="1" noRot="1" noChangeAspect="1" noChangeArrowheads="1" noTextEdit="1"/>
          </p:cNvSpPr>
          <p:nvPr>
            <p:ph type="sldImg"/>
          </p:nvPr>
        </p:nvSpPr>
        <p:spPr>
          <a:ln/>
        </p:spPr>
      </p:sp>
      <p:sp>
        <p:nvSpPr>
          <p:cNvPr id="549891" name="Rectangle 3">
            <a:extLst>
              <a:ext uri="{FF2B5EF4-FFF2-40B4-BE49-F238E27FC236}">
                <a16:creationId xmlns:a16="http://schemas.microsoft.com/office/drawing/2014/main" id="{A67A762E-DCE0-DF11-5552-A8E6207EAC09}"/>
              </a:ext>
            </a:extLst>
          </p:cNvPr>
          <p:cNvSpPr>
            <a:spLocks noGrp="1" noChangeArrowheads="1"/>
          </p:cNvSpPr>
          <p:nvPr>
            <p:ph type="body" idx="1"/>
          </p:nvPr>
        </p:nvSpPr>
        <p:spPr/>
        <p:txBody>
          <a:bodyPr/>
          <a:lstStyle/>
          <a:p>
            <a:endParaRPr lang="it-IT" altLang="it-IT"/>
          </a:p>
        </p:txBody>
      </p:sp>
    </p:spTree>
    <p:extLst>
      <p:ext uri="{BB962C8B-B14F-4D97-AF65-F5344CB8AC3E}">
        <p14:creationId xmlns:p14="http://schemas.microsoft.com/office/powerpoint/2010/main" val="1111383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00CAC-4476-38E4-1A58-48E46477473C}"/>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EE306C68-3C07-BDEC-C0D1-6EA42C54BF77}"/>
              </a:ext>
            </a:extLst>
          </p:cNvPr>
          <p:cNvSpPr>
            <a:spLocks noGrp="1" noChangeArrowheads="1"/>
          </p:cNvSpPr>
          <p:nvPr>
            <p:ph type="sldNum" sz="quarter" idx="5"/>
          </p:nvPr>
        </p:nvSpPr>
        <p:spPr>
          <a:ln/>
        </p:spPr>
        <p:txBody>
          <a:bodyPr/>
          <a:lstStyle/>
          <a:p>
            <a:pPr marL="0" marR="0" lvl="0" indent="0" algn="r" defTabSz="933450" rtl="0" eaLnBrk="1" fontAlgn="base" latinLnBrk="0" hangingPunct="1">
              <a:lnSpc>
                <a:spcPct val="100000"/>
              </a:lnSpc>
              <a:spcBef>
                <a:spcPct val="0"/>
              </a:spcBef>
              <a:spcAft>
                <a:spcPct val="0"/>
              </a:spcAft>
              <a:buClrTx/>
              <a:buSzTx/>
              <a:buFontTx/>
              <a:buNone/>
              <a:tabLst/>
              <a:defRPr/>
            </a:pPr>
            <a:fld id="{0FF4969A-0B63-4B2E-AE34-646BCB618F63}" type="slidenum">
              <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rPr>
              <a:pPr marL="0" marR="0" lvl="0" indent="0" algn="r" defTabSz="933450" rtl="0" eaLnBrk="1" fontAlgn="base" latinLnBrk="0" hangingPunct="1">
                <a:lnSpc>
                  <a:spcPct val="100000"/>
                </a:lnSpc>
                <a:spcBef>
                  <a:spcPct val="0"/>
                </a:spcBef>
                <a:spcAft>
                  <a:spcPct val="0"/>
                </a:spcAft>
                <a:buClrTx/>
                <a:buSzTx/>
                <a:buFontTx/>
                <a:buNone/>
                <a:tabLst/>
                <a:defRPr/>
              </a:pPr>
              <a:t>19</a:t>
            </a:fld>
            <a:endPar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endParaRPr>
          </a:p>
        </p:txBody>
      </p:sp>
      <p:sp>
        <p:nvSpPr>
          <p:cNvPr id="550914" name="Rectangle 2">
            <a:extLst>
              <a:ext uri="{FF2B5EF4-FFF2-40B4-BE49-F238E27FC236}">
                <a16:creationId xmlns:a16="http://schemas.microsoft.com/office/drawing/2014/main" id="{2579D93B-BFE2-A8F5-7656-3DC575A48FD0}"/>
              </a:ext>
            </a:extLst>
          </p:cNvPr>
          <p:cNvSpPr>
            <a:spLocks noGrp="1" noRot="1" noChangeAspect="1" noChangeArrowheads="1" noTextEdit="1"/>
          </p:cNvSpPr>
          <p:nvPr>
            <p:ph type="sldImg"/>
          </p:nvPr>
        </p:nvSpPr>
        <p:spPr>
          <a:ln/>
        </p:spPr>
      </p:sp>
      <p:sp>
        <p:nvSpPr>
          <p:cNvPr id="550915" name="Rectangle 3">
            <a:extLst>
              <a:ext uri="{FF2B5EF4-FFF2-40B4-BE49-F238E27FC236}">
                <a16:creationId xmlns:a16="http://schemas.microsoft.com/office/drawing/2014/main" id="{47C1070F-C964-C53C-CA42-A122CE540447}"/>
              </a:ext>
            </a:extLst>
          </p:cNvPr>
          <p:cNvSpPr>
            <a:spLocks noGrp="1" noChangeArrowheads="1"/>
          </p:cNvSpPr>
          <p:nvPr>
            <p:ph type="body" idx="1"/>
          </p:nvPr>
        </p:nvSpPr>
        <p:spPr/>
        <p:txBody>
          <a:bodyPr/>
          <a:lstStyle/>
          <a:p>
            <a:endParaRPr lang="it-IT" altLang="it-IT"/>
          </a:p>
        </p:txBody>
      </p:sp>
    </p:spTree>
    <p:extLst>
      <p:ext uri="{BB962C8B-B14F-4D97-AF65-F5344CB8AC3E}">
        <p14:creationId xmlns:p14="http://schemas.microsoft.com/office/powerpoint/2010/main" val="1325022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31A8E-CD65-EDDE-B887-AB14EE9C7AF7}"/>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ED4DD70F-5BA9-8191-A823-4DCF74940476}"/>
              </a:ext>
            </a:extLst>
          </p:cNvPr>
          <p:cNvSpPr>
            <a:spLocks noGrp="1" noChangeArrowheads="1"/>
          </p:cNvSpPr>
          <p:nvPr>
            <p:ph type="sldNum" sz="quarter" idx="5"/>
          </p:nvPr>
        </p:nvSpPr>
        <p:spPr>
          <a:ln/>
        </p:spPr>
        <p:txBody>
          <a:bodyPr/>
          <a:lstStyle/>
          <a:p>
            <a:pPr marL="0" marR="0" lvl="0" indent="0" algn="r" defTabSz="933450" rtl="0" eaLnBrk="1" fontAlgn="base" latinLnBrk="0" hangingPunct="1">
              <a:lnSpc>
                <a:spcPct val="100000"/>
              </a:lnSpc>
              <a:spcBef>
                <a:spcPct val="0"/>
              </a:spcBef>
              <a:spcAft>
                <a:spcPct val="0"/>
              </a:spcAft>
              <a:buClrTx/>
              <a:buSzTx/>
              <a:buFontTx/>
              <a:buNone/>
              <a:tabLst/>
              <a:defRPr/>
            </a:pPr>
            <a:fld id="{797F62E2-DD5B-4488-8134-9408C1215E0B}" type="slidenum">
              <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rPr>
              <a:pPr marL="0" marR="0" lvl="0" indent="0" algn="r" defTabSz="933450" rtl="0" eaLnBrk="1" fontAlgn="base" latinLnBrk="0" hangingPunct="1">
                <a:lnSpc>
                  <a:spcPct val="100000"/>
                </a:lnSpc>
                <a:spcBef>
                  <a:spcPct val="0"/>
                </a:spcBef>
                <a:spcAft>
                  <a:spcPct val="0"/>
                </a:spcAft>
                <a:buClrTx/>
                <a:buSzTx/>
                <a:buFontTx/>
                <a:buNone/>
                <a:tabLst/>
                <a:defRPr/>
              </a:pPr>
              <a:t>20</a:t>
            </a:fld>
            <a:endPar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endParaRPr>
          </a:p>
        </p:txBody>
      </p:sp>
      <p:sp>
        <p:nvSpPr>
          <p:cNvPr id="551938" name="Rectangle 2">
            <a:extLst>
              <a:ext uri="{FF2B5EF4-FFF2-40B4-BE49-F238E27FC236}">
                <a16:creationId xmlns:a16="http://schemas.microsoft.com/office/drawing/2014/main" id="{62172D48-26AD-3855-B4FB-711322685691}"/>
              </a:ext>
            </a:extLst>
          </p:cNvPr>
          <p:cNvSpPr>
            <a:spLocks noGrp="1" noRot="1" noChangeAspect="1" noChangeArrowheads="1" noTextEdit="1"/>
          </p:cNvSpPr>
          <p:nvPr>
            <p:ph type="sldImg"/>
          </p:nvPr>
        </p:nvSpPr>
        <p:spPr>
          <a:ln/>
        </p:spPr>
      </p:sp>
      <p:sp>
        <p:nvSpPr>
          <p:cNvPr id="551939" name="Rectangle 3">
            <a:extLst>
              <a:ext uri="{FF2B5EF4-FFF2-40B4-BE49-F238E27FC236}">
                <a16:creationId xmlns:a16="http://schemas.microsoft.com/office/drawing/2014/main" id="{6E8E22D6-FB4A-701E-04E6-907C1F52CA71}"/>
              </a:ext>
            </a:extLst>
          </p:cNvPr>
          <p:cNvSpPr>
            <a:spLocks noGrp="1" noChangeArrowheads="1"/>
          </p:cNvSpPr>
          <p:nvPr>
            <p:ph type="body" idx="1"/>
          </p:nvPr>
        </p:nvSpPr>
        <p:spPr/>
        <p:txBody>
          <a:bodyPr/>
          <a:lstStyle/>
          <a:p>
            <a:endParaRPr lang="it-IT" altLang="it-IT" dirty="0"/>
          </a:p>
        </p:txBody>
      </p:sp>
    </p:spTree>
    <p:extLst>
      <p:ext uri="{BB962C8B-B14F-4D97-AF65-F5344CB8AC3E}">
        <p14:creationId xmlns:p14="http://schemas.microsoft.com/office/powerpoint/2010/main" val="1599177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C0F6F-6512-774E-F81E-BF73704E5470}"/>
            </a:ext>
          </a:extLst>
        </p:cNvPr>
        <p:cNvGrpSpPr/>
        <p:nvPr/>
      </p:nvGrpSpPr>
      <p:grpSpPr>
        <a:xfrm>
          <a:off x="0" y="0"/>
          <a:ext cx="0" cy="0"/>
          <a:chOff x="0" y="0"/>
          <a:chExt cx="0" cy="0"/>
        </a:xfrm>
      </p:grpSpPr>
      <p:sp>
        <p:nvSpPr>
          <p:cNvPr id="5" name="Rectangle 7">
            <a:extLst>
              <a:ext uri="{FF2B5EF4-FFF2-40B4-BE49-F238E27FC236}">
                <a16:creationId xmlns:a16="http://schemas.microsoft.com/office/drawing/2014/main" id="{96CF7177-24C9-BCC3-6189-F42817941417}"/>
              </a:ext>
            </a:extLst>
          </p:cNvPr>
          <p:cNvSpPr>
            <a:spLocks noGrp="1" noChangeArrowheads="1"/>
          </p:cNvSpPr>
          <p:nvPr>
            <p:ph type="sldNum" sz="quarter" idx="5"/>
          </p:nvPr>
        </p:nvSpPr>
        <p:spPr>
          <a:ln/>
        </p:spPr>
        <p:txBody>
          <a:bodyPr/>
          <a:lstStyle/>
          <a:p>
            <a:pPr marL="0" marR="0" lvl="0" indent="0" algn="r" defTabSz="933450" rtl="0" eaLnBrk="1" fontAlgn="base" latinLnBrk="0" hangingPunct="1">
              <a:lnSpc>
                <a:spcPct val="100000"/>
              </a:lnSpc>
              <a:spcBef>
                <a:spcPct val="0"/>
              </a:spcBef>
              <a:spcAft>
                <a:spcPct val="0"/>
              </a:spcAft>
              <a:buClrTx/>
              <a:buSzTx/>
              <a:buFontTx/>
              <a:buNone/>
              <a:tabLst/>
              <a:defRPr/>
            </a:pPr>
            <a:fld id="{0089E7E7-EEE6-4E33-BABB-901CB96549B7}" type="slidenum">
              <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rPr>
              <a:pPr marL="0" marR="0" lvl="0" indent="0" algn="r" defTabSz="933450" rtl="0" eaLnBrk="1" fontAlgn="base" latinLnBrk="0" hangingPunct="1">
                <a:lnSpc>
                  <a:spcPct val="100000"/>
                </a:lnSpc>
                <a:spcBef>
                  <a:spcPct val="0"/>
                </a:spcBef>
                <a:spcAft>
                  <a:spcPct val="0"/>
                </a:spcAft>
                <a:buClrTx/>
                <a:buSzTx/>
                <a:buFontTx/>
                <a:buNone/>
                <a:tabLst/>
                <a:defRPr/>
              </a:pPr>
              <a:t>21</a:t>
            </a:fld>
            <a:endParaRPr kumimoji="0" lang="en-US" altLang="it-IT" sz="1200" b="0" i="0" u="none" strike="noStrike" kern="1200" cap="none" spc="0" normalizeH="0" baseline="0" noProof="0">
              <a:ln>
                <a:noFill/>
              </a:ln>
              <a:solidFill>
                <a:srgbClr val="000000"/>
              </a:solidFill>
              <a:effectLst/>
              <a:uLnTx/>
              <a:uFillTx/>
              <a:latin typeface="Arial" panose="020B0604020202020204" pitchFamily="34" charset="0"/>
              <a:ea typeface="+mn-ea"/>
              <a:cs typeface="+mn-cs"/>
              <a:sym typeface="Gill Sans"/>
            </a:endParaRPr>
          </a:p>
        </p:txBody>
      </p:sp>
      <p:sp>
        <p:nvSpPr>
          <p:cNvPr id="552962" name="Rectangle 2">
            <a:extLst>
              <a:ext uri="{FF2B5EF4-FFF2-40B4-BE49-F238E27FC236}">
                <a16:creationId xmlns:a16="http://schemas.microsoft.com/office/drawing/2014/main" id="{5DE069B3-2E31-2C87-09C9-7DC20D0795FB}"/>
              </a:ext>
            </a:extLst>
          </p:cNvPr>
          <p:cNvSpPr>
            <a:spLocks noGrp="1" noRot="1" noChangeAspect="1" noChangeArrowheads="1" noTextEdit="1"/>
          </p:cNvSpPr>
          <p:nvPr>
            <p:ph type="sldImg"/>
          </p:nvPr>
        </p:nvSpPr>
        <p:spPr>
          <a:ln/>
        </p:spPr>
      </p:sp>
      <p:sp>
        <p:nvSpPr>
          <p:cNvPr id="552963" name="Rectangle 3">
            <a:extLst>
              <a:ext uri="{FF2B5EF4-FFF2-40B4-BE49-F238E27FC236}">
                <a16:creationId xmlns:a16="http://schemas.microsoft.com/office/drawing/2014/main" id="{21A6547E-F02C-9AF1-3B3F-62769458240B}"/>
              </a:ext>
            </a:extLst>
          </p:cNvPr>
          <p:cNvSpPr>
            <a:spLocks noGrp="1" noChangeArrowheads="1"/>
          </p:cNvSpPr>
          <p:nvPr>
            <p:ph type="body" idx="1"/>
          </p:nvPr>
        </p:nvSpPr>
        <p:spPr/>
        <p:txBody>
          <a:bodyPr/>
          <a:lstStyle/>
          <a:p>
            <a:endParaRPr lang="it-IT" altLang="it-IT"/>
          </a:p>
        </p:txBody>
      </p:sp>
    </p:spTree>
    <p:extLst>
      <p:ext uri="{BB962C8B-B14F-4D97-AF65-F5344CB8AC3E}">
        <p14:creationId xmlns:p14="http://schemas.microsoft.com/office/powerpoint/2010/main" val="274032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imes New Roman" panose="02020603050405020304" pitchFamily="18" charset="0"/>
                <a:ea typeface="+mn-ea"/>
                <a:cs typeface="+mn-cs"/>
              </a:rPr>
              <a:t>FRRouting (FRR) operates as a suite of modular daemons that handle routing protocols and forwarding on Linux systems.</a:t>
            </a:r>
          </a:p>
          <a:p>
            <a:r>
              <a:rPr lang="fr-FR" sz="1200" b="0" i="0" kern="1200" dirty="0">
                <a:solidFill>
                  <a:schemeClr val="tx1"/>
                </a:solidFill>
                <a:effectLst/>
                <a:latin typeface="Times New Roman" panose="02020603050405020304" pitchFamily="18" charset="0"/>
                <a:ea typeface="+mn-ea"/>
                <a:cs typeface="+mn-cs"/>
              </a:rPr>
              <a:t>FRR uses </a:t>
            </a:r>
            <a:r>
              <a:rPr lang="fr-FR" sz="1200" b="1" i="0" kern="1200" dirty="0">
                <a:solidFill>
                  <a:schemeClr val="tx1"/>
                </a:solidFill>
                <a:effectLst/>
                <a:latin typeface="Times New Roman" panose="02020603050405020304" pitchFamily="18" charset="0"/>
                <a:ea typeface="+mn-ea"/>
                <a:cs typeface="+mn-cs"/>
              </a:rPr>
              <a:t>zebra</a:t>
            </a:r>
            <a:r>
              <a:rPr lang="fr-FR" sz="1200" b="0" i="0" kern="1200" dirty="0">
                <a:solidFill>
                  <a:schemeClr val="tx1"/>
                </a:solidFill>
                <a:effectLst/>
                <a:latin typeface="Times New Roman" panose="02020603050405020304" pitchFamily="18" charset="0"/>
                <a:ea typeface="+mn-ea"/>
                <a:cs typeface="+mn-cs"/>
              </a:rPr>
              <a:t> as the central routing information base (RIB) manager and forwarding daemon. </a:t>
            </a:r>
            <a:endParaRPr lang="en-CH" sz="1200" b="0" i="0" kern="1200" dirty="0">
              <a:solidFill>
                <a:schemeClr val="tx1"/>
              </a:solidFill>
              <a:effectLst/>
              <a:latin typeface="Times New Roman" panose="02020603050405020304" pitchFamily="18" charset="0"/>
              <a:ea typeface="+mn-ea"/>
              <a:cs typeface="+mn-cs"/>
            </a:endParaRPr>
          </a:p>
          <a:p>
            <a:r>
              <a:rPr lang="fr-FR" sz="1200" b="0" i="0" kern="1200" dirty="0">
                <a:solidFill>
                  <a:schemeClr val="tx1"/>
                </a:solidFill>
                <a:effectLst/>
                <a:latin typeface="Times New Roman" panose="02020603050405020304" pitchFamily="18" charset="0"/>
                <a:ea typeface="+mn-ea"/>
                <a:cs typeface="+mn-cs"/>
              </a:rPr>
              <a:t>Protocol-specific daemons like </a:t>
            </a:r>
            <a:r>
              <a:rPr lang="fr-FR" sz="1200" b="1" i="0" kern="1200" dirty="0">
                <a:solidFill>
                  <a:schemeClr val="tx1"/>
                </a:solidFill>
                <a:effectLst/>
                <a:latin typeface="Times New Roman" panose="02020603050405020304" pitchFamily="18" charset="0"/>
                <a:ea typeface="+mn-ea"/>
                <a:cs typeface="+mn-cs"/>
              </a:rPr>
              <a:t>bgpd</a:t>
            </a:r>
            <a:r>
              <a:rPr lang="fr-FR" sz="1200" b="0" i="0" kern="1200" dirty="0">
                <a:solidFill>
                  <a:schemeClr val="tx1"/>
                </a:solidFill>
                <a:effectLst/>
                <a:latin typeface="Times New Roman" panose="02020603050405020304" pitchFamily="18" charset="0"/>
                <a:ea typeface="+mn-ea"/>
                <a:cs typeface="+mn-cs"/>
              </a:rPr>
              <a:t> (BGP), </a:t>
            </a:r>
            <a:r>
              <a:rPr lang="fr-FR" sz="1200" b="1" i="0" kern="1200" dirty="0">
                <a:solidFill>
                  <a:schemeClr val="tx1"/>
                </a:solidFill>
                <a:effectLst/>
                <a:latin typeface="Times New Roman" panose="02020603050405020304" pitchFamily="18" charset="0"/>
                <a:ea typeface="+mn-ea"/>
                <a:cs typeface="+mn-cs"/>
              </a:rPr>
              <a:t>ospfd</a:t>
            </a:r>
            <a:r>
              <a:rPr lang="fr-FR" sz="1200" b="0" i="0" kern="1200" dirty="0">
                <a:solidFill>
                  <a:schemeClr val="tx1"/>
                </a:solidFill>
                <a:effectLst/>
                <a:latin typeface="Times New Roman" panose="02020603050405020304" pitchFamily="18" charset="0"/>
                <a:ea typeface="+mn-ea"/>
                <a:cs typeface="+mn-cs"/>
              </a:rPr>
              <a:t> (OSPF), or </a:t>
            </a:r>
            <a:r>
              <a:rPr lang="fr-FR" sz="1200" b="1" i="0" kern="1200" dirty="0">
                <a:solidFill>
                  <a:schemeClr val="tx1"/>
                </a:solidFill>
                <a:effectLst/>
                <a:latin typeface="Times New Roman" panose="02020603050405020304" pitchFamily="18" charset="0"/>
                <a:ea typeface="+mn-ea"/>
                <a:cs typeface="+mn-cs"/>
              </a:rPr>
              <a:t>ripd</a:t>
            </a:r>
            <a:r>
              <a:rPr lang="fr-FR" sz="1200" b="0" i="0" kern="1200" dirty="0">
                <a:solidFill>
                  <a:schemeClr val="tx1"/>
                </a:solidFill>
                <a:effectLst/>
                <a:latin typeface="Times New Roman" panose="02020603050405020304" pitchFamily="18" charset="0"/>
                <a:ea typeface="+mn-ea"/>
                <a:cs typeface="+mn-cs"/>
              </a:rPr>
              <a:t> exchange routes with peers and update zebra via a proprietary protocol.</a:t>
            </a:r>
          </a:p>
          <a:p>
            <a:endParaRPr lang="en-CH" sz="1200" b="0" i="0" kern="1200" dirty="0">
              <a:solidFill>
                <a:schemeClr val="tx1"/>
              </a:solidFill>
              <a:effectLst/>
              <a:latin typeface="Times New Roman" panose="02020603050405020304" pitchFamily="18" charset="0"/>
              <a:ea typeface="+mn-ea"/>
              <a:cs typeface="+mn-cs"/>
            </a:endParaRPr>
          </a:p>
          <a:p>
            <a:r>
              <a:rPr lang="fr-FR" sz="1200" b="0" i="0" kern="1200" dirty="0">
                <a:solidFill>
                  <a:schemeClr val="tx1"/>
                </a:solidFill>
                <a:effectLst/>
                <a:latin typeface="Times New Roman" panose="02020603050405020304" pitchFamily="18" charset="0"/>
                <a:ea typeface="+mn-ea"/>
                <a:cs typeface="+mn-cs"/>
              </a:rPr>
              <a:t>Daemons run as independent processes controlled by /etc/frr/daemons, where you enable them (e.g., bgpd=yes). </a:t>
            </a:r>
            <a:endParaRPr lang="en-CH" sz="1200" b="0" i="0" kern="1200" dirty="0">
              <a:solidFill>
                <a:schemeClr val="tx1"/>
              </a:solidFill>
              <a:effectLst/>
              <a:latin typeface="Times New Roman" panose="02020603050405020304" pitchFamily="18" charset="0"/>
              <a:ea typeface="+mn-ea"/>
              <a:cs typeface="+mn-cs"/>
            </a:endParaRPr>
          </a:p>
          <a:p>
            <a:r>
              <a:rPr lang="fr-FR" sz="1200" b="0" i="0" kern="1200" dirty="0">
                <a:solidFill>
                  <a:schemeClr val="tx1"/>
                </a:solidFill>
                <a:effectLst/>
                <a:latin typeface="Times New Roman" panose="02020603050405020304" pitchFamily="18" charset="0"/>
                <a:ea typeface="+mn-ea"/>
                <a:cs typeface="+mn-cs"/>
              </a:rPr>
              <a:t>They load configs from files like frr.conf or per-daemon files.</a:t>
            </a:r>
          </a:p>
          <a:p>
            <a:endParaRPr lang="en-CH" sz="1200" b="0" i="0" kern="1200" dirty="0">
              <a:solidFill>
                <a:schemeClr val="tx1"/>
              </a:solidFill>
              <a:effectLst/>
              <a:latin typeface="Times New Roman" panose="02020603050405020304" pitchFamily="18" charset="0"/>
              <a:ea typeface="+mn-ea"/>
              <a:cs typeface="+mn-cs"/>
            </a:endParaRPr>
          </a:p>
          <a:p>
            <a:r>
              <a:rPr lang="fr-FR" sz="1200" b="0" i="0" kern="1200" dirty="0">
                <a:solidFill>
                  <a:schemeClr val="tx1"/>
                </a:solidFill>
                <a:effectLst/>
                <a:latin typeface="Times New Roman" panose="02020603050405020304" pitchFamily="18" charset="0"/>
                <a:ea typeface="+mn-ea"/>
                <a:cs typeface="+mn-cs"/>
              </a:rPr>
              <a:t>Workflow</a:t>
            </a:r>
          </a:p>
          <a:p>
            <a:r>
              <a:rPr lang="fr-FR" sz="1200" b="0" i="0" kern="1200" dirty="0">
                <a:solidFill>
                  <a:schemeClr val="tx1"/>
                </a:solidFill>
                <a:effectLst/>
                <a:latin typeface="Times New Roman" panose="02020603050405020304" pitchFamily="18" charset="0"/>
                <a:ea typeface="+mn-ea"/>
                <a:cs typeface="+mn-cs"/>
              </a:rPr>
              <a:t>Protocol daemons learn routes via their protocols</a:t>
            </a:r>
            <a:r>
              <a:rPr lang="en-CH" sz="1200" b="0" i="0" kern="1200" dirty="0">
                <a:solidFill>
                  <a:schemeClr val="tx1"/>
                </a:solidFill>
                <a:effectLst/>
                <a:latin typeface="Times New Roman" panose="02020603050405020304" pitchFamily="18" charset="0"/>
                <a:ea typeface="+mn-ea"/>
                <a:cs typeface="+mn-cs"/>
              </a:rPr>
              <a:t>.</a:t>
            </a:r>
            <a:r>
              <a:rPr lang="fr-FR" sz="1200" b="0" i="0" kern="1200" dirty="0">
                <a:solidFill>
                  <a:schemeClr val="tx1"/>
                </a:solidFill>
                <a:effectLst/>
                <a:latin typeface="Times New Roman" panose="02020603050405020304" pitchFamily="18" charset="0"/>
                <a:ea typeface="+mn-ea"/>
                <a:cs typeface="+mn-cs"/>
              </a:rPr>
              <a:t> </a:t>
            </a:r>
          </a:p>
          <a:p>
            <a:r>
              <a:rPr lang="fr-FR" sz="1200" b="0" i="0" kern="1200" dirty="0">
                <a:solidFill>
                  <a:schemeClr val="tx1"/>
                </a:solidFill>
                <a:effectLst/>
                <a:latin typeface="Times New Roman" panose="02020603050405020304" pitchFamily="18" charset="0"/>
                <a:ea typeface="+mn-ea"/>
                <a:cs typeface="+mn-cs"/>
              </a:rPr>
              <a:t>They push validated routes to zebra's RIB.</a:t>
            </a:r>
          </a:p>
          <a:p>
            <a:r>
              <a:rPr lang="fr-FR" sz="1200" b="0" i="0" kern="1200" dirty="0">
                <a:solidFill>
                  <a:schemeClr val="tx1"/>
                </a:solidFill>
                <a:effectLst/>
                <a:latin typeface="Times New Roman" panose="02020603050405020304" pitchFamily="18" charset="0"/>
                <a:ea typeface="+mn-ea"/>
                <a:cs typeface="+mn-cs"/>
              </a:rPr>
              <a:t>Zebra installs best routes into the kernel FIB via netlink and handles redistribution between protocols</a:t>
            </a:r>
          </a:p>
          <a:p>
            <a:endParaRPr lang="en-CH" dirty="0"/>
          </a:p>
        </p:txBody>
      </p:sp>
      <p:sp>
        <p:nvSpPr>
          <p:cNvPr id="4" name="Slide Number Placeholder 3"/>
          <p:cNvSpPr>
            <a:spLocks noGrp="1"/>
          </p:cNvSpPr>
          <p:nvPr>
            <p:ph type="sldNum" sz="quarter" idx="5"/>
          </p:nvPr>
        </p:nvSpPr>
        <p:spPr/>
        <p:txBody>
          <a:bodyPr/>
          <a:lstStyle/>
          <a:p>
            <a:fld id="{8A993CE1-E533-6241-A4AC-CB90B8224EFE}" type="slidenum">
              <a:rPr lang="en-US" altLang="en-IT" smtClean="0"/>
              <a:pPr/>
              <a:t>31</a:t>
            </a:fld>
            <a:endParaRPr lang="en-US" altLang="en-IT"/>
          </a:p>
        </p:txBody>
      </p:sp>
    </p:spTree>
    <p:extLst>
      <p:ext uri="{BB962C8B-B14F-4D97-AF65-F5344CB8AC3E}">
        <p14:creationId xmlns:p14="http://schemas.microsoft.com/office/powerpoint/2010/main" val="2653028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imes New Roman" panose="02020603050405020304" pitchFamily="18" charset="0"/>
                <a:ea typeface="+mn-ea"/>
                <a:cs typeface="+mn-cs"/>
              </a:rPr>
              <a:t>“prefix‑list defaults” and “access‑list defaults” refer to FRR’s behavior when no explicit permit/deny rule matches; “traditional” means using FRR’s classic Cisco‑like semantics where lists </a:t>
            </a:r>
            <a:r>
              <a:rPr lang="fr-FR" sz="1200" b="1" i="0" kern="1200" dirty="0">
                <a:solidFill>
                  <a:schemeClr val="tx1"/>
                </a:solidFill>
                <a:effectLst/>
                <a:latin typeface="Times New Roman" panose="02020603050405020304" pitchFamily="18" charset="0"/>
                <a:ea typeface="+mn-ea"/>
                <a:cs typeface="+mn-cs"/>
              </a:rPr>
              <a:t>default</a:t>
            </a:r>
            <a:r>
              <a:rPr lang="fr-FR" sz="1200" b="0" i="0" kern="1200" dirty="0">
                <a:solidFill>
                  <a:schemeClr val="tx1"/>
                </a:solidFill>
                <a:effectLst/>
                <a:latin typeface="Times New Roman" panose="02020603050405020304" pitchFamily="18" charset="0"/>
                <a:ea typeface="+mn-ea"/>
                <a:cs typeface="+mn-cs"/>
              </a:rPr>
              <a:t> to deny unless a rule permits traffic.</a:t>
            </a:r>
            <a:endParaRPr lang="en-CH" dirty="0"/>
          </a:p>
        </p:txBody>
      </p:sp>
      <p:sp>
        <p:nvSpPr>
          <p:cNvPr id="4" name="Slide Number Placeholder 3"/>
          <p:cNvSpPr>
            <a:spLocks noGrp="1"/>
          </p:cNvSpPr>
          <p:nvPr>
            <p:ph type="sldNum" sz="quarter" idx="5"/>
          </p:nvPr>
        </p:nvSpPr>
        <p:spPr/>
        <p:txBody>
          <a:bodyPr/>
          <a:lstStyle/>
          <a:p>
            <a:fld id="{8A993CE1-E533-6241-A4AC-CB90B8224EFE}" type="slidenum">
              <a:rPr lang="en-US" altLang="en-IT" smtClean="0"/>
              <a:pPr/>
              <a:t>41</a:t>
            </a:fld>
            <a:endParaRPr lang="en-US" altLang="en-IT"/>
          </a:p>
        </p:txBody>
      </p:sp>
    </p:spTree>
    <p:extLst>
      <p:ext uri="{BB962C8B-B14F-4D97-AF65-F5344CB8AC3E}">
        <p14:creationId xmlns:p14="http://schemas.microsoft.com/office/powerpoint/2010/main" val="779975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8A993CE1-E533-6241-A4AC-CB90B8224EFE}" type="slidenum">
              <a:rPr lang="en-US" altLang="en-IT" smtClean="0"/>
              <a:pPr/>
              <a:t>42</a:t>
            </a:fld>
            <a:endParaRPr lang="en-US" altLang="en-IT"/>
          </a:p>
        </p:txBody>
      </p:sp>
    </p:spTree>
    <p:extLst>
      <p:ext uri="{BB962C8B-B14F-4D97-AF65-F5344CB8AC3E}">
        <p14:creationId xmlns:p14="http://schemas.microsoft.com/office/powerpoint/2010/main" val="39626726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F7DC01A-80A5-9831-082C-523820790F25}"/>
              </a:ext>
            </a:extLst>
          </p:cNvPr>
          <p:cNvSpPr>
            <a:spLocks noGrp="1" noChangeArrowheads="1"/>
          </p:cNvSpPr>
          <p:nvPr>
            <p:ph type="sldNum" sz="quarter" idx="5"/>
          </p:nvPr>
        </p:nvSpPr>
        <p:spPr>
          <a:ln/>
        </p:spPr>
        <p:txBody>
          <a:bodyPr/>
          <a:lstStyle/>
          <a:p>
            <a:fld id="{CD64C509-E6DF-7E42-9D95-A401FACF089C}" type="slidenum">
              <a:rPr lang="en-US" altLang="en-IT"/>
              <a:pPr/>
              <a:t>43</a:t>
            </a:fld>
            <a:endParaRPr lang="en-US" altLang="en-IT"/>
          </a:p>
        </p:txBody>
      </p:sp>
      <p:sp>
        <p:nvSpPr>
          <p:cNvPr id="360450" name="Rectangle 2">
            <a:extLst>
              <a:ext uri="{FF2B5EF4-FFF2-40B4-BE49-F238E27FC236}">
                <a16:creationId xmlns:a16="http://schemas.microsoft.com/office/drawing/2014/main" id="{B35D1F13-E2E3-EE8B-1BB6-704142F03703}"/>
              </a:ext>
            </a:extLst>
          </p:cNvPr>
          <p:cNvSpPr>
            <a:spLocks noGrp="1" noRot="1" noChangeAspect="1" noChangeArrowheads="1" noTextEdit="1"/>
          </p:cNvSpPr>
          <p:nvPr>
            <p:ph type="sldImg"/>
          </p:nvPr>
        </p:nvSpPr>
        <p:spPr>
          <a:ln/>
        </p:spPr>
      </p:sp>
      <p:sp>
        <p:nvSpPr>
          <p:cNvPr id="360451" name="Rectangle 3">
            <a:extLst>
              <a:ext uri="{FF2B5EF4-FFF2-40B4-BE49-F238E27FC236}">
                <a16:creationId xmlns:a16="http://schemas.microsoft.com/office/drawing/2014/main" id="{51424E5B-12CA-03FC-A492-4EDCC8729AE4}"/>
              </a:ext>
            </a:extLst>
          </p:cNvPr>
          <p:cNvSpPr>
            <a:spLocks noGrp="1" noChangeArrowheads="1"/>
          </p:cNvSpPr>
          <p:nvPr>
            <p:ph type="body" idx="1"/>
          </p:nvPr>
        </p:nvSpPr>
        <p:spPr/>
        <p:txBody>
          <a:bodyPr/>
          <a:lstStyle/>
          <a:p>
            <a:endParaRPr lang="it-IT" altLang="en-IT"/>
          </a:p>
        </p:txBody>
      </p:sp>
    </p:spTree>
    <p:extLst>
      <p:ext uri="{BB962C8B-B14F-4D97-AF65-F5344CB8AC3E}">
        <p14:creationId xmlns:p14="http://schemas.microsoft.com/office/powerpoint/2010/main" val="21779002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lab">
    <p:spTree>
      <p:nvGrpSpPr>
        <p:cNvPr id="1" name=""/>
        <p:cNvGrpSpPr/>
        <p:nvPr/>
      </p:nvGrpSpPr>
      <p:grpSpPr>
        <a:xfrm>
          <a:off x="0" y="0"/>
          <a:ext cx="0" cy="0"/>
          <a:chOff x="0" y="0"/>
          <a:chExt cx="0" cy="0"/>
        </a:xfrm>
      </p:grpSpPr>
      <p:sp>
        <p:nvSpPr>
          <p:cNvPr id="304130" name="Rectangle 2"/>
          <p:cNvSpPr>
            <a:spLocks noGrp="1" noChangeArrowheads="1"/>
          </p:cNvSpPr>
          <p:nvPr>
            <p:ph type="ctrTitle"/>
          </p:nvPr>
        </p:nvSpPr>
        <p:spPr>
          <a:xfrm>
            <a:off x="914400" y="1988840"/>
            <a:ext cx="10363200" cy="866775"/>
          </a:xfrm>
        </p:spPr>
        <p:txBody>
          <a:bodyPr/>
          <a:lstStyle>
            <a:lvl1pPr>
              <a:defRPr sz="5400"/>
            </a:lvl1pPr>
          </a:lstStyle>
          <a:p>
            <a:r>
              <a:rPr lang="en-GB"/>
              <a:t>Click to edit Master title style</a:t>
            </a:r>
            <a:endParaRPr lang="it-IT" dirty="0"/>
          </a:p>
        </p:txBody>
      </p:sp>
      <p:sp>
        <p:nvSpPr>
          <p:cNvPr id="304131" name="Rectangle 3"/>
          <p:cNvSpPr>
            <a:spLocks noGrp="1" noChangeArrowheads="1"/>
          </p:cNvSpPr>
          <p:nvPr>
            <p:ph type="subTitle" idx="1"/>
          </p:nvPr>
        </p:nvSpPr>
        <p:spPr>
          <a:xfrm>
            <a:off x="1828800" y="2996952"/>
            <a:ext cx="8534400" cy="695325"/>
          </a:xfrm>
        </p:spPr>
        <p:txBody>
          <a:bodyPr/>
          <a:lstStyle>
            <a:lvl1pPr marL="0" indent="0" algn="ctr">
              <a:buFont typeface="Wingdings" pitchFamily="2" charset="2"/>
              <a:buNone/>
              <a:defRPr sz="2400"/>
            </a:lvl1pPr>
          </a:lstStyle>
          <a:p>
            <a:r>
              <a:rPr lang="en-GB"/>
              <a:t>Click to edit Master subtitle style</a:t>
            </a:r>
            <a:endParaRPr lang="it-IT" dirty="0"/>
          </a:p>
        </p:txBody>
      </p:sp>
      <p:pic>
        <p:nvPicPr>
          <p:cNvPr id="7" name="Picture 6" descr="A black background with a black square&#10;&#10;Description automatically generated with medium confidence">
            <a:extLst>
              <a:ext uri="{FF2B5EF4-FFF2-40B4-BE49-F238E27FC236}">
                <a16:creationId xmlns:a16="http://schemas.microsoft.com/office/drawing/2014/main" id="{7B150B1F-FA08-F63A-3429-F7F8A760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788" y="150788"/>
            <a:ext cx="4234565" cy="945842"/>
          </a:xfrm>
          <a:prstGeom prst="rect">
            <a:avLst/>
          </a:prstGeom>
        </p:spPr>
      </p:pic>
    </p:spTree>
    <p:extLst>
      <p:ext uri="{BB962C8B-B14F-4D97-AF65-F5344CB8AC3E}">
        <p14:creationId xmlns:p14="http://schemas.microsoft.com/office/powerpoint/2010/main" val="40372000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yrigh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400-AFF6-4FC9-8E2F-F363C6F6602C}"/>
              </a:ext>
            </a:extLst>
          </p:cNvPr>
          <p:cNvSpPr>
            <a:spLocks noGrp="1"/>
          </p:cNvSpPr>
          <p:nvPr>
            <p:ph type="title" hasCustomPrompt="1"/>
          </p:nvPr>
        </p:nvSpPr>
        <p:spPr/>
        <p:txBody>
          <a:bodyPr/>
          <a:lstStyle>
            <a:lvl1pPr>
              <a:defRPr/>
            </a:lvl1pPr>
          </a:lstStyle>
          <a:p>
            <a:r>
              <a:rPr lang="it-IT" altLang="it-IT" dirty="0"/>
              <a:t>copyright </a:t>
            </a:r>
            <a:r>
              <a:rPr lang="it-IT" altLang="it-IT" dirty="0" err="1"/>
              <a:t>notice</a:t>
            </a:r>
            <a:endParaRPr lang="it-IT" dirty="0"/>
          </a:p>
        </p:txBody>
      </p:sp>
      <p:sp>
        <p:nvSpPr>
          <p:cNvPr id="3" name="Date Placeholder 2">
            <a:extLst>
              <a:ext uri="{FF2B5EF4-FFF2-40B4-BE49-F238E27FC236}">
                <a16:creationId xmlns:a16="http://schemas.microsoft.com/office/drawing/2014/main" id="{AC95E1F6-EE88-4027-874C-C2A60CB4012A}"/>
              </a:ext>
            </a:extLst>
          </p:cNvPr>
          <p:cNvSpPr>
            <a:spLocks noGrp="1"/>
          </p:cNvSpPr>
          <p:nvPr>
            <p:ph type="dt" sz="half" idx="10"/>
          </p:nvPr>
        </p:nvSpPr>
        <p:spPr/>
        <p:txBody>
          <a:bodyPr/>
          <a:lstStyle/>
          <a:p>
            <a:r>
              <a:rPr lang="it-IT" altLang="en-IT"/>
              <a:t>last update: Oct 2023</a:t>
            </a:r>
          </a:p>
        </p:txBody>
      </p:sp>
      <p:sp>
        <p:nvSpPr>
          <p:cNvPr id="4" name="Footer Placeholder 3">
            <a:extLst>
              <a:ext uri="{FF2B5EF4-FFF2-40B4-BE49-F238E27FC236}">
                <a16:creationId xmlns:a16="http://schemas.microsoft.com/office/drawing/2014/main" id="{684B42B5-5FDC-4B42-887A-B68A97D000BE}"/>
              </a:ext>
            </a:extLst>
          </p:cNvPr>
          <p:cNvSpPr>
            <a:spLocks noGrp="1"/>
          </p:cNvSpPr>
          <p:nvPr>
            <p:ph type="ftr" sz="quarter" idx="11"/>
          </p:nvPr>
        </p:nvSpPr>
        <p:spPr/>
        <p:txBody>
          <a:bodyPr/>
          <a:lstStyle/>
          <a:p>
            <a:r>
              <a:rPr lang="it-IT" altLang="en-IT"/>
              <a:t>kathara – [ lab: frr ]</a:t>
            </a:r>
          </a:p>
        </p:txBody>
      </p:sp>
      <p:sp>
        <p:nvSpPr>
          <p:cNvPr id="5" name="Rectangle 3">
            <a:extLst>
              <a:ext uri="{FF2B5EF4-FFF2-40B4-BE49-F238E27FC236}">
                <a16:creationId xmlns:a16="http://schemas.microsoft.com/office/drawing/2014/main" id="{E9C412A2-966A-4BF2-921A-CFBA729795EE}"/>
              </a:ext>
            </a:extLst>
          </p:cNvPr>
          <p:cNvSpPr>
            <a:spLocks noGrp="1" noChangeArrowheads="1"/>
          </p:cNvSpPr>
          <p:nvPr>
            <p:ph type="body" idx="1"/>
          </p:nvPr>
        </p:nvSpPr>
        <p:spPr>
          <a:xfrm>
            <a:off x="609600" y="1412876"/>
            <a:ext cx="10972800" cy="4713288"/>
          </a:xfrm>
        </p:spPr>
        <p:txBody>
          <a:bodyPr/>
          <a:lstStyle/>
          <a:p>
            <a:pPr lvl="0" eaLnBrk="1" hangingPunct="1">
              <a:lnSpc>
                <a:spcPct val="80000"/>
              </a:lnSpc>
            </a:pPr>
            <a:r>
              <a:rPr lang="en-GB" altLang="it-IT" sz="1800"/>
              <a:t>Click to edit Master text styles</a:t>
            </a:r>
          </a:p>
          <a:p>
            <a:pPr lvl="1" eaLnBrk="1" hangingPunct="1">
              <a:lnSpc>
                <a:spcPct val="80000"/>
              </a:lnSpc>
            </a:pPr>
            <a:r>
              <a:rPr lang="en-GB" altLang="it-IT" sz="1800"/>
              <a:t>Second level</a:t>
            </a:r>
          </a:p>
          <a:p>
            <a:pPr lvl="2" eaLnBrk="1" hangingPunct="1">
              <a:lnSpc>
                <a:spcPct val="80000"/>
              </a:lnSpc>
            </a:pPr>
            <a:r>
              <a:rPr lang="en-GB" altLang="it-IT" sz="1800"/>
              <a:t>Third level</a:t>
            </a:r>
          </a:p>
          <a:p>
            <a:pPr lvl="3" eaLnBrk="1" hangingPunct="1">
              <a:lnSpc>
                <a:spcPct val="80000"/>
              </a:lnSpc>
            </a:pPr>
            <a:r>
              <a:rPr lang="en-GB" altLang="it-IT" sz="1800"/>
              <a:t>Fourth level</a:t>
            </a:r>
          </a:p>
          <a:p>
            <a:pPr lvl="4" eaLnBrk="1" hangingPunct="1">
              <a:lnSpc>
                <a:spcPct val="80000"/>
              </a:lnSpc>
            </a:pPr>
            <a:r>
              <a:rPr lang="en-GB" altLang="it-IT" sz="1800"/>
              <a:t>Fifth level</a:t>
            </a:r>
            <a:endParaRPr lang="it-IT" altLang="it-IT" sz="1800" dirty="0"/>
          </a:p>
        </p:txBody>
      </p:sp>
    </p:spTree>
    <p:extLst>
      <p:ext uri="{BB962C8B-B14F-4D97-AF65-F5344CB8AC3E}">
        <p14:creationId xmlns:p14="http://schemas.microsoft.com/office/powerpoint/2010/main" val="38357176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C402-67A5-4652-B395-80C3CFCC7964}"/>
              </a:ext>
            </a:extLst>
          </p:cNvPr>
          <p:cNvSpPr>
            <a:spLocks noGrp="1"/>
          </p:cNvSpPr>
          <p:nvPr>
            <p:ph type="title"/>
          </p:nvPr>
        </p:nvSpPr>
        <p:spPr>
          <a:xfrm>
            <a:off x="609600" y="2286000"/>
            <a:ext cx="10972800" cy="1143000"/>
          </a:xfrm>
        </p:spPr>
        <p:txBody>
          <a:bodyPr/>
          <a:lstStyle/>
          <a:p>
            <a:r>
              <a:rPr lang="en-GB"/>
              <a:t>Click to edit Master title style</a:t>
            </a:r>
            <a:endParaRPr lang="it-IT" dirty="0"/>
          </a:p>
        </p:txBody>
      </p:sp>
      <p:sp>
        <p:nvSpPr>
          <p:cNvPr id="3" name="Date Placeholder 2">
            <a:extLst>
              <a:ext uri="{FF2B5EF4-FFF2-40B4-BE49-F238E27FC236}">
                <a16:creationId xmlns:a16="http://schemas.microsoft.com/office/drawing/2014/main" id="{662A33B8-9C12-4DD4-B7A2-462DBDF9FD58}"/>
              </a:ext>
            </a:extLst>
          </p:cNvPr>
          <p:cNvSpPr>
            <a:spLocks noGrp="1"/>
          </p:cNvSpPr>
          <p:nvPr>
            <p:ph type="dt" sz="half" idx="10"/>
          </p:nvPr>
        </p:nvSpPr>
        <p:spPr/>
        <p:txBody>
          <a:bodyPr/>
          <a:lstStyle/>
          <a:p>
            <a:r>
              <a:rPr lang="it-IT" altLang="en-IT"/>
              <a:t>last update: Oct 2023</a:t>
            </a:r>
          </a:p>
        </p:txBody>
      </p:sp>
      <p:sp>
        <p:nvSpPr>
          <p:cNvPr id="4" name="Footer Placeholder 3">
            <a:extLst>
              <a:ext uri="{FF2B5EF4-FFF2-40B4-BE49-F238E27FC236}">
                <a16:creationId xmlns:a16="http://schemas.microsoft.com/office/drawing/2014/main" id="{5D054AC4-794D-4989-9E00-3CA5380BB33B}"/>
              </a:ext>
            </a:extLst>
          </p:cNvPr>
          <p:cNvSpPr>
            <a:spLocks noGrp="1"/>
          </p:cNvSpPr>
          <p:nvPr>
            <p:ph type="ftr" sz="quarter" idx="11"/>
          </p:nvPr>
        </p:nvSpPr>
        <p:spPr/>
        <p:txBody>
          <a:bodyPr/>
          <a:lstStyle/>
          <a:p>
            <a:r>
              <a:rPr lang="it-IT" altLang="en-IT"/>
              <a:t>kathara – [ lab: frr ]</a:t>
            </a:r>
          </a:p>
        </p:txBody>
      </p:sp>
      <p:sp>
        <p:nvSpPr>
          <p:cNvPr id="5" name="Rectangle 3">
            <a:extLst>
              <a:ext uri="{FF2B5EF4-FFF2-40B4-BE49-F238E27FC236}">
                <a16:creationId xmlns:a16="http://schemas.microsoft.com/office/drawing/2014/main" id="{EBE93C49-2746-445A-8FEE-BFD8EDF009A1}"/>
              </a:ext>
            </a:extLst>
          </p:cNvPr>
          <p:cNvSpPr>
            <a:spLocks noGrp="1" noChangeArrowheads="1"/>
          </p:cNvSpPr>
          <p:nvPr>
            <p:ph type="subTitle" idx="1"/>
          </p:nvPr>
        </p:nvSpPr>
        <p:spPr>
          <a:xfrm>
            <a:off x="1828800" y="3645024"/>
            <a:ext cx="8534400" cy="695325"/>
          </a:xfrm>
        </p:spPr>
        <p:txBody>
          <a:bodyPr/>
          <a:lstStyle>
            <a:lvl1pPr marL="0" indent="0" algn="ctr">
              <a:buFont typeface="Wingdings" pitchFamily="2" charset="2"/>
              <a:buNone/>
              <a:defRPr/>
            </a:lvl1pPr>
          </a:lstStyle>
          <a:p>
            <a:r>
              <a:rPr lang="en-GB"/>
              <a:t>Click to edit Master subtitle style</a:t>
            </a:r>
            <a:endParaRPr lang="it-IT" dirty="0"/>
          </a:p>
        </p:txBody>
      </p:sp>
    </p:spTree>
    <p:extLst>
      <p:ext uri="{BB962C8B-B14F-4D97-AF65-F5344CB8AC3E}">
        <p14:creationId xmlns:p14="http://schemas.microsoft.com/office/powerpoint/2010/main" val="636402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contenuto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01B5F34A-3762-4DC4-8521-3CCFBDBBB557}"/>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5" name="Rectangle 5">
            <a:extLst>
              <a:ext uri="{FF2B5EF4-FFF2-40B4-BE49-F238E27FC236}">
                <a16:creationId xmlns:a16="http://schemas.microsoft.com/office/drawing/2014/main" id="{5AD2D072-E423-4081-B786-4B5AABE6E907}"/>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2303522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contenuto 2"/>
          <p:cNvSpPr>
            <a:spLocks noGrp="1"/>
          </p:cNvSpPr>
          <p:nvPr>
            <p:ph sz="half" idx="1"/>
          </p:nvPr>
        </p:nvSpPr>
        <p:spPr>
          <a:xfrm>
            <a:off x="609600"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Segnaposto contenuto 3"/>
          <p:cNvSpPr>
            <a:spLocks noGrp="1"/>
          </p:cNvSpPr>
          <p:nvPr>
            <p:ph sz="half" idx="2"/>
          </p:nvPr>
        </p:nvSpPr>
        <p:spPr>
          <a:xfrm>
            <a:off x="6189786" y="1412875"/>
            <a:ext cx="5392615" cy="47132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Rectangle 4">
            <a:extLst>
              <a:ext uri="{FF2B5EF4-FFF2-40B4-BE49-F238E27FC236}">
                <a16:creationId xmlns:a16="http://schemas.microsoft.com/office/drawing/2014/main" id="{F0D3FD9D-035D-4317-87B9-2E07DC513C53}"/>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6" name="Rectangle 5">
            <a:extLst>
              <a:ext uri="{FF2B5EF4-FFF2-40B4-BE49-F238E27FC236}">
                <a16:creationId xmlns:a16="http://schemas.microsoft.com/office/drawing/2014/main" id="{0056CC62-4927-46CE-8071-12D4280A824B}"/>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3208996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Rectangle 4">
            <a:extLst>
              <a:ext uri="{FF2B5EF4-FFF2-40B4-BE49-F238E27FC236}">
                <a16:creationId xmlns:a16="http://schemas.microsoft.com/office/drawing/2014/main" id="{09E61840-3800-42E1-8104-908EC2290A80}"/>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4" name="Rectangle 5">
            <a:extLst>
              <a:ext uri="{FF2B5EF4-FFF2-40B4-BE49-F238E27FC236}">
                <a16:creationId xmlns:a16="http://schemas.microsoft.com/office/drawing/2014/main" id="{BBDBC235-FCC8-44F7-AF2D-D19BB003DF74}"/>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3250916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210B621-DDDB-4969-8052-9E481273EFD3}"/>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3" name="Rectangle 5">
            <a:extLst>
              <a:ext uri="{FF2B5EF4-FFF2-40B4-BE49-F238E27FC236}">
                <a16:creationId xmlns:a16="http://schemas.microsoft.com/office/drawing/2014/main" id="{DF427022-EF7C-4DDD-9245-E8A971AB8D5C}"/>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2797307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247" cy="1162050"/>
          </a:xfrm>
        </p:spPr>
        <p:txBody>
          <a:bodyPr anchor="b"/>
          <a:lstStyle>
            <a:lvl1pPr algn="l">
              <a:defRPr sz="2000" b="1"/>
            </a:lvl1pPr>
          </a:lstStyle>
          <a:p>
            <a:r>
              <a:rPr lang="en-GB"/>
              <a:t>Click to edit Master title style</a:t>
            </a:r>
            <a:endParaRPr lang="it-IT"/>
          </a:p>
        </p:txBody>
      </p:sp>
      <p:sp>
        <p:nvSpPr>
          <p:cNvPr id="3" name="Segnaposto contenuto 2"/>
          <p:cNvSpPr>
            <a:spLocks noGrp="1"/>
          </p:cNvSpPr>
          <p:nvPr>
            <p:ph idx="1"/>
          </p:nvPr>
        </p:nvSpPr>
        <p:spPr>
          <a:xfrm>
            <a:off x="4767386" y="273053"/>
            <a:ext cx="681501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Segnaposto testo 3"/>
          <p:cNvSpPr>
            <a:spLocks noGrp="1"/>
          </p:cNvSpPr>
          <p:nvPr>
            <p:ph type="body" sz="half" idx="2"/>
          </p:nvPr>
        </p:nvSpPr>
        <p:spPr>
          <a:xfrm>
            <a:off x="609601" y="1435103"/>
            <a:ext cx="4011247" cy="4691063"/>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B6B7462A-E94B-4E5C-AF83-8E8FA72FC515}"/>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6" name="Rectangle 5">
            <a:extLst>
              <a:ext uri="{FF2B5EF4-FFF2-40B4-BE49-F238E27FC236}">
                <a16:creationId xmlns:a16="http://schemas.microsoft.com/office/drawing/2014/main" id="{1ECA9AC3-825F-4AAC-8B76-9EC322D8ACC1}"/>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4199812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554" y="4800600"/>
            <a:ext cx="7315200" cy="566738"/>
          </a:xfrm>
        </p:spPr>
        <p:txBody>
          <a:bodyPr anchor="b"/>
          <a:lstStyle>
            <a:lvl1pPr algn="l">
              <a:defRPr sz="2000" b="1"/>
            </a:lvl1pPr>
          </a:lstStyle>
          <a:p>
            <a:r>
              <a:rPr lang="en-GB"/>
              <a:t>Click to edit Master title style</a:t>
            </a:r>
            <a:endParaRPr lang="it-IT"/>
          </a:p>
        </p:txBody>
      </p:sp>
      <p:sp>
        <p:nvSpPr>
          <p:cNvPr id="3" name="Segnaposto immagine 2"/>
          <p:cNvSpPr>
            <a:spLocks noGrp="1"/>
          </p:cNvSpPr>
          <p:nvPr>
            <p:ph type="pic" idx="1"/>
          </p:nvPr>
        </p:nvSpPr>
        <p:spPr>
          <a:xfrm>
            <a:off x="2389554" y="612775"/>
            <a:ext cx="7315200" cy="4114800"/>
          </a:xfrm>
        </p:spPr>
        <p:txBody>
          <a:bodyPr/>
          <a:lstStyle>
            <a:lvl1pPr marL="0" indent="0">
              <a:buNone/>
              <a:defRPr sz="3200"/>
            </a:lvl1pPr>
            <a:lvl2pPr marL="457212"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pPr lvl="0"/>
            <a:r>
              <a:rPr lang="en-GB" noProof="0"/>
              <a:t>Click icon to add picture</a:t>
            </a:r>
            <a:endParaRPr lang="it-IT" noProof="0"/>
          </a:p>
        </p:txBody>
      </p:sp>
      <p:sp>
        <p:nvSpPr>
          <p:cNvPr id="4" name="Segnaposto testo 3"/>
          <p:cNvSpPr>
            <a:spLocks noGrp="1"/>
          </p:cNvSpPr>
          <p:nvPr>
            <p:ph type="body" sz="half" idx="2"/>
          </p:nvPr>
        </p:nvSpPr>
        <p:spPr>
          <a:xfrm>
            <a:off x="2389554" y="5367338"/>
            <a:ext cx="7315200" cy="804862"/>
          </a:xfrm>
        </p:spPr>
        <p:txBody>
          <a:bodyPr/>
          <a:lstStyle>
            <a:lvl1pPr marL="0" indent="0">
              <a:buNone/>
              <a:defRPr sz="1400"/>
            </a:lvl1pPr>
            <a:lvl2pPr marL="457212" indent="0">
              <a:buNone/>
              <a:defRPr sz="1200"/>
            </a:lvl2pPr>
            <a:lvl3pPr marL="914423" indent="0">
              <a:buNone/>
              <a:defRPr sz="1000"/>
            </a:lvl3pPr>
            <a:lvl4pPr marL="1371634" indent="0">
              <a:buNone/>
              <a:defRPr sz="900"/>
            </a:lvl4pPr>
            <a:lvl5pPr marL="1828846" indent="0">
              <a:buNone/>
              <a:defRPr sz="900"/>
            </a:lvl5pPr>
            <a:lvl6pPr marL="2286057" indent="0">
              <a:buNone/>
              <a:defRPr sz="900"/>
            </a:lvl6pPr>
            <a:lvl7pPr marL="2743269" indent="0">
              <a:buNone/>
              <a:defRPr sz="900"/>
            </a:lvl7pPr>
            <a:lvl8pPr marL="3200480" indent="0">
              <a:buNone/>
              <a:defRPr sz="900"/>
            </a:lvl8pPr>
            <a:lvl9pPr marL="3657691" indent="0">
              <a:buNone/>
              <a:defRPr sz="900"/>
            </a:lvl9pPr>
          </a:lstStyle>
          <a:p>
            <a:pPr lvl="0"/>
            <a:r>
              <a:rPr lang="en-GB"/>
              <a:t>Click to edit Master text styles</a:t>
            </a:r>
          </a:p>
        </p:txBody>
      </p:sp>
      <p:sp>
        <p:nvSpPr>
          <p:cNvPr id="5" name="Rectangle 4">
            <a:extLst>
              <a:ext uri="{FF2B5EF4-FFF2-40B4-BE49-F238E27FC236}">
                <a16:creationId xmlns:a16="http://schemas.microsoft.com/office/drawing/2014/main" id="{1A58AB6D-2A9D-4F16-A910-0B79968AB2D1}"/>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6" name="Rectangle 5">
            <a:extLst>
              <a:ext uri="{FF2B5EF4-FFF2-40B4-BE49-F238E27FC236}">
                <a16:creationId xmlns:a16="http://schemas.microsoft.com/office/drawing/2014/main" id="{86A098BE-69C9-4538-89C8-C00B289910E6}"/>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4042834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a:t>Click to edit Master title style</a:t>
            </a:r>
            <a:endParaRPr lang="it-IT"/>
          </a:p>
        </p:txBody>
      </p:sp>
      <p:sp>
        <p:nvSpPr>
          <p:cNvPr id="3" name="Segnaposto testo verticale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5486F16B-0B58-45B6-9061-CA60B6CB76B3}"/>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5" name="Rectangle 5">
            <a:extLst>
              <a:ext uri="{FF2B5EF4-FFF2-40B4-BE49-F238E27FC236}">
                <a16:creationId xmlns:a16="http://schemas.microsoft.com/office/drawing/2014/main" id="{2D754CCF-D619-4891-8E0C-E8A44AB624BA}"/>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1378264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41"/>
            <a:ext cx="2743200" cy="5851525"/>
          </a:xfrm>
        </p:spPr>
        <p:txBody>
          <a:bodyPr vert="eaVert"/>
          <a:lstStyle/>
          <a:p>
            <a:r>
              <a:rPr lang="en-GB"/>
              <a:t>Click to edit Master title style</a:t>
            </a:r>
            <a:endParaRPr lang="it-IT"/>
          </a:p>
        </p:txBody>
      </p:sp>
      <p:sp>
        <p:nvSpPr>
          <p:cNvPr id="3" name="Segnaposto testo verticale 2"/>
          <p:cNvSpPr>
            <a:spLocks noGrp="1"/>
          </p:cNvSpPr>
          <p:nvPr>
            <p:ph type="body" orient="vert" idx="1"/>
          </p:nvPr>
        </p:nvSpPr>
        <p:spPr>
          <a:xfrm>
            <a:off x="609601" y="274641"/>
            <a:ext cx="8042031"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Rectangle 4">
            <a:extLst>
              <a:ext uri="{FF2B5EF4-FFF2-40B4-BE49-F238E27FC236}">
                <a16:creationId xmlns:a16="http://schemas.microsoft.com/office/drawing/2014/main" id="{06ABEC1F-57AF-4AF1-B41E-3F8C58106046}"/>
              </a:ext>
            </a:extLst>
          </p:cNvPr>
          <p:cNvSpPr>
            <a:spLocks noGrp="1" noChangeArrowheads="1"/>
          </p:cNvSpPr>
          <p:nvPr>
            <p:ph type="dt" sz="half" idx="10"/>
          </p:nvPr>
        </p:nvSpPr>
        <p:spPr>
          <a:ln/>
        </p:spPr>
        <p:txBody>
          <a:bodyPr/>
          <a:lstStyle>
            <a:lvl1pPr>
              <a:defRPr/>
            </a:lvl1pPr>
          </a:lstStyle>
          <a:p>
            <a:r>
              <a:rPr lang="it-IT" altLang="en-IT"/>
              <a:t>last update: Oct 2023</a:t>
            </a:r>
          </a:p>
        </p:txBody>
      </p:sp>
      <p:sp>
        <p:nvSpPr>
          <p:cNvPr id="5" name="Rectangle 5">
            <a:extLst>
              <a:ext uri="{FF2B5EF4-FFF2-40B4-BE49-F238E27FC236}">
                <a16:creationId xmlns:a16="http://schemas.microsoft.com/office/drawing/2014/main" id="{CAC44205-C96E-4D3D-B0E4-CEBDE5B2D649}"/>
              </a:ext>
            </a:extLst>
          </p:cNvPr>
          <p:cNvSpPr>
            <a:spLocks noGrp="1" noChangeArrowheads="1"/>
          </p:cNvSpPr>
          <p:nvPr>
            <p:ph type="ftr" sz="quarter" idx="11"/>
          </p:nvPr>
        </p:nvSpPr>
        <p:spPr>
          <a:ln/>
        </p:spPr>
        <p:txBody>
          <a:bodyPr/>
          <a:lstStyle>
            <a:lvl1pPr>
              <a:defRPr/>
            </a:lvl1pPr>
          </a:lstStyle>
          <a:p>
            <a:r>
              <a:rPr lang="it-IT" altLang="en-IT"/>
              <a:t>kathara – [ lab: frr ]</a:t>
            </a:r>
          </a:p>
        </p:txBody>
      </p:sp>
    </p:spTree>
    <p:extLst>
      <p:ext uri="{BB962C8B-B14F-4D97-AF65-F5344CB8AC3E}">
        <p14:creationId xmlns:p14="http://schemas.microsoft.com/office/powerpoint/2010/main" val="2221980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20" name="Computer Networks"/>
          <p:cNvSpPr/>
          <p:nvPr/>
        </p:nvSpPr>
        <p:spPr>
          <a:xfrm>
            <a:off x="738188" y="6327163"/>
            <a:ext cx="1919977" cy="2669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defRPr sz="1800">
                <a:solidFill>
                  <a:srgbClr val="C0C0C0"/>
                </a:solidFill>
                <a:latin typeface="Times New Roman"/>
                <a:ea typeface="Times New Roman"/>
                <a:cs typeface="Times New Roman"/>
                <a:sym typeface="Times New Roman"/>
              </a:defRPr>
            </a:lvl1pPr>
          </a:lstStyle>
          <a:p>
            <a:r>
              <a:rPr sz="1266"/>
              <a:t>Computer Networks</a:t>
            </a:r>
          </a:p>
        </p:txBody>
      </p:sp>
      <p:sp>
        <p:nvSpPr>
          <p:cNvPr id="21" name="Title Text"/>
          <p:cNvSpPr txBox="1">
            <a:spLocks noGrp="1"/>
          </p:cNvSpPr>
          <p:nvPr>
            <p:ph type="title"/>
          </p:nvPr>
        </p:nvSpPr>
        <p:spPr>
          <a:xfrm>
            <a:off x="1190625" y="178594"/>
            <a:ext cx="9810750" cy="1714500"/>
          </a:xfrm>
          <a:prstGeom prst="rect">
            <a:avLst/>
          </a:prstGeom>
        </p:spPr>
        <p:txBody>
          <a:bodyPr anchor="ctr"/>
          <a:lstStyle>
            <a:lvl1pPr>
              <a:defRPr sz="4500">
                <a:latin typeface="Times New Roman"/>
                <a:ea typeface="Times New Roman"/>
                <a:cs typeface="Times New Roman"/>
                <a:sym typeface="Times New Roman"/>
              </a:defRPr>
            </a:lvl1pPr>
          </a:lstStyle>
          <a:p>
            <a:r>
              <a:t>Title Text</a:t>
            </a:r>
          </a:p>
        </p:txBody>
      </p:sp>
      <p:sp>
        <p:nvSpPr>
          <p:cNvPr id="22" name="Body Level One…"/>
          <p:cNvSpPr txBox="1">
            <a:spLocks noGrp="1"/>
          </p:cNvSpPr>
          <p:nvPr>
            <p:ph type="body" idx="1"/>
          </p:nvPr>
        </p:nvSpPr>
        <p:spPr>
          <a:xfrm>
            <a:off x="1166813" y="1946672"/>
            <a:ext cx="9810750" cy="4018359"/>
          </a:xfrm>
          <a:prstGeom prst="rect">
            <a:avLst/>
          </a:prstGeom>
        </p:spPr>
        <p:txBody>
          <a:bodyPr/>
          <a:lstStyle>
            <a:lvl1pPr marL="625056" indent="-401822" algn="l">
              <a:spcBef>
                <a:spcPts val="2109"/>
              </a:spcBef>
              <a:buClr>
                <a:srgbClr val="4F8F00"/>
              </a:buClr>
              <a:buSzPct val="95000"/>
              <a:buChar char="•"/>
              <a:defRPr sz="2812"/>
            </a:lvl1pPr>
            <a:lvl2pPr marL="937584" indent="-401822" algn="l">
              <a:buClr>
                <a:srgbClr val="4F8F00"/>
              </a:buClr>
              <a:buSzPct val="95000"/>
              <a:buChar char="‣"/>
              <a:defRPr sz="2391"/>
            </a:lvl2pPr>
            <a:lvl3pPr marL="1250112" indent="-401822" algn="l">
              <a:buClr>
                <a:srgbClr val="4F8F00"/>
              </a:buClr>
              <a:buSzPct val="95000"/>
              <a:buChar char="‣"/>
              <a:defRPr sz="2391" i="1">
                <a:solidFill>
                  <a:srgbClr val="424242"/>
                </a:solidFill>
              </a:defRPr>
            </a:lvl3pPr>
            <a:lvl4pPr marL="1562640" indent="-401822" algn="l">
              <a:buClr>
                <a:srgbClr val="4F8F00"/>
              </a:buClr>
              <a:buSzPct val="95000"/>
              <a:buChar char="‣"/>
              <a:defRPr sz="2391" i="1">
                <a:solidFill>
                  <a:srgbClr val="424242"/>
                </a:solidFill>
              </a:defRPr>
            </a:lvl4pPr>
            <a:lvl5pPr marL="1875168" indent="-401822" algn="l">
              <a:buClr>
                <a:srgbClr val="4F8F00"/>
              </a:buClr>
              <a:buSzPct val="95000"/>
              <a:buChar char="‣"/>
              <a:defRPr sz="2391" i="1">
                <a:solidFill>
                  <a:srgbClr val="424242"/>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11132343" y="6248679"/>
            <a:ext cx="321470" cy="252134"/>
          </a:xfrm>
          <a:prstGeom prst="rect">
            <a:avLst/>
          </a:prstGeom>
        </p:spPr>
        <p:txBody>
          <a:bodyPr/>
          <a:lstStyle>
            <a:lvl1pPr>
              <a:defRPr>
                <a:solidFill>
                  <a:srgbClr val="C0C0C0"/>
                </a:solidFill>
                <a:latin typeface="Times New Roman"/>
                <a:ea typeface="Times New Roman"/>
                <a:cs typeface="Times New Roman"/>
                <a:sym typeface="Times New Roman"/>
              </a:defRPr>
            </a:lvl1pPr>
          </a:lstStyle>
          <a:p>
            <a:fld id="{86CB4B4D-7CA3-9044-876B-883B54F8677D}" type="slidenum">
              <a:t>‹#›</a:t>
            </a:fld>
            <a:endParaRPr/>
          </a:p>
        </p:txBody>
      </p:sp>
    </p:spTree>
    <p:extLst>
      <p:ext uri="{BB962C8B-B14F-4D97-AF65-F5344CB8AC3E}">
        <p14:creationId xmlns:p14="http://schemas.microsoft.com/office/powerpoint/2010/main" val="135089308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xemple externe">
    <p:spTree>
      <p:nvGrpSpPr>
        <p:cNvPr id="1" name=""/>
        <p:cNvGrpSpPr/>
        <p:nvPr/>
      </p:nvGrpSpPr>
      <p:grpSpPr>
        <a:xfrm>
          <a:off x="0" y="0"/>
          <a:ext cx="0" cy="0"/>
          <a:chOff x="0" y="0"/>
          <a:chExt cx="0" cy="0"/>
        </a:xfrm>
      </p:grpSpPr>
      <p:sp>
        <p:nvSpPr>
          <p:cNvPr id="7" name="Espace réservé du texte 6"/>
          <p:cNvSpPr>
            <a:spLocks noGrp="1"/>
          </p:cNvSpPr>
          <p:nvPr>
            <p:ph type="body" sz="quarter" idx="13" hasCustomPrompt="1"/>
          </p:nvPr>
        </p:nvSpPr>
        <p:spPr>
          <a:xfrm>
            <a:off x="1007535" y="2420938"/>
            <a:ext cx="10176933" cy="2016125"/>
          </a:xfrm>
        </p:spPr>
        <p:txBody>
          <a:bodyPr>
            <a:normAutofit/>
          </a:bodyPr>
          <a:lstStyle>
            <a:lvl1pPr marL="0" indent="0" algn="l">
              <a:buNone/>
              <a:defRPr sz="5400" baseline="0">
                <a:solidFill>
                  <a:schemeClr val="bg1">
                    <a:lumMod val="50000"/>
                  </a:schemeClr>
                </a:solidFill>
                <a:latin typeface="Century Gothic" panose="020B0502020202020204" pitchFamily="34" charset="0"/>
                <a:ea typeface="Roboto Condensed" pitchFamily="2" charset="0"/>
              </a:defRPr>
            </a:lvl1pPr>
            <a:lvl5pPr>
              <a:defRPr/>
            </a:lvl5pPr>
          </a:lstStyle>
          <a:p>
            <a:pPr lvl="0"/>
            <a:r>
              <a:rPr lang="fr-FR" dirty="0" err="1"/>
              <a:t>Demo</a:t>
            </a:r>
            <a:r>
              <a:rPr lang="fr-FR" dirty="0"/>
              <a:t> </a:t>
            </a:r>
            <a:r>
              <a:rPr lang="fr-FR" dirty="0" err="1"/>
              <a:t>text</a:t>
            </a:r>
            <a:endParaRPr lang="fr-CH" dirty="0"/>
          </a:p>
        </p:txBody>
      </p:sp>
      <p:sp>
        <p:nvSpPr>
          <p:cNvPr id="2" name="Espace réservé de la date 3">
            <a:extLst>
              <a:ext uri="{FF2B5EF4-FFF2-40B4-BE49-F238E27FC236}">
                <a16:creationId xmlns:a16="http://schemas.microsoft.com/office/drawing/2014/main" id="{9BAB171B-C3A4-4557-1E13-20F09DBC3055}"/>
              </a:ext>
            </a:extLst>
          </p:cNvPr>
          <p:cNvSpPr>
            <a:spLocks noGrp="1"/>
          </p:cNvSpPr>
          <p:nvPr>
            <p:ph type="dt" sz="half" idx="2"/>
          </p:nvPr>
        </p:nvSpPr>
        <p:spPr>
          <a:xfrm>
            <a:off x="241003" y="6520260"/>
            <a:ext cx="2844800" cy="221109"/>
          </a:xfrm>
          <a:prstGeom prst="rect">
            <a:avLst/>
          </a:prstGeom>
        </p:spPr>
        <p:txBody>
          <a:bodyPr vert="horz" lIns="91440" tIns="45720" rIns="91440" bIns="45720" rtlCol="0" anchor="ctr"/>
          <a:lstStyle>
            <a:lvl1pPr algn="l">
              <a:defRPr sz="75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defTabSz="685797">
              <a:defRPr/>
            </a:pPr>
            <a:r>
              <a:rPr lang="LID4096">
                <a:solidFill>
                  <a:prstClr val="black">
                    <a:lumMod val="65000"/>
                    <a:lumOff val="35000"/>
                  </a:prstClr>
                </a:solidFill>
              </a:rPr>
              <a:t>Dr P.-A. Mudry</a:t>
            </a:r>
            <a:endParaRPr lang="fr-CH" dirty="0">
              <a:solidFill>
                <a:prstClr val="black">
                  <a:lumMod val="65000"/>
                  <a:lumOff val="35000"/>
                </a:prstClr>
              </a:solidFill>
            </a:endParaRPr>
          </a:p>
        </p:txBody>
      </p:sp>
      <p:sp>
        <p:nvSpPr>
          <p:cNvPr id="6" name="Espace réservé du pied de page 4">
            <a:extLst>
              <a:ext uri="{FF2B5EF4-FFF2-40B4-BE49-F238E27FC236}">
                <a16:creationId xmlns:a16="http://schemas.microsoft.com/office/drawing/2014/main" id="{6E631C47-F2A2-9BB2-DBB1-BE5B1FDF1869}"/>
              </a:ext>
            </a:extLst>
          </p:cNvPr>
          <p:cNvSpPr>
            <a:spLocks noGrp="1"/>
          </p:cNvSpPr>
          <p:nvPr>
            <p:ph type="ftr" sz="quarter" idx="3"/>
          </p:nvPr>
        </p:nvSpPr>
        <p:spPr>
          <a:xfrm>
            <a:off x="4148668" y="6520260"/>
            <a:ext cx="3860800" cy="221109"/>
          </a:xfrm>
          <a:prstGeom prst="rect">
            <a:avLst/>
          </a:prstGeom>
        </p:spPr>
        <p:txBody>
          <a:bodyPr vert="horz" lIns="91440" tIns="45720" rIns="91440" bIns="45720" rtlCol="0" anchor="ctr"/>
          <a:lstStyle>
            <a:lvl1pPr algn="ctr">
              <a:defRPr sz="75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defTabSz="685797">
              <a:defRPr/>
            </a:pPr>
            <a:r>
              <a:rPr lang="fr-FR">
                <a:solidFill>
                  <a:prstClr val="black">
                    <a:lumMod val="65000"/>
                    <a:lumOff val="35000"/>
                  </a:prstClr>
                </a:solidFill>
              </a:rPr>
              <a:t>1. Demo course</a:t>
            </a:r>
            <a:endParaRPr lang="fr-FR" dirty="0">
              <a:solidFill>
                <a:prstClr val="black">
                  <a:lumMod val="65000"/>
                  <a:lumOff val="35000"/>
                </a:prstClr>
              </a:solidFill>
            </a:endParaRPr>
          </a:p>
        </p:txBody>
      </p:sp>
      <p:sp>
        <p:nvSpPr>
          <p:cNvPr id="8" name="Espace réservé du numéro de diapositive 5">
            <a:extLst>
              <a:ext uri="{FF2B5EF4-FFF2-40B4-BE49-F238E27FC236}">
                <a16:creationId xmlns:a16="http://schemas.microsoft.com/office/drawing/2014/main" id="{26F02FD8-6A90-5053-B217-1C484564687A}"/>
              </a:ext>
            </a:extLst>
          </p:cNvPr>
          <p:cNvSpPr>
            <a:spLocks noGrp="1"/>
          </p:cNvSpPr>
          <p:nvPr>
            <p:ph type="sldNum" sz="quarter" idx="4"/>
          </p:nvPr>
        </p:nvSpPr>
        <p:spPr>
          <a:xfrm>
            <a:off x="9088725" y="6520260"/>
            <a:ext cx="2844800" cy="221109"/>
          </a:xfrm>
          <a:prstGeom prst="rect">
            <a:avLst/>
          </a:prstGeom>
        </p:spPr>
        <p:txBody>
          <a:bodyPr vert="horz" lIns="91440" tIns="45720" rIns="91440" bIns="45720" rtlCol="0" anchor="ctr"/>
          <a:lstStyle>
            <a:lvl1pPr algn="r">
              <a:defRPr sz="750">
                <a:solidFill>
                  <a:schemeClr val="tx1">
                    <a:lumMod val="65000"/>
                    <a:lumOff val="3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defTabSz="685797" hangingPunct="1">
              <a:defRPr/>
            </a:pPr>
            <a:fld id="{23C040C7-4060-4381-887A-2EF827EF70EC}" type="slidenum">
              <a:rPr lang="fr-CH" smtClean="0">
                <a:solidFill>
                  <a:prstClr val="black">
                    <a:lumMod val="65000"/>
                    <a:lumOff val="35000"/>
                  </a:prstClr>
                </a:solidFill>
              </a:rPr>
              <a:pPr defTabSz="685797" hangingPunct="1">
                <a:defRPr/>
              </a:pPr>
              <a:t>‹#›</a:t>
            </a:fld>
            <a:endParaRPr lang="fr-CH">
              <a:solidFill>
                <a:prstClr val="black">
                  <a:lumMod val="65000"/>
                  <a:lumOff val="35000"/>
                </a:prstClr>
              </a:solidFill>
            </a:endParaRPr>
          </a:p>
        </p:txBody>
      </p:sp>
    </p:spTree>
    <p:extLst>
      <p:ext uri="{BB962C8B-B14F-4D97-AF65-F5344CB8AC3E}">
        <p14:creationId xmlns:p14="http://schemas.microsoft.com/office/powerpoint/2010/main" val="97738564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44DAC59-5E6E-45D0-8524-3E061722C9EC}"/>
              </a:ext>
            </a:extLst>
          </p:cNvPr>
          <p:cNvSpPr>
            <a:spLocks noGrp="1" noChangeArrowheads="1"/>
          </p:cNvSpPr>
          <p:nvPr>
            <p:ph type="title"/>
          </p:nvPr>
        </p:nvSpPr>
        <p:spPr bwMode="auto">
          <a:xfrm>
            <a:off x="609600" y="116632"/>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dirty="0"/>
              <a:t>Fare clic per modificare lo stile del titolo</a:t>
            </a:r>
          </a:p>
        </p:txBody>
      </p:sp>
      <p:sp>
        <p:nvSpPr>
          <p:cNvPr id="1027" name="Rectangle 3">
            <a:extLst>
              <a:ext uri="{FF2B5EF4-FFF2-40B4-BE49-F238E27FC236}">
                <a16:creationId xmlns:a16="http://schemas.microsoft.com/office/drawing/2014/main" id="{7F11B519-1465-43CA-9B06-0B1C84B88C96}"/>
              </a:ext>
            </a:extLst>
          </p:cNvPr>
          <p:cNvSpPr>
            <a:spLocks noGrp="1" noChangeArrowheads="1"/>
          </p:cNvSpPr>
          <p:nvPr>
            <p:ph type="body" idx="1"/>
          </p:nvPr>
        </p:nvSpPr>
        <p:spPr bwMode="auto">
          <a:xfrm>
            <a:off x="609600" y="1412777"/>
            <a:ext cx="10972800" cy="4713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dirty="0"/>
              <a:t>Fare clic per modificare gli stili del testo dello schema</a:t>
            </a:r>
          </a:p>
          <a:p>
            <a:pPr lvl="1"/>
            <a:r>
              <a:rPr lang="it-IT" altLang="it-IT" dirty="0"/>
              <a:t>Secondo livello</a:t>
            </a:r>
          </a:p>
          <a:p>
            <a:pPr lvl="2"/>
            <a:r>
              <a:rPr lang="it-IT" altLang="it-IT" dirty="0"/>
              <a:t>Terzo livello</a:t>
            </a:r>
          </a:p>
          <a:p>
            <a:pPr lvl="3"/>
            <a:r>
              <a:rPr lang="it-IT" altLang="it-IT" dirty="0"/>
              <a:t>Quarto livello</a:t>
            </a:r>
          </a:p>
          <a:p>
            <a:pPr lvl="4"/>
            <a:r>
              <a:rPr lang="it-IT" altLang="it-IT" dirty="0"/>
              <a:t>Quinto livello</a:t>
            </a:r>
          </a:p>
        </p:txBody>
      </p:sp>
      <p:sp>
        <p:nvSpPr>
          <p:cNvPr id="303108" name="Rectangle 4">
            <a:extLst>
              <a:ext uri="{FF2B5EF4-FFF2-40B4-BE49-F238E27FC236}">
                <a16:creationId xmlns:a16="http://schemas.microsoft.com/office/drawing/2014/main" id="{9F6A8ACC-B973-483A-9EBB-30DD75AA7EB2}"/>
              </a:ext>
            </a:extLst>
          </p:cNvPr>
          <p:cNvSpPr>
            <a:spLocks noGrp="1" noChangeArrowheads="1"/>
          </p:cNvSpPr>
          <p:nvPr>
            <p:ph type="dt" sz="half" idx="2"/>
          </p:nvPr>
        </p:nvSpPr>
        <p:spPr bwMode="auto">
          <a:xfrm>
            <a:off x="9265138" y="6453191"/>
            <a:ext cx="2782277"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dirty="0">
                <a:latin typeface="+mn-lt"/>
              </a:defRPr>
            </a:lvl1pPr>
          </a:lstStyle>
          <a:p>
            <a:r>
              <a:rPr lang="it-IT" altLang="en-IT"/>
              <a:t>last update: Oct 2023</a:t>
            </a:r>
          </a:p>
        </p:txBody>
      </p:sp>
      <p:sp>
        <p:nvSpPr>
          <p:cNvPr id="303109" name="Rectangle 5">
            <a:extLst>
              <a:ext uri="{FF2B5EF4-FFF2-40B4-BE49-F238E27FC236}">
                <a16:creationId xmlns:a16="http://schemas.microsoft.com/office/drawing/2014/main" id="{6276769E-8AF7-4AB3-B25A-CA8C5C6A001F}"/>
              </a:ext>
            </a:extLst>
          </p:cNvPr>
          <p:cNvSpPr>
            <a:spLocks noGrp="1" noChangeArrowheads="1"/>
          </p:cNvSpPr>
          <p:nvPr>
            <p:ph type="ftr" sz="quarter" idx="3"/>
          </p:nvPr>
        </p:nvSpPr>
        <p:spPr bwMode="auto">
          <a:xfrm>
            <a:off x="3120295" y="6453191"/>
            <a:ext cx="5951415" cy="333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err="1">
                <a:latin typeface="+mn-lt"/>
              </a:defRPr>
            </a:lvl1pPr>
          </a:lstStyle>
          <a:p>
            <a:r>
              <a:rPr lang="it-IT" altLang="en-IT"/>
              <a:t>kathara – [ lab: frr ]</a:t>
            </a:r>
          </a:p>
        </p:txBody>
      </p:sp>
      <p:sp>
        <p:nvSpPr>
          <p:cNvPr id="1030" name="Rectangle 6">
            <a:extLst>
              <a:ext uri="{FF2B5EF4-FFF2-40B4-BE49-F238E27FC236}">
                <a16:creationId xmlns:a16="http://schemas.microsoft.com/office/drawing/2014/main" id="{053844C4-97BD-413F-90CB-BB662D34AACA}"/>
              </a:ext>
            </a:extLst>
          </p:cNvPr>
          <p:cNvSpPr>
            <a:spLocks noChangeArrowheads="1"/>
          </p:cNvSpPr>
          <p:nvPr/>
        </p:nvSpPr>
        <p:spPr bwMode="auto">
          <a:xfrm>
            <a:off x="144584" y="6453191"/>
            <a:ext cx="227900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pPr>
            <a:r>
              <a:rPr lang="en-US" altLang="it-IT" sz="900" dirty="0">
                <a:solidFill>
                  <a:schemeClr val="bg2"/>
                </a:solidFill>
                <a:cs typeface="Arial" panose="020B0604020202020204" pitchFamily="34" charset="0"/>
              </a:rPr>
              <a:t>© Computer Networks Research Group Roma Tre</a:t>
            </a:r>
          </a:p>
        </p:txBody>
      </p:sp>
      <p:pic>
        <p:nvPicPr>
          <p:cNvPr id="3" name="Picture 2" descr="A group of cubes with different colors&#10;&#10;Description automatically generated">
            <a:extLst>
              <a:ext uri="{FF2B5EF4-FFF2-40B4-BE49-F238E27FC236}">
                <a16:creationId xmlns:a16="http://schemas.microsoft.com/office/drawing/2014/main" id="{04BC26E2-2780-755F-DAB8-E568CC768E7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23458" y="200174"/>
            <a:ext cx="1264030" cy="852562"/>
          </a:xfrm>
          <a:prstGeom prst="rect">
            <a:avLst/>
          </a:prstGeom>
        </p:spPr>
      </p:pic>
    </p:spTree>
    <p:extLst>
      <p:ext uri="{BB962C8B-B14F-4D97-AF65-F5344CB8AC3E}">
        <p14:creationId xmlns:p14="http://schemas.microsoft.com/office/powerpoint/2010/main" val="384955705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sldNum="0" hdr="0"/>
  <p:txStyles>
    <p:titleStyle>
      <a:lvl1pPr algn="ctr" rtl="0" eaLnBrk="1" fontAlgn="base" hangingPunct="1">
        <a:spcBef>
          <a:spcPct val="0"/>
        </a:spcBef>
        <a:spcAft>
          <a:spcPct val="0"/>
        </a:spcAft>
        <a:defRPr sz="4401">
          <a:solidFill>
            <a:schemeClr val="tx2"/>
          </a:solidFill>
          <a:latin typeface="+mj-lt"/>
          <a:ea typeface="+mj-ea"/>
          <a:cs typeface="+mj-cs"/>
        </a:defRPr>
      </a:lvl1pPr>
      <a:lvl2pPr algn="ctr" rtl="0" eaLnBrk="1" fontAlgn="base" hangingPunct="1">
        <a:spcBef>
          <a:spcPct val="0"/>
        </a:spcBef>
        <a:spcAft>
          <a:spcPct val="0"/>
        </a:spcAft>
        <a:defRPr sz="4401">
          <a:solidFill>
            <a:schemeClr val="tx2"/>
          </a:solidFill>
          <a:latin typeface="Tahoma" pitchFamily="34" charset="0"/>
        </a:defRPr>
      </a:lvl2pPr>
      <a:lvl3pPr algn="ctr" rtl="0" eaLnBrk="1" fontAlgn="base" hangingPunct="1">
        <a:spcBef>
          <a:spcPct val="0"/>
        </a:spcBef>
        <a:spcAft>
          <a:spcPct val="0"/>
        </a:spcAft>
        <a:defRPr sz="4401">
          <a:solidFill>
            <a:schemeClr val="tx2"/>
          </a:solidFill>
          <a:latin typeface="Tahoma" pitchFamily="34" charset="0"/>
        </a:defRPr>
      </a:lvl3pPr>
      <a:lvl4pPr algn="ctr" rtl="0" eaLnBrk="1" fontAlgn="base" hangingPunct="1">
        <a:spcBef>
          <a:spcPct val="0"/>
        </a:spcBef>
        <a:spcAft>
          <a:spcPct val="0"/>
        </a:spcAft>
        <a:defRPr sz="4401">
          <a:solidFill>
            <a:schemeClr val="tx2"/>
          </a:solidFill>
          <a:latin typeface="Tahoma" pitchFamily="34" charset="0"/>
        </a:defRPr>
      </a:lvl4pPr>
      <a:lvl5pPr algn="ctr" rtl="0" eaLnBrk="1" fontAlgn="base" hangingPunct="1">
        <a:spcBef>
          <a:spcPct val="0"/>
        </a:spcBef>
        <a:spcAft>
          <a:spcPct val="0"/>
        </a:spcAft>
        <a:defRPr sz="4401">
          <a:solidFill>
            <a:schemeClr val="tx2"/>
          </a:solidFill>
          <a:latin typeface="Tahoma" pitchFamily="34" charset="0"/>
        </a:defRPr>
      </a:lvl5pPr>
      <a:lvl6pPr marL="457212" algn="ctr" rtl="0" eaLnBrk="1" fontAlgn="base" hangingPunct="1">
        <a:spcBef>
          <a:spcPct val="0"/>
        </a:spcBef>
        <a:spcAft>
          <a:spcPct val="0"/>
        </a:spcAft>
        <a:defRPr sz="4401">
          <a:solidFill>
            <a:schemeClr val="tx2"/>
          </a:solidFill>
          <a:latin typeface="Tahoma" pitchFamily="34" charset="0"/>
        </a:defRPr>
      </a:lvl6pPr>
      <a:lvl7pPr marL="914423" algn="ctr" rtl="0" eaLnBrk="1" fontAlgn="base" hangingPunct="1">
        <a:spcBef>
          <a:spcPct val="0"/>
        </a:spcBef>
        <a:spcAft>
          <a:spcPct val="0"/>
        </a:spcAft>
        <a:defRPr sz="4401">
          <a:solidFill>
            <a:schemeClr val="tx2"/>
          </a:solidFill>
          <a:latin typeface="Tahoma" pitchFamily="34" charset="0"/>
        </a:defRPr>
      </a:lvl7pPr>
      <a:lvl8pPr marL="1371634" algn="ctr" rtl="0" eaLnBrk="1" fontAlgn="base" hangingPunct="1">
        <a:spcBef>
          <a:spcPct val="0"/>
        </a:spcBef>
        <a:spcAft>
          <a:spcPct val="0"/>
        </a:spcAft>
        <a:defRPr sz="4401">
          <a:solidFill>
            <a:schemeClr val="tx2"/>
          </a:solidFill>
          <a:latin typeface="Tahoma" pitchFamily="34" charset="0"/>
        </a:defRPr>
      </a:lvl8pPr>
      <a:lvl9pPr marL="1828846" algn="ctr" rtl="0" eaLnBrk="1" fontAlgn="base" hangingPunct="1">
        <a:spcBef>
          <a:spcPct val="0"/>
        </a:spcBef>
        <a:spcAft>
          <a:spcPct val="0"/>
        </a:spcAft>
        <a:defRPr sz="4401">
          <a:solidFill>
            <a:schemeClr val="tx2"/>
          </a:solidFill>
          <a:latin typeface="Tahoma" pitchFamily="34" charset="0"/>
        </a:defRPr>
      </a:lvl9pPr>
    </p:titleStyle>
    <p:bodyStyle>
      <a:lvl1pPr marL="342908" indent="-342908" algn="l" rtl="0" eaLnBrk="1" fontAlgn="base" hangingPunct="1">
        <a:spcBef>
          <a:spcPct val="20000"/>
        </a:spcBef>
        <a:spcAft>
          <a:spcPct val="0"/>
        </a:spcAft>
        <a:buClr>
          <a:schemeClr val="tx2"/>
        </a:buClr>
        <a:buSzPct val="70000"/>
        <a:buFont typeface="Wingdings" panose="05000000000000000000" pitchFamily="2" charset="2"/>
        <a:buChar char="n"/>
        <a:defRPr sz="3200">
          <a:solidFill>
            <a:schemeClr val="tx1"/>
          </a:solidFill>
          <a:latin typeface="+mn-lt"/>
          <a:ea typeface="+mn-ea"/>
          <a:cs typeface="+mn-cs"/>
        </a:defRPr>
      </a:lvl1pPr>
      <a:lvl2pPr marL="742969" indent="-285757"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defRPr>
      </a:lvl2pPr>
      <a:lvl3pPr marL="1143028" indent="-228606" algn="l" rtl="0" eaLnBrk="1" fontAlgn="base" hangingPunct="1">
        <a:spcBef>
          <a:spcPct val="20000"/>
        </a:spcBef>
        <a:spcAft>
          <a:spcPct val="0"/>
        </a:spcAft>
        <a:buClr>
          <a:srgbClr val="66CC00"/>
        </a:buClr>
        <a:buSzPct val="70000"/>
        <a:buFont typeface="Wingdings" panose="05000000000000000000" pitchFamily="2" charset="2"/>
        <a:buChar char="n"/>
        <a:defRPr sz="2400">
          <a:solidFill>
            <a:schemeClr val="tx1"/>
          </a:solidFill>
          <a:latin typeface="+mn-lt"/>
        </a:defRPr>
      </a:lvl3pPr>
      <a:lvl4pPr marL="1600240" indent="-228606" algn="l" rtl="0" eaLnBrk="1" fontAlgn="base" hangingPunct="1">
        <a:spcBef>
          <a:spcPct val="20000"/>
        </a:spcBef>
        <a:spcAft>
          <a:spcPct val="0"/>
        </a:spcAft>
        <a:buSzPct val="70000"/>
        <a:buFont typeface="Wingdings" panose="05000000000000000000" pitchFamily="2" charset="2"/>
        <a:buChar char="l"/>
        <a:defRPr sz="2000">
          <a:solidFill>
            <a:schemeClr val="tx1"/>
          </a:solidFill>
          <a:latin typeface="+mn-lt"/>
        </a:defRPr>
      </a:lvl4pPr>
      <a:lvl5pPr marL="2057452" indent="-228606" algn="l" rtl="0" eaLnBrk="1" fontAlgn="base" hangingPunct="1">
        <a:spcBef>
          <a:spcPct val="20000"/>
        </a:spcBef>
        <a:spcAft>
          <a:spcPct val="0"/>
        </a:spcAft>
        <a:buFont typeface="Arial" panose="020B0604020202020204" pitchFamily="34" charset="0"/>
        <a:buChar char="–"/>
        <a:defRPr sz="2000">
          <a:solidFill>
            <a:schemeClr val="tx1"/>
          </a:solidFill>
          <a:latin typeface="+mn-lt"/>
        </a:defRPr>
      </a:lvl5pPr>
      <a:lvl6pPr marL="2514663" indent="-228606" algn="l" rtl="0" eaLnBrk="1" fontAlgn="base" hangingPunct="1">
        <a:spcBef>
          <a:spcPct val="20000"/>
        </a:spcBef>
        <a:spcAft>
          <a:spcPct val="0"/>
        </a:spcAft>
        <a:buFont typeface="Arial" charset="0"/>
        <a:buChar char="–"/>
        <a:defRPr sz="2000">
          <a:solidFill>
            <a:schemeClr val="tx1"/>
          </a:solidFill>
          <a:latin typeface="+mn-lt"/>
        </a:defRPr>
      </a:lvl6pPr>
      <a:lvl7pPr marL="2971874" indent="-228606" algn="l" rtl="0" eaLnBrk="1" fontAlgn="base" hangingPunct="1">
        <a:spcBef>
          <a:spcPct val="20000"/>
        </a:spcBef>
        <a:spcAft>
          <a:spcPct val="0"/>
        </a:spcAft>
        <a:buFont typeface="Arial" charset="0"/>
        <a:buChar char="–"/>
        <a:defRPr sz="2000">
          <a:solidFill>
            <a:schemeClr val="tx1"/>
          </a:solidFill>
          <a:latin typeface="+mn-lt"/>
        </a:defRPr>
      </a:lvl7pPr>
      <a:lvl8pPr marL="3429086" indent="-228606" algn="l" rtl="0" eaLnBrk="1" fontAlgn="base" hangingPunct="1">
        <a:spcBef>
          <a:spcPct val="20000"/>
        </a:spcBef>
        <a:spcAft>
          <a:spcPct val="0"/>
        </a:spcAft>
        <a:buFont typeface="Arial" charset="0"/>
        <a:buChar char="–"/>
        <a:defRPr sz="2000">
          <a:solidFill>
            <a:schemeClr val="tx1"/>
          </a:solidFill>
          <a:latin typeface="+mn-lt"/>
        </a:defRPr>
      </a:lvl8pPr>
      <a:lvl9pPr marL="3886297" indent="-228606" algn="l"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it-IT"/>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4" algn="l" defTabSz="914423" rtl="0" eaLnBrk="1" latinLnBrk="0" hangingPunct="1">
        <a:defRPr sz="1800" kern="1200">
          <a:solidFill>
            <a:schemeClr val="tx1"/>
          </a:solidFill>
          <a:latin typeface="+mn-lt"/>
          <a:ea typeface="+mn-ea"/>
          <a:cs typeface="+mn-cs"/>
        </a:defRPr>
      </a:lvl4pPr>
      <a:lvl5pPr marL="1828846" algn="l" defTabSz="914423" rtl="0" eaLnBrk="1" latinLnBrk="0" hangingPunct="1">
        <a:defRPr sz="1800" kern="1200">
          <a:solidFill>
            <a:schemeClr val="tx1"/>
          </a:solidFill>
          <a:latin typeface="+mn-lt"/>
          <a:ea typeface="+mn-ea"/>
          <a:cs typeface="+mn-cs"/>
        </a:defRPr>
      </a:lvl5pPr>
      <a:lvl6pPr marL="2286057" algn="l" defTabSz="914423" rtl="0" eaLnBrk="1" latinLnBrk="0" hangingPunct="1">
        <a:defRPr sz="1800" kern="1200">
          <a:solidFill>
            <a:schemeClr val="tx1"/>
          </a:solidFill>
          <a:latin typeface="+mn-lt"/>
          <a:ea typeface="+mn-ea"/>
          <a:cs typeface="+mn-cs"/>
        </a:defRPr>
      </a:lvl6pPr>
      <a:lvl7pPr marL="2743269"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1" algn="l" defTabSz="91442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customXml" Target="../ink/ink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oleObject" Target="../embeddings/oleObject2.bin"/><Relationship Id="rId4" Type="http://schemas.openxmlformats.org/officeDocument/2006/relationships/image" Target="../media/image9.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Rectangle 4">
            <a:extLst>
              <a:ext uri="{FF2B5EF4-FFF2-40B4-BE49-F238E27FC236}">
                <a16:creationId xmlns:a16="http://schemas.microsoft.com/office/drawing/2014/main" id="{7E182D94-1E8C-8B0F-E0E2-B11DF14A6E3B}"/>
              </a:ext>
            </a:extLst>
          </p:cNvPr>
          <p:cNvSpPr>
            <a:spLocks noGrp="1" noChangeArrowheads="1"/>
          </p:cNvSpPr>
          <p:nvPr>
            <p:ph type="ctrTitle"/>
          </p:nvPr>
        </p:nvSpPr>
        <p:spPr/>
        <p:txBody>
          <a:bodyPr/>
          <a:lstStyle/>
          <a:p>
            <a:r>
              <a:rPr lang="it-IT" altLang="en-IT" dirty="0"/>
              <a:t>FRRouting</a:t>
            </a:r>
            <a:endParaRPr lang="en-US" altLang="en-I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20E3E-2249-B217-5AA4-D64A8C7AF2CD}"/>
              </a:ext>
            </a:extLst>
          </p:cNvPr>
          <p:cNvSpPr>
            <a:spLocks noGrp="1"/>
          </p:cNvSpPr>
          <p:nvPr>
            <p:ph type="title"/>
          </p:nvPr>
        </p:nvSpPr>
        <p:spPr/>
        <p:txBody>
          <a:bodyPr/>
          <a:lstStyle/>
          <a:p>
            <a:r>
              <a:rPr lang="en-CH" dirty="0"/>
              <a:t>Summary</a:t>
            </a:r>
          </a:p>
        </p:txBody>
      </p:sp>
      <p:sp>
        <p:nvSpPr>
          <p:cNvPr id="3" name="Date Placeholder 2">
            <a:extLst>
              <a:ext uri="{FF2B5EF4-FFF2-40B4-BE49-F238E27FC236}">
                <a16:creationId xmlns:a16="http://schemas.microsoft.com/office/drawing/2014/main" id="{69D02C27-FAC1-38FD-6B7B-F3792601B763}"/>
              </a:ext>
            </a:extLst>
          </p:cNvPr>
          <p:cNvSpPr>
            <a:spLocks noGrp="1"/>
          </p:cNvSpPr>
          <p:nvPr>
            <p:ph type="dt" sz="half" idx="10"/>
          </p:nvPr>
        </p:nvSpPr>
        <p:spPr/>
        <p:txBody>
          <a:bodyPr/>
          <a:lstStyle/>
          <a:p>
            <a:r>
              <a:rPr lang="it-IT" altLang="en-IT"/>
              <a:t>last update: Oct 2023</a:t>
            </a:r>
          </a:p>
        </p:txBody>
      </p:sp>
      <p:sp>
        <p:nvSpPr>
          <p:cNvPr id="4" name="Footer Placeholder 3">
            <a:extLst>
              <a:ext uri="{FF2B5EF4-FFF2-40B4-BE49-F238E27FC236}">
                <a16:creationId xmlns:a16="http://schemas.microsoft.com/office/drawing/2014/main" id="{6BF6EB83-757A-F153-CDC1-06924CB15D89}"/>
              </a:ext>
            </a:extLst>
          </p:cNvPr>
          <p:cNvSpPr>
            <a:spLocks noGrp="1"/>
          </p:cNvSpPr>
          <p:nvPr>
            <p:ph type="ftr" sz="quarter" idx="11"/>
          </p:nvPr>
        </p:nvSpPr>
        <p:spPr/>
        <p:txBody>
          <a:bodyPr/>
          <a:lstStyle/>
          <a:p>
            <a:r>
              <a:rPr lang="it-IT" altLang="en-IT"/>
              <a:t>kathara – [ lab: frr ]</a:t>
            </a:r>
          </a:p>
        </p:txBody>
      </p:sp>
      <p:sp>
        <p:nvSpPr>
          <p:cNvPr id="5" name="Text Placeholder 4">
            <a:extLst>
              <a:ext uri="{FF2B5EF4-FFF2-40B4-BE49-F238E27FC236}">
                <a16:creationId xmlns:a16="http://schemas.microsoft.com/office/drawing/2014/main" id="{FDB9A27A-D579-3AC0-EB8B-29F99E04049E}"/>
              </a:ext>
            </a:extLst>
          </p:cNvPr>
          <p:cNvSpPr>
            <a:spLocks noGrp="1"/>
          </p:cNvSpPr>
          <p:nvPr>
            <p:ph type="body" idx="1"/>
          </p:nvPr>
        </p:nvSpPr>
        <p:spPr/>
        <p:txBody>
          <a:bodyPr/>
          <a:lstStyle/>
          <a:p>
            <a:r>
              <a:rPr lang="en-CH" dirty="0"/>
              <a:t>What is routing?</a:t>
            </a:r>
          </a:p>
          <a:p>
            <a:r>
              <a:rPr lang="en-CH" dirty="0" err="1"/>
              <a:t>Kathara</a:t>
            </a:r>
            <a:r>
              <a:rPr lang="en-CH" dirty="0"/>
              <a:t> Implementation (lab on FRR)</a:t>
            </a:r>
          </a:p>
        </p:txBody>
      </p:sp>
    </p:spTree>
    <p:extLst>
      <p:ext uri="{BB962C8B-B14F-4D97-AF65-F5344CB8AC3E}">
        <p14:creationId xmlns:p14="http://schemas.microsoft.com/office/powerpoint/2010/main" val="1346360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1743BD-399E-55EB-FBBA-EB4542C33881}"/>
              </a:ext>
            </a:extLst>
          </p:cNvPr>
          <p:cNvSpPr>
            <a:spLocks noGrp="1"/>
          </p:cNvSpPr>
          <p:nvPr>
            <p:ph type="title"/>
          </p:nvPr>
        </p:nvSpPr>
        <p:spPr>
          <a:xfrm>
            <a:off x="774253" y="764704"/>
            <a:ext cx="9145016" cy="793714"/>
          </a:xfrm>
        </p:spPr>
        <p:txBody>
          <a:bodyPr/>
          <a:lstStyle/>
          <a:p>
            <a:r>
              <a:rPr lang="it-CH" dirty="0"/>
              <a:t>The network </a:t>
            </a:r>
            <a:r>
              <a:rPr lang="it-CH" dirty="0" err="1"/>
              <a:t>layer</a:t>
            </a:r>
            <a:r>
              <a:rPr lang="it-CH" dirty="0"/>
              <a:t> </a:t>
            </a:r>
            <a:r>
              <a:rPr lang="it-CH" dirty="0" err="1"/>
              <a:t>is</a:t>
            </a:r>
            <a:r>
              <a:rPr lang="it-CH" dirty="0"/>
              <a:t> the Inter-Net </a:t>
            </a:r>
            <a:r>
              <a:rPr lang="it-CH" dirty="0" err="1"/>
              <a:t>layer</a:t>
            </a:r>
            <a:endParaRPr lang="it-IT" dirty="0"/>
          </a:p>
        </p:txBody>
      </p:sp>
      <p:sp>
        <p:nvSpPr>
          <p:cNvPr id="3" name="Segnaposto testo 2">
            <a:extLst>
              <a:ext uri="{FF2B5EF4-FFF2-40B4-BE49-F238E27FC236}">
                <a16:creationId xmlns:a16="http://schemas.microsoft.com/office/drawing/2014/main" id="{6E01F167-FD75-9E27-5FBF-E02FC34EB338}"/>
              </a:ext>
            </a:extLst>
          </p:cNvPr>
          <p:cNvSpPr>
            <a:spLocks noGrp="1"/>
          </p:cNvSpPr>
          <p:nvPr>
            <p:ph type="body" idx="1"/>
          </p:nvPr>
        </p:nvSpPr>
        <p:spPr>
          <a:xfrm>
            <a:off x="119336" y="2348880"/>
            <a:ext cx="10009112" cy="4920166"/>
          </a:xfrm>
        </p:spPr>
        <p:txBody>
          <a:bodyPr/>
          <a:lstStyle/>
          <a:p>
            <a:r>
              <a:rPr lang="it-CH" dirty="0"/>
              <a:t>At the </a:t>
            </a:r>
            <a:r>
              <a:rPr lang="it-CH" dirty="0" err="1"/>
              <a:t>beginning</a:t>
            </a:r>
            <a:r>
              <a:rPr lang="it-CH" dirty="0"/>
              <a:t>: networking </a:t>
            </a:r>
            <a:r>
              <a:rPr lang="it-CH" dirty="0" err="1"/>
              <a:t>technologies</a:t>
            </a:r>
            <a:r>
              <a:rPr lang="it-CH" dirty="0"/>
              <a:t> </a:t>
            </a:r>
            <a:r>
              <a:rPr lang="it-CH" dirty="0" err="1"/>
              <a:t>were</a:t>
            </a:r>
            <a:r>
              <a:rPr lang="it-CH" dirty="0"/>
              <a:t> </a:t>
            </a:r>
          </a:p>
          <a:p>
            <a:pPr lvl="1"/>
            <a:r>
              <a:rPr lang="it-CH" b="1" dirty="0" err="1"/>
              <a:t>Tied</a:t>
            </a:r>
            <a:r>
              <a:rPr lang="it-CH" b="1" dirty="0"/>
              <a:t> to a </a:t>
            </a:r>
            <a:r>
              <a:rPr lang="it-CH" b="1" dirty="0" err="1"/>
              <a:t>specific</a:t>
            </a:r>
            <a:r>
              <a:rPr lang="it-CH" b="1" dirty="0"/>
              <a:t> transmission medium </a:t>
            </a:r>
            <a:r>
              <a:rPr lang="it-CH" dirty="0"/>
              <a:t>(cable, </a:t>
            </a:r>
            <a:r>
              <a:rPr lang="it-CH" dirty="0" err="1"/>
              <a:t>ether</a:t>
            </a:r>
            <a:r>
              <a:rPr lang="it-CH" dirty="0"/>
              <a:t>)</a:t>
            </a:r>
          </a:p>
          <a:p>
            <a:pPr lvl="1"/>
            <a:r>
              <a:rPr lang="it-CH" dirty="0" err="1"/>
              <a:t>Very</a:t>
            </a:r>
            <a:r>
              <a:rPr lang="it-CH" dirty="0"/>
              <a:t> </a:t>
            </a:r>
            <a:r>
              <a:rPr lang="it-CH" b="1" dirty="0"/>
              <a:t>diverse</a:t>
            </a:r>
            <a:r>
              <a:rPr lang="it-CH" dirty="0"/>
              <a:t> (</a:t>
            </a:r>
            <a:r>
              <a:rPr lang="it-CH" dirty="0" err="1"/>
              <a:t>many</a:t>
            </a:r>
            <a:r>
              <a:rPr lang="it-CH" dirty="0"/>
              <a:t> </a:t>
            </a:r>
            <a:r>
              <a:rPr lang="it-CH" dirty="0" err="1"/>
              <a:t>different</a:t>
            </a:r>
            <a:r>
              <a:rPr lang="it-CH" dirty="0"/>
              <a:t> </a:t>
            </a:r>
            <a:r>
              <a:rPr lang="it-CH" dirty="0" err="1"/>
              <a:t>technologies</a:t>
            </a:r>
            <a:r>
              <a:rPr lang="it-CH" dirty="0"/>
              <a:t> and </a:t>
            </a:r>
            <a:r>
              <a:rPr lang="it-CH" dirty="0" err="1"/>
              <a:t>protocols</a:t>
            </a:r>
            <a:r>
              <a:rPr lang="it-CH" dirty="0"/>
              <a:t>, </a:t>
            </a:r>
            <a:r>
              <a:rPr lang="it-CH" dirty="0" err="1"/>
              <a:t>competing</a:t>
            </a:r>
            <a:r>
              <a:rPr lang="it-CH" dirty="0"/>
              <a:t> for a market)</a:t>
            </a:r>
          </a:p>
          <a:p>
            <a:pPr lvl="1"/>
            <a:r>
              <a:rPr lang="it-CH" dirty="0" err="1"/>
              <a:t>Aiming</a:t>
            </a:r>
            <a:r>
              <a:rPr lang="it-CH" dirty="0"/>
              <a:t> </a:t>
            </a:r>
            <a:r>
              <a:rPr lang="it-CH" dirty="0" err="1"/>
              <a:t>at</a:t>
            </a:r>
            <a:r>
              <a:rPr lang="it-CH" dirty="0"/>
              <a:t> </a:t>
            </a:r>
            <a:r>
              <a:rPr lang="it-CH" b="1" dirty="0" err="1"/>
              <a:t>connecting</a:t>
            </a:r>
            <a:r>
              <a:rPr lang="it-CH" b="1" dirty="0"/>
              <a:t> </a:t>
            </a:r>
            <a:r>
              <a:rPr lang="it-CH" b="1" dirty="0" err="1"/>
              <a:t>few</a:t>
            </a:r>
            <a:r>
              <a:rPr lang="it-CH" b="1" dirty="0"/>
              <a:t> </a:t>
            </a:r>
            <a:r>
              <a:rPr lang="it-CH" b="1" dirty="0" err="1"/>
              <a:t>local</a:t>
            </a:r>
            <a:r>
              <a:rPr lang="it-CH" b="1" dirty="0"/>
              <a:t> end-user devices -&gt;</a:t>
            </a:r>
            <a:r>
              <a:rPr lang="it-CH" b="1" dirty="0" err="1"/>
              <a:t>local</a:t>
            </a:r>
            <a:r>
              <a:rPr lang="it-CH" b="1" dirty="0"/>
              <a:t> nets (or «</a:t>
            </a:r>
            <a:r>
              <a:rPr lang="it-CH" b="1" dirty="0" err="1"/>
              <a:t>subnets</a:t>
            </a:r>
            <a:r>
              <a:rPr lang="it-CH" b="1" dirty="0"/>
              <a:t>»)</a:t>
            </a:r>
          </a:p>
          <a:p>
            <a:pPr lvl="1"/>
            <a:r>
              <a:rPr lang="it-CH" b="1" dirty="0"/>
              <a:t>How did the architecture of the network looked like, at that time?</a:t>
            </a:r>
          </a:p>
          <a:p>
            <a:pPr lvl="1"/>
            <a:endParaRPr lang="it-CH" b="1" dirty="0"/>
          </a:p>
          <a:p>
            <a:pPr lvl="1"/>
            <a:endParaRPr lang="it-CH" b="1" dirty="0"/>
          </a:p>
          <a:p>
            <a:pPr lvl="1"/>
            <a:endParaRPr lang="it-CH" b="1" dirty="0"/>
          </a:p>
        </p:txBody>
      </p:sp>
      <p:pic>
        <p:nvPicPr>
          <p:cNvPr id="1026" name="Picture 2" descr="183,400+ History Icon Stock Illustrations, Royalty-Free Vector Graphics &amp;  Clip Art - iStock | History icon vector, Family history icon, Medical history  icon">
            <a:extLst>
              <a:ext uri="{FF2B5EF4-FFF2-40B4-BE49-F238E27FC236}">
                <a16:creationId xmlns:a16="http://schemas.microsoft.com/office/drawing/2014/main" id="{9B7969CE-85F2-1CB1-DC21-A825AC63F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0416" y="569145"/>
            <a:ext cx="1779735" cy="1779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68458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A7E92D-FAD3-F34F-EC98-3E56BA9C5A22}"/>
              </a:ext>
            </a:extLst>
          </p:cNvPr>
          <p:cNvSpPr>
            <a:spLocks noGrp="1"/>
          </p:cNvSpPr>
          <p:nvPr>
            <p:ph type="title"/>
          </p:nvPr>
        </p:nvSpPr>
        <p:spPr/>
        <p:txBody>
          <a:bodyPr/>
          <a:lstStyle/>
          <a:p>
            <a:r>
              <a:rPr lang="it-CH" dirty="0"/>
              <a:t>Some </a:t>
            </a:r>
            <a:r>
              <a:rPr lang="it-CH" dirty="0" err="1"/>
              <a:t>drawing</a:t>
            </a:r>
            <a:r>
              <a:rPr lang="it-CH" dirty="0"/>
              <a:t>…</a:t>
            </a:r>
            <a:endParaRPr lang="it-IT" dirty="0"/>
          </a:p>
        </p:txBody>
      </p:sp>
      <mc:AlternateContent xmlns:mc="http://schemas.openxmlformats.org/markup-compatibility/2006">
        <mc:Choice xmlns:p14="http://schemas.microsoft.com/office/powerpoint/2010/main" Requires="p14">
          <p:contentPart p14:bwMode="auto" r:id="rId2">
            <p14:nvContentPartPr>
              <p14:cNvPr id="4" name="Input penna 3">
                <a:extLst>
                  <a:ext uri="{FF2B5EF4-FFF2-40B4-BE49-F238E27FC236}">
                    <a16:creationId xmlns:a16="http://schemas.microsoft.com/office/drawing/2014/main" id="{7CB74C56-09A2-5FA6-8FF0-9E8C5EE17063}"/>
                  </a:ext>
                </a:extLst>
              </p14:cNvPr>
              <p14:cNvContentPartPr/>
              <p14:nvPr/>
            </p14:nvContentPartPr>
            <p14:xfrm>
              <a:off x="4583832" y="2979421"/>
              <a:ext cx="2360138" cy="1952859"/>
            </p14:xfrm>
          </p:contentPart>
        </mc:Choice>
        <mc:Fallback>
          <p:pic>
            <p:nvPicPr>
              <p:cNvPr id="4" name="Input penna 3">
                <a:extLst>
                  <a:ext uri="{FF2B5EF4-FFF2-40B4-BE49-F238E27FC236}">
                    <a16:creationId xmlns:a16="http://schemas.microsoft.com/office/drawing/2014/main" id="{7CB74C56-09A2-5FA6-8FF0-9E8C5EE17063}"/>
                  </a:ext>
                </a:extLst>
              </p:cNvPr>
              <p:cNvPicPr/>
              <p:nvPr/>
            </p:nvPicPr>
            <p:blipFill>
              <a:blip r:embed="rId3"/>
              <a:stretch>
                <a:fillRect/>
              </a:stretch>
            </p:blipFill>
            <p:spPr>
              <a:xfrm>
                <a:off x="4574472" y="2970062"/>
                <a:ext cx="2378858" cy="1971578"/>
              </a:xfrm>
              <a:prstGeom prst="rect">
                <a:avLst/>
              </a:prstGeom>
            </p:spPr>
          </p:pic>
        </mc:Fallback>
      </mc:AlternateContent>
    </p:spTree>
    <p:extLst>
      <p:ext uri="{BB962C8B-B14F-4D97-AF65-F5344CB8AC3E}">
        <p14:creationId xmlns:p14="http://schemas.microsoft.com/office/powerpoint/2010/main" val="377012416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A718E79-0D19-2317-51C1-75AA2FA850E1}"/>
              </a:ext>
            </a:extLst>
          </p:cNvPr>
          <p:cNvSpPr>
            <a:spLocks noGrp="1"/>
          </p:cNvSpPr>
          <p:nvPr>
            <p:ph type="title"/>
          </p:nvPr>
        </p:nvSpPr>
        <p:spPr/>
        <p:txBody>
          <a:bodyPr/>
          <a:lstStyle/>
          <a:p>
            <a:r>
              <a:rPr lang="it-CH" dirty="0"/>
              <a:t>The </a:t>
            </a:r>
            <a:r>
              <a:rPr lang="it-CH" dirty="0" err="1"/>
              <a:t>problem</a:t>
            </a:r>
            <a:r>
              <a:rPr lang="it-CH" dirty="0"/>
              <a:t>:</a:t>
            </a:r>
            <a:endParaRPr lang="it-IT" dirty="0"/>
          </a:p>
        </p:txBody>
      </p:sp>
      <p:sp>
        <p:nvSpPr>
          <p:cNvPr id="3" name="Segnaposto testo 2">
            <a:extLst>
              <a:ext uri="{FF2B5EF4-FFF2-40B4-BE49-F238E27FC236}">
                <a16:creationId xmlns:a16="http://schemas.microsoft.com/office/drawing/2014/main" id="{AD3A2B21-D2A4-16BD-AB27-23B2F19EB0C8}"/>
              </a:ext>
            </a:extLst>
          </p:cNvPr>
          <p:cNvSpPr>
            <a:spLocks noGrp="1"/>
          </p:cNvSpPr>
          <p:nvPr>
            <p:ph type="body" idx="1"/>
          </p:nvPr>
        </p:nvSpPr>
        <p:spPr>
          <a:xfrm>
            <a:off x="1190625" y="1893094"/>
            <a:ext cx="8566547" cy="4071937"/>
          </a:xfrm>
        </p:spPr>
        <p:txBody>
          <a:bodyPr/>
          <a:lstStyle/>
          <a:p>
            <a:r>
              <a:rPr lang="it-CH" dirty="0"/>
              <a:t>How to </a:t>
            </a:r>
            <a:r>
              <a:rPr lang="it-CH" dirty="0" err="1"/>
              <a:t>interconnect</a:t>
            </a:r>
            <a:r>
              <a:rPr lang="it-CH" dirty="0"/>
              <a:t> devices from </a:t>
            </a:r>
            <a:r>
              <a:rPr lang="it-CH" dirty="0" err="1"/>
              <a:t>different</a:t>
            </a:r>
            <a:r>
              <a:rPr lang="it-CH" dirty="0"/>
              <a:t> </a:t>
            </a:r>
            <a:r>
              <a:rPr lang="it-CH" dirty="0" err="1"/>
              <a:t>local</a:t>
            </a:r>
            <a:r>
              <a:rPr lang="it-CH" dirty="0"/>
              <a:t> nets, </a:t>
            </a:r>
            <a:r>
              <a:rPr lang="it-CH" dirty="0" err="1"/>
              <a:t>without</a:t>
            </a:r>
            <a:r>
              <a:rPr lang="it-CH" dirty="0"/>
              <a:t> </a:t>
            </a:r>
            <a:r>
              <a:rPr lang="it-CH" dirty="0" err="1"/>
              <a:t>creating</a:t>
            </a:r>
            <a:r>
              <a:rPr lang="it-CH" dirty="0"/>
              <a:t> a single big, </a:t>
            </a:r>
            <a:r>
              <a:rPr lang="it-CH" dirty="0" err="1"/>
              <a:t>local</a:t>
            </a:r>
            <a:r>
              <a:rPr lang="it-CH" dirty="0"/>
              <a:t> net (of the </a:t>
            </a:r>
            <a:r>
              <a:rPr lang="it-CH" dirty="0" err="1"/>
              <a:t>same</a:t>
            </a:r>
            <a:r>
              <a:rPr lang="it-CH" dirty="0"/>
              <a:t> </a:t>
            </a:r>
            <a:r>
              <a:rPr lang="it-CH" dirty="0" err="1"/>
              <a:t>technology</a:t>
            </a:r>
            <a:r>
              <a:rPr lang="it-CH" dirty="0"/>
              <a:t>)??  </a:t>
            </a:r>
            <a:endParaRPr lang="it-IT" dirty="0"/>
          </a:p>
          <a:p>
            <a:endParaRPr lang="it-IT" dirty="0"/>
          </a:p>
        </p:txBody>
      </p:sp>
    </p:spTree>
    <p:extLst>
      <p:ext uri="{BB962C8B-B14F-4D97-AF65-F5344CB8AC3E}">
        <p14:creationId xmlns:p14="http://schemas.microsoft.com/office/powerpoint/2010/main" val="7461463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45E350-35D4-79B0-2A5D-898937CF59AC}"/>
              </a:ext>
            </a:extLst>
          </p:cNvPr>
          <p:cNvSpPr>
            <a:spLocks noGrp="1"/>
          </p:cNvSpPr>
          <p:nvPr>
            <p:ph type="title"/>
          </p:nvPr>
        </p:nvSpPr>
        <p:spPr>
          <a:xfrm>
            <a:off x="1701489" y="-171400"/>
            <a:ext cx="8789022" cy="1714500"/>
          </a:xfrm>
        </p:spPr>
        <p:txBody>
          <a:bodyPr/>
          <a:lstStyle/>
          <a:p>
            <a:r>
              <a:rPr lang="it-CH" sz="3797" dirty="0"/>
              <a:t>Solution (</a:t>
            </a:r>
            <a:r>
              <a:rPr lang="it-CH" sz="3797" dirty="0" err="1"/>
              <a:t>well</a:t>
            </a:r>
            <a:r>
              <a:rPr lang="it-CH" sz="3797" dirty="0"/>
              <a:t>, one of the </a:t>
            </a:r>
            <a:r>
              <a:rPr lang="it-CH" sz="3797" dirty="0" err="1"/>
              <a:t>possible</a:t>
            </a:r>
            <a:r>
              <a:rPr lang="it-CH" sz="3797" dirty="0"/>
              <a:t> </a:t>
            </a:r>
            <a:r>
              <a:rPr lang="it-CH" sz="3797" dirty="0" err="1"/>
              <a:t>solutions</a:t>
            </a:r>
            <a:r>
              <a:rPr lang="it-CH" sz="3797" dirty="0"/>
              <a:t>)</a:t>
            </a:r>
            <a:endParaRPr lang="it-IT" sz="3797" dirty="0"/>
          </a:p>
        </p:txBody>
      </p:sp>
      <p:sp>
        <p:nvSpPr>
          <p:cNvPr id="3" name="Segnaposto testo 2">
            <a:extLst>
              <a:ext uri="{FF2B5EF4-FFF2-40B4-BE49-F238E27FC236}">
                <a16:creationId xmlns:a16="http://schemas.microsoft.com/office/drawing/2014/main" id="{D3137837-FF4F-797A-7CE3-BD49EED87749}"/>
              </a:ext>
            </a:extLst>
          </p:cNvPr>
          <p:cNvSpPr>
            <a:spLocks noGrp="1"/>
          </p:cNvSpPr>
          <p:nvPr>
            <p:ph type="body" idx="1"/>
          </p:nvPr>
        </p:nvSpPr>
        <p:spPr>
          <a:xfrm>
            <a:off x="335360" y="1628800"/>
            <a:ext cx="11017224" cy="4018359"/>
          </a:xfrm>
        </p:spPr>
        <p:txBody>
          <a:bodyPr/>
          <a:lstStyle/>
          <a:p>
            <a:r>
              <a:rPr lang="it-CH" dirty="0"/>
              <a:t>Put </a:t>
            </a:r>
            <a:r>
              <a:rPr lang="it-CH" dirty="0" err="1"/>
              <a:t>all</a:t>
            </a:r>
            <a:r>
              <a:rPr lang="it-CH" dirty="0"/>
              <a:t> </a:t>
            </a:r>
            <a:r>
              <a:rPr lang="it-CH" dirty="0" err="1"/>
              <a:t>these</a:t>
            </a:r>
            <a:r>
              <a:rPr lang="it-CH" dirty="0"/>
              <a:t> </a:t>
            </a:r>
            <a:r>
              <a:rPr lang="it-CH" dirty="0" err="1"/>
              <a:t>local</a:t>
            </a:r>
            <a:r>
              <a:rPr lang="it-CH" dirty="0"/>
              <a:t> net </a:t>
            </a:r>
            <a:r>
              <a:rPr lang="it-CH" dirty="0" err="1"/>
              <a:t>technologies</a:t>
            </a:r>
            <a:r>
              <a:rPr lang="it-CH" dirty="0"/>
              <a:t> </a:t>
            </a:r>
            <a:r>
              <a:rPr lang="it-CH" dirty="0" err="1"/>
              <a:t>into</a:t>
            </a:r>
            <a:r>
              <a:rPr lang="it-CH" dirty="0"/>
              <a:t> a </a:t>
            </a:r>
            <a:r>
              <a:rPr lang="it-CH" dirty="0" err="1"/>
              <a:t>layer</a:t>
            </a:r>
            <a:r>
              <a:rPr lang="it-CH" dirty="0"/>
              <a:t> (the </a:t>
            </a:r>
            <a:r>
              <a:rPr lang="it-CH" b="1" dirty="0"/>
              <a:t>link </a:t>
            </a:r>
            <a:r>
              <a:rPr lang="it-CH" b="1" dirty="0" err="1"/>
              <a:t>layer</a:t>
            </a:r>
            <a:r>
              <a:rPr lang="it-CH" dirty="0"/>
              <a:t>)</a:t>
            </a:r>
          </a:p>
          <a:p>
            <a:r>
              <a:rPr lang="it-CH" b="1" dirty="0"/>
              <a:t>Create a new </a:t>
            </a:r>
            <a:r>
              <a:rPr lang="it-CH" b="1" dirty="0" err="1"/>
              <a:t>layer</a:t>
            </a:r>
            <a:r>
              <a:rPr lang="it-CH" b="1" dirty="0"/>
              <a:t> on top of </a:t>
            </a:r>
            <a:r>
              <a:rPr lang="it-CH" b="1" dirty="0" err="1"/>
              <a:t>it</a:t>
            </a:r>
            <a:r>
              <a:rPr lang="it-CH" dirty="0"/>
              <a:t>, </a:t>
            </a:r>
            <a:r>
              <a:rPr lang="it-CH" dirty="0" err="1"/>
              <a:t>whose</a:t>
            </a:r>
            <a:r>
              <a:rPr lang="it-CH" dirty="0"/>
              <a:t> task </a:t>
            </a:r>
            <a:r>
              <a:rPr lang="it-CH" dirty="0" err="1"/>
              <a:t>is</a:t>
            </a:r>
            <a:r>
              <a:rPr lang="it-CH" dirty="0"/>
              <a:t> to </a:t>
            </a:r>
            <a:r>
              <a:rPr lang="it-CH" b="1" dirty="0" err="1"/>
              <a:t>deliver</a:t>
            </a:r>
            <a:r>
              <a:rPr lang="it-CH" b="1" dirty="0"/>
              <a:t> a </a:t>
            </a:r>
            <a:r>
              <a:rPr lang="it-CH" b="1" dirty="0" err="1"/>
              <a:t>message</a:t>
            </a:r>
            <a:r>
              <a:rPr lang="it-CH" b="1" dirty="0"/>
              <a:t> </a:t>
            </a:r>
            <a:r>
              <a:rPr lang="it-CH" b="1" dirty="0" err="1"/>
              <a:t>between</a:t>
            </a:r>
            <a:r>
              <a:rPr lang="it-CH" b="1" dirty="0"/>
              <a:t> </a:t>
            </a:r>
            <a:r>
              <a:rPr lang="it-CH" b="1" dirty="0" err="1"/>
              <a:t>any</a:t>
            </a:r>
            <a:r>
              <a:rPr lang="it-CH" b="1" dirty="0"/>
              <a:t> </a:t>
            </a:r>
            <a:r>
              <a:rPr lang="it-CH" b="1" dirty="0" err="1"/>
              <a:t>couple</a:t>
            </a:r>
            <a:r>
              <a:rPr lang="it-CH" b="1" dirty="0"/>
              <a:t> of end-user devices </a:t>
            </a:r>
            <a:r>
              <a:rPr lang="it-CH" dirty="0"/>
              <a:t>from </a:t>
            </a:r>
            <a:r>
              <a:rPr lang="it-CH" dirty="0" err="1"/>
              <a:t>any</a:t>
            </a:r>
            <a:r>
              <a:rPr lang="it-CH" dirty="0"/>
              <a:t> </a:t>
            </a:r>
            <a:r>
              <a:rPr lang="it-CH" dirty="0" err="1"/>
              <a:t>subnet</a:t>
            </a:r>
            <a:r>
              <a:rPr lang="it-CH" dirty="0"/>
              <a:t> to </a:t>
            </a:r>
            <a:r>
              <a:rPr lang="it-CH" dirty="0" err="1"/>
              <a:t>any</a:t>
            </a:r>
            <a:r>
              <a:rPr lang="it-CH" dirty="0"/>
              <a:t> </a:t>
            </a:r>
            <a:r>
              <a:rPr lang="it-CH" dirty="0" err="1"/>
              <a:t>subnet</a:t>
            </a:r>
            <a:r>
              <a:rPr lang="it-CH" dirty="0"/>
              <a:t> in the world</a:t>
            </a:r>
          </a:p>
          <a:p>
            <a:r>
              <a:rPr lang="it-CH" dirty="0" err="1"/>
              <a:t>This</a:t>
            </a:r>
            <a:r>
              <a:rPr lang="it-CH" dirty="0"/>
              <a:t> </a:t>
            </a:r>
            <a:r>
              <a:rPr lang="it-CH" dirty="0" err="1"/>
              <a:t>layer</a:t>
            </a:r>
            <a:r>
              <a:rPr lang="it-CH" dirty="0"/>
              <a:t> </a:t>
            </a:r>
            <a:r>
              <a:rPr lang="it-CH" dirty="0" err="1"/>
              <a:t>has</a:t>
            </a:r>
            <a:r>
              <a:rPr lang="it-CH" dirty="0"/>
              <a:t> </a:t>
            </a:r>
            <a:r>
              <a:rPr lang="it-CH" b="1" dirty="0" err="1"/>
              <a:t>its</a:t>
            </a:r>
            <a:r>
              <a:rPr lang="it-CH" b="1" dirty="0"/>
              <a:t> </a:t>
            </a:r>
            <a:r>
              <a:rPr lang="it-CH" b="1" dirty="0" err="1"/>
              <a:t>own</a:t>
            </a:r>
            <a:r>
              <a:rPr lang="it-CH" b="1" dirty="0"/>
              <a:t> Interface names </a:t>
            </a:r>
            <a:r>
              <a:rPr lang="it-CH" dirty="0"/>
              <a:t>(IP </a:t>
            </a:r>
            <a:r>
              <a:rPr lang="it-CH" dirty="0" err="1"/>
              <a:t>addresses</a:t>
            </a:r>
            <a:r>
              <a:rPr lang="it-CH" dirty="0"/>
              <a:t>) and </a:t>
            </a:r>
            <a:r>
              <a:rPr lang="it-CH" b="1" dirty="0"/>
              <a:t>intermediate systems </a:t>
            </a:r>
            <a:r>
              <a:rPr lang="it-CH" dirty="0"/>
              <a:t>(</a:t>
            </a:r>
            <a:r>
              <a:rPr lang="it-CH" dirty="0" err="1"/>
              <a:t>called</a:t>
            </a:r>
            <a:r>
              <a:rPr lang="it-CH" dirty="0"/>
              <a:t> routers), just like </a:t>
            </a:r>
            <a:r>
              <a:rPr lang="it-CH" dirty="0" err="1"/>
              <a:t>any</a:t>
            </a:r>
            <a:r>
              <a:rPr lang="it-CH" dirty="0"/>
              <a:t> </a:t>
            </a:r>
            <a:r>
              <a:rPr lang="it-CH" dirty="0" err="1"/>
              <a:t>other</a:t>
            </a:r>
            <a:r>
              <a:rPr lang="it-CH" dirty="0"/>
              <a:t> </a:t>
            </a:r>
            <a:r>
              <a:rPr lang="it-CH" dirty="0" err="1"/>
              <a:t>subnet</a:t>
            </a:r>
            <a:r>
              <a:rPr lang="it-CH" dirty="0"/>
              <a:t> </a:t>
            </a:r>
            <a:r>
              <a:rPr lang="it-CH" dirty="0" err="1"/>
              <a:t>technology</a:t>
            </a:r>
            <a:endParaRPr lang="it-CH" dirty="0"/>
          </a:p>
          <a:p>
            <a:r>
              <a:rPr lang="it-CH" b="1" dirty="0">
                <a:solidFill>
                  <a:srgbClr val="FF0000"/>
                </a:solidFill>
              </a:rPr>
              <a:t>Internet </a:t>
            </a:r>
            <a:r>
              <a:rPr lang="it-CH" b="1" dirty="0" err="1">
                <a:solidFill>
                  <a:srgbClr val="FF0000"/>
                </a:solidFill>
              </a:rPr>
              <a:t>was</a:t>
            </a:r>
            <a:r>
              <a:rPr lang="it-CH" b="1" dirty="0">
                <a:solidFill>
                  <a:srgbClr val="FF0000"/>
                </a:solidFill>
              </a:rPr>
              <a:t> </a:t>
            </a:r>
            <a:r>
              <a:rPr lang="it-CH" b="1" dirty="0" err="1">
                <a:solidFill>
                  <a:srgbClr val="FF0000"/>
                </a:solidFill>
              </a:rPr>
              <a:t>born</a:t>
            </a:r>
            <a:r>
              <a:rPr lang="it-CH" b="1" dirty="0">
                <a:solidFill>
                  <a:srgbClr val="FF0000"/>
                </a:solidFill>
              </a:rPr>
              <a:t>!</a:t>
            </a:r>
            <a:endParaRPr lang="it-IT" b="1" dirty="0">
              <a:solidFill>
                <a:srgbClr val="FF0000"/>
              </a:solidFill>
            </a:endParaRPr>
          </a:p>
        </p:txBody>
      </p:sp>
    </p:spTree>
    <p:extLst>
      <p:ext uri="{BB962C8B-B14F-4D97-AF65-F5344CB8AC3E}">
        <p14:creationId xmlns:p14="http://schemas.microsoft.com/office/powerpoint/2010/main" val="3635989633"/>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0FD7F16-DF5C-DDE7-84F3-CE979B762FC3}"/>
              </a:ext>
            </a:extLst>
          </p:cNvPr>
          <p:cNvSpPr>
            <a:spLocks noGrp="1"/>
          </p:cNvSpPr>
          <p:nvPr>
            <p:ph type="title"/>
          </p:nvPr>
        </p:nvSpPr>
        <p:spPr>
          <a:xfrm>
            <a:off x="2127168" y="-119676"/>
            <a:ext cx="8111839" cy="1714500"/>
          </a:xfrm>
        </p:spPr>
        <p:txBody>
          <a:bodyPr/>
          <a:lstStyle/>
          <a:p>
            <a:r>
              <a:rPr lang="it-CH" dirty="0"/>
              <a:t>How </a:t>
            </a:r>
            <a:r>
              <a:rPr lang="it-CH" dirty="0" err="1"/>
              <a:t>does</a:t>
            </a:r>
            <a:r>
              <a:rPr lang="it-CH" dirty="0"/>
              <a:t> the network </a:t>
            </a:r>
            <a:r>
              <a:rPr lang="it-CH" dirty="0" err="1"/>
              <a:t>layer</a:t>
            </a:r>
            <a:r>
              <a:rPr lang="it-CH" dirty="0"/>
              <a:t> work?</a:t>
            </a:r>
            <a:endParaRPr lang="it-IT" dirty="0"/>
          </a:p>
        </p:txBody>
      </p:sp>
      <p:sp>
        <p:nvSpPr>
          <p:cNvPr id="3" name="Segnaposto testo 2">
            <a:extLst>
              <a:ext uri="{FF2B5EF4-FFF2-40B4-BE49-F238E27FC236}">
                <a16:creationId xmlns:a16="http://schemas.microsoft.com/office/drawing/2014/main" id="{34991956-893B-83C9-EA6C-1F7340DE1B90}"/>
              </a:ext>
            </a:extLst>
          </p:cNvPr>
          <p:cNvSpPr>
            <a:spLocks noGrp="1"/>
          </p:cNvSpPr>
          <p:nvPr>
            <p:ph type="body" idx="1"/>
          </p:nvPr>
        </p:nvSpPr>
        <p:spPr>
          <a:xfrm>
            <a:off x="983432" y="1495953"/>
            <a:ext cx="9308233" cy="4018359"/>
          </a:xfrm>
        </p:spPr>
        <p:txBody>
          <a:bodyPr/>
          <a:lstStyle/>
          <a:p>
            <a:r>
              <a:rPr lang="it-CH" dirty="0"/>
              <a:t>To </a:t>
            </a:r>
            <a:r>
              <a:rPr lang="it-CH" dirty="0" err="1"/>
              <a:t>answer</a:t>
            </a:r>
            <a:r>
              <a:rPr lang="it-CH" dirty="0"/>
              <a:t>, </a:t>
            </a:r>
            <a:r>
              <a:rPr lang="it-CH" dirty="0" err="1"/>
              <a:t>we</a:t>
            </a:r>
            <a:r>
              <a:rPr lang="it-CH" dirty="0"/>
              <a:t> look </a:t>
            </a:r>
            <a:r>
              <a:rPr lang="it-CH" dirty="0" err="1"/>
              <a:t>at</a:t>
            </a:r>
            <a:r>
              <a:rPr lang="it-CH" dirty="0"/>
              <a:t> the </a:t>
            </a:r>
            <a:r>
              <a:rPr lang="it-CH" dirty="0" err="1"/>
              <a:t>main</a:t>
            </a:r>
            <a:r>
              <a:rPr lang="it-CH" dirty="0"/>
              <a:t> </a:t>
            </a:r>
            <a:r>
              <a:rPr lang="it-CH" dirty="0" err="1"/>
              <a:t>functions</a:t>
            </a:r>
            <a:r>
              <a:rPr lang="it-CH" dirty="0"/>
              <a:t> </a:t>
            </a:r>
            <a:r>
              <a:rPr lang="it-CH" dirty="0" err="1"/>
              <a:t>it</a:t>
            </a:r>
            <a:r>
              <a:rPr lang="it-CH" dirty="0"/>
              <a:t> </a:t>
            </a:r>
            <a:r>
              <a:rPr lang="it-CH" dirty="0" err="1"/>
              <a:t>implements</a:t>
            </a:r>
            <a:r>
              <a:rPr lang="it-CH" dirty="0"/>
              <a:t>:</a:t>
            </a:r>
          </a:p>
          <a:p>
            <a:pPr lvl="1"/>
            <a:r>
              <a:rPr lang="it-CH" dirty="0"/>
              <a:t>Forwarding</a:t>
            </a:r>
          </a:p>
          <a:p>
            <a:pPr lvl="1"/>
            <a:r>
              <a:rPr lang="it-CH" dirty="0"/>
              <a:t>Routing</a:t>
            </a:r>
          </a:p>
          <a:p>
            <a:pPr lvl="1"/>
            <a:endParaRPr lang="it-CH" dirty="0"/>
          </a:p>
          <a:p>
            <a:r>
              <a:rPr lang="it-CH" dirty="0" err="1"/>
              <a:t>Let’s</a:t>
            </a:r>
            <a:r>
              <a:rPr lang="it-CH" dirty="0"/>
              <a:t> start from the Forwarding </a:t>
            </a:r>
            <a:r>
              <a:rPr lang="it-CH" dirty="0" err="1"/>
              <a:t>function</a:t>
            </a:r>
            <a:r>
              <a:rPr lang="it-CH" dirty="0"/>
              <a:t>. </a:t>
            </a:r>
          </a:p>
          <a:p>
            <a:r>
              <a:rPr lang="it-CH" dirty="0"/>
              <a:t>And </a:t>
            </a:r>
            <a:r>
              <a:rPr lang="it-CH" dirty="0" err="1"/>
              <a:t>let</a:t>
            </a:r>
            <a:r>
              <a:rPr lang="it-CH" dirty="0"/>
              <a:t> </a:t>
            </a:r>
            <a:r>
              <a:rPr lang="it-CH" dirty="0" err="1"/>
              <a:t>us</a:t>
            </a:r>
            <a:r>
              <a:rPr lang="it-CH" dirty="0"/>
              <a:t> </a:t>
            </a:r>
            <a:r>
              <a:rPr lang="it-CH" dirty="0" err="1"/>
              <a:t>consider</a:t>
            </a:r>
            <a:r>
              <a:rPr lang="it-CH" dirty="0"/>
              <a:t> a single router:</a:t>
            </a:r>
            <a:endParaRPr lang="it-IT" dirty="0"/>
          </a:p>
        </p:txBody>
      </p:sp>
      <p:sp>
        <p:nvSpPr>
          <p:cNvPr id="4" name="Line">
            <a:extLst>
              <a:ext uri="{FF2B5EF4-FFF2-40B4-BE49-F238E27FC236}">
                <a16:creationId xmlns:a16="http://schemas.microsoft.com/office/drawing/2014/main" id="{26A60EB6-48E1-E5C6-13BA-92F555CF5C6F}"/>
              </a:ext>
            </a:extLst>
          </p:cNvPr>
          <p:cNvSpPr/>
          <p:nvPr/>
        </p:nvSpPr>
        <p:spPr>
          <a:xfrm flipH="1" flipV="1">
            <a:off x="8538165" y="6086602"/>
            <a:ext cx="10277" cy="512250"/>
          </a:xfrm>
          <a:prstGeom prst="line">
            <a:avLst/>
          </a:prstGeom>
          <a:ln w="63500">
            <a:solidFill>
              <a:schemeClr val="tx1"/>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5" name="Line">
            <a:extLst>
              <a:ext uri="{FF2B5EF4-FFF2-40B4-BE49-F238E27FC236}">
                <a16:creationId xmlns:a16="http://schemas.microsoft.com/office/drawing/2014/main" id="{285C0159-A464-5F5E-D9B9-ABAC450C2B4F}"/>
              </a:ext>
            </a:extLst>
          </p:cNvPr>
          <p:cNvSpPr/>
          <p:nvPr/>
        </p:nvSpPr>
        <p:spPr>
          <a:xfrm flipH="1" flipV="1">
            <a:off x="7668177" y="5916311"/>
            <a:ext cx="623488" cy="19039"/>
          </a:xfrm>
          <a:prstGeom prst="line">
            <a:avLst/>
          </a:prstGeom>
          <a:ln w="63500">
            <a:solidFill>
              <a:schemeClr val="tx1"/>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6" name="Line">
            <a:extLst>
              <a:ext uri="{FF2B5EF4-FFF2-40B4-BE49-F238E27FC236}">
                <a16:creationId xmlns:a16="http://schemas.microsoft.com/office/drawing/2014/main" id="{D3116288-AF55-2870-C10D-8FD5B6270D99}"/>
              </a:ext>
            </a:extLst>
          </p:cNvPr>
          <p:cNvSpPr/>
          <p:nvPr/>
        </p:nvSpPr>
        <p:spPr>
          <a:xfrm flipH="1" flipV="1">
            <a:off x="8671514" y="5916310"/>
            <a:ext cx="667159" cy="1"/>
          </a:xfrm>
          <a:prstGeom prst="line">
            <a:avLst/>
          </a:prstGeom>
          <a:ln w="63500">
            <a:solidFill>
              <a:schemeClr val="tx1"/>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7" name="Rounded Rectangle">
            <a:extLst>
              <a:ext uri="{FF2B5EF4-FFF2-40B4-BE49-F238E27FC236}">
                <a16:creationId xmlns:a16="http://schemas.microsoft.com/office/drawing/2014/main" id="{9DED3D0B-5FB4-AFC7-6072-913D307C088D}"/>
              </a:ext>
            </a:extLst>
          </p:cNvPr>
          <p:cNvSpPr/>
          <p:nvPr/>
        </p:nvSpPr>
        <p:spPr>
          <a:xfrm>
            <a:off x="8292703" y="5640118"/>
            <a:ext cx="446484" cy="517370"/>
          </a:xfrm>
          <a:prstGeom prst="roundRect">
            <a:avLst>
              <a:gd name="adj" fmla="val 30000"/>
            </a:avLst>
          </a:prstGeom>
          <a:solidFill>
            <a:srgbClr val="424242"/>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pic>
        <p:nvPicPr>
          <p:cNvPr id="10" name="Immagine 9">
            <a:extLst>
              <a:ext uri="{FF2B5EF4-FFF2-40B4-BE49-F238E27FC236}">
                <a16:creationId xmlns:a16="http://schemas.microsoft.com/office/drawing/2014/main" id="{187AF5F2-0D24-DCE6-3BD8-35F82B86FCC8}"/>
              </a:ext>
            </a:extLst>
          </p:cNvPr>
          <p:cNvPicPr>
            <a:picLocks noChangeAspect="1"/>
          </p:cNvPicPr>
          <p:nvPr/>
        </p:nvPicPr>
        <p:blipFill>
          <a:blip r:embed="rId2"/>
          <a:stretch>
            <a:fillRect/>
          </a:stretch>
        </p:blipFill>
        <p:spPr>
          <a:xfrm>
            <a:off x="3286432" y="5302458"/>
            <a:ext cx="3254058" cy="1132045"/>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put penna 7">
                <a:extLst>
                  <a:ext uri="{FF2B5EF4-FFF2-40B4-BE49-F238E27FC236}">
                    <a16:creationId xmlns:a16="http://schemas.microsoft.com/office/drawing/2014/main" id="{0A00F4CD-8949-6787-A9CC-6DE7F07B621F}"/>
                  </a:ext>
                </a:extLst>
              </p14:cNvPr>
              <p14:cNvContentPartPr/>
              <p14:nvPr/>
            </p14:nvContentPartPr>
            <p14:xfrm>
              <a:off x="6260981" y="5087306"/>
              <a:ext cx="1862241" cy="359691"/>
            </p14:xfrm>
          </p:contentPart>
        </mc:Choice>
        <mc:Fallback xmlns="">
          <p:pic>
            <p:nvPicPr>
              <p:cNvPr id="8" name="Input penna 7">
                <a:extLst>
                  <a:ext uri="{FF2B5EF4-FFF2-40B4-BE49-F238E27FC236}">
                    <a16:creationId xmlns:a16="http://schemas.microsoft.com/office/drawing/2014/main" id="{0A00F4CD-8949-6787-A9CC-6DE7F07B621F}"/>
                  </a:ext>
                </a:extLst>
              </p:cNvPr>
              <p:cNvPicPr/>
              <p:nvPr/>
            </p:nvPicPr>
            <p:blipFill>
              <a:blip r:embed="rId4"/>
              <a:stretch>
                <a:fillRect/>
              </a:stretch>
            </p:blipFill>
            <p:spPr>
              <a:xfrm>
                <a:off x="6251621" y="5077945"/>
                <a:ext cx="1880961" cy="378414"/>
              </a:xfrm>
              <a:prstGeom prst="rect">
                <a:avLst/>
              </a:prstGeom>
            </p:spPr>
          </p:pic>
        </mc:Fallback>
      </mc:AlternateContent>
    </p:spTree>
    <p:extLst>
      <p:ext uri="{BB962C8B-B14F-4D97-AF65-F5344CB8AC3E}">
        <p14:creationId xmlns:p14="http://schemas.microsoft.com/office/powerpoint/2010/main" val="364044165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Forwarding"/>
          <p:cNvSpPr txBox="1">
            <a:spLocks noGrp="1"/>
          </p:cNvSpPr>
          <p:nvPr>
            <p:ph type="title"/>
          </p:nvPr>
        </p:nvSpPr>
        <p:spPr>
          <a:xfrm>
            <a:off x="2013264" y="-115204"/>
            <a:ext cx="7358063" cy="1714500"/>
          </a:xfrm>
          <a:prstGeom prst="rect">
            <a:avLst/>
          </a:prstGeom>
        </p:spPr>
        <p:txBody>
          <a:bodyPr/>
          <a:lstStyle/>
          <a:p>
            <a:r>
              <a:rPr lang="fr-CH" dirty="0" err="1"/>
              <a:t>What</a:t>
            </a:r>
            <a:r>
              <a:rPr lang="fr-CH" dirty="0"/>
              <a:t> </a:t>
            </a:r>
            <a:r>
              <a:rPr lang="fr-CH" dirty="0" err="1"/>
              <a:t>is</a:t>
            </a:r>
            <a:r>
              <a:rPr lang="fr-CH" dirty="0"/>
              <a:t> F</a:t>
            </a:r>
            <a:r>
              <a:rPr dirty="0" err="1"/>
              <a:t>orwarding</a:t>
            </a:r>
            <a:r>
              <a:rPr lang="fr-CH" dirty="0"/>
              <a:t>?</a:t>
            </a:r>
            <a:endParaRPr dirty="0"/>
          </a:p>
        </p:txBody>
      </p:sp>
      <p:sp>
        <p:nvSpPr>
          <p:cNvPr id="142" name="Local process that takes place at a router and determines output link for each packet…"/>
          <p:cNvSpPr txBox="1">
            <a:spLocks noGrp="1"/>
          </p:cNvSpPr>
          <p:nvPr>
            <p:ph type="body" idx="1"/>
          </p:nvPr>
        </p:nvSpPr>
        <p:spPr>
          <a:xfrm>
            <a:off x="695400" y="1417131"/>
            <a:ext cx="10873208" cy="4545990"/>
          </a:xfrm>
          <a:prstGeom prst="rect">
            <a:avLst/>
          </a:prstGeom>
        </p:spPr>
        <p:txBody>
          <a:bodyPr/>
          <a:lstStyle/>
          <a:p>
            <a:r>
              <a:rPr b="1" dirty="0">
                <a:solidFill>
                  <a:srgbClr val="942193"/>
                </a:solidFill>
              </a:rPr>
              <a:t>Local</a:t>
            </a:r>
            <a:r>
              <a:rPr b="1" dirty="0"/>
              <a:t> process </a:t>
            </a:r>
            <a:r>
              <a:rPr dirty="0"/>
              <a:t>that takes place </a:t>
            </a:r>
            <a:r>
              <a:rPr b="1" dirty="0"/>
              <a:t>at a router </a:t>
            </a:r>
            <a:r>
              <a:rPr dirty="0"/>
              <a:t>and </a:t>
            </a:r>
            <a:r>
              <a:rPr b="1" dirty="0"/>
              <a:t>determines </a:t>
            </a:r>
            <a:r>
              <a:rPr lang="fr-CH" b="1" dirty="0"/>
              <a:t>the </a:t>
            </a:r>
            <a:r>
              <a:rPr b="1" dirty="0"/>
              <a:t>output link for each packet</a:t>
            </a:r>
          </a:p>
          <a:p>
            <a:pPr lvl="1"/>
            <a:r>
              <a:rPr lang="fr-CH" dirty="0" err="1"/>
              <a:t>Done</a:t>
            </a:r>
            <a:r>
              <a:rPr lang="fr-CH" dirty="0"/>
              <a:t> </a:t>
            </a:r>
            <a:r>
              <a:rPr lang="fr-CH" b="1" dirty="0" err="1"/>
              <a:t>individually</a:t>
            </a:r>
            <a:r>
              <a:rPr lang="fr-CH" dirty="0"/>
              <a:t>, for </a:t>
            </a:r>
            <a:r>
              <a:rPr lang="fr-CH" dirty="0" err="1"/>
              <a:t>each</a:t>
            </a:r>
            <a:r>
              <a:rPr lang="fr-CH" dirty="0"/>
              <a:t> </a:t>
            </a:r>
            <a:r>
              <a:rPr lang="fr-CH" dirty="0" err="1"/>
              <a:t>packet</a:t>
            </a:r>
            <a:endParaRPr lang="fr-CH" dirty="0"/>
          </a:p>
          <a:p>
            <a:pPr lvl="1"/>
            <a:endParaRPr lang="fr-CH" dirty="0"/>
          </a:p>
          <a:p>
            <a:r>
              <a:rPr lang="fr-CH" dirty="0"/>
              <a:t>Main </a:t>
            </a:r>
            <a:r>
              <a:rPr lang="fr-CH" dirty="0" err="1"/>
              <a:t>ingredients</a:t>
            </a:r>
            <a:r>
              <a:rPr lang="fr-CH" dirty="0"/>
              <a:t>:</a:t>
            </a:r>
          </a:p>
          <a:p>
            <a:pPr marL="745602" indent="-522368">
              <a:buFont typeface="+mj-lt"/>
              <a:buAutoNum type="arabicPeriod"/>
            </a:pPr>
            <a:r>
              <a:rPr lang="fr-CH" dirty="0"/>
              <a:t>Information on the </a:t>
            </a:r>
            <a:r>
              <a:rPr lang="fr-CH" dirty="0" err="1"/>
              <a:t>packet’s</a:t>
            </a:r>
            <a:r>
              <a:rPr lang="fr-CH" dirty="0"/>
              <a:t> network layer header (an  identifier) </a:t>
            </a:r>
          </a:p>
          <a:p>
            <a:pPr marL="745602" indent="-522368">
              <a:buFont typeface="+mj-lt"/>
              <a:buAutoNum type="arabicPeriod"/>
            </a:pPr>
            <a:r>
              <a:rPr lang="fr-CH" b="1" dirty="0" err="1"/>
              <a:t>Forwarding</a:t>
            </a:r>
            <a:r>
              <a:rPr lang="fr-CH" b="1" dirty="0"/>
              <a:t> tables </a:t>
            </a:r>
            <a:r>
              <a:rPr lang="fr-CH" dirty="0"/>
              <a:t>at </a:t>
            </a:r>
            <a:r>
              <a:rPr lang="fr-CH" dirty="0" err="1"/>
              <a:t>each</a:t>
            </a:r>
            <a:r>
              <a:rPr lang="fr-CH" dirty="0"/>
              <a:t> router</a:t>
            </a:r>
          </a:p>
          <a:p>
            <a:pPr lvl="1"/>
            <a:endParaRPr lang="fr-CH" dirty="0"/>
          </a:p>
        </p:txBody>
      </p:sp>
      <p:sp>
        <p:nvSpPr>
          <p:cNvPr id="143" name="Slide Number"/>
          <p:cNvSpPr txBox="1">
            <a:spLocks noGrp="1"/>
          </p:cNvSpPr>
          <p:nvPr>
            <p:ph type="sldNum" sz="quarter" idx="2"/>
          </p:nvPr>
        </p:nvSpPr>
        <p:spPr>
          <a:xfrm>
            <a:off x="9872159" y="6232922"/>
            <a:ext cx="243300" cy="2678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spTree>
    <p:extLst>
      <p:ext uri="{BB962C8B-B14F-4D97-AF65-F5344CB8AC3E}">
        <p14:creationId xmlns:p14="http://schemas.microsoft.com/office/powerpoint/2010/main" val="216047324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4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42">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iterate>
                                    <p:tmAbs val="0"/>
                                  </p:iterate>
                                  <p:childTnLst>
                                    <p:set>
                                      <p:cBhvr>
                                        <p:cTn id="10" fill="hold"/>
                                        <p:tgtEl>
                                          <p:spTgt spid="1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4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4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14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uiExpand="1" build="p"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7B2700-67DF-142F-CE20-53116072106A}"/>
              </a:ext>
            </a:extLst>
          </p:cNvPr>
          <p:cNvSpPr>
            <a:spLocks noGrp="1"/>
          </p:cNvSpPr>
          <p:nvPr>
            <p:ph type="body" sz="quarter" idx="13"/>
          </p:nvPr>
        </p:nvSpPr>
        <p:spPr>
          <a:xfrm>
            <a:off x="2137450" y="507078"/>
            <a:ext cx="8221970" cy="2016125"/>
          </a:xfrm>
        </p:spPr>
        <p:txBody>
          <a:bodyPr>
            <a:normAutofit/>
          </a:bodyPr>
          <a:lstStyle/>
          <a:p>
            <a:r>
              <a:rPr lang="en-US" sz="4500" b="1" dirty="0">
                <a:solidFill>
                  <a:srgbClr val="424242"/>
                </a:solidFill>
                <a:latin typeface="Times New Roman"/>
                <a:cs typeface="Times New Roman"/>
                <a:sym typeface="Times New Roman"/>
              </a:rPr>
              <a:t>Routing</a:t>
            </a:r>
            <a:r>
              <a:rPr lang="en-US" sz="4500" dirty="0">
                <a:solidFill>
                  <a:srgbClr val="424242"/>
                </a:solidFill>
                <a:latin typeface="Times New Roman"/>
                <a:cs typeface="Times New Roman"/>
                <a:sym typeface="Times New Roman"/>
              </a:rPr>
              <a:t>: How to populate forwarding tables (automatically)?</a:t>
            </a:r>
          </a:p>
        </p:txBody>
      </p:sp>
      <p:sp>
        <p:nvSpPr>
          <p:cNvPr id="5" name="Text Placeholder 3">
            <a:extLst>
              <a:ext uri="{FF2B5EF4-FFF2-40B4-BE49-F238E27FC236}">
                <a16:creationId xmlns:a16="http://schemas.microsoft.com/office/drawing/2014/main" id="{599788F5-0500-6559-120B-7C09BAFD26EE}"/>
              </a:ext>
            </a:extLst>
          </p:cNvPr>
          <p:cNvSpPr txBox="1">
            <a:spLocks/>
          </p:cNvSpPr>
          <p:nvPr/>
        </p:nvSpPr>
        <p:spPr>
          <a:xfrm>
            <a:off x="2336297" y="2661959"/>
            <a:ext cx="8081575" cy="2911862"/>
          </a:xfrm>
          <a:prstGeom prst="rect">
            <a:avLst/>
          </a:prstGeom>
        </p:spPr>
        <p:txBody>
          <a:bodyPr vert="horz" lIns="64294" tIns="32147" rIns="64294" bIns="32147" rtlCol="0" anchor="ctr">
            <a:normAutofit/>
          </a:bodyPr>
          <a:lstStyle>
            <a:lvl1pPr marL="0" indent="0" algn="l" defTabSz="975390" rtl="0" eaLnBrk="1" latinLnBrk="0" hangingPunct="1">
              <a:spcBef>
                <a:spcPct val="20000"/>
              </a:spcBef>
              <a:buClr>
                <a:schemeClr val="accent1">
                  <a:lumMod val="75000"/>
                </a:schemeClr>
              </a:buClr>
              <a:buSzPct val="50000"/>
              <a:buFont typeface="Inter Light" panose="02000503000000020004" pitchFamily="2" charset="0"/>
              <a:buNone/>
              <a:defRPr sz="7680" kern="1200" baseline="0">
                <a:solidFill>
                  <a:schemeClr val="bg1">
                    <a:lumMod val="50000"/>
                  </a:schemeClr>
                </a:solidFill>
                <a:latin typeface="Century Gothic" panose="020B0502020202020204" pitchFamily="34" charset="0"/>
                <a:ea typeface="Roboto Condensed" pitchFamily="2" charset="0"/>
                <a:cs typeface="Open Sans" pitchFamily="2" charset="0"/>
              </a:defRPr>
            </a:lvl1pPr>
            <a:lvl2pPr marL="792505" indent="-304810" algn="l" defTabSz="975390" rtl="0" eaLnBrk="1" latinLnBrk="0" hangingPunct="1">
              <a:spcBef>
                <a:spcPct val="20000"/>
              </a:spcBef>
              <a:buClr>
                <a:schemeClr val="accent1">
                  <a:lumMod val="75000"/>
                </a:schemeClr>
              </a:buClr>
              <a:buFont typeface="Wingdings 3" pitchFamily="18" charset="2"/>
              <a:buChar char=""/>
              <a:defRPr sz="3840" kern="1200">
                <a:solidFill>
                  <a:schemeClr val="tx1"/>
                </a:solidFill>
                <a:latin typeface="Open Sans" pitchFamily="2" charset="0"/>
                <a:ea typeface="Open Sans" pitchFamily="2" charset="0"/>
                <a:cs typeface="Open Sans" pitchFamily="2" charset="0"/>
              </a:defRPr>
            </a:lvl2pPr>
            <a:lvl3pPr marL="1219238" indent="-243848" algn="l" defTabSz="975390" rtl="0" eaLnBrk="1" latinLnBrk="0" hangingPunct="1">
              <a:spcBef>
                <a:spcPct val="20000"/>
              </a:spcBef>
              <a:buClr>
                <a:schemeClr val="accent1">
                  <a:lumMod val="75000"/>
                </a:schemeClr>
              </a:buClr>
              <a:buFont typeface="Arial" pitchFamily="34" charset="0"/>
              <a:buChar char="•"/>
              <a:defRPr sz="3413" kern="1200">
                <a:solidFill>
                  <a:schemeClr val="tx1"/>
                </a:solidFill>
                <a:latin typeface="Open Sans" pitchFamily="2" charset="0"/>
                <a:ea typeface="Open Sans" pitchFamily="2" charset="0"/>
                <a:cs typeface="Open Sans" pitchFamily="2" charset="0"/>
              </a:defRPr>
            </a:lvl3pPr>
            <a:lvl4pPr marL="1706933" indent="-243848" algn="l" defTabSz="975390" rtl="0" eaLnBrk="1" latinLnBrk="0" hangingPunct="1">
              <a:spcBef>
                <a:spcPct val="20000"/>
              </a:spcBef>
              <a:buClr>
                <a:schemeClr val="accent1">
                  <a:lumMod val="75000"/>
                </a:schemeClr>
              </a:buClr>
              <a:buFont typeface="Arial" pitchFamily="34" charset="0"/>
              <a:buChar char="–"/>
              <a:defRPr sz="2987" kern="1200">
                <a:solidFill>
                  <a:schemeClr val="tx1"/>
                </a:solidFill>
                <a:latin typeface="Open Sans" pitchFamily="2" charset="0"/>
                <a:ea typeface="Open Sans" pitchFamily="2" charset="0"/>
                <a:cs typeface="Open Sans" pitchFamily="2" charset="0"/>
              </a:defRPr>
            </a:lvl4pPr>
            <a:lvl5pPr marL="2194629" indent="-243848" algn="l" defTabSz="975390" rtl="0" eaLnBrk="1" latinLnBrk="0" hangingPunct="1">
              <a:spcBef>
                <a:spcPct val="20000"/>
              </a:spcBef>
              <a:buClr>
                <a:schemeClr val="accent1">
                  <a:lumMod val="75000"/>
                </a:schemeClr>
              </a:buClr>
              <a:buFont typeface="Arial" pitchFamily="34" charset="0"/>
              <a:buChar char="»"/>
              <a:defRPr sz="2987" kern="1200">
                <a:solidFill>
                  <a:schemeClr val="tx1"/>
                </a:solidFill>
                <a:latin typeface="Open Sans" pitchFamily="2" charset="0"/>
                <a:ea typeface="Open Sans" pitchFamily="2" charset="0"/>
                <a:cs typeface="Open Sans" pitchFamily="2" charset="0"/>
              </a:defRPr>
            </a:lvl5pPr>
            <a:lvl6pPr marL="2682324" indent="-243848" algn="l" defTabSz="975390" rtl="0" eaLnBrk="1" latinLnBrk="0" hangingPunct="1">
              <a:spcBef>
                <a:spcPct val="20000"/>
              </a:spcBef>
              <a:buFont typeface="Arial" pitchFamily="34" charset="0"/>
              <a:buChar char="•"/>
              <a:defRPr sz="2133" kern="1200">
                <a:solidFill>
                  <a:schemeClr val="tx1"/>
                </a:solidFill>
                <a:latin typeface="+mn-lt"/>
                <a:ea typeface="+mn-ea"/>
                <a:cs typeface="+mn-cs"/>
              </a:defRPr>
            </a:lvl6pPr>
            <a:lvl7pPr marL="3170019" indent="-243848" algn="l" defTabSz="975390" rtl="0" eaLnBrk="1" latinLnBrk="0" hangingPunct="1">
              <a:spcBef>
                <a:spcPct val="20000"/>
              </a:spcBef>
              <a:buFont typeface="Arial" pitchFamily="34" charset="0"/>
              <a:buChar char="•"/>
              <a:defRPr sz="2133" kern="1200">
                <a:solidFill>
                  <a:schemeClr val="tx1"/>
                </a:solidFill>
                <a:latin typeface="+mn-lt"/>
                <a:ea typeface="+mn-ea"/>
                <a:cs typeface="+mn-cs"/>
              </a:defRPr>
            </a:lvl7pPr>
            <a:lvl8pPr marL="3657714" indent="-243848" algn="l" defTabSz="975390" rtl="0" eaLnBrk="1" latinLnBrk="0" hangingPunct="1">
              <a:spcBef>
                <a:spcPct val="20000"/>
              </a:spcBef>
              <a:buFont typeface="Arial" pitchFamily="34" charset="0"/>
              <a:buChar char="•"/>
              <a:defRPr sz="2133" kern="1200">
                <a:solidFill>
                  <a:schemeClr val="tx1"/>
                </a:solidFill>
                <a:latin typeface="+mn-lt"/>
                <a:ea typeface="+mn-ea"/>
                <a:cs typeface="+mn-cs"/>
              </a:defRPr>
            </a:lvl8pPr>
            <a:lvl9pPr marL="4145410" indent="-243848" algn="l" defTabSz="975390" rtl="0" eaLnBrk="1" latinLnBrk="0" hangingPunct="1">
              <a:spcBef>
                <a:spcPct val="20000"/>
              </a:spcBef>
              <a:buFont typeface="Arial" pitchFamily="34" charset="0"/>
              <a:buChar char="•"/>
              <a:defRPr sz="2133" kern="1200">
                <a:solidFill>
                  <a:schemeClr val="tx1"/>
                </a:solidFill>
                <a:latin typeface="+mn-lt"/>
                <a:ea typeface="+mn-ea"/>
                <a:cs typeface="+mn-cs"/>
              </a:defRPr>
            </a:lvl9pPr>
          </a:lstStyle>
          <a:p>
            <a:r>
              <a:rPr lang="en-US" sz="2812" dirty="0">
                <a:solidFill>
                  <a:srgbClr val="424242"/>
                </a:solidFill>
                <a:latin typeface="+mn-lt"/>
                <a:ea typeface="+mn-ea"/>
                <a:cs typeface="+mn-cs"/>
                <a:sym typeface="Chalkboard SE Regular"/>
              </a:rPr>
              <a:t>Through </a:t>
            </a:r>
            <a:r>
              <a:rPr lang="en-US" sz="2812" b="1" dirty="0">
                <a:solidFill>
                  <a:srgbClr val="424242"/>
                </a:solidFill>
                <a:latin typeface="+mn-lt"/>
                <a:ea typeface="+mn-ea"/>
                <a:cs typeface="+mn-cs"/>
                <a:sym typeface="Chalkboard SE Regular"/>
              </a:rPr>
              <a:t>a routing process </a:t>
            </a:r>
            <a:r>
              <a:rPr lang="en-US" sz="2812" dirty="0">
                <a:solidFill>
                  <a:srgbClr val="424242"/>
                </a:solidFill>
                <a:latin typeface="+mn-lt"/>
                <a:ea typeface="+mn-ea"/>
                <a:cs typeface="+mn-cs"/>
                <a:sym typeface="Chalkboard SE Regular"/>
              </a:rPr>
              <a:t>that, given the network topology:</a:t>
            </a:r>
          </a:p>
          <a:p>
            <a:pPr marL="522368" indent="-522368">
              <a:buFont typeface="+mj-lt"/>
              <a:buAutoNum type="arabicPeriod"/>
            </a:pPr>
            <a:r>
              <a:rPr lang="en-US" sz="2812" dirty="0">
                <a:solidFill>
                  <a:srgbClr val="424242"/>
                </a:solidFill>
                <a:latin typeface="+mn-lt"/>
                <a:ea typeface="+mn-ea"/>
                <a:cs typeface="+mn-cs"/>
                <a:sym typeface="Chalkboard SE Regular"/>
              </a:rPr>
              <a:t>It computes the path from every possible source to every possible destination</a:t>
            </a:r>
          </a:p>
          <a:p>
            <a:pPr marL="602732" indent="-602732">
              <a:buFont typeface="+mj-lt"/>
              <a:buAutoNum type="arabicPeriod"/>
            </a:pPr>
            <a:r>
              <a:rPr lang="en-US" sz="2812" dirty="0">
                <a:solidFill>
                  <a:srgbClr val="424242"/>
                </a:solidFill>
                <a:latin typeface="+mn-lt"/>
                <a:ea typeface="+mn-ea"/>
                <a:cs typeface="+mn-cs"/>
                <a:sym typeface="Chalkboard SE Regular"/>
              </a:rPr>
              <a:t>It configures accordingly the forwarding table at each router</a:t>
            </a:r>
          </a:p>
        </p:txBody>
      </p:sp>
    </p:spTree>
    <p:extLst>
      <p:ext uri="{BB962C8B-B14F-4D97-AF65-F5344CB8AC3E}">
        <p14:creationId xmlns:p14="http://schemas.microsoft.com/office/powerpoint/2010/main" val="323972787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94" name="Triangle"/>
          <p:cNvSpPr/>
          <p:nvPr/>
        </p:nvSpPr>
        <p:spPr>
          <a:xfrm rot="10800000" flipH="1">
            <a:off x="5104805" y="2928937"/>
            <a:ext cx="1982391" cy="64293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D6D6D6"/>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195" name="Line"/>
          <p:cNvSpPr/>
          <p:nvPr/>
        </p:nvSpPr>
        <p:spPr>
          <a:xfrm>
            <a:off x="6129556" y="3699544"/>
            <a:ext cx="1963024" cy="755010"/>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196" name="Slide Number"/>
          <p:cNvSpPr txBox="1">
            <a:spLocks noGrp="1"/>
          </p:cNvSpPr>
          <p:nvPr>
            <p:ph type="sldNum" sz="quarter" idx="2"/>
          </p:nvPr>
        </p:nvSpPr>
        <p:spPr>
          <a:xfrm>
            <a:off x="9872159" y="6232922"/>
            <a:ext cx="243300" cy="2678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10</a:t>
            </a:fld>
            <a:endParaRPr/>
          </a:p>
        </p:txBody>
      </p:sp>
      <p:sp>
        <p:nvSpPr>
          <p:cNvPr id="197" name="Line"/>
          <p:cNvSpPr/>
          <p:nvPr/>
        </p:nvSpPr>
        <p:spPr>
          <a:xfrm flipH="1">
            <a:off x="2209767" y="4530770"/>
            <a:ext cx="7846894" cy="2"/>
          </a:xfrm>
          <a:prstGeom prst="line">
            <a:avLst/>
          </a:prstGeom>
          <a:ln w="63500">
            <a:solidFill>
              <a:srgbClr val="797979"/>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198" name="Circle"/>
          <p:cNvSpPr/>
          <p:nvPr/>
        </p:nvSpPr>
        <p:spPr>
          <a:xfrm>
            <a:off x="2041922" y="4357687"/>
            <a:ext cx="357188" cy="357188"/>
          </a:xfrm>
          <a:prstGeom prst="ellipse">
            <a:avLst/>
          </a:prstGeom>
          <a:solidFill>
            <a:srgbClr val="0096FF"/>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199" name="Line"/>
          <p:cNvSpPr/>
          <p:nvPr/>
        </p:nvSpPr>
        <p:spPr>
          <a:xfrm flipH="1" flipV="1">
            <a:off x="8045745" y="4630313"/>
            <a:ext cx="874737" cy="808241"/>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00" name="Line"/>
          <p:cNvSpPr/>
          <p:nvPr/>
        </p:nvSpPr>
        <p:spPr>
          <a:xfrm flipH="1">
            <a:off x="7915704" y="4755245"/>
            <a:ext cx="190224" cy="794951"/>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01" name="Line"/>
          <p:cNvSpPr/>
          <p:nvPr/>
        </p:nvSpPr>
        <p:spPr>
          <a:xfrm flipH="1" flipV="1">
            <a:off x="8109541" y="4550569"/>
            <a:ext cx="1416997" cy="569009"/>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02" name="Line"/>
          <p:cNvSpPr/>
          <p:nvPr/>
        </p:nvSpPr>
        <p:spPr>
          <a:xfrm flipH="1">
            <a:off x="3976341" y="3700130"/>
            <a:ext cx="2121197" cy="749596"/>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03" name="Rounded Rectangle"/>
          <p:cNvSpPr/>
          <p:nvPr/>
        </p:nvSpPr>
        <p:spPr>
          <a:xfrm>
            <a:off x="3702844" y="4313039"/>
            <a:ext cx="446484" cy="446484"/>
          </a:xfrm>
          <a:prstGeom prst="roundRect">
            <a:avLst>
              <a:gd name="adj" fmla="val 30000"/>
            </a:avLst>
          </a:prstGeom>
          <a:solidFill>
            <a:srgbClr val="424242"/>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04" name="Rounded Rectangle"/>
          <p:cNvSpPr/>
          <p:nvPr/>
        </p:nvSpPr>
        <p:spPr>
          <a:xfrm>
            <a:off x="7864078" y="4330899"/>
            <a:ext cx="446484" cy="446484"/>
          </a:xfrm>
          <a:prstGeom prst="roundRect">
            <a:avLst>
              <a:gd name="adj" fmla="val 30000"/>
            </a:avLst>
          </a:prstGeom>
          <a:solidFill>
            <a:srgbClr val="424242"/>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05" name="Circle"/>
          <p:cNvSpPr/>
          <p:nvPr/>
        </p:nvSpPr>
        <p:spPr>
          <a:xfrm>
            <a:off x="9757172" y="4330898"/>
            <a:ext cx="357188" cy="357188"/>
          </a:xfrm>
          <a:prstGeom prst="ellipse">
            <a:avLst/>
          </a:prstGeom>
          <a:solidFill>
            <a:srgbClr val="0096FF"/>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06" name="routing algorithm"/>
          <p:cNvSpPr/>
          <p:nvPr/>
        </p:nvSpPr>
        <p:spPr>
          <a:xfrm>
            <a:off x="4863703" y="2461501"/>
            <a:ext cx="2609144" cy="461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lgn="l">
              <a:defRPr sz="3600">
                <a:solidFill>
                  <a:srgbClr val="942193"/>
                </a:solidFill>
                <a:latin typeface="+mn-lt"/>
                <a:ea typeface="+mn-ea"/>
                <a:cs typeface="+mn-cs"/>
                <a:sym typeface="Chalkboard SE Regular"/>
              </a:defRPr>
            </a:lvl1pPr>
          </a:lstStyle>
          <a:p>
            <a:r>
              <a:rPr sz="2531"/>
              <a:t>routing algorithm</a:t>
            </a:r>
          </a:p>
        </p:txBody>
      </p:sp>
      <p:sp>
        <p:nvSpPr>
          <p:cNvPr id="207" name="Circle"/>
          <p:cNvSpPr/>
          <p:nvPr/>
        </p:nvSpPr>
        <p:spPr>
          <a:xfrm>
            <a:off x="5917406" y="3491508"/>
            <a:ext cx="357188" cy="357188"/>
          </a:xfrm>
          <a:prstGeom prst="ellipse">
            <a:avLst/>
          </a:prstGeom>
          <a:solidFill>
            <a:srgbClr val="942193"/>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08" name="network controller"/>
          <p:cNvSpPr/>
          <p:nvPr/>
        </p:nvSpPr>
        <p:spPr>
          <a:xfrm>
            <a:off x="4783337" y="3725052"/>
            <a:ext cx="2939576" cy="461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lgn="l">
              <a:defRPr sz="3600">
                <a:solidFill>
                  <a:srgbClr val="942193"/>
                </a:solidFill>
                <a:latin typeface="+mn-lt"/>
                <a:ea typeface="+mn-ea"/>
                <a:cs typeface="+mn-cs"/>
                <a:sym typeface="Chalkboard SE Regular"/>
              </a:defRPr>
            </a:lvl1pPr>
          </a:lstStyle>
          <a:p>
            <a:r>
              <a:rPr sz="2531"/>
              <a:t>network controller</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0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0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iterate>
                                    <p:tmAbs val="0"/>
                                  </p:iterate>
                                  <p:childTnLst>
                                    <p:set>
                                      <p:cBhvr>
                                        <p:cTn id="16" fill="hold"/>
                                        <p:tgtEl>
                                          <p:spTgt spid="194"/>
                                        </p:tgtEl>
                                        <p:attrNameLst>
                                          <p:attrName>style.visibility</p:attrName>
                                        </p:attrNameLst>
                                      </p:cBhvr>
                                      <p:to>
                                        <p:strVal val="visible"/>
                                      </p:to>
                                    </p:set>
                                    <p:animEffect transition="in" filter="wipe(down)">
                                      <p:cBhvr>
                                        <p:cTn id="17" dur="1000"/>
                                        <p:tgtEl>
                                          <p:spTgt spid="194"/>
                                        </p:tgtEl>
                                      </p:cBhvr>
                                    </p:animEffect>
                                  </p:childTnLst>
                                </p:cTn>
                              </p:par>
                            </p:childTnLst>
                          </p:cTn>
                        </p:par>
                        <p:par>
                          <p:cTn id="18" fill="hold">
                            <p:stCondLst>
                              <p:cond delay="1000"/>
                            </p:stCondLst>
                            <p:childTnLst>
                              <p:par>
                                <p:cTn id="19" presetID="1" presetClass="entr" presetSubtype="0" fill="hold" grpId="0" nodeType="afterEffect">
                                  <p:stCondLst>
                                    <p:cond delay="0"/>
                                  </p:stCondLst>
                                  <p:iterate>
                                    <p:tmAbs val="0"/>
                                  </p:iterate>
                                  <p:childTnLst>
                                    <p:set>
                                      <p:cBhvr>
                                        <p:cTn id="20" fill="hold"/>
                                        <p:tgtEl>
                                          <p:spTgt spid="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 grpId="0" animBg="1" advAuto="0"/>
      <p:bldP spid="195" grpId="0" animBg="1" advAuto="0"/>
      <p:bldP spid="206" grpId="0" animBg="1" advAuto="0"/>
      <p:bldP spid="207" grpId="0" animBg="1" advAuto="0"/>
      <p:bldP spid="208" grpId="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2" name="Slide Number"/>
          <p:cNvSpPr txBox="1">
            <a:spLocks noGrp="1"/>
          </p:cNvSpPr>
          <p:nvPr>
            <p:ph type="sldNum" sz="quarter" idx="2"/>
          </p:nvPr>
        </p:nvSpPr>
        <p:spPr>
          <a:xfrm>
            <a:off x="9872159" y="6232922"/>
            <a:ext cx="243300" cy="2678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11</a:t>
            </a:fld>
            <a:endParaRPr/>
          </a:p>
        </p:txBody>
      </p:sp>
      <p:sp>
        <p:nvSpPr>
          <p:cNvPr id="213" name="Line"/>
          <p:cNvSpPr/>
          <p:nvPr/>
        </p:nvSpPr>
        <p:spPr>
          <a:xfrm flipH="1">
            <a:off x="2209767" y="4530770"/>
            <a:ext cx="7846894" cy="2"/>
          </a:xfrm>
          <a:prstGeom prst="line">
            <a:avLst/>
          </a:prstGeom>
          <a:ln w="63500">
            <a:solidFill>
              <a:srgbClr val="797979"/>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14" name="Circle"/>
          <p:cNvSpPr/>
          <p:nvPr/>
        </p:nvSpPr>
        <p:spPr>
          <a:xfrm>
            <a:off x="2041922" y="4357687"/>
            <a:ext cx="357188" cy="357188"/>
          </a:xfrm>
          <a:prstGeom prst="ellipse">
            <a:avLst/>
          </a:prstGeom>
          <a:solidFill>
            <a:srgbClr val="0096FF"/>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15" name="Line"/>
          <p:cNvSpPr/>
          <p:nvPr/>
        </p:nvSpPr>
        <p:spPr>
          <a:xfrm flipH="1" flipV="1">
            <a:off x="8045745" y="4630313"/>
            <a:ext cx="874737" cy="808241"/>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16" name="Line"/>
          <p:cNvSpPr/>
          <p:nvPr/>
        </p:nvSpPr>
        <p:spPr>
          <a:xfrm flipH="1">
            <a:off x="7915704" y="4755245"/>
            <a:ext cx="190224" cy="794951"/>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17" name="Line"/>
          <p:cNvSpPr/>
          <p:nvPr/>
        </p:nvSpPr>
        <p:spPr>
          <a:xfrm flipH="1" flipV="1">
            <a:off x="8109541" y="4550569"/>
            <a:ext cx="1416997" cy="569009"/>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18" name="Line"/>
          <p:cNvSpPr/>
          <p:nvPr/>
        </p:nvSpPr>
        <p:spPr>
          <a:xfrm flipH="1">
            <a:off x="3976341" y="3700130"/>
            <a:ext cx="2121197" cy="749596"/>
          </a:xfrm>
          <a:prstGeom prst="line">
            <a:avLst/>
          </a:prstGeom>
          <a:ln w="63500">
            <a:solidFill>
              <a:srgbClr val="D6D6D6"/>
            </a:solidFill>
            <a:miter lim="400000"/>
          </a:ln>
        </p:spPr>
        <p:txBody>
          <a:bodyPr lIns="35719" tIns="35719" rIns="35719" bIns="35719" anchor="ctr"/>
          <a:lstStyle/>
          <a:p>
            <a:pPr defTabSz="321457">
              <a:defRPr sz="1200">
                <a:latin typeface="Helvetica"/>
                <a:ea typeface="Helvetica"/>
                <a:cs typeface="Helvetica"/>
                <a:sym typeface="Helvetica"/>
              </a:defRPr>
            </a:pPr>
            <a:endParaRPr sz="844"/>
          </a:p>
        </p:txBody>
      </p:sp>
      <p:sp>
        <p:nvSpPr>
          <p:cNvPr id="219" name="Circle"/>
          <p:cNvSpPr/>
          <p:nvPr/>
        </p:nvSpPr>
        <p:spPr>
          <a:xfrm>
            <a:off x="9757172" y="4330898"/>
            <a:ext cx="357188" cy="357188"/>
          </a:xfrm>
          <a:prstGeom prst="ellipse">
            <a:avLst/>
          </a:prstGeom>
          <a:solidFill>
            <a:srgbClr val="0096FF"/>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20" name="routing algorithm"/>
          <p:cNvSpPr/>
          <p:nvPr/>
        </p:nvSpPr>
        <p:spPr>
          <a:xfrm>
            <a:off x="2702719" y="3238384"/>
            <a:ext cx="2698545" cy="461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lgn="l">
              <a:defRPr sz="3600">
                <a:solidFill>
                  <a:srgbClr val="942193"/>
                </a:solidFill>
                <a:latin typeface="+mn-lt"/>
                <a:ea typeface="+mn-ea"/>
                <a:cs typeface="+mn-cs"/>
                <a:sym typeface="Chalkboard SE Regular"/>
              </a:defRPr>
            </a:lvl1pPr>
          </a:lstStyle>
          <a:p>
            <a:r>
              <a:rPr sz="2531"/>
              <a:t>routing algorithm</a:t>
            </a:r>
          </a:p>
        </p:txBody>
      </p:sp>
      <p:sp>
        <p:nvSpPr>
          <p:cNvPr id="221" name="Triangle"/>
          <p:cNvSpPr/>
          <p:nvPr/>
        </p:nvSpPr>
        <p:spPr>
          <a:xfrm rot="10800000" flipH="1">
            <a:off x="6846094" y="3741539"/>
            <a:ext cx="2464594" cy="67865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D6D6D6"/>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22" name="Triangle"/>
          <p:cNvSpPr/>
          <p:nvPr/>
        </p:nvSpPr>
        <p:spPr>
          <a:xfrm rot="10800000" flipH="1">
            <a:off x="2702719" y="3741539"/>
            <a:ext cx="2464594" cy="678656"/>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21600"/>
                </a:lnTo>
                <a:lnTo>
                  <a:pt x="10800" y="0"/>
                </a:lnTo>
                <a:close/>
              </a:path>
            </a:pathLst>
          </a:custGeom>
          <a:solidFill>
            <a:srgbClr val="D6D6D6"/>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23" name="Rounded Rectangle"/>
          <p:cNvSpPr/>
          <p:nvPr/>
        </p:nvSpPr>
        <p:spPr>
          <a:xfrm>
            <a:off x="3702844" y="4313039"/>
            <a:ext cx="446484" cy="446484"/>
          </a:xfrm>
          <a:prstGeom prst="roundRect">
            <a:avLst>
              <a:gd name="adj" fmla="val 30000"/>
            </a:avLst>
          </a:prstGeom>
          <a:solidFill>
            <a:srgbClr val="424242"/>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24" name="Rounded Rectangle"/>
          <p:cNvSpPr/>
          <p:nvPr/>
        </p:nvSpPr>
        <p:spPr>
          <a:xfrm>
            <a:off x="7864078" y="4330899"/>
            <a:ext cx="446484" cy="446484"/>
          </a:xfrm>
          <a:prstGeom prst="roundRect">
            <a:avLst>
              <a:gd name="adj" fmla="val 30000"/>
            </a:avLst>
          </a:prstGeom>
          <a:solidFill>
            <a:srgbClr val="424242"/>
          </a:solidFill>
          <a:ln w="12700">
            <a:miter lim="400000"/>
          </a:ln>
        </p:spPr>
        <p:txBody>
          <a:bodyPr lIns="35719" tIns="35719" rIns="35719" bIns="35719" anchor="ctr"/>
          <a:lstStyle/>
          <a:p>
            <a:pPr>
              <a:defRPr sz="4000">
                <a:solidFill>
                  <a:srgbClr val="FFFFFF"/>
                </a:solidFill>
                <a:effectLst>
                  <a:outerShdw blurRad="38100" dist="12700" dir="5400000" rotWithShape="0">
                    <a:srgbClr val="000000">
                      <a:alpha val="50000"/>
                    </a:srgbClr>
                  </a:outerShdw>
                </a:effectLst>
              </a:defRPr>
            </a:pPr>
            <a:endParaRPr sz="2812"/>
          </a:p>
        </p:txBody>
      </p:sp>
      <p:sp>
        <p:nvSpPr>
          <p:cNvPr id="225" name="routing algorithm"/>
          <p:cNvSpPr/>
          <p:nvPr/>
        </p:nvSpPr>
        <p:spPr>
          <a:xfrm>
            <a:off x="6935390" y="3242848"/>
            <a:ext cx="2698545" cy="461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spAutoFit/>
          </a:bodyPr>
          <a:lstStyle>
            <a:lvl1pPr algn="l">
              <a:defRPr sz="3600">
                <a:solidFill>
                  <a:srgbClr val="942193"/>
                </a:solidFill>
                <a:latin typeface="+mn-lt"/>
                <a:ea typeface="+mn-ea"/>
                <a:cs typeface="+mn-cs"/>
                <a:sym typeface="Chalkboard SE Regular"/>
              </a:defRPr>
            </a:lvl1pPr>
          </a:lstStyle>
          <a:p>
            <a:r>
              <a:rPr sz="2531"/>
              <a:t>routing algorithm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iterate>
                                    <p:tmAbs val="0"/>
                                  </p:iterate>
                                  <p:childTnLst>
                                    <p:set>
                                      <p:cBhvr>
                                        <p:cTn id="6" fill="hold"/>
                                        <p:tgtEl>
                                          <p:spTgt spid="222"/>
                                        </p:tgtEl>
                                        <p:attrNameLst>
                                          <p:attrName>style.visibility</p:attrName>
                                        </p:attrNameLst>
                                      </p:cBhvr>
                                      <p:to>
                                        <p:strVal val="visible"/>
                                      </p:to>
                                    </p:set>
                                    <p:animEffect transition="in" filter="wipe(down)">
                                      <p:cBhvr>
                                        <p:cTn id="7" dur="1000"/>
                                        <p:tgtEl>
                                          <p:spTgt spid="222"/>
                                        </p:tgtEl>
                                      </p:cBhvr>
                                    </p:animEffect>
                                  </p:childTnLst>
                                </p:cTn>
                              </p:par>
                            </p:childTnLst>
                          </p:cTn>
                        </p:par>
                        <p:par>
                          <p:cTn id="8" fill="hold">
                            <p:stCondLst>
                              <p:cond delay="1000"/>
                            </p:stCondLst>
                            <p:childTnLst>
                              <p:par>
                                <p:cTn id="9" presetID="22" presetClass="entr" presetSubtype="4" fill="hold" grpId="0" nodeType="afterEffect">
                                  <p:stCondLst>
                                    <p:cond delay="0"/>
                                  </p:stCondLst>
                                  <p:iterate>
                                    <p:tmAbs val="0"/>
                                  </p:iterate>
                                  <p:childTnLst>
                                    <p:set>
                                      <p:cBhvr>
                                        <p:cTn id="10" fill="hold"/>
                                        <p:tgtEl>
                                          <p:spTgt spid="221"/>
                                        </p:tgtEl>
                                        <p:attrNameLst>
                                          <p:attrName>style.visibility</p:attrName>
                                        </p:attrNameLst>
                                      </p:cBhvr>
                                      <p:to>
                                        <p:strVal val="visible"/>
                                      </p:to>
                                    </p:set>
                                    <p:animEffect transition="in" filter="wipe(down)">
                                      <p:cBhvr>
                                        <p:cTn id="11" dur="1000"/>
                                        <p:tgtEl>
                                          <p:spTgt spid="221"/>
                                        </p:tgtEl>
                                      </p:cBhvr>
                                    </p:animEffect>
                                  </p:childTnLst>
                                </p:cTn>
                              </p:par>
                            </p:childTnLst>
                          </p:cTn>
                        </p:par>
                        <p:par>
                          <p:cTn id="12" fill="hold">
                            <p:stCondLst>
                              <p:cond delay="2000"/>
                            </p:stCondLst>
                            <p:childTnLst>
                              <p:par>
                                <p:cTn id="13" presetID="1" presetClass="entr" presetSubtype="0" fill="hold" grpId="0" nodeType="afterEffect">
                                  <p:stCondLst>
                                    <p:cond delay="0"/>
                                  </p:stCondLst>
                                  <p:iterate>
                                    <p:tmAbs val="0"/>
                                  </p:iterate>
                                  <p:childTnLst>
                                    <p:set>
                                      <p:cBhvr>
                                        <p:cTn id="14" fill="hold"/>
                                        <p:tgtEl>
                                          <p:spTgt spid="220"/>
                                        </p:tgtEl>
                                        <p:attrNameLst>
                                          <p:attrName>style.visibility</p:attrName>
                                        </p:attrNameLst>
                                      </p:cBhvr>
                                      <p:to>
                                        <p:strVal val="visible"/>
                                      </p:to>
                                    </p:set>
                                  </p:childTnLst>
                                </p:cTn>
                              </p:par>
                            </p:childTnLst>
                          </p:cTn>
                        </p:par>
                        <p:par>
                          <p:cTn id="15" fill="hold">
                            <p:stCondLst>
                              <p:cond delay="2000"/>
                            </p:stCondLst>
                            <p:childTnLst>
                              <p:par>
                                <p:cTn id="16" presetID="1" presetClass="entr" presetSubtype="0" fill="hold" grpId="0" nodeType="afterEffect">
                                  <p:stCondLst>
                                    <p:cond delay="0"/>
                                  </p:stCondLst>
                                  <p:iterate>
                                    <p:tmAbs val="0"/>
                                  </p:iterate>
                                  <p:childTnLst>
                                    <p:set>
                                      <p:cBhvr>
                                        <p:cTn id="17" fill="hold"/>
                                        <p:tgtEl>
                                          <p:spTgt spid="2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 grpId="0" animBg="1" advAuto="0"/>
      <p:bldP spid="221" grpId="0" animBg="1" advAuto="0"/>
      <p:bldP spid="222" grpId="0" animBg="1" advAuto="0"/>
      <p:bldP spid="225"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outing"/>
          <p:cNvSpPr txBox="1">
            <a:spLocks noGrp="1"/>
          </p:cNvSpPr>
          <p:nvPr>
            <p:ph type="title"/>
          </p:nvPr>
        </p:nvSpPr>
        <p:spPr>
          <a:prstGeom prst="rect">
            <a:avLst/>
          </a:prstGeom>
        </p:spPr>
        <p:txBody>
          <a:bodyPr/>
          <a:lstStyle/>
          <a:p>
            <a:r>
              <a:t>Routing</a:t>
            </a:r>
          </a:p>
        </p:txBody>
      </p:sp>
      <p:sp>
        <p:nvSpPr>
          <p:cNvPr id="230" name="Network-wide process that populates forwarding tables…"/>
          <p:cNvSpPr txBox="1">
            <a:spLocks noGrp="1"/>
          </p:cNvSpPr>
          <p:nvPr>
            <p:ph type="body" sz="half" idx="1"/>
          </p:nvPr>
        </p:nvSpPr>
        <p:spPr>
          <a:xfrm>
            <a:off x="2416969" y="1946672"/>
            <a:ext cx="7188398" cy="3291567"/>
          </a:xfrm>
          <a:prstGeom prst="rect">
            <a:avLst/>
          </a:prstGeom>
        </p:spPr>
        <p:txBody>
          <a:bodyPr/>
          <a:lstStyle/>
          <a:p>
            <a:r>
              <a:rPr dirty="0">
                <a:solidFill>
                  <a:srgbClr val="942193"/>
                </a:solidFill>
              </a:rPr>
              <a:t>Network-wide</a:t>
            </a:r>
            <a:r>
              <a:rPr dirty="0"/>
              <a:t> process that populates forwarding tables</a:t>
            </a:r>
          </a:p>
          <a:p>
            <a:r>
              <a:rPr dirty="0"/>
              <a:t>How: routing algorithm run on a logically </a:t>
            </a:r>
            <a:r>
              <a:rPr dirty="0" err="1"/>
              <a:t>centralised</a:t>
            </a:r>
            <a:r>
              <a:rPr dirty="0"/>
              <a:t> </a:t>
            </a:r>
            <a:r>
              <a:rPr dirty="0">
                <a:solidFill>
                  <a:srgbClr val="942193"/>
                </a:solidFill>
              </a:rPr>
              <a:t>network controller</a:t>
            </a:r>
            <a:r>
              <a:rPr dirty="0"/>
              <a:t> or the </a:t>
            </a:r>
            <a:r>
              <a:rPr dirty="0">
                <a:solidFill>
                  <a:srgbClr val="942193"/>
                </a:solidFill>
              </a:rPr>
              <a:t>routers themselves</a:t>
            </a:r>
          </a:p>
        </p:txBody>
      </p:sp>
      <p:sp>
        <p:nvSpPr>
          <p:cNvPr id="231" name="Slide Number"/>
          <p:cNvSpPr txBox="1">
            <a:spLocks noGrp="1"/>
          </p:cNvSpPr>
          <p:nvPr>
            <p:ph type="sldNum" sz="quarter" idx="2"/>
          </p:nvPr>
        </p:nvSpPr>
        <p:spPr>
          <a:xfrm>
            <a:off x="9872159" y="6232922"/>
            <a:ext cx="243300" cy="2678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12</a:t>
            </a:fld>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0">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3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3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build="p" animBg="1" advAuto="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3" name="Forwarding vs. routing"/>
          <p:cNvSpPr txBox="1">
            <a:spLocks noGrp="1"/>
          </p:cNvSpPr>
          <p:nvPr>
            <p:ph type="title"/>
          </p:nvPr>
        </p:nvSpPr>
        <p:spPr>
          <a:xfrm>
            <a:off x="1788983" y="232172"/>
            <a:ext cx="7358063" cy="1714500"/>
          </a:xfrm>
          <a:prstGeom prst="rect">
            <a:avLst/>
          </a:prstGeom>
        </p:spPr>
        <p:txBody>
          <a:bodyPr/>
          <a:lstStyle/>
          <a:p>
            <a:r>
              <a:rPr dirty="0"/>
              <a:t>Forwarding vs. routing</a:t>
            </a:r>
          </a:p>
        </p:txBody>
      </p:sp>
      <p:sp>
        <p:nvSpPr>
          <p:cNvPr id="234" name="Forwarding determines output link                   for each packet…"/>
          <p:cNvSpPr txBox="1">
            <a:spLocks noGrp="1"/>
          </p:cNvSpPr>
          <p:nvPr>
            <p:ph type="body" idx="1"/>
          </p:nvPr>
        </p:nvSpPr>
        <p:spPr>
          <a:xfrm>
            <a:off x="2515194" y="2230320"/>
            <a:ext cx="7358063" cy="4018359"/>
          </a:xfrm>
          <a:prstGeom prst="rect">
            <a:avLst/>
          </a:prstGeom>
        </p:spPr>
        <p:txBody>
          <a:bodyPr/>
          <a:lstStyle/>
          <a:p>
            <a:r>
              <a:rPr dirty="0"/>
              <a:t>Routing </a:t>
            </a:r>
            <a:r>
              <a:rPr b="1" dirty="0">
                <a:solidFill>
                  <a:srgbClr val="942193"/>
                </a:solidFill>
              </a:rPr>
              <a:t>populates</a:t>
            </a:r>
            <a:r>
              <a:rPr dirty="0">
                <a:solidFill>
                  <a:srgbClr val="942193"/>
                </a:solidFill>
              </a:rPr>
              <a:t> forwarding tables</a:t>
            </a:r>
            <a:r>
              <a:rPr lang="it-CH" dirty="0">
                <a:solidFill>
                  <a:srgbClr val="942193"/>
                </a:solidFill>
              </a:rPr>
              <a:t> </a:t>
            </a:r>
            <a:r>
              <a:rPr lang="it-CH" dirty="0">
                <a:solidFill>
                  <a:schemeClr val="tx1"/>
                </a:solidFill>
              </a:rPr>
              <a:t>to make  forwarding </a:t>
            </a:r>
            <a:r>
              <a:rPr lang="it-CH" dirty="0" err="1">
                <a:solidFill>
                  <a:schemeClr val="tx1"/>
                </a:solidFill>
              </a:rPr>
              <a:t>possible</a:t>
            </a:r>
            <a:endParaRPr lang="it-CH" dirty="0">
              <a:solidFill>
                <a:schemeClr val="tx1"/>
              </a:solidFill>
            </a:endParaRPr>
          </a:p>
          <a:p>
            <a:r>
              <a:rPr lang="en-US" dirty="0"/>
              <a:t>Forwarding </a:t>
            </a:r>
            <a:r>
              <a:rPr lang="en-US" b="1" dirty="0"/>
              <a:t>uses</a:t>
            </a:r>
            <a:r>
              <a:rPr lang="en-US" dirty="0"/>
              <a:t> forwarding tables to </a:t>
            </a:r>
            <a:r>
              <a:rPr lang="en-US" dirty="0">
                <a:solidFill>
                  <a:srgbClr val="942193"/>
                </a:solidFill>
              </a:rPr>
              <a:t>determine the output link</a:t>
            </a:r>
            <a:r>
              <a:rPr lang="en-US" dirty="0"/>
              <a:t> for each packet</a:t>
            </a:r>
          </a:p>
          <a:p>
            <a:pPr marL="223234" indent="0">
              <a:buNone/>
            </a:pPr>
            <a:r>
              <a:rPr lang="it-CH" dirty="0">
                <a:solidFill>
                  <a:schemeClr val="tx1"/>
                </a:solidFill>
              </a:rPr>
              <a:t> </a:t>
            </a:r>
            <a:endParaRPr dirty="0">
              <a:solidFill>
                <a:schemeClr val="tx1"/>
              </a:solidFill>
            </a:endParaRPr>
          </a:p>
        </p:txBody>
      </p:sp>
      <p:sp>
        <p:nvSpPr>
          <p:cNvPr id="23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13</a:t>
            </a:fld>
            <a:endParaRPr/>
          </a:p>
        </p:txBody>
      </p:sp>
      <p:pic>
        <p:nvPicPr>
          <p:cNvPr id="2050" name="Picture 2" descr="Danger — Wikipédia">
            <a:extLst>
              <a:ext uri="{FF2B5EF4-FFF2-40B4-BE49-F238E27FC236}">
                <a16:creationId xmlns:a16="http://schemas.microsoft.com/office/drawing/2014/main" id="{373C89E0-70DC-2444-23ED-189E7AD4B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7328" y="515845"/>
            <a:ext cx="1177713" cy="103973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2" name="Input penna 1">
                <a:extLst>
                  <a:ext uri="{FF2B5EF4-FFF2-40B4-BE49-F238E27FC236}">
                    <a16:creationId xmlns:a16="http://schemas.microsoft.com/office/drawing/2014/main" id="{F310AAC0-2D37-1BBE-FA8C-1B081599747E}"/>
                  </a:ext>
                </a:extLst>
              </p14:cNvPr>
              <p14:cNvContentPartPr/>
              <p14:nvPr/>
            </p14:nvContentPartPr>
            <p14:xfrm>
              <a:off x="7313222" y="4636997"/>
              <a:ext cx="253" cy="17719"/>
            </p14:xfrm>
          </p:contentPart>
        </mc:Choice>
        <mc:Fallback xmlns="">
          <p:pic>
            <p:nvPicPr>
              <p:cNvPr id="2" name="Input penna 1">
                <a:extLst>
                  <a:ext uri="{FF2B5EF4-FFF2-40B4-BE49-F238E27FC236}">
                    <a16:creationId xmlns:a16="http://schemas.microsoft.com/office/drawing/2014/main" id="{F310AAC0-2D37-1BBE-FA8C-1B081599747E}"/>
                  </a:ext>
                </a:extLst>
              </p:cNvPr>
              <p:cNvPicPr/>
              <p:nvPr/>
            </p:nvPicPr>
            <p:blipFill>
              <a:blip r:embed="rId5"/>
              <a:stretch>
                <a:fillRect/>
              </a:stretch>
            </p:blipFill>
            <p:spPr>
              <a:xfrm>
                <a:off x="7306644" y="4627783"/>
                <a:ext cx="13409" cy="35792"/>
              </a:xfrm>
              <a:prstGeom prst="rect">
                <a:avLst/>
              </a:prstGeom>
            </p:spPr>
          </p:pic>
        </mc:Fallback>
      </mc:AlternateContent>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234">
                                            <p:txEl>
                                              <p:pRg st="0" end="0"/>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234">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iterate>
                                    <p:tmAbs val="0"/>
                                  </p:iterate>
                                  <p:childTnLst>
                                    <p:set>
                                      <p:cBhvr>
                                        <p:cTn id="17" fill="hold"/>
                                        <p:tgtEl>
                                          <p:spTgt spid="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 grpId="0" build="p"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outing"/>
          <p:cNvSpPr txBox="1">
            <a:spLocks noGrp="1"/>
          </p:cNvSpPr>
          <p:nvPr>
            <p:ph type="title"/>
          </p:nvPr>
        </p:nvSpPr>
        <p:spPr>
          <a:xfrm>
            <a:off x="1524000" y="153214"/>
            <a:ext cx="9136480" cy="1714500"/>
          </a:xfrm>
          <a:prstGeom prst="rect">
            <a:avLst/>
          </a:prstGeom>
        </p:spPr>
        <p:txBody>
          <a:bodyPr/>
          <a:lstStyle/>
          <a:p>
            <a:r>
              <a:rPr dirty="0"/>
              <a:t>Routing</a:t>
            </a:r>
            <a:r>
              <a:rPr lang="fr-CH" dirty="0"/>
              <a:t>:  </a:t>
            </a:r>
            <a:r>
              <a:rPr lang="fr-CH" dirty="0" err="1"/>
              <a:t>Populate</a:t>
            </a:r>
            <a:r>
              <a:rPr lang="fr-CH" dirty="0"/>
              <a:t> </a:t>
            </a:r>
            <a:r>
              <a:rPr lang="fr-CH" dirty="0" err="1"/>
              <a:t>forwarding</a:t>
            </a:r>
            <a:r>
              <a:rPr lang="fr-CH" dirty="0"/>
              <a:t> tables </a:t>
            </a:r>
            <a:r>
              <a:rPr lang="fr-CH" dirty="0" err="1"/>
              <a:t>based</a:t>
            </a:r>
            <a:r>
              <a:rPr lang="fr-CH" dirty="0"/>
              <a:t> on </a:t>
            </a:r>
            <a:r>
              <a:rPr lang="fr-CH" dirty="0" err="1"/>
              <a:t>knowledge</a:t>
            </a:r>
            <a:r>
              <a:rPr lang="fr-CH" dirty="0"/>
              <a:t> of </a:t>
            </a:r>
            <a:r>
              <a:rPr lang="fr-CH" dirty="0" err="1"/>
              <a:t>paths</a:t>
            </a:r>
            <a:endParaRPr dirty="0"/>
          </a:p>
        </p:txBody>
      </p:sp>
      <p:sp>
        <p:nvSpPr>
          <p:cNvPr id="59" name="Network-wide process that populates forwarding tables…"/>
          <p:cNvSpPr txBox="1">
            <a:spLocks noGrp="1"/>
          </p:cNvSpPr>
          <p:nvPr>
            <p:ph type="body" sz="half" idx="1"/>
          </p:nvPr>
        </p:nvSpPr>
        <p:spPr>
          <a:xfrm>
            <a:off x="2357751" y="2471174"/>
            <a:ext cx="7188398" cy="3291567"/>
          </a:xfrm>
          <a:prstGeom prst="rect">
            <a:avLst/>
          </a:prstGeom>
        </p:spPr>
        <p:txBody>
          <a:bodyPr/>
          <a:lstStyle/>
          <a:p>
            <a:r>
              <a:rPr lang="fr-CH" dirty="0"/>
              <a:t>But… </a:t>
            </a:r>
            <a:r>
              <a:rPr lang="fr-CH" dirty="0" err="1"/>
              <a:t>just</a:t>
            </a:r>
            <a:r>
              <a:rPr lang="fr-CH" dirty="0"/>
              <a:t> </a:t>
            </a:r>
            <a:r>
              <a:rPr lang="fr-CH" dirty="0" err="1"/>
              <a:t>any</a:t>
            </a:r>
            <a:r>
              <a:rPr lang="fr-CH" dirty="0"/>
              <a:t> </a:t>
            </a:r>
            <a:r>
              <a:rPr lang="fr-CH" dirty="0" err="1"/>
              <a:t>path</a:t>
            </a:r>
            <a:r>
              <a:rPr lang="fr-CH" dirty="0"/>
              <a:t> </a:t>
            </a:r>
            <a:r>
              <a:rPr lang="fr-CH" dirty="0" err="1"/>
              <a:t>between</a:t>
            </a:r>
            <a:r>
              <a:rPr lang="fr-CH" dirty="0"/>
              <a:t> </a:t>
            </a:r>
            <a:r>
              <a:rPr lang="fr-CH" dirty="0" err="1"/>
              <a:t>two</a:t>
            </a:r>
            <a:r>
              <a:rPr lang="fr-CH" dirty="0"/>
              <a:t> </a:t>
            </a:r>
            <a:r>
              <a:rPr lang="fr-CH" dirty="0" err="1"/>
              <a:t>subnets</a:t>
            </a:r>
            <a:r>
              <a:rPr lang="fr-CH" dirty="0"/>
              <a:t>? Or the best? </a:t>
            </a:r>
          </a:p>
          <a:p>
            <a:r>
              <a:rPr lang="fr-CH" dirty="0"/>
              <a:t>Best in </a:t>
            </a:r>
            <a:r>
              <a:rPr lang="fr-CH" dirty="0" err="1"/>
              <a:t>which</a:t>
            </a:r>
            <a:r>
              <a:rPr lang="fr-CH" dirty="0"/>
              <a:t> </a:t>
            </a:r>
            <a:r>
              <a:rPr lang="fr-CH" dirty="0" err="1"/>
              <a:t>sense</a:t>
            </a:r>
            <a:r>
              <a:rPr lang="fr-CH" dirty="0"/>
              <a:t>? </a:t>
            </a:r>
            <a:r>
              <a:rPr lang="fr-CH" dirty="0" err="1"/>
              <a:t>Which</a:t>
            </a:r>
            <a:r>
              <a:rPr lang="fr-CH" dirty="0"/>
              <a:t> </a:t>
            </a:r>
            <a:r>
              <a:rPr lang="fr-CH" dirty="0" err="1"/>
              <a:t>metric</a:t>
            </a:r>
            <a:r>
              <a:rPr lang="fr-CH" dirty="0"/>
              <a:t>?</a:t>
            </a:r>
          </a:p>
          <a:p>
            <a:pPr marL="223234" indent="0">
              <a:buNone/>
            </a:pPr>
            <a:endParaRPr lang="fr-CH" dirty="0">
              <a:solidFill>
                <a:srgbClr val="942193"/>
              </a:solidFill>
            </a:endParaRPr>
          </a:p>
        </p:txBody>
      </p:sp>
      <p:sp>
        <p:nvSpPr>
          <p:cNvPr id="60" name="Slide Number"/>
          <p:cNvSpPr txBox="1">
            <a:spLocks noGrp="1"/>
          </p:cNvSpPr>
          <p:nvPr>
            <p:ph type="sldNum" sz="quarter" idx="2"/>
          </p:nvPr>
        </p:nvSpPr>
        <p:spPr>
          <a:xfrm>
            <a:off x="9872159" y="6232922"/>
            <a:ext cx="243300" cy="26789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14</a:t>
            </a:fld>
            <a:endParaRPr/>
          </a:p>
        </p:txBody>
      </p:sp>
    </p:spTree>
    <p:extLst>
      <p:ext uri="{BB962C8B-B14F-4D97-AF65-F5344CB8AC3E}">
        <p14:creationId xmlns:p14="http://schemas.microsoft.com/office/powerpoint/2010/main" val="57807823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 name="Least-cost path routing"/>
          <p:cNvSpPr txBox="1">
            <a:spLocks noGrp="1"/>
          </p:cNvSpPr>
          <p:nvPr>
            <p:ph type="title"/>
          </p:nvPr>
        </p:nvSpPr>
        <p:spPr>
          <a:xfrm>
            <a:off x="1415480" y="116632"/>
            <a:ext cx="9965049" cy="1714500"/>
          </a:xfrm>
          <a:prstGeom prst="rect">
            <a:avLst/>
          </a:prstGeom>
        </p:spPr>
        <p:txBody>
          <a:bodyPr/>
          <a:lstStyle/>
          <a:p>
            <a:pPr algn="l"/>
            <a:r>
              <a:rPr lang="en-CH" altLang="it-IT" sz="3094" b="1" kern="1200" dirty="0">
                <a:solidFill>
                  <a:schemeClr val="tx1"/>
                </a:solidFill>
                <a:latin typeface="Century Gothic" panose="020B0502020202020204" pitchFamily="34" charset="0"/>
                <a:ea typeface="+mj-ea"/>
                <a:cs typeface="+mj-cs"/>
                <a:sym typeface="Gill Sans"/>
              </a:rPr>
              <a:t>We l</a:t>
            </a:r>
            <a:r>
              <a:rPr lang="fr-FR" altLang="it-IT" sz="3094" b="1" kern="1200" dirty="0">
                <a:solidFill>
                  <a:schemeClr val="tx1"/>
                </a:solidFill>
                <a:latin typeface="Century Gothic" panose="020B0502020202020204" pitchFamily="34" charset="0"/>
                <a:ea typeface="+mj-ea"/>
                <a:cs typeface="+mj-cs"/>
                <a:sym typeface="Gill Sans"/>
              </a:rPr>
              <a:t>o</a:t>
            </a:r>
            <a:r>
              <a:rPr lang="en-CH" altLang="it-IT" sz="3094" b="1" kern="1200" dirty="0">
                <a:solidFill>
                  <a:schemeClr val="tx1"/>
                </a:solidFill>
                <a:latin typeface="Century Gothic" panose="020B0502020202020204" pitchFamily="34" charset="0"/>
                <a:ea typeface="+mj-ea"/>
                <a:cs typeface="+mj-cs"/>
                <a:sym typeface="Gill Sans"/>
              </a:rPr>
              <a:t>ok at m</a:t>
            </a:r>
            <a:r>
              <a:rPr lang="en-US" altLang="it-IT" sz="3094" b="1" kern="1200" dirty="0" err="1">
                <a:solidFill>
                  <a:schemeClr val="tx1"/>
                </a:solidFill>
                <a:latin typeface="Century Gothic" panose="020B0502020202020204" pitchFamily="34" charset="0"/>
                <a:ea typeface="+mj-ea"/>
                <a:cs typeface="+mj-cs"/>
                <a:sym typeface="Gill Sans"/>
              </a:rPr>
              <a:t>inimum</a:t>
            </a:r>
            <a:r>
              <a:rPr lang="en-US" altLang="it-IT" sz="3094" b="1" kern="1200" dirty="0">
                <a:solidFill>
                  <a:schemeClr val="tx1"/>
                </a:solidFill>
                <a:latin typeface="Century Gothic" panose="020B0502020202020204" pitchFamily="34" charset="0"/>
                <a:ea typeface="+mj-ea"/>
                <a:cs typeface="+mj-cs"/>
                <a:sym typeface="Gill Sans"/>
              </a:rPr>
              <a:t> cost routing</a:t>
            </a:r>
          </a:p>
        </p:txBody>
      </p:sp>
      <p:sp>
        <p:nvSpPr>
          <p:cNvPr id="297" name="Goal: find least-cost path  from each source router to each destination router"/>
          <p:cNvSpPr txBox="1">
            <a:spLocks noGrp="1"/>
          </p:cNvSpPr>
          <p:nvPr>
            <p:ph type="body" idx="1"/>
          </p:nvPr>
        </p:nvSpPr>
        <p:spPr>
          <a:xfrm>
            <a:off x="551384" y="1772816"/>
            <a:ext cx="10426179" cy="4192215"/>
          </a:xfrm>
          <a:prstGeom prst="rect">
            <a:avLst/>
          </a:prstGeom>
        </p:spPr>
        <p:txBody>
          <a:bodyPr/>
          <a:lstStyle/>
          <a:p>
            <a:r>
              <a:rPr lang="en-GB" dirty="0"/>
              <a:t>Goal: Find the cheapest route from each source router to each destination router</a:t>
            </a:r>
            <a:endParaRPr dirty="0"/>
          </a:p>
        </p:txBody>
      </p:sp>
      <p:sp>
        <p:nvSpPr>
          <p:cNvPr id="29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algn="l" rtl="0"/>
            <a:fld id="{86CB4B4D-7CA3-9044-876B-883B54F8677D}" type="slidenum">
              <a:rPr/>
              <a:t>15</a:t>
            </a:fld>
            <a:endParaRPr/>
          </a:p>
        </p:txBody>
      </p:sp>
      <p:pic>
        <p:nvPicPr>
          <p:cNvPr id="2" name="Picture 1">
            <a:extLst>
              <a:ext uri="{FF2B5EF4-FFF2-40B4-BE49-F238E27FC236}">
                <a16:creationId xmlns:a16="http://schemas.microsoft.com/office/drawing/2014/main" id="{BD24B49E-DC57-E37F-7982-F0D649021CB3}"/>
              </a:ext>
            </a:extLst>
          </p:cNvPr>
          <p:cNvPicPr>
            <a:picLocks noChangeAspect="1"/>
          </p:cNvPicPr>
          <p:nvPr/>
        </p:nvPicPr>
        <p:blipFill>
          <a:blip r:embed="rId3"/>
          <a:stretch>
            <a:fillRect/>
          </a:stretch>
        </p:blipFill>
        <p:spPr>
          <a:xfrm>
            <a:off x="5724204" y="3299611"/>
            <a:ext cx="4269604" cy="3201202"/>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474AC8-3EA6-8DCD-915C-B46517E4A04D}"/>
            </a:ext>
          </a:extLst>
        </p:cNvPr>
        <p:cNvGrpSpPr/>
        <p:nvPr/>
      </p:nvGrpSpPr>
      <p:grpSpPr>
        <a:xfrm>
          <a:off x="0" y="0"/>
          <a:ext cx="0" cy="0"/>
          <a:chOff x="0" y="0"/>
          <a:chExt cx="0" cy="0"/>
        </a:xfrm>
      </p:grpSpPr>
      <p:sp>
        <p:nvSpPr>
          <p:cNvPr id="2" name="Segnaposto piè di pagina 3">
            <a:extLst>
              <a:ext uri="{FF2B5EF4-FFF2-40B4-BE49-F238E27FC236}">
                <a16:creationId xmlns:a16="http://schemas.microsoft.com/office/drawing/2014/main" id="{8B69A02F-CD7F-C0EF-0BC4-2B2D9FC471EA}"/>
              </a:ext>
            </a:extLst>
          </p:cNvPr>
          <p:cNvSpPr>
            <a:spLocks noGrp="1"/>
          </p:cNvSpPr>
          <p:nvPr>
            <p:ph type="ftr" sz="quarter" idx="10"/>
          </p:nvPr>
        </p:nvSpPr>
        <p:spPr/>
        <p:txBody>
          <a:bodyPr/>
          <a:lstStyle/>
          <a:p>
            <a:pPr algn="ctr" defTabSz="914353">
              <a:defRPr/>
            </a:pPr>
            <a:fld id="{6760F275-2600-498E-876C-A3F959C25074}" type="slidenum">
              <a:rPr lang="en-US" altLang="it-IT">
                <a:solidFill>
                  <a:srgbClr val="000000"/>
                </a:solidFill>
                <a:latin typeface="Comic Sans MS" panose="030F0702030302020204" pitchFamily="66" charset="0"/>
                <a:sym typeface="Gill Sans"/>
              </a:rPr>
              <a:pPr algn="ctr" defTabSz="914353">
                <a:defRPr/>
              </a:pPr>
              <a:t>16</a:t>
            </a:fld>
            <a:endParaRPr lang="en-US" altLang="it-IT">
              <a:solidFill>
                <a:srgbClr val="000000"/>
              </a:solidFill>
              <a:latin typeface="Comic Sans MS" panose="030F0702030302020204" pitchFamily="66" charset="0"/>
              <a:sym typeface="Gill Sans"/>
            </a:endParaRPr>
          </a:p>
        </p:txBody>
      </p:sp>
      <p:sp>
        <p:nvSpPr>
          <p:cNvPr id="328706" name="Rectangle 2">
            <a:extLst>
              <a:ext uri="{FF2B5EF4-FFF2-40B4-BE49-F238E27FC236}">
                <a16:creationId xmlns:a16="http://schemas.microsoft.com/office/drawing/2014/main" id="{120FD78B-FB2B-6965-20EB-537090CB0EBE}"/>
              </a:ext>
            </a:extLst>
          </p:cNvPr>
          <p:cNvSpPr>
            <a:spLocks noGrp="1" noChangeArrowheads="1"/>
          </p:cNvSpPr>
          <p:nvPr>
            <p:ph type="title"/>
          </p:nvPr>
        </p:nvSpPr>
        <p:spPr/>
        <p:txBody>
          <a:bodyPr/>
          <a:lstStyle/>
          <a:p>
            <a:r>
              <a:rPr lang="en-US" altLang="it-IT" dirty="0"/>
              <a:t>Interior Routing</a:t>
            </a:r>
          </a:p>
        </p:txBody>
      </p:sp>
      <p:sp>
        <p:nvSpPr>
          <p:cNvPr id="328707" name="Rectangle 3">
            <a:extLst>
              <a:ext uri="{FF2B5EF4-FFF2-40B4-BE49-F238E27FC236}">
                <a16:creationId xmlns:a16="http://schemas.microsoft.com/office/drawing/2014/main" id="{85490B23-DF14-B9D4-963E-2FF1F15F4A00}"/>
              </a:ext>
            </a:extLst>
          </p:cNvPr>
          <p:cNvSpPr>
            <a:spLocks noGrp="1" noChangeArrowheads="1"/>
          </p:cNvSpPr>
          <p:nvPr>
            <p:ph type="body" idx="1"/>
          </p:nvPr>
        </p:nvSpPr>
        <p:spPr>
          <a:xfrm>
            <a:off x="1734599" y="1489461"/>
            <a:ext cx="8856662" cy="5689600"/>
          </a:xfrm>
        </p:spPr>
        <p:txBody>
          <a:bodyPr/>
          <a:lstStyle/>
          <a:p>
            <a:r>
              <a:rPr lang="en-GB" altLang="it-IT" sz="2531" dirty="0"/>
              <a:t>There are two types of routing methods</a:t>
            </a:r>
            <a:endParaRPr lang="en-CH" altLang="it-IT" sz="2531" dirty="0"/>
          </a:p>
          <a:p>
            <a:r>
              <a:rPr lang="en-GB" altLang="it-IT" sz="1938" dirty="0"/>
              <a:t>Within an Administrative Domain = Interior Routing
Between Domains = Exterior Routing</a:t>
            </a:r>
            <a:br>
              <a:rPr lang="en-GB" altLang="it-IT" sz="1938" dirty="0"/>
            </a:br>
            <a:r>
              <a:rPr lang="en-GB" altLang="it-IT" sz="1938" dirty="0"/>
              <a:t>
Problem </a:t>
            </a:r>
            <a:r>
              <a:rPr lang="en-CH" altLang="it-IT" sz="1938" dirty="0"/>
              <a:t>solved</a:t>
            </a:r>
            <a:r>
              <a:rPr lang="en-GB" altLang="it-IT" sz="1938" dirty="0"/>
              <a:t> by a routing protocol</a:t>
            </a:r>
            <a:br>
              <a:rPr lang="en-GB" altLang="it-IT" sz="1938" dirty="0"/>
            </a:br>
            <a:r>
              <a:rPr lang="en-GB" altLang="it-IT" sz="1938" dirty="0"/>
              <a:t>What does a routing protocol do?
Find reachable destinations
Find the best routes to destinations
better in the sense of a metric</a:t>
            </a:r>
            <a:endParaRPr lang="en-US" altLang="it-IT" sz="2250" dirty="0"/>
          </a:p>
        </p:txBody>
      </p:sp>
    </p:spTree>
    <p:extLst>
      <p:ext uri="{BB962C8B-B14F-4D97-AF65-F5344CB8AC3E}">
        <p14:creationId xmlns:p14="http://schemas.microsoft.com/office/powerpoint/2010/main" val="2112681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7A3C-889D-8A7E-64A8-56F1EB4C76F1}"/>
            </a:ext>
          </a:extLst>
        </p:cNvPr>
        <p:cNvGrpSpPr/>
        <p:nvPr/>
      </p:nvGrpSpPr>
      <p:grpSpPr>
        <a:xfrm>
          <a:off x="0" y="0"/>
          <a:ext cx="0" cy="0"/>
          <a:chOff x="0" y="0"/>
          <a:chExt cx="0" cy="0"/>
        </a:xfrm>
      </p:grpSpPr>
      <p:sp>
        <p:nvSpPr>
          <p:cNvPr id="2" name="Segnaposto piè di pagina 3">
            <a:extLst>
              <a:ext uri="{FF2B5EF4-FFF2-40B4-BE49-F238E27FC236}">
                <a16:creationId xmlns:a16="http://schemas.microsoft.com/office/drawing/2014/main" id="{79667E95-FD1D-FF1C-512A-545BC7E8A9DC}"/>
              </a:ext>
            </a:extLst>
          </p:cNvPr>
          <p:cNvSpPr>
            <a:spLocks noGrp="1"/>
          </p:cNvSpPr>
          <p:nvPr>
            <p:ph type="ftr" sz="quarter" idx="10"/>
          </p:nvPr>
        </p:nvSpPr>
        <p:spPr/>
        <p:txBody>
          <a:bodyPr/>
          <a:lstStyle/>
          <a:p>
            <a:pPr algn="ctr" defTabSz="914353">
              <a:defRPr/>
            </a:pPr>
            <a:fld id="{A7AC6A49-CE6A-4DD3-A49A-CC267D21F004}" type="slidenum">
              <a:rPr lang="en-US" altLang="it-IT">
                <a:solidFill>
                  <a:srgbClr val="000000"/>
                </a:solidFill>
                <a:latin typeface="Comic Sans MS" panose="030F0702030302020204" pitchFamily="66" charset="0"/>
                <a:sym typeface="Gill Sans"/>
              </a:rPr>
              <a:pPr algn="ctr" defTabSz="914353">
                <a:defRPr/>
              </a:pPr>
              <a:t>17</a:t>
            </a:fld>
            <a:endParaRPr lang="en-US" altLang="it-IT">
              <a:solidFill>
                <a:srgbClr val="000000"/>
              </a:solidFill>
              <a:latin typeface="Comic Sans MS" panose="030F0702030302020204" pitchFamily="66" charset="0"/>
              <a:sym typeface="Gill Sans"/>
            </a:endParaRPr>
          </a:p>
        </p:txBody>
      </p:sp>
      <p:sp>
        <p:nvSpPr>
          <p:cNvPr id="331778" name="Rectangle 2">
            <a:extLst>
              <a:ext uri="{FF2B5EF4-FFF2-40B4-BE49-F238E27FC236}">
                <a16:creationId xmlns:a16="http://schemas.microsoft.com/office/drawing/2014/main" id="{F9BE95C2-F97A-207B-2077-7ED4DB41EAC1}"/>
              </a:ext>
            </a:extLst>
          </p:cNvPr>
          <p:cNvSpPr>
            <a:spLocks noGrp="1" noChangeArrowheads="1"/>
          </p:cNvSpPr>
          <p:nvPr>
            <p:ph type="title"/>
          </p:nvPr>
        </p:nvSpPr>
        <p:spPr/>
        <p:txBody>
          <a:bodyPr/>
          <a:lstStyle/>
          <a:p>
            <a:r>
              <a:rPr lang="fr-FR" altLang="it-IT" dirty="0"/>
              <a:t>Metrics</a:t>
            </a:r>
          </a:p>
        </p:txBody>
      </p:sp>
      <p:sp>
        <p:nvSpPr>
          <p:cNvPr id="331779" name="Rectangle 3">
            <a:extLst>
              <a:ext uri="{FF2B5EF4-FFF2-40B4-BE49-F238E27FC236}">
                <a16:creationId xmlns:a16="http://schemas.microsoft.com/office/drawing/2014/main" id="{3765F6CC-AA1B-4FE0-B4F5-7985269660A8}"/>
              </a:ext>
            </a:extLst>
          </p:cNvPr>
          <p:cNvSpPr>
            <a:spLocks noGrp="1" noChangeArrowheads="1"/>
          </p:cNvSpPr>
          <p:nvPr>
            <p:ph type="body" idx="1"/>
          </p:nvPr>
        </p:nvSpPr>
        <p:spPr/>
        <p:txBody>
          <a:bodyPr/>
          <a:lstStyle/>
          <a:p>
            <a:pPr lvl="1"/>
            <a:r>
              <a:rPr lang="en-GB" altLang="it-IT" sz="2250" b="1" dirty="0"/>
              <a:t>Static metric: Not dependent on network status</a:t>
            </a:r>
            <a:r>
              <a:rPr lang="fr-FR" altLang="it-IT" sz="2250" dirty="0"/>
              <a:t>; For example:</a:t>
            </a:r>
          </a:p>
          <a:p>
            <a:pPr lvl="2"/>
            <a:r>
              <a:rPr lang="en-GB" altLang="it-IT" sz="2250" dirty="0"/>
              <a:t>Number of nodes crossed ("hops")
Link capability and static delay
Cost</a:t>
            </a:r>
            <a:endParaRPr lang="en-CH" altLang="it-IT" sz="2250" dirty="0"/>
          </a:p>
          <a:p>
            <a:pPr lvl="1"/>
            <a:r>
              <a:rPr lang="en-GB" altLang="it-IT" sz="2650" b="1" dirty="0"/>
              <a:t>Dynamic metric: depends on the state of the network</a:t>
            </a:r>
            <a:endParaRPr lang="en-CH" altLang="it-IT" sz="2650" b="1" dirty="0"/>
          </a:p>
          <a:p>
            <a:pPr lvl="2"/>
            <a:r>
              <a:rPr lang="en-GB" altLang="it-IT" sz="2250" dirty="0"/>
              <a:t>Link load
Current Packet Delay</a:t>
            </a:r>
            <a:endParaRPr lang="fr-FR" altLang="it-IT" sz="2250" dirty="0"/>
          </a:p>
        </p:txBody>
      </p:sp>
    </p:spTree>
    <p:extLst>
      <p:ext uri="{BB962C8B-B14F-4D97-AF65-F5344CB8AC3E}">
        <p14:creationId xmlns:p14="http://schemas.microsoft.com/office/powerpoint/2010/main" val="4205878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0611-55B8-430D-5F6F-35C1F24C7D3C}"/>
            </a:ext>
          </a:extLst>
        </p:cNvPr>
        <p:cNvGrpSpPr/>
        <p:nvPr/>
      </p:nvGrpSpPr>
      <p:grpSpPr>
        <a:xfrm>
          <a:off x="0" y="0"/>
          <a:ext cx="0" cy="0"/>
          <a:chOff x="0" y="0"/>
          <a:chExt cx="0" cy="0"/>
        </a:xfrm>
      </p:grpSpPr>
      <p:sp>
        <p:nvSpPr>
          <p:cNvPr id="2" name="Segnaposto piè di pagina 3">
            <a:extLst>
              <a:ext uri="{FF2B5EF4-FFF2-40B4-BE49-F238E27FC236}">
                <a16:creationId xmlns:a16="http://schemas.microsoft.com/office/drawing/2014/main" id="{7195A66F-CC8B-7941-2B7C-8796A4066363}"/>
              </a:ext>
            </a:extLst>
          </p:cNvPr>
          <p:cNvSpPr>
            <a:spLocks noGrp="1"/>
          </p:cNvSpPr>
          <p:nvPr>
            <p:ph type="ftr" sz="quarter" idx="10"/>
          </p:nvPr>
        </p:nvSpPr>
        <p:spPr/>
        <p:txBody>
          <a:bodyPr/>
          <a:lstStyle/>
          <a:p>
            <a:pPr algn="ctr" defTabSz="914353">
              <a:defRPr/>
            </a:pPr>
            <a:fld id="{4D7909F8-1A27-49C8-9571-143591E3D49A}" type="slidenum">
              <a:rPr lang="en-US" altLang="it-IT">
                <a:solidFill>
                  <a:srgbClr val="000000"/>
                </a:solidFill>
                <a:latin typeface="Comic Sans MS" panose="030F0702030302020204" pitchFamily="66" charset="0"/>
                <a:sym typeface="Gill Sans"/>
              </a:rPr>
              <a:pPr algn="ctr" defTabSz="914353">
                <a:defRPr/>
              </a:pPr>
              <a:t>18</a:t>
            </a:fld>
            <a:endParaRPr lang="en-US" altLang="it-IT">
              <a:solidFill>
                <a:srgbClr val="000000"/>
              </a:solidFill>
              <a:latin typeface="Comic Sans MS" panose="030F0702030302020204" pitchFamily="66" charset="0"/>
              <a:sym typeface="Gill Sans"/>
            </a:endParaRPr>
          </a:p>
        </p:txBody>
      </p:sp>
      <p:sp>
        <p:nvSpPr>
          <p:cNvPr id="329730" name="Rectangle 2">
            <a:extLst>
              <a:ext uri="{FF2B5EF4-FFF2-40B4-BE49-F238E27FC236}">
                <a16:creationId xmlns:a16="http://schemas.microsoft.com/office/drawing/2014/main" id="{526B2A5C-28EA-D302-C8AE-0F2D6BDB6BFC}"/>
              </a:ext>
            </a:extLst>
          </p:cNvPr>
          <p:cNvSpPr>
            <a:spLocks noGrp="1" noChangeArrowheads="1"/>
          </p:cNvSpPr>
          <p:nvPr>
            <p:ph type="title"/>
          </p:nvPr>
        </p:nvSpPr>
        <p:spPr/>
        <p:txBody>
          <a:bodyPr/>
          <a:lstStyle/>
          <a:p>
            <a:r>
              <a:rPr lang="en-GB" altLang="it-IT" sz="3200" dirty="0"/>
              <a:t>Simple routing methods</a:t>
            </a:r>
            <a:br>
              <a:rPr lang="en-GB" altLang="it-IT" sz="3200" dirty="0"/>
            </a:br>
            <a:r>
              <a:rPr lang="en-GB" altLang="it-IT" sz="3200" dirty="0"/>
              <a:t>How routing protocols work</a:t>
            </a:r>
            <a:endParaRPr lang="en-US" altLang="it-IT" sz="2000" dirty="0"/>
          </a:p>
        </p:txBody>
      </p:sp>
      <p:sp>
        <p:nvSpPr>
          <p:cNvPr id="329731" name="Rectangle 3">
            <a:extLst>
              <a:ext uri="{FF2B5EF4-FFF2-40B4-BE49-F238E27FC236}">
                <a16:creationId xmlns:a16="http://schemas.microsoft.com/office/drawing/2014/main" id="{E48051DB-FE4D-6C77-9462-0C8427A63FF3}"/>
              </a:ext>
            </a:extLst>
          </p:cNvPr>
          <p:cNvSpPr>
            <a:spLocks noGrp="1" noChangeArrowheads="1"/>
          </p:cNvSpPr>
          <p:nvPr>
            <p:ph type="body" idx="1"/>
          </p:nvPr>
        </p:nvSpPr>
        <p:spPr>
          <a:xfrm>
            <a:off x="407368" y="1286812"/>
            <a:ext cx="10972800" cy="4713390"/>
          </a:xfrm>
          <a:noFill/>
          <a:extLst>
            <a:ext uri="{909E8E84-426E-40DD-AFC4-6F175D3DCCD1}">
              <a14:hiddenFill xmlns:a14="http://schemas.microsoft.com/office/drawing/2010/main">
                <a:solidFill>
                  <a:srgbClr val="FF0000"/>
                </a:solidFill>
              </a14:hiddenFill>
            </a:ext>
          </a:extLst>
        </p:spPr>
        <p:txBody>
          <a:bodyPr/>
          <a:lstStyle/>
          <a:p>
            <a:pPr>
              <a:lnSpc>
                <a:spcPct val="90000"/>
              </a:lnSpc>
            </a:pPr>
            <a:r>
              <a:rPr lang="en-US" altLang="it-IT" sz="2000" b="1" dirty="0">
                <a:solidFill>
                  <a:srgbClr val="FF0000"/>
                </a:solidFill>
              </a:rPr>
              <a:t>Static configuration</a:t>
            </a:r>
            <a:endParaRPr lang="en-CH" altLang="it-IT" sz="2000" b="1" dirty="0">
              <a:solidFill>
                <a:srgbClr val="FF0000"/>
              </a:solidFill>
            </a:endParaRPr>
          </a:p>
          <a:p>
            <a:pPr>
              <a:lnSpc>
                <a:spcPct val="90000"/>
              </a:lnSpc>
            </a:pPr>
            <a:r>
              <a:rPr lang="en-GB" altLang="it-IT" sz="2000" dirty="0"/>
              <a:t>only for very simple networks</a:t>
            </a:r>
            <a:endParaRPr lang="en-CH" altLang="it-IT" sz="2000" dirty="0"/>
          </a:p>
          <a:p>
            <a:pPr>
              <a:lnSpc>
                <a:spcPct val="90000"/>
              </a:lnSpc>
            </a:pPr>
            <a:r>
              <a:rPr lang="en-US" altLang="it-IT" sz="2000" b="1" dirty="0">
                <a:solidFill>
                  <a:srgbClr val="FF0000"/>
                </a:solidFill>
              </a:rPr>
              <a:t>Flooding</a:t>
            </a:r>
            <a:r>
              <a:rPr lang="en-US" altLang="it-IT" sz="2000" dirty="0"/>
              <a:t> </a:t>
            </a:r>
          </a:p>
          <a:p>
            <a:pPr lvl="1">
              <a:lnSpc>
                <a:spcPct val="90000"/>
              </a:lnSpc>
            </a:pPr>
            <a:r>
              <a:rPr lang="en-GB" altLang="it-IT" sz="1800" dirty="0"/>
              <a:t>each duplicate packet on each outbound link; loops prevented by packet ID or other mechanisms; Duplicate packets can be received at their destination
Simple and robust</a:t>
            </a:r>
            <a:endParaRPr lang="en-CH" altLang="it-IT" sz="1800" dirty="0"/>
          </a:p>
          <a:p>
            <a:pPr lvl="1">
              <a:lnSpc>
                <a:spcPct val="90000"/>
              </a:lnSpc>
            </a:pPr>
            <a:r>
              <a:rPr lang="en-GB" altLang="it-IT" sz="1050" dirty="0"/>
              <a:t>No need for routing tables
Rugged: Tolerates link or router failures
optimal in a way
The first package found the shortest route to the destination</a:t>
            </a:r>
            <a:endParaRPr lang="en-CH" altLang="it-IT" sz="1050" dirty="0"/>
          </a:p>
          <a:p>
            <a:pPr lvl="1">
              <a:lnSpc>
                <a:spcPct val="90000"/>
              </a:lnSpc>
            </a:pPr>
            <a:r>
              <a:rPr lang="fr-FR" altLang="it-IT" sz="1800" dirty="0"/>
              <a:t>Expensive</a:t>
            </a:r>
            <a:endParaRPr lang="en-CH" altLang="it-IT" sz="1800" dirty="0"/>
          </a:p>
          <a:p>
            <a:pPr lvl="1">
              <a:lnSpc>
                <a:spcPct val="90000"/>
              </a:lnSpc>
            </a:pPr>
            <a:r>
              <a:rPr lang="en-GB" altLang="it-IT" sz="1050" dirty="0"/>
              <a:t>Lots of duplicate packets – little useful traffic</a:t>
            </a:r>
            <a:endParaRPr lang="en-CH" altLang="it-IT" sz="1050" dirty="0"/>
          </a:p>
          <a:p>
            <a:pPr lvl="1">
              <a:lnSpc>
                <a:spcPct val="90000"/>
              </a:lnSpc>
            </a:pPr>
            <a:r>
              <a:rPr lang="en-GB" altLang="it-IT" sz="1800" dirty="0"/>
              <a:t>used as an ingredient by ad-hoc routing methods for mobile devices (AODV, OLSR)</a:t>
            </a:r>
            <a:endParaRPr lang="en-CH" altLang="it-IT" sz="1800" dirty="0"/>
          </a:p>
          <a:p>
            <a:pPr>
              <a:lnSpc>
                <a:spcPct val="90000"/>
              </a:lnSpc>
            </a:pPr>
            <a:r>
              <a:rPr lang="fr-FR" altLang="it-IT" sz="2400" b="1" dirty="0">
                <a:solidFill>
                  <a:srgbClr val="FF0000"/>
                </a:solidFill>
              </a:rPr>
              <a:t>Source routing</a:t>
            </a:r>
            <a:endParaRPr lang="en-CH" altLang="it-IT" sz="2400" b="1" dirty="0">
              <a:solidFill>
                <a:srgbClr val="FF0000"/>
              </a:solidFill>
            </a:endParaRPr>
          </a:p>
          <a:p>
            <a:pPr lvl="1">
              <a:lnSpc>
                <a:spcPct val="90000"/>
              </a:lnSpc>
            </a:pPr>
            <a:r>
              <a:rPr lang="en-GB" altLang="it-IT" sz="1800" dirty="0"/>
              <a:t>source writes the path to the packet header
The router reads the next hop from the packet header, moves the pointer
</a:t>
            </a:r>
            <a:r>
              <a:rPr lang="en-CH" altLang="it-IT" sz="1800" dirty="0"/>
              <a:t>Path discovered via flooding</a:t>
            </a:r>
            <a:endParaRPr lang="fr-FR" altLang="it-IT" sz="1800" b="1" dirty="0">
              <a:solidFill>
                <a:srgbClr val="FF0000"/>
              </a:solidFill>
            </a:endParaRPr>
          </a:p>
        </p:txBody>
      </p:sp>
    </p:spTree>
    <p:extLst>
      <p:ext uri="{BB962C8B-B14F-4D97-AF65-F5344CB8AC3E}">
        <p14:creationId xmlns:p14="http://schemas.microsoft.com/office/powerpoint/2010/main" val="404274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7D8ACB-05DF-6793-4C6B-68D0558A314F}"/>
            </a:ext>
          </a:extLst>
        </p:cNvPr>
        <p:cNvGrpSpPr/>
        <p:nvPr/>
      </p:nvGrpSpPr>
      <p:grpSpPr>
        <a:xfrm>
          <a:off x="0" y="0"/>
          <a:ext cx="0" cy="0"/>
          <a:chOff x="0" y="0"/>
          <a:chExt cx="0" cy="0"/>
        </a:xfrm>
      </p:grpSpPr>
      <p:sp>
        <p:nvSpPr>
          <p:cNvPr id="2" name="Segnaposto piè di pagina 3">
            <a:extLst>
              <a:ext uri="{FF2B5EF4-FFF2-40B4-BE49-F238E27FC236}">
                <a16:creationId xmlns:a16="http://schemas.microsoft.com/office/drawing/2014/main" id="{791B9162-E415-2FF0-1807-AB1164BFA409}"/>
              </a:ext>
            </a:extLst>
          </p:cNvPr>
          <p:cNvSpPr>
            <a:spLocks noGrp="1"/>
          </p:cNvSpPr>
          <p:nvPr>
            <p:ph type="ftr" sz="quarter" idx="10"/>
          </p:nvPr>
        </p:nvSpPr>
        <p:spPr/>
        <p:txBody>
          <a:bodyPr/>
          <a:lstStyle/>
          <a:p>
            <a:pPr algn="ctr" defTabSz="914353">
              <a:defRPr/>
            </a:pPr>
            <a:fld id="{233AC977-A93E-4F0F-B259-6B146F5B44AB}" type="slidenum">
              <a:rPr lang="en-US" altLang="it-IT">
                <a:solidFill>
                  <a:srgbClr val="000000"/>
                </a:solidFill>
                <a:latin typeface="Comic Sans MS" panose="030F0702030302020204" pitchFamily="66" charset="0"/>
                <a:sym typeface="Gill Sans"/>
              </a:rPr>
              <a:pPr algn="ctr" defTabSz="914353">
                <a:defRPr/>
              </a:pPr>
              <a:t>19</a:t>
            </a:fld>
            <a:endParaRPr lang="en-US" altLang="it-IT">
              <a:solidFill>
                <a:srgbClr val="000000"/>
              </a:solidFill>
              <a:latin typeface="Comic Sans MS" panose="030F0702030302020204" pitchFamily="66" charset="0"/>
              <a:sym typeface="Gill Sans"/>
            </a:endParaRPr>
          </a:p>
        </p:txBody>
      </p:sp>
      <p:sp>
        <p:nvSpPr>
          <p:cNvPr id="507906" name="Rectangle 2">
            <a:extLst>
              <a:ext uri="{FF2B5EF4-FFF2-40B4-BE49-F238E27FC236}">
                <a16:creationId xmlns:a16="http://schemas.microsoft.com/office/drawing/2014/main" id="{67956389-7D1F-F870-8E44-63CFC3D33765}"/>
              </a:ext>
            </a:extLst>
          </p:cNvPr>
          <p:cNvSpPr>
            <a:spLocks noGrp="1" noChangeArrowheads="1"/>
          </p:cNvSpPr>
          <p:nvPr>
            <p:ph type="title"/>
          </p:nvPr>
        </p:nvSpPr>
        <p:spPr/>
        <p:txBody>
          <a:bodyPr/>
          <a:lstStyle/>
          <a:p>
            <a:r>
              <a:rPr lang="en-US" altLang="it-IT"/>
              <a:t>Source Routing</a:t>
            </a:r>
          </a:p>
        </p:txBody>
      </p:sp>
      <p:grpSp>
        <p:nvGrpSpPr>
          <p:cNvPr id="507970" name="Group 66">
            <a:extLst>
              <a:ext uri="{FF2B5EF4-FFF2-40B4-BE49-F238E27FC236}">
                <a16:creationId xmlns:a16="http://schemas.microsoft.com/office/drawing/2014/main" id="{B5484069-F9F3-1148-4DEF-9B1EFA708034}"/>
              </a:ext>
            </a:extLst>
          </p:cNvPr>
          <p:cNvGrpSpPr>
            <a:grpSpLocks/>
          </p:cNvGrpSpPr>
          <p:nvPr/>
        </p:nvGrpSpPr>
        <p:grpSpPr bwMode="auto">
          <a:xfrm>
            <a:off x="1793838" y="2569977"/>
            <a:ext cx="7771447" cy="3041294"/>
            <a:chOff x="2" y="756"/>
            <a:chExt cx="6122" cy="2164"/>
          </a:xfrm>
        </p:grpSpPr>
        <p:grpSp>
          <p:nvGrpSpPr>
            <p:cNvPr id="507908" name="Group 4">
              <a:extLst>
                <a:ext uri="{FF2B5EF4-FFF2-40B4-BE49-F238E27FC236}">
                  <a16:creationId xmlns:a16="http://schemas.microsoft.com/office/drawing/2014/main" id="{0A138AE6-F0B9-CB64-D124-9D8D87BC60C0}"/>
                </a:ext>
              </a:extLst>
            </p:cNvPr>
            <p:cNvGrpSpPr>
              <a:grpSpLocks/>
            </p:cNvGrpSpPr>
            <p:nvPr/>
          </p:nvGrpSpPr>
          <p:grpSpPr bwMode="auto">
            <a:xfrm>
              <a:off x="32" y="1044"/>
              <a:ext cx="1624" cy="232"/>
              <a:chOff x="196" y="2488"/>
              <a:chExt cx="1624" cy="232"/>
            </a:xfrm>
          </p:grpSpPr>
          <p:sp>
            <p:nvSpPr>
              <p:cNvPr id="507909" name="Rectangle 5">
                <a:extLst>
                  <a:ext uri="{FF2B5EF4-FFF2-40B4-BE49-F238E27FC236}">
                    <a16:creationId xmlns:a16="http://schemas.microsoft.com/office/drawing/2014/main" id="{F86B31DF-6AE2-FA36-65A3-BF7FF37599D5}"/>
                  </a:ext>
                </a:extLst>
              </p:cNvPr>
              <p:cNvSpPr>
                <a:spLocks noChangeArrowheads="1"/>
              </p:cNvSpPr>
              <p:nvPr/>
            </p:nvSpPr>
            <p:spPr bwMode="auto">
              <a:xfrm>
                <a:off x="196" y="2488"/>
                <a:ext cx="232"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A</a:t>
                </a:r>
              </a:p>
            </p:txBody>
          </p:sp>
          <p:sp>
            <p:nvSpPr>
              <p:cNvPr id="507910" name="Rectangle 6">
                <a:extLst>
                  <a:ext uri="{FF2B5EF4-FFF2-40B4-BE49-F238E27FC236}">
                    <a16:creationId xmlns:a16="http://schemas.microsoft.com/office/drawing/2014/main" id="{6D928654-698F-4CEB-03A8-902C3B753D3C}"/>
                  </a:ext>
                </a:extLst>
              </p:cNvPr>
              <p:cNvSpPr>
                <a:spLocks noChangeArrowheads="1"/>
              </p:cNvSpPr>
              <p:nvPr/>
            </p:nvSpPr>
            <p:spPr bwMode="auto">
              <a:xfrm>
                <a:off x="436" y="2488"/>
                <a:ext cx="232"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a:t>
                </a:r>
              </a:p>
            </p:txBody>
          </p:sp>
          <p:sp>
            <p:nvSpPr>
              <p:cNvPr id="507911" name="Rectangle 7">
                <a:extLst>
                  <a:ext uri="{FF2B5EF4-FFF2-40B4-BE49-F238E27FC236}">
                    <a16:creationId xmlns:a16="http://schemas.microsoft.com/office/drawing/2014/main" id="{F0FBB458-791D-1EFD-6F03-4BF1A0E0B8CC}"/>
                  </a:ext>
                </a:extLst>
              </p:cNvPr>
              <p:cNvSpPr>
                <a:spLocks noChangeArrowheads="1"/>
              </p:cNvSpPr>
              <p:nvPr/>
            </p:nvSpPr>
            <p:spPr bwMode="auto">
              <a:xfrm>
                <a:off x="676" y="2488"/>
                <a:ext cx="664"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b="1">
                    <a:solidFill>
                      <a:srgbClr val="FC0128"/>
                    </a:solidFill>
                    <a:latin typeface="Arial Rounded MT Bold" panose="020F0704030504030204" pitchFamily="34" charset="0"/>
                    <a:sym typeface="Gill Sans"/>
                  </a:rPr>
                  <a:t>2</a:t>
                </a:r>
                <a:r>
                  <a:rPr lang="en-CA" altLang="it-IT" sz="2000">
                    <a:solidFill>
                      <a:srgbClr val="000000"/>
                    </a:solidFill>
                    <a:latin typeface="Arial Rounded MT Bold" panose="020F0704030504030204" pitchFamily="34" charset="0"/>
                    <a:sym typeface="Gill Sans"/>
                  </a:rPr>
                  <a:t>.2.4</a:t>
                </a:r>
              </a:p>
            </p:txBody>
          </p:sp>
          <p:sp>
            <p:nvSpPr>
              <p:cNvPr id="507912" name="Rectangle 8">
                <a:extLst>
                  <a:ext uri="{FF2B5EF4-FFF2-40B4-BE49-F238E27FC236}">
                    <a16:creationId xmlns:a16="http://schemas.microsoft.com/office/drawing/2014/main" id="{F22B383B-A7C5-65CC-0D00-D64B27DBEDA6}"/>
                  </a:ext>
                </a:extLst>
              </p:cNvPr>
              <p:cNvSpPr>
                <a:spLocks noChangeArrowheads="1"/>
              </p:cNvSpPr>
              <p:nvPr/>
            </p:nvSpPr>
            <p:spPr bwMode="auto">
              <a:xfrm>
                <a:off x="1348" y="2488"/>
                <a:ext cx="472" cy="232"/>
              </a:xfrm>
              <a:prstGeom prst="rect">
                <a:avLst/>
              </a:prstGeom>
              <a:solidFill>
                <a:srgbClr val="F39FD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grpSp>
        <p:grpSp>
          <p:nvGrpSpPr>
            <p:cNvPr id="507913" name="Group 9">
              <a:extLst>
                <a:ext uri="{FF2B5EF4-FFF2-40B4-BE49-F238E27FC236}">
                  <a16:creationId xmlns:a16="http://schemas.microsoft.com/office/drawing/2014/main" id="{65EB39AE-D463-217F-F0A2-B1066CDB18DA}"/>
                </a:ext>
              </a:extLst>
            </p:cNvPr>
            <p:cNvGrpSpPr>
              <a:grpSpLocks/>
            </p:cNvGrpSpPr>
            <p:nvPr/>
          </p:nvGrpSpPr>
          <p:grpSpPr bwMode="auto">
            <a:xfrm>
              <a:off x="2" y="782"/>
              <a:ext cx="6122" cy="1550"/>
              <a:chOff x="166" y="2226"/>
              <a:chExt cx="6122" cy="1550"/>
            </a:xfrm>
          </p:grpSpPr>
          <p:grpSp>
            <p:nvGrpSpPr>
              <p:cNvPr id="507914" name="Group 10">
                <a:extLst>
                  <a:ext uri="{FF2B5EF4-FFF2-40B4-BE49-F238E27FC236}">
                    <a16:creationId xmlns:a16="http://schemas.microsoft.com/office/drawing/2014/main" id="{B6968106-D6AE-B283-E6AC-8328B997BCBA}"/>
                  </a:ext>
                </a:extLst>
              </p:cNvPr>
              <p:cNvGrpSpPr>
                <a:grpSpLocks/>
              </p:cNvGrpSpPr>
              <p:nvPr/>
            </p:nvGrpSpPr>
            <p:grpSpPr bwMode="auto">
              <a:xfrm>
                <a:off x="166" y="2488"/>
                <a:ext cx="6122" cy="1288"/>
                <a:chOff x="166" y="2488"/>
                <a:chExt cx="6122" cy="1288"/>
              </a:xfrm>
            </p:grpSpPr>
            <p:grpSp>
              <p:nvGrpSpPr>
                <p:cNvPr id="507915" name="Group 11">
                  <a:extLst>
                    <a:ext uri="{FF2B5EF4-FFF2-40B4-BE49-F238E27FC236}">
                      <a16:creationId xmlns:a16="http://schemas.microsoft.com/office/drawing/2014/main" id="{44518A75-BEBD-8C4F-8263-BEC3CC3EB554}"/>
                    </a:ext>
                  </a:extLst>
                </p:cNvPr>
                <p:cNvGrpSpPr>
                  <a:grpSpLocks/>
                </p:cNvGrpSpPr>
                <p:nvPr/>
              </p:nvGrpSpPr>
              <p:grpSpPr bwMode="auto">
                <a:xfrm>
                  <a:off x="3076" y="2488"/>
                  <a:ext cx="568" cy="520"/>
                  <a:chOff x="3076" y="2488"/>
                  <a:chExt cx="568" cy="520"/>
                </a:xfrm>
              </p:grpSpPr>
              <p:sp>
                <p:nvSpPr>
                  <p:cNvPr id="507916" name="AutoShape 12">
                    <a:extLst>
                      <a:ext uri="{FF2B5EF4-FFF2-40B4-BE49-F238E27FC236}">
                        <a16:creationId xmlns:a16="http://schemas.microsoft.com/office/drawing/2014/main" id="{18FD8B3D-D0AF-2B0E-3209-54F0EDB16DF7}"/>
                      </a:ext>
                    </a:extLst>
                  </p:cNvPr>
                  <p:cNvSpPr>
                    <a:spLocks noChangeArrowheads="1"/>
                  </p:cNvSpPr>
                  <p:nvPr/>
                </p:nvSpPr>
                <p:spPr bwMode="auto">
                  <a:xfrm>
                    <a:off x="3076" y="2488"/>
                    <a:ext cx="568" cy="52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17" name="Rectangle 13">
                    <a:extLst>
                      <a:ext uri="{FF2B5EF4-FFF2-40B4-BE49-F238E27FC236}">
                        <a16:creationId xmlns:a16="http://schemas.microsoft.com/office/drawing/2014/main" id="{21B33472-E4B4-3C1C-F1EB-A21EF15D37E2}"/>
                      </a:ext>
                    </a:extLst>
                  </p:cNvPr>
                  <p:cNvSpPr>
                    <a:spLocks noChangeArrowheads="1"/>
                  </p:cNvSpPr>
                  <p:nvPr/>
                </p:nvSpPr>
                <p:spPr bwMode="auto">
                  <a:xfrm>
                    <a:off x="3107" y="2692"/>
                    <a:ext cx="34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IS</a:t>
                    </a:r>
                  </a:p>
                </p:txBody>
              </p:sp>
            </p:grpSp>
            <p:sp>
              <p:nvSpPr>
                <p:cNvPr id="507918" name="Line 14">
                  <a:extLst>
                    <a:ext uri="{FF2B5EF4-FFF2-40B4-BE49-F238E27FC236}">
                      <a16:creationId xmlns:a16="http://schemas.microsoft.com/office/drawing/2014/main" id="{500DC9BB-AE7D-E83E-8734-DED80CD87C48}"/>
                    </a:ext>
                  </a:extLst>
                </p:cNvPr>
                <p:cNvSpPr>
                  <a:spLocks noChangeShapeType="1"/>
                </p:cNvSpPr>
                <p:nvPr/>
              </p:nvSpPr>
              <p:spPr bwMode="auto">
                <a:xfrm flipH="1">
                  <a:off x="668" y="3300"/>
                  <a:ext cx="72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grpSp>
              <p:nvGrpSpPr>
                <p:cNvPr id="507919" name="Group 15">
                  <a:extLst>
                    <a:ext uri="{FF2B5EF4-FFF2-40B4-BE49-F238E27FC236}">
                      <a16:creationId xmlns:a16="http://schemas.microsoft.com/office/drawing/2014/main" id="{C00DD6D9-DE15-BF1A-F767-4D931A288CB8}"/>
                    </a:ext>
                  </a:extLst>
                </p:cNvPr>
                <p:cNvGrpSpPr>
                  <a:grpSpLocks/>
                </p:cNvGrpSpPr>
                <p:nvPr/>
              </p:nvGrpSpPr>
              <p:grpSpPr bwMode="auto">
                <a:xfrm>
                  <a:off x="5782" y="2980"/>
                  <a:ext cx="506" cy="292"/>
                  <a:chOff x="5782" y="2980"/>
                  <a:chExt cx="506" cy="292"/>
                </a:xfrm>
              </p:grpSpPr>
              <p:graphicFrame>
                <p:nvGraphicFramePr>
                  <p:cNvPr id="507920" name="Object 16">
                    <a:hlinkClick r:id="" action="ppaction://ole?verb=0"/>
                    <a:extLst>
                      <a:ext uri="{FF2B5EF4-FFF2-40B4-BE49-F238E27FC236}">
                        <a16:creationId xmlns:a16="http://schemas.microsoft.com/office/drawing/2014/main" id="{84D0DE2C-2334-9A63-036E-998E288E6646}"/>
                      </a:ext>
                    </a:extLst>
                  </p:cNvPr>
                  <p:cNvGraphicFramePr>
                    <a:graphicFrameLocks/>
                  </p:cNvGraphicFramePr>
                  <p:nvPr/>
                </p:nvGraphicFramePr>
                <p:xfrm>
                  <a:off x="5966" y="2984"/>
                  <a:ext cx="322" cy="288"/>
                </p:xfrm>
                <a:graphic>
                  <a:graphicData uri="http://schemas.openxmlformats.org/presentationml/2006/ole">
                    <mc:AlternateContent xmlns:mc="http://schemas.openxmlformats.org/markup-compatibility/2006">
                      <mc:Choice xmlns:v="urn:schemas-microsoft-com:vml" Requires="v">
                        <p:oleObj name="Microsoft ClipArt Gallery" r:id="rId3" imgW="2600280" imgH="2323800" progId="MS_ClipArt_Gallery">
                          <p:embed/>
                        </p:oleObj>
                      </mc:Choice>
                      <mc:Fallback>
                        <p:oleObj name="Microsoft ClipArt Gallery" r:id="rId3" imgW="2600280" imgH="2323800" progId="MS_ClipArt_Gallery">
                          <p:embed/>
                          <p:pic>
                            <p:nvPicPr>
                              <p:cNvPr id="507920" name="Object 16">
                                <a:hlinkClick r:id="" action="ppaction://ole?verb=0"/>
                                <a:extLst>
                                  <a:ext uri="{FF2B5EF4-FFF2-40B4-BE49-F238E27FC236}">
                                    <a16:creationId xmlns:a16="http://schemas.microsoft.com/office/drawing/2014/main" id="{84D0DE2C-2334-9A63-036E-998E288E664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6" y="2984"/>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7921" name="Rectangle 17">
                    <a:extLst>
                      <a:ext uri="{FF2B5EF4-FFF2-40B4-BE49-F238E27FC236}">
                        <a16:creationId xmlns:a16="http://schemas.microsoft.com/office/drawing/2014/main" id="{3D672831-C526-C312-E6E6-8D56CAA002E8}"/>
                      </a:ext>
                    </a:extLst>
                  </p:cNvPr>
                  <p:cNvSpPr>
                    <a:spLocks noChangeArrowheads="1"/>
                  </p:cNvSpPr>
                  <p:nvPr/>
                </p:nvSpPr>
                <p:spPr bwMode="auto">
                  <a:xfrm>
                    <a:off x="5782" y="2980"/>
                    <a:ext cx="28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914353">
                      <a:defRPr/>
                    </a:pPr>
                    <a:r>
                      <a:rPr lang="en-CA" altLang="it-IT" sz="2000">
                        <a:solidFill>
                          <a:srgbClr val="000000"/>
                        </a:solidFill>
                        <a:latin typeface="Arial Rounded MT Bold" panose="020F0704030504030204" pitchFamily="34" charset="0"/>
                        <a:sym typeface="Gill Sans"/>
                      </a:rPr>
                      <a:t>B</a:t>
                    </a:r>
                  </a:p>
                </p:txBody>
              </p:sp>
            </p:grpSp>
            <p:grpSp>
              <p:nvGrpSpPr>
                <p:cNvPr id="507922" name="Group 18">
                  <a:extLst>
                    <a:ext uri="{FF2B5EF4-FFF2-40B4-BE49-F238E27FC236}">
                      <a16:creationId xmlns:a16="http://schemas.microsoft.com/office/drawing/2014/main" id="{A860027E-9859-05B1-3F14-B653BAE15359}"/>
                    </a:ext>
                  </a:extLst>
                </p:cNvPr>
                <p:cNvGrpSpPr>
                  <a:grpSpLocks/>
                </p:cNvGrpSpPr>
                <p:nvPr/>
              </p:nvGrpSpPr>
              <p:grpSpPr bwMode="auto">
                <a:xfrm>
                  <a:off x="4852" y="2872"/>
                  <a:ext cx="568" cy="520"/>
                  <a:chOff x="4852" y="2872"/>
                  <a:chExt cx="568" cy="520"/>
                </a:xfrm>
              </p:grpSpPr>
              <p:sp>
                <p:nvSpPr>
                  <p:cNvPr id="507923" name="AutoShape 19">
                    <a:extLst>
                      <a:ext uri="{FF2B5EF4-FFF2-40B4-BE49-F238E27FC236}">
                        <a16:creationId xmlns:a16="http://schemas.microsoft.com/office/drawing/2014/main" id="{B6F87CBB-F411-23F2-323D-A2C605F5064F}"/>
                      </a:ext>
                    </a:extLst>
                  </p:cNvPr>
                  <p:cNvSpPr>
                    <a:spLocks noChangeArrowheads="1"/>
                  </p:cNvSpPr>
                  <p:nvPr/>
                </p:nvSpPr>
                <p:spPr bwMode="auto">
                  <a:xfrm>
                    <a:off x="4852" y="2872"/>
                    <a:ext cx="568" cy="52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24" name="Rectangle 20">
                    <a:extLst>
                      <a:ext uri="{FF2B5EF4-FFF2-40B4-BE49-F238E27FC236}">
                        <a16:creationId xmlns:a16="http://schemas.microsoft.com/office/drawing/2014/main" id="{9FB2370D-DF66-4488-0735-C5CAF51E376D}"/>
                      </a:ext>
                    </a:extLst>
                  </p:cNvPr>
                  <p:cNvSpPr>
                    <a:spLocks noChangeArrowheads="1"/>
                  </p:cNvSpPr>
                  <p:nvPr/>
                </p:nvSpPr>
                <p:spPr bwMode="auto">
                  <a:xfrm>
                    <a:off x="4883" y="3076"/>
                    <a:ext cx="34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IS</a:t>
                    </a:r>
                  </a:p>
                </p:txBody>
              </p:sp>
            </p:grpSp>
            <p:grpSp>
              <p:nvGrpSpPr>
                <p:cNvPr id="507925" name="Group 21">
                  <a:extLst>
                    <a:ext uri="{FF2B5EF4-FFF2-40B4-BE49-F238E27FC236}">
                      <a16:creationId xmlns:a16="http://schemas.microsoft.com/office/drawing/2014/main" id="{E526EEA2-5BA5-624B-9DBB-14C328813331}"/>
                    </a:ext>
                  </a:extLst>
                </p:cNvPr>
                <p:cNvGrpSpPr>
                  <a:grpSpLocks/>
                </p:cNvGrpSpPr>
                <p:nvPr/>
              </p:nvGrpSpPr>
              <p:grpSpPr bwMode="auto">
                <a:xfrm>
                  <a:off x="1348" y="2968"/>
                  <a:ext cx="568" cy="520"/>
                  <a:chOff x="1348" y="2968"/>
                  <a:chExt cx="568" cy="520"/>
                </a:xfrm>
              </p:grpSpPr>
              <p:sp>
                <p:nvSpPr>
                  <p:cNvPr id="507926" name="AutoShape 22">
                    <a:extLst>
                      <a:ext uri="{FF2B5EF4-FFF2-40B4-BE49-F238E27FC236}">
                        <a16:creationId xmlns:a16="http://schemas.microsoft.com/office/drawing/2014/main" id="{1208A309-E1B6-89F4-DA5D-99384576B8EC}"/>
                      </a:ext>
                    </a:extLst>
                  </p:cNvPr>
                  <p:cNvSpPr>
                    <a:spLocks noChangeArrowheads="1"/>
                  </p:cNvSpPr>
                  <p:nvPr/>
                </p:nvSpPr>
                <p:spPr bwMode="auto">
                  <a:xfrm>
                    <a:off x="1348" y="2968"/>
                    <a:ext cx="568" cy="52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27" name="Rectangle 23">
                    <a:extLst>
                      <a:ext uri="{FF2B5EF4-FFF2-40B4-BE49-F238E27FC236}">
                        <a16:creationId xmlns:a16="http://schemas.microsoft.com/office/drawing/2014/main" id="{728894A4-8432-17F7-AF21-13FD03F9884C}"/>
                      </a:ext>
                    </a:extLst>
                  </p:cNvPr>
                  <p:cNvSpPr>
                    <a:spLocks noChangeArrowheads="1"/>
                  </p:cNvSpPr>
                  <p:nvPr/>
                </p:nvSpPr>
                <p:spPr bwMode="auto">
                  <a:xfrm>
                    <a:off x="1379" y="3172"/>
                    <a:ext cx="34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IS</a:t>
                    </a:r>
                  </a:p>
                </p:txBody>
              </p:sp>
            </p:grpSp>
            <p:grpSp>
              <p:nvGrpSpPr>
                <p:cNvPr id="507928" name="Group 24">
                  <a:extLst>
                    <a:ext uri="{FF2B5EF4-FFF2-40B4-BE49-F238E27FC236}">
                      <a16:creationId xmlns:a16="http://schemas.microsoft.com/office/drawing/2014/main" id="{3B012F1D-4109-57CC-0991-0312A90D0668}"/>
                    </a:ext>
                  </a:extLst>
                </p:cNvPr>
                <p:cNvGrpSpPr>
                  <a:grpSpLocks/>
                </p:cNvGrpSpPr>
                <p:nvPr/>
              </p:nvGrpSpPr>
              <p:grpSpPr bwMode="auto">
                <a:xfrm>
                  <a:off x="3076" y="3256"/>
                  <a:ext cx="568" cy="520"/>
                  <a:chOff x="3076" y="3256"/>
                  <a:chExt cx="568" cy="520"/>
                </a:xfrm>
              </p:grpSpPr>
              <p:sp>
                <p:nvSpPr>
                  <p:cNvPr id="507929" name="AutoShape 25">
                    <a:extLst>
                      <a:ext uri="{FF2B5EF4-FFF2-40B4-BE49-F238E27FC236}">
                        <a16:creationId xmlns:a16="http://schemas.microsoft.com/office/drawing/2014/main" id="{B4ABBA81-134D-4F4A-0A38-400D361A8E72}"/>
                      </a:ext>
                    </a:extLst>
                  </p:cNvPr>
                  <p:cNvSpPr>
                    <a:spLocks noChangeArrowheads="1"/>
                  </p:cNvSpPr>
                  <p:nvPr/>
                </p:nvSpPr>
                <p:spPr bwMode="auto">
                  <a:xfrm>
                    <a:off x="3076" y="3256"/>
                    <a:ext cx="568" cy="52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30" name="Rectangle 26">
                    <a:extLst>
                      <a:ext uri="{FF2B5EF4-FFF2-40B4-BE49-F238E27FC236}">
                        <a16:creationId xmlns:a16="http://schemas.microsoft.com/office/drawing/2014/main" id="{EABADDDE-63DC-7F50-CC4E-DCCB5E50B7BA}"/>
                      </a:ext>
                    </a:extLst>
                  </p:cNvPr>
                  <p:cNvSpPr>
                    <a:spLocks noChangeArrowheads="1"/>
                  </p:cNvSpPr>
                  <p:nvPr/>
                </p:nvSpPr>
                <p:spPr bwMode="auto">
                  <a:xfrm>
                    <a:off x="3107" y="3460"/>
                    <a:ext cx="34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IS</a:t>
                    </a:r>
                  </a:p>
                </p:txBody>
              </p:sp>
            </p:grpSp>
            <p:sp>
              <p:nvSpPr>
                <p:cNvPr id="507931" name="Line 27">
                  <a:extLst>
                    <a:ext uri="{FF2B5EF4-FFF2-40B4-BE49-F238E27FC236}">
                      <a16:creationId xmlns:a16="http://schemas.microsoft.com/office/drawing/2014/main" id="{D2B9FC31-59DE-3BB9-3076-875969B9C6AE}"/>
                    </a:ext>
                  </a:extLst>
                </p:cNvPr>
                <p:cNvSpPr>
                  <a:spLocks noChangeShapeType="1"/>
                </p:cNvSpPr>
                <p:nvPr/>
              </p:nvSpPr>
              <p:spPr bwMode="auto">
                <a:xfrm flipV="1">
                  <a:off x="1876" y="2768"/>
                  <a:ext cx="1192" cy="3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32" name="Line 28">
                  <a:extLst>
                    <a:ext uri="{FF2B5EF4-FFF2-40B4-BE49-F238E27FC236}">
                      <a16:creationId xmlns:a16="http://schemas.microsoft.com/office/drawing/2014/main" id="{7FC819BE-37B0-C374-F42A-D7F69D8F0284}"/>
                    </a:ext>
                  </a:extLst>
                </p:cNvPr>
                <p:cNvSpPr>
                  <a:spLocks noChangeShapeType="1"/>
                </p:cNvSpPr>
                <p:nvPr/>
              </p:nvSpPr>
              <p:spPr bwMode="auto">
                <a:xfrm flipV="1">
                  <a:off x="3604" y="3248"/>
                  <a:ext cx="1240" cy="2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33" name="Line 29">
                  <a:extLst>
                    <a:ext uri="{FF2B5EF4-FFF2-40B4-BE49-F238E27FC236}">
                      <a16:creationId xmlns:a16="http://schemas.microsoft.com/office/drawing/2014/main" id="{E5093F2D-4D98-3494-77E5-B2D0B538B3CB}"/>
                    </a:ext>
                  </a:extLst>
                </p:cNvPr>
                <p:cNvSpPr>
                  <a:spLocks noChangeShapeType="1"/>
                </p:cNvSpPr>
                <p:nvPr/>
              </p:nvSpPr>
              <p:spPr bwMode="auto">
                <a:xfrm>
                  <a:off x="1876" y="3304"/>
                  <a:ext cx="1192" cy="1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34" name="Line 30">
                  <a:extLst>
                    <a:ext uri="{FF2B5EF4-FFF2-40B4-BE49-F238E27FC236}">
                      <a16:creationId xmlns:a16="http://schemas.microsoft.com/office/drawing/2014/main" id="{D505BA3C-5BF7-C00D-850C-F64CCA99FD36}"/>
                    </a:ext>
                  </a:extLst>
                </p:cNvPr>
                <p:cNvSpPr>
                  <a:spLocks noChangeShapeType="1"/>
                </p:cNvSpPr>
                <p:nvPr/>
              </p:nvSpPr>
              <p:spPr bwMode="auto">
                <a:xfrm>
                  <a:off x="3604" y="2680"/>
                  <a:ext cx="1288"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35" name="Line 31">
                  <a:extLst>
                    <a:ext uri="{FF2B5EF4-FFF2-40B4-BE49-F238E27FC236}">
                      <a16:creationId xmlns:a16="http://schemas.microsoft.com/office/drawing/2014/main" id="{F70F0611-CBCB-D92D-543F-2AABE3CF084B}"/>
                    </a:ext>
                  </a:extLst>
                </p:cNvPr>
                <p:cNvSpPr>
                  <a:spLocks noChangeShapeType="1"/>
                </p:cNvSpPr>
                <p:nvPr/>
              </p:nvSpPr>
              <p:spPr bwMode="auto">
                <a:xfrm>
                  <a:off x="5380" y="3156"/>
                  <a:ext cx="5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grpSp>
              <p:nvGrpSpPr>
                <p:cNvPr id="507936" name="Group 32">
                  <a:extLst>
                    <a:ext uri="{FF2B5EF4-FFF2-40B4-BE49-F238E27FC236}">
                      <a16:creationId xmlns:a16="http://schemas.microsoft.com/office/drawing/2014/main" id="{3D869311-489B-5AAA-3DF6-41E8DF554CB0}"/>
                    </a:ext>
                  </a:extLst>
                </p:cNvPr>
                <p:cNvGrpSpPr>
                  <a:grpSpLocks/>
                </p:cNvGrpSpPr>
                <p:nvPr/>
              </p:nvGrpSpPr>
              <p:grpSpPr bwMode="auto">
                <a:xfrm>
                  <a:off x="166" y="3076"/>
                  <a:ext cx="506" cy="292"/>
                  <a:chOff x="166" y="3076"/>
                  <a:chExt cx="506" cy="292"/>
                </a:xfrm>
              </p:grpSpPr>
              <p:graphicFrame>
                <p:nvGraphicFramePr>
                  <p:cNvPr id="507937" name="Object 33">
                    <a:hlinkClick r:id="" action="ppaction://ole?verb=0"/>
                    <a:extLst>
                      <a:ext uri="{FF2B5EF4-FFF2-40B4-BE49-F238E27FC236}">
                        <a16:creationId xmlns:a16="http://schemas.microsoft.com/office/drawing/2014/main" id="{E2E1A1BB-7D63-2D2B-73CB-BCE97590B423}"/>
                      </a:ext>
                    </a:extLst>
                  </p:cNvPr>
                  <p:cNvGraphicFramePr>
                    <a:graphicFrameLocks/>
                  </p:cNvGraphicFramePr>
                  <p:nvPr/>
                </p:nvGraphicFramePr>
                <p:xfrm>
                  <a:off x="350" y="3080"/>
                  <a:ext cx="322" cy="288"/>
                </p:xfrm>
                <a:graphic>
                  <a:graphicData uri="http://schemas.openxmlformats.org/presentationml/2006/ole">
                    <mc:AlternateContent xmlns:mc="http://schemas.openxmlformats.org/markup-compatibility/2006">
                      <mc:Choice xmlns:v="urn:schemas-microsoft-com:vml" Requires="v">
                        <p:oleObj name="Microsoft ClipArt Gallery" r:id="rId5" imgW="2600280" imgH="2323800" progId="MS_ClipArt_Gallery">
                          <p:embed/>
                        </p:oleObj>
                      </mc:Choice>
                      <mc:Fallback>
                        <p:oleObj name="Microsoft ClipArt Gallery" r:id="rId5" imgW="2600280" imgH="2323800" progId="MS_ClipArt_Gallery">
                          <p:embed/>
                          <p:pic>
                            <p:nvPicPr>
                              <p:cNvPr id="507937" name="Object 33">
                                <a:hlinkClick r:id="" action="ppaction://ole?verb=0"/>
                                <a:extLst>
                                  <a:ext uri="{FF2B5EF4-FFF2-40B4-BE49-F238E27FC236}">
                                    <a16:creationId xmlns:a16="http://schemas.microsoft.com/office/drawing/2014/main" id="{E2E1A1BB-7D63-2D2B-73CB-BCE97590B42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 y="3080"/>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7938" name="Rectangle 34">
                    <a:extLst>
                      <a:ext uri="{FF2B5EF4-FFF2-40B4-BE49-F238E27FC236}">
                        <a16:creationId xmlns:a16="http://schemas.microsoft.com/office/drawing/2014/main" id="{C80CC7F7-FF54-640A-51FA-70969F76043E}"/>
                      </a:ext>
                    </a:extLst>
                  </p:cNvPr>
                  <p:cNvSpPr>
                    <a:spLocks noChangeArrowheads="1"/>
                  </p:cNvSpPr>
                  <p:nvPr/>
                </p:nvSpPr>
                <p:spPr bwMode="auto">
                  <a:xfrm>
                    <a:off x="166" y="3076"/>
                    <a:ext cx="28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914353">
                      <a:defRPr/>
                    </a:pPr>
                    <a:r>
                      <a:rPr lang="en-CA" altLang="it-IT" sz="2000">
                        <a:solidFill>
                          <a:srgbClr val="000000"/>
                        </a:solidFill>
                        <a:latin typeface="Arial Rounded MT Bold" panose="020F0704030504030204" pitchFamily="34" charset="0"/>
                        <a:sym typeface="Gill Sans"/>
                      </a:rPr>
                      <a:t>A</a:t>
                    </a:r>
                  </a:p>
                </p:txBody>
              </p:sp>
            </p:grpSp>
          </p:grpSp>
          <p:sp>
            <p:nvSpPr>
              <p:cNvPr id="507939" name="Rectangle 35">
                <a:extLst>
                  <a:ext uri="{FF2B5EF4-FFF2-40B4-BE49-F238E27FC236}">
                    <a16:creationId xmlns:a16="http://schemas.microsoft.com/office/drawing/2014/main" id="{C42C3EB0-CDDA-1E90-0220-E8642485BA22}"/>
                  </a:ext>
                </a:extLst>
              </p:cNvPr>
              <p:cNvSpPr>
                <a:spLocks noChangeArrowheads="1"/>
              </p:cNvSpPr>
              <p:nvPr/>
            </p:nvSpPr>
            <p:spPr bwMode="auto">
              <a:xfrm>
                <a:off x="179" y="2226"/>
                <a:ext cx="1599"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i="1">
                    <a:solidFill>
                      <a:srgbClr val="000000"/>
                    </a:solidFill>
                    <a:latin typeface="Arial Rounded MT Bold" panose="020F0704030504030204" pitchFamily="34" charset="0"/>
                    <a:sym typeface="Gill Sans"/>
                  </a:rPr>
                  <a:t>SA DA  RI     data</a:t>
                </a:r>
              </a:p>
            </p:txBody>
          </p:sp>
          <p:sp>
            <p:nvSpPr>
              <p:cNvPr id="507940" name="Rectangle 36">
                <a:extLst>
                  <a:ext uri="{FF2B5EF4-FFF2-40B4-BE49-F238E27FC236}">
                    <a16:creationId xmlns:a16="http://schemas.microsoft.com/office/drawing/2014/main" id="{64DC6988-E3A7-1C8B-943E-03EC0AD5DB2F}"/>
                  </a:ext>
                </a:extLst>
              </p:cNvPr>
              <p:cNvSpPr>
                <a:spLocks noChangeArrowheads="1"/>
              </p:cNvSpPr>
              <p:nvPr/>
            </p:nvSpPr>
            <p:spPr bwMode="auto">
              <a:xfrm>
                <a:off x="1139" y="3076"/>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1</a:t>
                </a:r>
              </a:p>
            </p:txBody>
          </p:sp>
          <p:sp>
            <p:nvSpPr>
              <p:cNvPr id="507941" name="Rectangle 37">
                <a:extLst>
                  <a:ext uri="{FF2B5EF4-FFF2-40B4-BE49-F238E27FC236}">
                    <a16:creationId xmlns:a16="http://schemas.microsoft.com/office/drawing/2014/main" id="{CB3DBC78-4646-F6FC-C807-DED72657BB7A}"/>
                  </a:ext>
                </a:extLst>
              </p:cNvPr>
              <p:cNvSpPr>
                <a:spLocks noChangeArrowheads="1"/>
              </p:cNvSpPr>
              <p:nvPr/>
            </p:nvSpPr>
            <p:spPr bwMode="auto">
              <a:xfrm>
                <a:off x="1907" y="2836"/>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2</a:t>
                </a:r>
              </a:p>
            </p:txBody>
          </p:sp>
          <p:sp>
            <p:nvSpPr>
              <p:cNvPr id="507942" name="Rectangle 38">
                <a:extLst>
                  <a:ext uri="{FF2B5EF4-FFF2-40B4-BE49-F238E27FC236}">
                    <a16:creationId xmlns:a16="http://schemas.microsoft.com/office/drawing/2014/main" id="{357FB5FF-0DFA-3401-4048-7560A082D721}"/>
                  </a:ext>
                </a:extLst>
              </p:cNvPr>
              <p:cNvSpPr>
                <a:spLocks noChangeArrowheads="1"/>
              </p:cNvSpPr>
              <p:nvPr/>
            </p:nvSpPr>
            <p:spPr bwMode="auto">
              <a:xfrm>
                <a:off x="1907" y="3364"/>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3</a:t>
                </a:r>
              </a:p>
            </p:txBody>
          </p:sp>
          <p:sp>
            <p:nvSpPr>
              <p:cNvPr id="507943" name="Rectangle 39">
                <a:extLst>
                  <a:ext uri="{FF2B5EF4-FFF2-40B4-BE49-F238E27FC236}">
                    <a16:creationId xmlns:a16="http://schemas.microsoft.com/office/drawing/2014/main" id="{57F7B304-5CF7-DD30-2AF9-BBBE34191675}"/>
                  </a:ext>
                </a:extLst>
              </p:cNvPr>
              <p:cNvSpPr>
                <a:spLocks noChangeArrowheads="1"/>
              </p:cNvSpPr>
              <p:nvPr/>
            </p:nvSpPr>
            <p:spPr bwMode="auto">
              <a:xfrm>
                <a:off x="2915" y="2548"/>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1</a:t>
                </a:r>
              </a:p>
            </p:txBody>
          </p:sp>
          <p:sp>
            <p:nvSpPr>
              <p:cNvPr id="507944" name="Rectangle 40">
                <a:extLst>
                  <a:ext uri="{FF2B5EF4-FFF2-40B4-BE49-F238E27FC236}">
                    <a16:creationId xmlns:a16="http://schemas.microsoft.com/office/drawing/2014/main" id="{8EA3A901-84B3-9B6A-1EBB-5130C325B4CA}"/>
                  </a:ext>
                </a:extLst>
              </p:cNvPr>
              <p:cNvSpPr>
                <a:spLocks noChangeArrowheads="1"/>
              </p:cNvSpPr>
              <p:nvPr/>
            </p:nvSpPr>
            <p:spPr bwMode="auto">
              <a:xfrm>
                <a:off x="3683" y="2500"/>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2</a:t>
                </a:r>
              </a:p>
            </p:txBody>
          </p:sp>
          <p:sp>
            <p:nvSpPr>
              <p:cNvPr id="507945" name="Rectangle 41">
                <a:extLst>
                  <a:ext uri="{FF2B5EF4-FFF2-40B4-BE49-F238E27FC236}">
                    <a16:creationId xmlns:a16="http://schemas.microsoft.com/office/drawing/2014/main" id="{41A50975-6EA7-B5EA-9BCB-C925F609526F}"/>
                  </a:ext>
                </a:extLst>
              </p:cNvPr>
              <p:cNvSpPr>
                <a:spLocks noChangeArrowheads="1"/>
              </p:cNvSpPr>
              <p:nvPr/>
            </p:nvSpPr>
            <p:spPr bwMode="auto">
              <a:xfrm>
                <a:off x="2867" y="3460"/>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1</a:t>
                </a:r>
              </a:p>
            </p:txBody>
          </p:sp>
          <p:sp>
            <p:nvSpPr>
              <p:cNvPr id="507946" name="Rectangle 42">
                <a:extLst>
                  <a:ext uri="{FF2B5EF4-FFF2-40B4-BE49-F238E27FC236}">
                    <a16:creationId xmlns:a16="http://schemas.microsoft.com/office/drawing/2014/main" id="{D049D258-EE22-0352-641D-AF619B14850D}"/>
                  </a:ext>
                </a:extLst>
              </p:cNvPr>
              <p:cNvSpPr>
                <a:spLocks noChangeArrowheads="1"/>
              </p:cNvSpPr>
              <p:nvPr/>
            </p:nvSpPr>
            <p:spPr bwMode="auto">
              <a:xfrm>
                <a:off x="3683" y="3460"/>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3</a:t>
                </a:r>
              </a:p>
            </p:txBody>
          </p:sp>
          <p:sp>
            <p:nvSpPr>
              <p:cNvPr id="507947" name="Rectangle 43">
                <a:extLst>
                  <a:ext uri="{FF2B5EF4-FFF2-40B4-BE49-F238E27FC236}">
                    <a16:creationId xmlns:a16="http://schemas.microsoft.com/office/drawing/2014/main" id="{B7D81D32-EF7A-D4D6-A466-A1E91284D05A}"/>
                  </a:ext>
                </a:extLst>
              </p:cNvPr>
              <p:cNvSpPr>
                <a:spLocks noChangeArrowheads="1"/>
              </p:cNvSpPr>
              <p:nvPr/>
            </p:nvSpPr>
            <p:spPr bwMode="auto">
              <a:xfrm>
                <a:off x="4787" y="2644"/>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1</a:t>
                </a:r>
              </a:p>
            </p:txBody>
          </p:sp>
          <p:sp>
            <p:nvSpPr>
              <p:cNvPr id="507948" name="Rectangle 44">
                <a:extLst>
                  <a:ext uri="{FF2B5EF4-FFF2-40B4-BE49-F238E27FC236}">
                    <a16:creationId xmlns:a16="http://schemas.microsoft.com/office/drawing/2014/main" id="{65291B51-63C8-C65E-BFDF-12A1D651B8EE}"/>
                  </a:ext>
                </a:extLst>
              </p:cNvPr>
              <p:cNvSpPr>
                <a:spLocks noChangeArrowheads="1"/>
              </p:cNvSpPr>
              <p:nvPr/>
            </p:nvSpPr>
            <p:spPr bwMode="auto">
              <a:xfrm>
                <a:off x="4643" y="3317"/>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3</a:t>
                </a:r>
              </a:p>
            </p:txBody>
          </p:sp>
          <p:sp>
            <p:nvSpPr>
              <p:cNvPr id="507949" name="Rectangle 45">
                <a:extLst>
                  <a:ext uri="{FF2B5EF4-FFF2-40B4-BE49-F238E27FC236}">
                    <a16:creationId xmlns:a16="http://schemas.microsoft.com/office/drawing/2014/main" id="{86B05164-2A6D-28BD-CF52-8CB21E041E34}"/>
                  </a:ext>
                </a:extLst>
              </p:cNvPr>
              <p:cNvSpPr>
                <a:spLocks noChangeArrowheads="1"/>
              </p:cNvSpPr>
              <p:nvPr/>
            </p:nvSpPr>
            <p:spPr bwMode="auto">
              <a:xfrm>
                <a:off x="5507" y="2932"/>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4</a:t>
                </a:r>
              </a:p>
            </p:txBody>
          </p:sp>
          <p:sp>
            <p:nvSpPr>
              <p:cNvPr id="507950" name="Line 46">
                <a:extLst>
                  <a:ext uri="{FF2B5EF4-FFF2-40B4-BE49-F238E27FC236}">
                    <a16:creationId xmlns:a16="http://schemas.microsoft.com/office/drawing/2014/main" id="{7A781F42-A427-9DB8-CABC-C07EBE6BF2AA}"/>
                  </a:ext>
                </a:extLst>
              </p:cNvPr>
              <p:cNvSpPr>
                <a:spLocks noChangeShapeType="1"/>
              </p:cNvSpPr>
              <p:nvPr/>
            </p:nvSpPr>
            <p:spPr bwMode="auto">
              <a:xfrm>
                <a:off x="3604" y="2776"/>
                <a:ext cx="1240" cy="2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51" name="Rectangle 47">
                <a:extLst>
                  <a:ext uri="{FF2B5EF4-FFF2-40B4-BE49-F238E27FC236}">
                    <a16:creationId xmlns:a16="http://schemas.microsoft.com/office/drawing/2014/main" id="{CD30B631-A6A4-FDD5-BA61-3BF215F34919}"/>
                  </a:ext>
                </a:extLst>
              </p:cNvPr>
              <p:cNvSpPr>
                <a:spLocks noChangeArrowheads="1"/>
              </p:cNvSpPr>
              <p:nvPr/>
            </p:nvSpPr>
            <p:spPr bwMode="auto">
              <a:xfrm>
                <a:off x="3683" y="2788"/>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3</a:t>
                </a:r>
              </a:p>
            </p:txBody>
          </p:sp>
          <p:sp>
            <p:nvSpPr>
              <p:cNvPr id="507952" name="Rectangle 48">
                <a:extLst>
                  <a:ext uri="{FF2B5EF4-FFF2-40B4-BE49-F238E27FC236}">
                    <a16:creationId xmlns:a16="http://schemas.microsoft.com/office/drawing/2014/main" id="{8E65ADA3-4868-16C2-3638-779D22C9BC0D}"/>
                  </a:ext>
                </a:extLst>
              </p:cNvPr>
              <p:cNvSpPr>
                <a:spLocks noChangeArrowheads="1"/>
              </p:cNvSpPr>
              <p:nvPr/>
            </p:nvSpPr>
            <p:spPr bwMode="auto">
              <a:xfrm>
                <a:off x="4643" y="2980"/>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2</a:t>
                </a:r>
              </a:p>
            </p:txBody>
          </p:sp>
          <p:sp>
            <p:nvSpPr>
              <p:cNvPr id="507953" name="Line 49">
                <a:extLst>
                  <a:ext uri="{FF2B5EF4-FFF2-40B4-BE49-F238E27FC236}">
                    <a16:creationId xmlns:a16="http://schemas.microsoft.com/office/drawing/2014/main" id="{7721BB3C-5C98-345B-00E9-3F82EF2500F2}"/>
                  </a:ext>
                </a:extLst>
              </p:cNvPr>
              <p:cNvSpPr>
                <a:spLocks noChangeShapeType="1"/>
              </p:cNvSpPr>
              <p:nvPr/>
            </p:nvSpPr>
            <p:spPr bwMode="auto">
              <a:xfrm flipV="1">
                <a:off x="3360" y="3008"/>
                <a:ext cx="0" cy="2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54" name="Rectangle 50">
                <a:extLst>
                  <a:ext uri="{FF2B5EF4-FFF2-40B4-BE49-F238E27FC236}">
                    <a16:creationId xmlns:a16="http://schemas.microsoft.com/office/drawing/2014/main" id="{0941585E-EEF0-E16D-071A-ABEF29370D21}"/>
                  </a:ext>
                </a:extLst>
              </p:cNvPr>
              <p:cNvSpPr>
                <a:spLocks noChangeArrowheads="1"/>
              </p:cNvSpPr>
              <p:nvPr/>
            </p:nvSpPr>
            <p:spPr bwMode="auto">
              <a:xfrm>
                <a:off x="3012" y="3123"/>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2</a:t>
                </a:r>
              </a:p>
            </p:txBody>
          </p:sp>
          <p:sp>
            <p:nvSpPr>
              <p:cNvPr id="507955" name="Rectangle 51">
                <a:extLst>
                  <a:ext uri="{FF2B5EF4-FFF2-40B4-BE49-F238E27FC236}">
                    <a16:creationId xmlns:a16="http://schemas.microsoft.com/office/drawing/2014/main" id="{A5B6BD2A-4AA5-90D0-8B32-2A576EF6AC0E}"/>
                  </a:ext>
                </a:extLst>
              </p:cNvPr>
              <p:cNvSpPr>
                <a:spLocks noChangeArrowheads="1"/>
              </p:cNvSpPr>
              <p:nvPr/>
            </p:nvSpPr>
            <p:spPr bwMode="auto">
              <a:xfrm>
                <a:off x="3012" y="2932"/>
                <a:ext cx="264"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4</a:t>
                </a:r>
              </a:p>
            </p:txBody>
          </p:sp>
        </p:grpSp>
        <p:grpSp>
          <p:nvGrpSpPr>
            <p:cNvPr id="507956" name="Group 52">
              <a:extLst>
                <a:ext uri="{FF2B5EF4-FFF2-40B4-BE49-F238E27FC236}">
                  <a16:creationId xmlns:a16="http://schemas.microsoft.com/office/drawing/2014/main" id="{25EB4160-4E72-B0E0-7296-70FE4315975C}"/>
                </a:ext>
              </a:extLst>
            </p:cNvPr>
            <p:cNvGrpSpPr>
              <a:grpSpLocks/>
            </p:cNvGrpSpPr>
            <p:nvPr/>
          </p:nvGrpSpPr>
          <p:grpSpPr bwMode="auto">
            <a:xfrm>
              <a:off x="2384" y="756"/>
              <a:ext cx="1624" cy="232"/>
              <a:chOff x="2548" y="2200"/>
              <a:chExt cx="1624" cy="232"/>
            </a:xfrm>
          </p:grpSpPr>
          <p:sp>
            <p:nvSpPr>
              <p:cNvPr id="507957" name="Rectangle 53">
                <a:extLst>
                  <a:ext uri="{FF2B5EF4-FFF2-40B4-BE49-F238E27FC236}">
                    <a16:creationId xmlns:a16="http://schemas.microsoft.com/office/drawing/2014/main" id="{20BEAA67-F0F8-F8B8-339D-EF349164950C}"/>
                  </a:ext>
                </a:extLst>
              </p:cNvPr>
              <p:cNvSpPr>
                <a:spLocks noChangeArrowheads="1"/>
              </p:cNvSpPr>
              <p:nvPr/>
            </p:nvSpPr>
            <p:spPr bwMode="auto">
              <a:xfrm>
                <a:off x="2548" y="2200"/>
                <a:ext cx="232"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A</a:t>
                </a:r>
              </a:p>
            </p:txBody>
          </p:sp>
          <p:sp>
            <p:nvSpPr>
              <p:cNvPr id="507958" name="Rectangle 54">
                <a:extLst>
                  <a:ext uri="{FF2B5EF4-FFF2-40B4-BE49-F238E27FC236}">
                    <a16:creationId xmlns:a16="http://schemas.microsoft.com/office/drawing/2014/main" id="{1655E01E-EC34-7F6E-537F-0375BEC529B8}"/>
                  </a:ext>
                </a:extLst>
              </p:cNvPr>
              <p:cNvSpPr>
                <a:spLocks noChangeArrowheads="1"/>
              </p:cNvSpPr>
              <p:nvPr/>
            </p:nvSpPr>
            <p:spPr bwMode="auto">
              <a:xfrm>
                <a:off x="2788" y="2200"/>
                <a:ext cx="232"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a:t>
                </a:r>
              </a:p>
            </p:txBody>
          </p:sp>
          <p:sp>
            <p:nvSpPr>
              <p:cNvPr id="507959" name="Rectangle 55">
                <a:extLst>
                  <a:ext uri="{FF2B5EF4-FFF2-40B4-BE49-F238E27FC236}">
                    <a16:creationId xmlns:a16="http://schemas.microsoft.com/office/drawing/2014/main" id="{F1B541E0-FAD6-15C1-C6C4-58F51940131C}"/>
                  </a:ext>
                </a:extLst>
              </p:cNvPr>
              <p:cNvSpPr>
                <a:spLocks noChangeArrowheads="1"/>
              </p:cNvSpPr>
              <p:nvPr/>
            </p:nvSpPr>
            <p:spPr bwMode="auto">
              <a:xfrm>
                <a:off x="3028" y="2200"/>
                <a:ext cx="664"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2.</a:t>
                </a:r>
                <a:r>
                  <a:rPr lang="en-CA" altLang="it-IT" sz="2000" b="1">
                    <a:solidFill>
                      <a:srgbClr val="FC0128"/>
                    </a:solidFill>
                    <a:latin typeface="Arial Rounded MT Bold" panose="020F0704030504030204" pitchFamily="34" charset="0"/>
                    <a:sym typeface="Gill Sans"/>
                  </a:rPr>
                  <a:t>2</a:t>
                </a:r>
                <a:r>
                  <a:rPr lang="en-CA" altLang="it-IT" sz="2000">
                    <a:solidFill>
                      <a:srgbClr val="000000"/>
                    </a:solidFill>
                    <a:latin typeface="Arial Rounded MT Bold" panose="020F0704030504030204" pitchFamily="34" charset="0"/>
                    <a:sym typeface="Gill Sans"/>
                  </a:rPr>
                  <a:t>.4</a:t>
                </a:r>
              </a:p>
            </p:txBody>
          </p:sp>
          <p:sp>
            <p:nvSpPr>
              <p:cNvPr id="507960" name="Rectangle 56">
                <a:extLst>
                  <a:ext uri="{FF2B5EF4-FFF2-40B4-BE49-F238E27FC236}">
                    <a16:creationId xmlns:a16="http://schemas.microsoft.com/office/drawing/2014/main" id="{8F1FBBF8-7008-FCED-9C7E-3E86A3D909D2}"/>
                  </a:ext>
                </a:extLst>
              </p:cNvPr>
              <p:cNvSpPr>
                <a:spLocks noChangeArrowheads="1"/>
              </p:cNvSpPr>
              <p:nvPr/>
            </p:nvSpPr>
            <p:spPr bwMode="auto">
              <a:xfrm>
                <a:off x="3700" y="2200"/>
                <a:ext cx="472" cy="232"/>
              </a:xfrm>
              <a:prstGeom prst="rect">
                <a:avLst/>
              </a:prstGeom>
              <a:solidFill>
                <a:srgbClr val="F39FD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grpSp>
        <p:grpSp>
          <p:nvGrpSpPr>
            <p:cNvPr id="507961" name="Group 57">
              <a:extLst>
                <a:ext uri="{FF2B5EF4-FFF2-40B4-BE49-F238E27FC236}">
                  <a16:creationId xmlns:a16="http://schemas.microsoft.com/office/drawing/2014/main" id="{B789B5A5-7855-165B-A2D7-77912E9B230A}"/>
                </a:ext>
              </a:extLst>
            </p:cNvPr>
            <p:cNvGrpSpPr>
              <a:grpSpLocks/>
            </p:cNvGrpSpPr>
            <p:nvPr/>
          </p:nvGrpSpPr>
          <p:grpSpPr bwMode="auto">
            <a:xfrm>
              <a:off x="4448" y="996"/>
              <a:ext cx="1624" cy="232"/>
              <a:chOff x="4612" y="2440"/>
              <a:chExt cx="1624" cy="232"/>
            </a:xfrm>
          </p:grpSpPr>
          <p:sp>
            <p:nvSpPr>
              <p:cNvPr id="507962" name="Rectangle 58">
                <a:extLst>
                  <a:ext uri="{FF2B5EF4-FFF2-40B4-BE49-F238E27FC236}">
                    <a16:creationId xmlns:a16="http://schemas.microsoft.com/office/drawing/2014/main" id="{F452DFCC-A952-04C2-8772-CA0FB3B557E9}"/>
                  </a:ext>
                </a:extLst>
              </p:cNvPr>
              <p:cNvSpPr>
                <a:spLocks noChangeArrowheads="1"/>
              </p:cNvSpPr>
              <p:nvPr/>
            </p:nvSpPr>
            <p:spPr bwMode="auto">
              <a:xfrm>
                <a:off x="4612" y="2440"/>
                <a:ext cx="232"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A</a:t>
                </a:r>
              </a:p>
            </p:txBody>
          </p:sp>
          <p:sp>
            <p:nvSpPr>
              <p:cNvPr id="507963" name="Rectangle 59">
                <a:extLst>
                  <a:ext uri="{FF2B5EF4-FFF2-40B4-BE49-F238E27FC236}">
                    <a16:creationId xmlns:a16="http://schemas.microsoft.com/office/drawing/2014/main" id="{DA84B20A-6DE3-C76E-4A24-DCF53BDF9C21}"/>
                  </a:ext>
                </a:extLst>
              </p:cNvPr>
              <p:cNvSpPr>
                <a:spLocks noChangeArrowheads="1"/>
              </p:cNvSpPr>
              <p:nvPr/>
            </p:nvSpPr>
            <p:spPr bwMode="auto">
              <a:xfrm>
                <a:off x="4852" y="2440"/>
                <a:ext cx="232"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a:t>
                </a:r>
              </a:p>
            </p:txBody>
          </p:sp>
          <p:sp>
            <p:nvSpPr>
              <p:cNvPr id="507964" name="Rectangle 60">
                <a:extLst>
                  <a:ext uri="{FF2B5EF4-FFF2-40B4-BE49-F238E27FC236}">
                    <a16:creationId xmlns:a16="http://schemas.microsoft.com/office/drawing/2014/main" id="{A61B6AEB-DDC7-166F-BDB7-B77F6329DA66}"/>
                  </a:ext>
                </a:extLst>
              </p:cNvPr>
              <p:cNvSpPr>
                <a:spLocks noChangeArrowheads="1"/>
              </p:cNvSpPr>
              <p:nvPr/>
            </p:nvSpPr>
            <p:spPr bwMode="auto">
              <a:xfrm>
                <a:off x="5092" y="2440"/>
                <a:ext cx="664" cy="232"/>
              </a:xfrm>
              <a:prstGeom prst="rect">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2.2.</a:t>
                </a:r>
                <a:r>
                  <a:rPr lang="en-CA" altLang="it-IT" sz="2000" b="1">
                    <a:solidFill>
                      <a:srgbClr val="FC0128"/>
                    </a:solidFill>
                    <a:latin typeface="Arial Rounded MT Bold" panose="020F0704030504030204" pitchFamily="34" charset="0"/>
                    <a:sym typeface="Gill Sans"/>
                  </a:rPr>
                  <a:t>4</a:t>
                </a:r>
              </a:p>
            </p:txBody>
          </p:sp>
          <p:sp>
            <p:nvSpPr>
              <p:cNvPr id="507965" name="Rectangle 61">
                <a:extLst>
                  <a:ext uri="{FF2B5EF4-FFF2-40B4-BE49-F238E27FC236}">
                    <a16:creationId xmlns:a16="http://schemas.microsoft.com/office/drawing/2014/main" id="{098691AC-26D8-C4B2-E8C1-EA9052D56519}"/>
                  </a:ext>
                </a:extLst>
              </p:cNvPr>
              <p:cNvSpPr>
                <a:spLocks noChangeArrowheads="1"/>
              </p:cNvSpPr>
              <p:nvPr/>
            </p:nvSpPr>
            <p:spPr bwMode="auto">
              <a:xfrm>
                <a:off x="5764" y="2440"/>
                <a:ext cx="472" cy="232"/>
              </a:xfrm>
              <a:prstGeom prst="rect">
                <a:avLst/>
              </a:prstGeom>
              <a:solidFill>
                <a:srgbClr val="F39FD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grpSp>
        <p:sp>
          <p:nvSpPr>
            <p:cNvPr id="507966" name="Line 62">
              <a:extLst>
                <a:ext uri="{FF2B5EF4-FFF2-40B4-BE49-F238E27FC236}">
                  <a16:creationId xmlns:a16="http://schemas.microsoft.com/office/drawing/2014/main" id="{CFB02F50-DCCA-3BF9-4368-26E304B12E66}"/>
                </a:ext>
              </a:extLst>
            </p:cNvPr>
            <p:cNvSpPr>
              <a:spLocks noChangeShapeType="1"/>
            </p:cNvSpPr>
            <p:nvPr/>
          </p:nvSpPr>
          <p:spPr bwMode="auto">
            <a:xfrm>
              <a:off x="896" y="1284"/>
              <a:ext cx="472" cy="280"/>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67" name="Line 63">
              <a:extLst>
                <a:ext uri="{FF2B5EF4-FFF2-40B4-BE49-F238E27FC236}">
                  <a16:creationId xmlns:a16="http://schemas.microsoft.com/office/drawing/2014/main" id="{75FA0CDB-6449-4BBD-AC14-CE31868672DC}"/>
                </a:ext>
              </a:extLst>
            </p:cNvPr>
            <p:cNvSpPr>
              <a:spLocks noChangeShapeType="1"/>
            </p:cNvSpPr>
            <p:nvPr/>
          </p:nvSpPr>
          <p:spPr bwMode="auto">
            <a:xfrm>
              <a:off x="3196" y="996"/>
              <a:ext cx="0" cy="136"/>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68" name="Line 64">
              <a:extLst>
                <a:ext uri="{FF2B5EF4-FFF2-40B4-BE49-F238E27FC236}">
                  <a16:creationId xmlns:a16="http://schemas.microsoft.com/office/drawing/2014/main" id="{854BD2A5-1332-40FA-8D3F-2755594BAD83}"/>
                </a:ext>
              </a:extLst>
            </p:cNvPr>
            <p:cNvSpPr>
              <a:spLocks noChangeShapeType="1"/>
            </p:cNvSpPr>
            <p:nvPr/>
          </p:nvSpPr>
          <p:spPr bwMode="auto">
            <a:xfrm flipH="1">
              <a:off x="4968" y="1236"/>
              <a:ext cx="248" cy="232"/>
            </a:xfrm>
            <a:prstGeom prst="line">
              <a:avLst/>
            </a:prstGeom>
            <a:noFill/>
            <a:ln w="127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7969" name="Rectangle 65">
              <a:extLst>
                <a:ext uri="{FF2B5EF4-FFF2-40B4-BE49-F238E27FC236}">
                  <a16:creationId xmlns:a16="http://schemas.microsoft.com/office/drawing/2014/main" id="{BC6BA2AC-82A8-42FB-80CC-BD3AC731DD69}"/>
                </a:ext>
              </a:extLst>
            </p:cNvPr>
            <p:cNvSpPr>
              <a:spLocks noChangeArrowheads="1"/>
            </p:cNvSpPr>
            <p:nvPr/>
          </p:nvSpPr>
          <p:spPr bwMode="auto">
            <a:xfrm>
              <a:off x="146" y="2637"/>
              <a:ext cx="5225"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914353">
                <a:defRPr/>
              </a:pPr>
              <a:r>
                <a:rPr lang="en-CA" altLang="it-IT" sz="2000" b="1" dirty="0">
                  <a:solidFill>
                    <a:srgbClr val="000000"/>
                  </a:solidFill>
                  <a:latin typeface="Arial Rounded MT Bold" panose="020F0704030504030204" pitchFamily="34" charset="0"/>
                  <a:sym typeface="Gill Sans"/>
                </a:rPr>
                <a:t>Q.</a:t>
              </a:r>
              <a:r>
                <a:rPr lang="en-CA" altLang="it-IT" sz="2000" dirty="0">
                  <a:solidFill>
                    <a:srgbClr val="000000"/>
                  </a:solidFill>
                  <a:latin typeface="Arial Rounded MT Bold" panose="020F0704030504030204" pitchFamily="34" charset="0"/>
                  <a:sym typeface="Gill Sans"/>
                </a:rPr>
                <a:t> </a:t>
              </a:r>
              <a:r>
                <a:rPr lang="en-GB" altLang="it-IT" sz="2000" dirty="0">
                  <a:latin typeface="Arial Rounded MT Bold" panose="020F0704030504030204" pitchFamily="34" charset="0"/>
                </a:rPr>
                <a:t>What are the paths that can be used from A to B ?</a:t>
              </a:r>
              <a:endParaRPr lang="en-CA" altLang="it-IT" sz="2000" dirty="0">
                <a:solidFill>
                  <a:srgbClr val="000000"/>
                </a:solidFill>
                <a:latin typeface="Arial Rounded MT Bold" panose="020F0704030504030204" pitchFamily="34" charset="0"/>
                <a:sym typeface="Gill Sans"/>
              </a:endParaRPr>
            </a:p>
          </p:txBody>
        </p:sp>
      </p:grpSp>
      <p:sp>
        <p:nvSpPr>
          <p:cNvPr id="4" name="TextBox 3">
            <a:extLst>
              <a:ext uri="{FF2B5EF4-FFF2-40B4-BE49-F238E27FC236}">
                <a16:creationId xmlns:a16="http://schemas.microsoft.com/office/drawing/2014/main" id="{A552E255-92AC-EC33-DD64-968274984767}"/>
              </a:ext>
            </a:extLst>
          </p:cNvPr>
          <p:cNvSpPr txBox="1"/>
          <p:nvPr/>
        </p:nvSpPr>
        <p:spPr>
          <a:xfrm>
            <a:off x="1792570" y="980116"/>
            <a:ext cx="8243303" cy="369332"/>
          </a:xfrm>
          <a:prstGeom prst="rect">
            <a:avLst/>
          </a:prstGeom>
          <a:noFill/>
        </p:spPr>
        <p:txBody>
          <a:bodyPr wrap="square">
            <a:spAutoFit/>
          </a:bodyPr>
          <a:lstStyle/>
          <a:p>
            <a:r>
              <a:rPr lang="en-GB" dirty="0"/>
              <a:t>Example: A path is described by a sequence of port numbers</a:t>
            </a:r>
            <a:endParaRPr lang="fr-CH" dirty="0"/>
          </a:p>
        </p:txBody>
      </p:sp>
    </p:spTree>
    <p:extLst>
      <p:ext uri="{BB962C8B-B14F-4D97-AF65-F5344CB8AC3E}">
        <p14:creationId xmlns:p14="http://schemas.microsoft.com/office/powerpoint/2010/main" val="75140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79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DB9620-FF1B-D00C-9381-1DBF152D3307}"/>
            </a:ext>
          </a:extLst>
        </p:cNvPr>
        <p:cNvGrpSpPr/>
        <p:nvPr/>
      </p:nvGrpSpPr>
      <p:grpSpPr>
        <a:xfrm>
          <a:off x="0" y="0"/>
          <a:ext cx="0" cy="0"/>
          <a:chOff x="0" y="0"/>
          <a:chExt cx="0" cy="0"/>
        </a:xfrm>
      </p:grpSpPr>
      <p:sp>
        <p:nvSpPr>
          <p:cNvPr id="2" name="Segnaposto piè di pagina 3">
            <a:extLst>
              <a:ext uri="{FF2B5EF4-FFF2-40B4-BE49-F238E27FC236}">
                <a16:creationId xmlns:a16="http://schemas.microsoft.com/office/drawing/2014/main" id="{C861593E-F5C0-ACEA-E226-E3E5086CED91}"/>
              </a:ext>
            </a:extLst>
          </p:cNvPr>
          <p:cNvSpPr>
            <a:spLocks noGrp="1"/>
          </p:cNvSpPr>
          <p:nvPr>
            <p:ph type="ftr" sz="quarter" idx="10"/>
          </p:nvPr>
        </p:nvSpPr>
        <p:spPr/>
        <p:txBody>
          <a:bodyPr/>
          <a:lstStyle/>
          <a:p>
            <a:pPr algn="ctr" defTabSz="914353">
              <a:defRPr/>
            </a:pPr>
            <a:fld id="{A8FCD73C-F90F-467E-AA63-2723FE6DE72F}" type="slidenum">
              <a:rPr lang="en-US" altLang="it-IT">
                <a:solidFill>
                  <a:srgbClr val="000000"/>
                </a:solidFill>
                <a:latin typeface="Comic Sans MS" panose="030F0702030302020204" pitchFamily="66" charset="0"/>
                <a:sym typeface="Gill Sans"/>
              </a:rPr>
              <a:pPr algn="ctr" defTabSz="914353">
                <a:defRPr/>
              </a:pPr>
              <a:t>20</a:t>
            </a:fld>
            <a:endParaRPr lang="en-US" altLang="it-IT">
              <a:solidFill>
                <a:srgbClr val="000000"/>
              </a:solidFill>
              <a:latin typeface="Comic Sans MS" panose="030F0702030302020204" pitchFamily="66" charset="0"/>
              <a:sym typeface="Gill Sans"/>
            </a:endParaRPr>
          </a:p>
        </p:txBody>
      </p:sp>
      <p:sp>
        <p:nvSpPr>
          <p:cNvPr id="508930" name="Rectangle 2">
            <a:extLst>
              <a:ext uri="{FF2B5EF4-FFF2-40B4-BE49-F238E27FC236}">
                <a16:creationId xmlns:a16="http://schemas.microsoft.com/office/drawing/2014/main" id="{74E6585C-FB16-AD14-D16C-763C0117F661}"/>
              </a:ext>
            </a:extLst>
          </p:cNvPr>
          <p:cNvSpPr>
            <a:spLocks noGrp="1" noChangeArrowheads="1"/>
          </p:cNvSpPr>
          <p:nvPr>
            <p:ph type="title"/>
          </p:nvPr>
        </p:nvSpPr>
        <p:spPr>
          <a:xfrm>
            <a:off x="609600" y="-130229"/>
            <a:ext cx="10972800" cy="1143000"/>
          </a:xfrm>
        </p:spPr>
        <p:txBody>
          <a:bodyPr/>
          <a:lstStyle/>
          <a:p>
            <a:r>
              <a:rPr lang="en-CH" altLang="it-IT" dirty="0"/>
              <a:t>Finding</a:t>
            </a:r>
            <a:r>
              <a:rPr lang="en-GB" altLang="it-IT" dirty="0"/>
              <a:t> routes in Token Ring</a:t>
            </a:r>
            <a:endParaRPr lang="en-US" altLang="it-IT" dirty="0"/>
          </a:p>
        </p:txBody>
      </p:sp>
      <p:sp>
        <p:nvSpPr>
          <p:cNvPr id="508932" name="AutoShape 4">
            <a:extLst>
              <a:ext uri="{FF2B5EF4-FFF2-40B4-BE49-F238E27FC236}">
                <a16:creationId xmlns:a16="http://schemas.microsoft.com/office/drawing/2014/main" id="{AB83882E-DAFE-3707-4F67-DC4B0916FA5D}"/>
              </a:ext>
            </a:extLst>
          </p:cNvPr>
          <p:cNvSpPr>
            <a:spLocks noChangeArrowheads="1"/>
          </p:cNvSpPr>
          <p:nvPr/>
        </p:nvSpPr>
        <p:spPr bwMode="auto">
          <a:xfrm>
            <a:off x="3616325" y="1835150"/>
            <a:ext cx="673100" cy="520700"/>
          </a:xfrm>
          <a:prstGeom prst="cube">
            <a:avLst>
              <a:gd name="adj" fmla="val 24995"/>
            </a:avLst>
          </a:prstGeom>
          <a:solidFill>
            <a:srgbClr val="60C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B1</a:t>
            </a:r>
          </a:p>
        </p:txBody>
      </p:sp>
      <p:grpSp>
        <p:nvGrpSpPr>
          <p:cNvPr id="508933" name="Group 5">
            <a:extLst>
              <a:ext uri="{FF2B5EF4-FFF2-40B4-BE49-F238E27FC236}">
                <a16:creationId xmlns:a16="http://schemas.microsoft.com/office/drawing/2014/main" id="{6C334929-5DD6-04DB-855E-C3FEB7F99B10}"/>
              </a:ext>
            </a:extLst>
          </p:cNvPr>
          <p:cNvGrpSpPr>
            <a:grpSpLocks/>
          </p:cNvGrpSpPr>
          <p:nvPr/>
        </p:nvGrpSpPr>
        <p:grpSpPr bwMode="auto">
          <a:xfrm>
            <a:off x="1985964" y="2311401"/>
            <a:ext cx="709612" cy="463550"/>
            <a:chOff x="705" y="1588"/>
            <a:chExt cx="447" cy="292"/>
          </a:xfrm>
        </p:grpSpPr>
        <p:graphicFrame>
          <p:nvGraphicFramePr>
            <p:cNvPr id="508934" name="Object 6">
              <a:hlinkClick r:id="" action="ppaction://ole?verb=0"/>
              <a:extLst>
                <a:ext uri="{FF2B5EF4-FFF2-40B4-BE49-F238E27FC236}">
                  <a16:creationId xmlns:a16="http://schemas.microsoft.com/office/drawing/2014/main" id="{3024DB80-D5DA-FD1C-2721-D22D45A9CC52}"/>
                </a:ext>
              </a:extLst>
            </p:cNvPr>
            <p:cNvGraphicFramePr>
              <a:graphicFrameLocks/>
            </p:cNvGraphicFramePr>
            <p:nvPr/>
          </p:nvGraphicFramePr>
          <p:xfrm>
            <a:off x="830" y="1592"/>
            <a:ext cx="322" cy="288"/>
          </p:xfrm>
          <a:graphic>
            <a:graphicData uri="http://schemas.openxmlformats.org/presentationml/2006/ole">
              <mc:AlternateContent xmlns:mc="http://schemas.openxmlformats.org/markup-compatibility/2006">
                <mc:Choice xmlns:v="urn:schemas-microsoft-com:vml" Requires="v">
                  <p:oleObj name="Microsoft ClipArt Gallery" r:id="rId3" imgW="2600280" imgH="2323800" progId="MS_ClipArt_Gallery">
                    <p:embed/>
                  </p:oleObj>
                </mc:Choice>
                <mc:Fallback>
                  <p:oleObj name="Microsoft ClipArt Gallery" r:id="rId3" imgW="2600280" imgH="2323800" progId="MS_ClipArt_Gallery">
                    <p:embed/>
                    <p:pic>
                      <p:nvPicPr>
                        <p:cNvPr id="508934" name="Object 6">
                          <a:hlinkClick r:id="" action="ppaction://ole?verb=0"/>
                          <a:extLst>
                            <a:ext uri="{FF2B5EF4-FFF2-40B4-BE49-F238E27FC236}">
                              <a16:creationId xmlns:a16="http://schemas.microsoft.com/office/drawing/2014/main" id="{3024DB80-D5DA-FD1C-2721-D22D45A9CC5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 y="1592"/>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8935" name="Rectangle 7">
              <a:extLst>
                <a:ext uri="{FF2B5EF4-FFF2-40B4-BE49-F238E27FC236}">
                  <a16:creationId xmlns:a16="http://schemas.microsoft.com/office/drawing/2014/main" id="{115152A2-BC14-8D15-2A6B-D81931B37769}"/>
                </a:ext>
              </a:extLst>
            </p:cNvPr>
            <p:cNvSpPr>
              <a:spLocks noChangeArrowheads="1"/>
            </p:cNvSpPr>
            <p:nvPr/>
          </p:nvSpPr>
          <p:spPr bwMode="auto">
            <a:xfrm>
              <a:off x="705" y="1588"/>
              <a:ext cx="23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914353">
                <a:defRPr/>
              </a:pPr>
              <a:r>
                <a:rPr lang="en-CA" altLang="it-IT" sz="2000">
                  <a:solidFill>
                    <a:srgbClr val="000000"/>
                  </a:solidFill>
                  <a:latin typeface="Arial Rounded MT Bold" panose="020F0704030504030204" pitchFamily="34" charset="0"/>
                  <a:sym typeface="Gill Sans"/>
                </a:rPr>
                <a:t>A</a:t>
              </a:r>
            </a:p>
          </p:txBody>
        </p:sp>
      </p:grpSp>
      <p:grpSp>
        <p:nvGrpSpPr>
          <p:cNvPr id="508936" name="Group 8">
            <a:extLst>
              <a:ext uri="{FF2B5EF4-FFF2-40B4-BE49-F238E27FC236}">
                <a16:creationId xmlns:a16="http://schemas.microsoft.com/office/drawing/2014/main" id="{4909DF9F-D487-5D5E-D918-3C13FA97C6A2}"/>
              </a:ext>
            </a:extLst>
          </p:cNvPr>
          <p:cNvGrpSpPr>
            <a:grpSpLocks/>
          </p:cNvGrpSpPr>
          <p:nvPr/>
        </p:nvGrpSpPr>
        <p:grpSpPr bwMode="auto">
          <a:xfrm>
            <a:off x="2695576" y="2368551"/>
            <a:ext cx="1473200" cy="406400"/>
            <a:chOff x="1168" y="1636"/>
            <a:chExt cx="928" cy="256"/>
          </a:xfrm>
        </p:grpSpPr>
        <p:sp>
          <p:nvSpPr>
            <p:cNvPr id="508937" name="Oval 9">
              <a:extLst>
                <a:ext uri="{FF2B5EF4-FFF2-40B4-BE49-F238E27FC236}">
                  <a16:creationId xmlns:a16="http://schemas.microsoft.com/office/drawing/2014/main" id="{46938DC3-1BEF-A336-4840-E93CE0B0712F}"/>
                </a:ext>
              </a:extLst>
            </p:cNvPr>
            <p:cNvSpPr>
              <a:spLocks noChangeArrowheads="1"/>
            </p:cNvSpPr>
            <p:nvPr/>
          </p:nvSpPr>
          <p:spPr bwMode="auto">
            <a:xfrm>
              <a:off x="1168" y="1636"/>
              <a:ext cx="928" cy="256"/>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38" name="Rectangle 10">
              <a:extLst>
                <a:ext uri="{FF2B5EF4-FFF2-40B4-BE49-F238E27FC236}">
                  <a16:creationId xmlns:a16="http://schemas.microsoft.com/office/drawing/2014/main" id="{99BD253E-282A-8B7E-F1F6-EB08DEFCB595}"/>
                </a:ext>
              </a:extLst>
            </p:cNvPr>
            <p:cNvSpPr>
              <a:spLocks noChangeArrowheads="1"/>
            </p:cNvSpPr>
            <p:nvPr/>
          </p:nvSpPr>
          <p:spPr bwMode="auto">
            <a:xfrm>
              <a:off x="1475" y="1636"/>
              <a:ext cx="3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R1</a:t>
              </a:r>
            </a:p>
          </p:txBody>
        </p:sp>
      </p:grpSp>
      <p:grpSp>
        <p:nvGrpSpPr>
          <p:cNvPr id="508939" name="Group 11">
            <a:extLst>
              <a:ext uri="{FF2B5EF4-FFF2-40B4-BE49-F238E27FC236}">
                <a16:creationId xmlns:a16="http://schemas.microsoft.com/office/drawing/2014/main" id="{714B14D4-89F7-C427-F809-7A7DCD66684B}"/>
              </a:ext>
            </a:extLst>
          </p:cNvPr>
          <p:cNvGrpSpPr>
            <a:grpSpLocks/>
          </p:cNvGrpSpPr>
          <p:nvPr/>
        </p:nvGrpSpPr>
        <p:grpSpPr bwMode="auto">
          <a:xfrm>
            <a:off x="4244975" y="1854199"/>
            <a:ext cx="1473200" cy="406400"/>
            <a:chOff x="2128" y="1300"/>
            <a:chExt cx="928" cy="256"/>
          </a:xfrm>
        </p:grpSpPr>
        <p:sp>
          <p:nvSpPr>
            <p:cNvPr id="508940" name="Oval 12">
              <a:extLst>
                <a:ext uri="{FF2B5EF4-FFF2-40B4-BE49-F238E27FC236}">
                  <a16:creationId xmlns:a16="http://schemas.microsoft.com/office/drawing/2014/main" id="{D41CCF7C-A5E8-FB78-057F-AD56467C784E}"/>
                </a:ext>
              </a:extLst>
            </p:cNvPr>
            <p:cNvSpPr>
              <a:spLocks noChangeArrowheads="1"/>
            </p:cNvSpPr>
            <p:nvPr/>
          </p:nvSpPr>
          <p:spPr bwMode="auto">
            <a:xfrm>
              <a:off x="2128" y="1300"/>
              <a:ext cx="928" cy="256"/>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41" name="Rectangle 13">
              <a:extLst>
                <a:ext uri="{FF2B5EF4-FFF2-40B4-BE49-F238E27FC236}">
                  <a16:creationId xmlns:a16="http://schemas.microsoft.com/office/drawing/2014/main" id="{FD3EA9F0-E3C6-6137-15A5-7D3CCEFCA4C6}"/>
                </a:ext>
              </a:extLst>
            </p:cNvPr>
            <p:cNvSpPr>
              <a:spLocks noChangeArrowheads="1"/>
            </p:cNvSpPr>
            <p:nvPr/>
          </p:nvSpPr>
          <p:spPr bwMode="auto">
            <a:xfrm>
              <a:off x="2435" y="1300"/>
              <a:ext cx="3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R2</a:t>
              </a:r>
            </a:p>
          </p:txBody>
        </p:sp>
      </p:grpSp>
      <p:sp>
        <p:nvSpPr>
          <p:cNvPr id="508942" name="AutoShape 14">
            <a:extLst>
              <a:ext uri="{FF2B5EF4-FFF2-40B4-BE49-F238E27FC236}">
                <a16:creationId xmlns:a16="http://schemas.microsoft.com/office/drawing/2014/main" id="{9D9CB50B-C019-58D4-2B51-7BB426D61E5C}"/>
              </a:ext>
            </a:extLst>
          </p:cNvPr>
          <p:cNvSpPr>
            <a:spLocks noChangeArrowheads="1"/>
          </p:cNvSpPr>
          <p:nvPr/>
        </p:nvSpPr>
        <p:spPr bwMode="auto">
          <a:xfrm>
            <a:off x="3463925" y="2978150"/>
            <a:ext cx="673100" cy="52070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B4</a:t>
            </a:r>
          </a:p>
        </p:txBody>
      </p:sp>
      <p:grpSp>
        <p:nvGrpSpPr>
          <p:cNvPr id="508943" name="Group 15">
            <a:extLst>
              <a:ext uri="{FF2B5EF4-FFF2-40B4-BE49-F238E27FC236}">
                <a16:creationId xmlns:a16="http://schemas.microsoft.com/office/drawing/2014/main" id="{6D224308-87AD-C82E-4728-D4D844FEEDD5}"/>
              </a:ext>
            </a:extLst>
          </p:cNvPr>
          <p:cNvGrpSpPr>
            <a:grpSpLocks/>
          </p:cNvGrpSpPr>
          <p:nvPr/>
        </p:nvGrpSpPr>
        <p:grpSpPr bwMode="auto">
          <a:xfrm>
            <a:off x="4244975" y="2692400"/>
            <a:ext cx="1473200" cy="406400"/>
            <a:chOff x="2128" y="1828"/>
            <a:chExt cx="928" cy="256"/>
          </a:xfrm>
        </p:grpSpPr>
        <p:sp>
          <p:nvSpPr>
            <p:cNvPr id="508944" name="Oval 16">
              <a:extLst>
                <a:ext uri="{FF2B5EF4-FFF2-40B4-BE49-F238E27FC236}">
                  <a16:creationId xmlns:a16="http://schemas.microsoft.com/office/drawing/2014/main" id="{3F7894A1-2122-054D-B3D2-EFA4A8929D61}"/>
                </a:ext>
              </a:extLst>
            </p:cNvPr>
            <p:cNvSpPr>
              <a:spLocks noChangeArrowheads="1"/>
            </p:cNvSpPr>
            <p:nvPr/>
          </p:nvSpPr>
          <p:spPr bwMode="auto">
            <a:xfrm>
              <a:off x="2128" y="1828"/>
              <a:ext cx="928" cy="256"/>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45" name="Rectangle 17">
              <a:extLst>
                <a:ext uri="{FF2B5EF4-FFF2-40B4-BE49-F238E27FC236}">
                  <a16:creationId xmlns:a16="http://schemas.microsoft.com/office/drawing/2014/main" id="{2018189C-E315-FBD6-4E5B-1AF1DCC7764E}"/>
                </a:ext>
              </a:extLst>
            </p:cNvPr>
            <p:cNvSpPr>
              <a:spLocks noChangeArrowheads="1"/>
            </p:cNvSpPr>
            <p:nvPr/>
          </p:nvSpPr>
          <p:spPr bwMode="auto">
            <a:xfrm>
              <a:off x="2435" y="1828"/>
              <a:ext cx="3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R4</a:t>
              </a:r>
            </a:p>
          </p:txBody>
        </p:sp>
      </p:grpSp>
      <p:sp>
        <p:nvSpPr>
          <p:cNvPr id="508946" name="AutoShape 18">
            <a:extLst>
              <a:ext uri="{FF2B5EF4-FFF2-40B4-BE49-F238E27FC236}">
                <a16:creationId xmlns:a16="http://schemas.microsoft.com/office/drawing/2014/main" id="{8DA66C67-4903-29A6-A2CB-4BAAEB0F6603}"/>
              </a:ext>
            </a:extLst>
          </p:cNvPr>
          <p:cNvSpPr>
            <a:spLocks noChangeArrowheads="1"/>
          </p:cNvSpPr>
          <p:nvPr/>
        </p:nvSpPr>
        <p:spPr bwMode="auto">
          <a:xfrm>
            <a:off x="5978525" y="1606550"/>
            <a:ext cx="673100" cy="52070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B3</a:t>
            </a:r>
          </a:p>
        </p:txBody>
      </p:sp>
      <p:sp>
        <p:nvSpPr>
          <p:cNvPr id="508947" name="AutoShape 19">
            <a:extLst>
              <a:ext uri="{FF2B5EF4-FFF2-40B4-BE49-F238E27FC236}">
                <a16:creationId xmlns:a16="http://schemas.microsoft.com/office/drawing/2014/main" id="{D6FD68E6-42B9-FA0E-B666-A4F76DCE52CB}"/>
              </a:ext>
            </a:extLst>
          </p:cNvPr>
          <p:cNvSpPr>
            <a:spLocks noChangeArrowheads="1"/>
          </p:cNvSpPr>
          <p:nvPr/>
        </p:nvSpPr>
        <p:spPr bwMode="auto">
          <a:xfrm>
            <a:off x="5826125" y="2749550"/>
            <a:ext cx="673100" cy="52070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B5</a:t>
            </a:r>
          </a:p>
        </p:txBody>
      </p:sp>
      <p:grpSp>
        <p:nvGrpSpPr>
          <p:cNvPr id="508948" name="Group 20">
            <a:extLst>
              <a:ext uri="{FF2B5EF4-FFF2-40B4-BE49-F238E27FC236}">
                <a16:creationId xmlns:a16="http://schemas.microsoft.com/office/drawing/2014/main" id="{36819856-3254-B64F-E220-2CD4DF026A8E}"/>
              </a:ext>
            </a:extLst>
          </p:cNvPr>
          <p:cNvGrpSpPr>
            <a:grpSpLocks/>
          </p:cNvGrpSpPr>
          <p:nvPr/>
        </p:nvGrpSpPr>
        <p:grpSpPr bwMode="auto">
          <a:xfrm>
            <a:off x="6149975" y="2235200"/>
            <a:ext cx="1473200" cy="406400"/>
            <a:chOff x="3328" y="1540"/>
            <a:chExt cx="928" cy="256"/>
          </a:xfrm>
        </p:grpSpPr>
        <p:sp>
          <p:nvSpPr>
            <p:cNvPr id="508949" name="Oval 21">
              <a:extLst>
                <a:ext uri="{FF2B5EF4-FFF2-40B4-BE49-F238E27FC236}">
                  <a16:creationId xmlns:a16="http://schemas.microsoft.com/office/drawing/2014/main" id="{C7E86A60-FDDE-A743-E7F7-FECA66927DEB}"/>
                </a:ext>
              </a:extLst>
            </p:cNvPr>
            <p:cNvSpPr>
              <a:spLocks noChangeArrowheads="1"/>
            </p:cNvSpPr>
            <p:nvPr/>
          </p:nvSpPr>
          <p:spPr bwMode="auto">
            <a:xfrm>
              <a:off x="3328" y="1540"/>
              <a:ext cx="928" cy="256"/>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50" name="Rectangle 22">
              <a:extLst>
                <a:ext uri="{FF2B5EF4-FFF2-40B4-BE49-F238E27FC236}">
                  <a16:creationId xmlns:a16="http://schemas.microsoft.com/office/drawing/2014/main" id="{88EE8141-6951-92E2-3287-A0D7EFBB1DDF}"/>
                </a:ext>
              </a:extLst>
            </p:cNvPr>
            <p:cNvSpPr>
              <a:spLocks noChangeArrowheads="1"/>
            </p:cNvSpPr>
            <p:nvPr/>
          </p:nvSpPr>
          <p:spPr bwMode="auto">
            <a:xfrm>
              <a:off x="3635" y="1540"/>
              <a:ext cx="3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R5</a:t>
              </a:r>
            </a:p>
          </p:txBody>
        </p:sp>
      </p:grpSp>
      <p:sp>
        <p:nvSpPr>
          <p:cNvPr id="508951" name="AutoShape 23">
            <a:extLst>
              <a:ext uri="{FF2B5EF4-FFF2-40B4-BE49-F238E27FC236}">
                <a16:creationId xmlns:a16="http://schemas.microsoft.com/office/drawing/2014/main" id="{10591BC0-6B04-8783-6AD7-0C0853C4D1C2}"/>
              </a:ext>
            </a:extLst>
          </p:cNvPr>
          <p:cNvSpPr>
            <a:spLocks noChangeArrowheads="1"/>
          </p:cNvSpPr>
          <p:nvPr/>
        </p:nvSpPr>
        <p:spPr bwMode="auto">
          <a:xfrm>
            <a:off x="7654925" y="1682751"/>
            <a:ext cx="673100" cy="52070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dirty="0">
                <a:solidFill>
                  <a:srgbClr val="000000"/>
                </a:solidFill>
                <a:latin typeface="Arial Rounded MT Bold" panose="020F0704030504030204" pitchFamily="34" charset="0"/>
                <a:sym typeface="Gill Sans"/>
              </a:rPr>
              <a:t>B6</a:t>
            </a:r>
          </a:p>
        </p:txBody>
      </p:sp>
      <p:grpSp>
        <p:nvGrpSpPr>
          <p:cNvPr id="508952" name="Group 24">
            <a:extLst>
              <a:ext uri="{FF2B5EF4-FFF2-40B4-BE49-F238E27FC236}">
                <a16:creationId xmlns:a16="http://schemas.microsoft.com/office/drawing/2014/main" id="{BF13C09F-5B50-1ED8-1262-C10E395B8682}"/>
              </a:ext>
            </a:extLst>
          </p:cNvPr>
          <p:cNvGrpSpPr>
            <a:grpSpLocks/>
          </p:cNvGrpSpPr>
          <p:nvPr/>
        </p:nvGrpSpPr>
        <p:grpSpPr bwMode="auto">
          <a:xfrm>
            <a:off x="8207375" y="2159000"/>
            <a:ext cx="1473200" cy="406400"/>
            <a:chOff x="4624" y="1492"/>
            <a:chExt cx="928" cy="256"/>
          </a:xfrm>
        </p:grpSpPr>
        <p:sp>
          <p:nvSpPr>
            <p:cNvPr id="508953" name="Oval 25">
              <a:extLst>
                <a:ext uri="{FF2B5EF4-FFF2-40B4-BE49-F238E27FC236}">
                  <a16:creationId xmlns:a16="http://schemas.microsoft.com/office/drawing/2014/main" id="{19879AC7-622F-7AAC-3FCA-26322C0024C6}"/>
                </a:ext>
              </a:extLst>
            </p:cNvPr>
            <p:cNvSpPr>
              <a:spLocks noChangeArrowheads="1"/>
            </p:cNvSpPr>
            <p:nvPr/>
          </p:nvSpPr>
          <p:spPr bwMode="auto">
            <a:xfrm>
              <a:off x="4624" y="1492"/>
              <a:ext cx="928" cy="256"/>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54" name="Rectangle 26">
              <a:extLst>
                <a:ext uri="{FF2B5EF4-FFF2-40B4-BE49-F238E27FC236}">
                  <a16:creationId xmlns:a16="http://schemas.microsoft.com/office/drawing/2014/main" id="{948B83CD-F5E6-1926-567E-E1008811C01C}"/>
                </a:ext>
              </a:extLst>
            </p:cNvPr>
            <p:cNvSpPr>
              <a:spLocks noChangeArrowheads="1"/>
            </p:cNvSpPr>
            <p:nvPr/>
          </p:nvSpPr>
          <p:spPr bwMode="auto">
            <a:xfrm>
              <a:off x="4931" y="1492"/>
              <a:ext cx="3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R6</a:t>
              </a:r>
            </a:p>
          </p:txBody>
        </p:sp>
      </p:grpSp>
      <p:sp>
        <p:nvSpPr>
          <p:cNvPr id="508955" name="AutoShape 27">
            <a:extLst>
              <a:ext uri="{FF2B5EF4-FFF2-40B4-BE49-F238E27FC236}">
                <a16:creationId xmlns:a16="http://schemas.microsoft.com/office/drawing/2014/main" id="{5D9B2967-792B-321A-D441-F1B7DC4022CD}"/>
              </a:ext>
            </a:extLst>
          </p:cNvPr>
          <p:cNvSpPr>
            <a:spLocks noChangeArrowheads="1"/>
          </p:cNvSpPr>
          <p:nvPr/>
        </p:nvSpPr>
        <p:spPr bwMode="auto">
          <a:xfrm>
            <a:off x="4606925" y="1073150"/>
            <a:ext cx="673100" cy="520700"/>
          </a:xfrm>
          <a:prstGeom prst="cube">
            <a:avLst>
              <a:gd name="adj" fmla="val 24995"/>
            </a:avLst>
          </a:prstGeom>
          <a:solidFill>
            <a:schemeClr val="bg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defTabSz="914353">
              <a:defRPr/>
            </a:pPr>
            <a:r>
              <a:rPr lang="en-CA" altLang="it-IT" sz="2000">
                <a:solidFill>
                  <a:srgbClr val="000000"/>
                </a:solidFill>
                <a:latin typeface="Arial Rounded MT Bold" panose="020F0704030504030204" pitchFamily="34" charset="0"/>
                <a:sym typeface="Gill Sans"/>
              </a:rPr>
              <a:t>B2</a:t>
            </a:r>
          </a:p>
        </p:txBody>
      </p:sp>
      <p:grpSp>
        <p:nvGrpSpPr>
          <p:cNvPr id="508956" name="Group 28">
            <a:extLst>
              <a:ext uri="{FF2B5EF4-FFF2-40B4-BE49-F238E27FC236}">
                <a16:creationId xmlns:a16="http://schemas.microsoft.com/office/drawing/2014/main" id="{12D1826A-ACC2-91AD-68D7-2F63B52DB037}"/>
              </a:ext>
            </a:extLst>
          </p:cNvPr>
          <p:cNvGrpSpPr>
            <a:grpSpLocks/>
          </p:cNvGrpSpPr>
          <p:nvPr/>
        </p:nvGrpSpPr>
        <p:grpSpPr bwMode="auto">
          <a:xfrm>
            <a:off x="5540375" y="863600"/>
            <a:ext cx="1473200" cy="406400"/>
            <a:chOff x="2944" y="676"/>
            <a:chExt cx="928" cy="256"/>
          </a:xfrm>
        </p:grpSpPr>
        <p:sp>
          <p:nvSpPr>
            <p:cNvPr id="508957" name="Oval 29">
              <a:extLst>
                <a:ext uri="{FF2B5EF4-FFF2-40B4-BE49-F238E27FC236}">
                  <a16:creationId xmlns:a16="http://schemas.microsoft.com/office/drawing/2014/main" id="{BE764A2E-8775-2C72-767E-9ACEFEA056FE}"/>
                </a:ext>
              </a:extLst>
            </p:cNvPr>
            <p:cNvSpPr>
              <a:spLocks noChangeArrowheads="1"/>
            </p:cNvSpPr>
            <p:nvPr/>
          </p:nvSpPr>
          <p:spPr bwMode="auto">
            <a:xfrm>
              <a:off x="2944" y="676"/>
              <a:ext cx="928" cy="256"/>
            </a:xfrm>
            <a:prstGeom prst="ellipse">
              <a:avLst/>
            </a:prstGeom>
            <a:noFill/>
            <a:ln w="50800">
              <a:solidFill>
                <a:srgbClr val="114FFB"/>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58" name="Rectangle 30">
              <a:extLst>
                <a:ext uri="{FF2B5EF4-FFF2-40B4-BE49-F238E27FC236}">
                  <a16:creationId xmlns:a16="http://schemas.microsoft.com/office/drawing/2014/main" id="{45ABD0F0-F364-3D6E-5CB3-49C5A3DDC5E9}"/>
                </a:ext>
              </a:extLst>
            </p:cNvPr>
            <p:cNvSpPr>
              <a:spLocks noChangeArrowheads="1"/>
            </p:cNvSpPr>
            <p:nvPr/>
          </p:nvSpPr>
          <p:spPr bwMode="auto">
            <a:xfrm>
              <a:off x="3251" y="676"/>
              <a:ext cx="3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914353">
                <a:defRPr/>
              </a:pPr>
              <a:r>
                <a:rPr lang="en-CA" altLang="it-IT" sz="2000">
                  <a:solidFill>
                    <a:srgbClr val="000000"/>
                  </a:solidFill>
                  <a:latin typeface="Arial Rounded MT Bold" panose="020F0704030504030204" pitchFamily="34" charset="0"/>
                  <a:sym typeface="Gill Sans"/>
                </a:rPr>
                <a:t>R3</a:t>
              </a:r>
            </a:p>
          </p:txBody>
        </p:sp>
      </p:grpSp>
      <p:grpSp>
        <p:nvGrpSpPr>
          <p:cNvPr id="508959" name="Group 31">
            <a:extLst>
              <a:ext uri="{FF2B5EF4-FFF2-40B4-BE49-F238E27FC236}">
                <a16:creationId xmlns:a16="http://schemas.microsoft.com/office/drawing/2014/main" id="{FCC11772-ADD3-3FE5-E734-E9AC6B44A137}"/>
              </a:ext>
            </a:extLst>
          </p:cNvPr>
          <p:cNvGrpSpPr>
            <a:grpSpLocks/>
          </p:cNvGrpSpPr>
          <p:nvPr/>
        </p:nvGrpSpPr>
        <p:grpSpPr bwMode="auto">
          <a:xfrm>
            <a:off x="9682168" y="2159000"/>
            <a:ext cx="709612" cy="463550"/>
            <a:chOff x="5553" y="1492"/>
            <a:chExt cx="447" cy="292"/>
          </a:xfrm>
        </p:grpSpPr>
        <p:graphicFrame>
          <p:nvGraphicFramePr>
            <p:cNvPr id="508960" name="Object 32">
              <a:hlinkClick r:id="" action="ppaction://ole?verb=0"/>
              <a:extLst>
                <a:ext uri="{FF2B5EF4-FFF2-40B4-BE49-F238E27FC236}">
                  <a16:creationId xmlns:a16="http://schemas.microsoft.com/office/drawing/2014/main" id="{36BA617B-1F76-3E3B-3546-A104DDF11F46}"/>
                </a:ext>
              </a:extLst>
            </p:cNvPr>
            <p:cNvGraphicFramePr>
              <a:graphicFrameLocks/>
            </p:cNvGraphicFramePr>
            <p:nvPr/>
          </p:nvGraphicFramePr>
          <p:xfrm>
            <a:off x="5678" y="1496"/>
            <a:ext cx="322" cy="288"/>
          </p:xfrm>
          <a:graphic>
            <a:graphicData uri="http://schemas.openxmlformats.org/presentationml/2006/ole">
              <mc:AlternateContent xmlns:mc="http://schemas.openxmlformats.org/markup-compatibility/2006">
                <mc:Choice xmlns:v="urn:schemas-microsoft-com:vml" Requires="v">
                  <p:oleObj name="Microsoft ClipArt Gallery" r:id="rId3" imgW="2600280" imgH="2323800" progId="MS_ClipArt_Gallery">
                    <p:embed/>
                  </p:oleObj>
                </mc:Choice>
                <mc:Fallback>
                  <p:oleObj name="Microsoft ClipArt Gallery" r:id="rId3" imgW="2600280" imgH="2323800" progId="MS_ClipArt_Gallery">
                    <p:embed/>
                    <p:pic>
                      <p:nvPicPr>
                        <p:cNvPr id="508960" name="Object 32">
                          <a:hlinkClick r:id="" action="ppaction://ole?verb=0"/>
                          <a:extLst>
                            <a:ext uri="{FF2B5EF4-FFF2-40B4-BE49-F238E27FC236}">
                              <a16:creationId xmlns:a16="http://schemas.microsoft.com/office/drawing/2014/main" id="{36BA617B-1F76-3E3B-3546-A104DDF11F4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8" y="1496"/>
                          <a:ext cx="32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8961" name="Rectangle 33">
              <a:extLst>
                <a:ext uri="{FF2B5EF4-FFF2-40B4-BE49-F238E27FC236}">
                  <a16:creationId xmlns:a16="http://schemas.microsoft.com/office/drawing/2014/main" id="{B94BCC6F-5FC3-E3E1-771F-DB35E8115218}"/>
                </a:ext>
              </a:extLst>
            </p:cNvPr>
            <p:cNvSpPr>
              <a:spLocks noChangeArrowheads="1"/>
            </p:cNvSpPr>
            <p:nvPr/>
          </p:nvSpPr>
          <p:spPr bwMode="auto">
            <a:xfrm>
              <a:off x="5553" y="1492"/>
              <a:ext cx="23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defTabSz="914353">
                <a:defRPr/>
              </a:pPr>
              <a:r>
                <a:rPr lang="en-CA" altLang="it-IT" sz="2000">
                  <a:solidFill>
                    <a:srgbClr val="000000"/>
                  </a:solidFill>
                  <a:latin typeface="Arial Rounded MT Bold" panose="020F0704030504030204" pitchFamily="34" charset="0"/>
                  <a:sym typeface="Gill Sans"/>
                </a:rPr>
                <a:t>B</a:t>
              </a:r>
            </a:p>
          </p:txBody>
        </p:sp>
      </p:grpSp>
      <p:sp>
        <p:nvSpPr>
          <p:cNvPr id="508962" name="Rectangle 34">
            <a:extLst>
              <a:ext uri="{FF2B5EF4-FFF2-40B4-BE49-F238E27FC236}">
                <a16:creationId xmlns:a16="http://schemas.microsoft.com/office/drawing/2014/main" id="{695A41B4-2456-AC46-E760-97D77E0B359E}"/>
              </a:ext>
            </a:extLst>
          </p:cNvPr>
          <p:cNvSpPr>
            <a:spLocks noChangeArrowheads="1"/>
          </p:cNvSpPr>
          <p:nvPr/>
        </p:nvSpPr>
        <p:spPr bwMode="auto">
          <a:xfrm>
            <a:off x="1314830" y="3740204"/>
            <a:ext cx="9562339" cy="2798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914353">
              <a:defRPr/>
            </a:pPr>
            <a:r>
              <a:rPr lang="en-GB" altLang="it-IT" sz="1600" dirty="0">
                <a:latin typeface="Arial Rounded MT Bold" panose="020F0704030504030204" pitchFamily="34" charset="0"/>
              </a:rPr>
              <a:t>An "All Route Broadcast" packet is generated by A. This creates 5 different pack</a:t>
            </a:r>
            <a:r>
              <a:rPr lang="en-CH" altLang="it-IT" sz="1600" dirty="0">
                <a:latin typeface="Arial Rounded MT Bold" panose="020F0704030504030204" pitchFamily="34" charset="0"/>
              </a:rPr>
              <a:t>et</a:t>
            </a:r>
            <a:r>
              <a:rPr lang="en-GB" altLang="it-IT" sz="1600" dirty="0">
                <a:latin typeface="Arial Rounded MT Bold" panose="020F0704030504030204" pitchFamily="34" charset="0"/>
              </a:rPr>
              <a:t>s.</a:t>
            </a:r>
            <a:endParaRPr lang="en-CH" altLang="it-IT" sz="1600" dirty="0">
              <a:latin typeface="Arial Rounded MT Bold" panose="020F0704030504030204" pitchFamily="34" charset="0"/>
            </a:endParaRPr>
          </a:p>
          <a:p>
            <a:pPr defTabSz="914353">
              <a:defRPr/>
            </a:pPr>
            <a:r>
              <a:rPr lang="en-CA" altLang="it-IT" sz="1600" dirty="0">
                <a:solidFill>
                  <a:srgbClr val="000000"/>
                </a:solidFill>
                <a:latin typeface="Arial Rounded MT Bold" panose="020F0704030504030204" pitchFamily="34" charset="0"/>
                <a:sym typeface="Gill Sans"/>
              </a:rPr>
              <a:t>1. A-R1-B1-R2-B2-R3</a:t>
            </a:r>
          </a:p>
          <a:p>
            <a:pPr defTabSz="914353">
              <a:defRPr/>
            </a:pPr>
            <a:r>
              <a:rPr lang="en-CA" altLang="it-IT" sz="1600" dirty="0">
                <a:solidFill>
                  <a:srgbClr val="000000"/>
                </a:solidFill>
                <a:latin typeface="Arial Rounded MT Bold" panose="020F0704030504030204" pitchFamily="34" charset="0"/>
                <a:sym typeface="Gill Sans"/>
              </a:rPr>
              <a:t>2. A-R1-B1-R2-B3-R5-B6-R6</a:t>
            </a:r>
          </a:p>
          <a:p>
            <a:pPr defTabSz="914353">
              <a:defRPr/>
            </a:pPr>
            <a:r>
              <a:rPr lang="en-CA" altLang="it-IT" sz="1600" dirty="0">
                <a:solidFill>
                  <a:srgbClr val="000000"/>
                </a:solidFill>
                <a:latin typeface="Arial Rounded MT Bold" panose="020F0704030504030204" pitchFamily="34" charset="0"/>
                <a:sym typeface="Gill Sans"/>
              </a:rPr>
              <a:t>3. A-R1-B1-R2-B3-R5-B5-R4</a:t>
            </a:r>
          </a:p>
          <a:p>
            <a:pPr defTabSz="914353">
              <a:defRPr/>
            </a:pPr>
            <a:r>
              <a:rPr lang="en-CA" altLang="it-IT" sz="1600" dirty="0">
                <a:solidFill>
                  <a:srgbClr val="000000"/>
                </a:solidFill>
                <a:latin typeface="Arial Rounded MT Bold" panose="020F0704030504030204" pitchFamily="34" charset="0"/>
                <a:sym typeface="Gill Sans"/>
              </a:rPr>
              <a:t>4. A-R1-B4-R4-B5-R5-B3-R2-R3</a:t>
            </a:r>
          </a:p>
          <a:p>
            <a:pPr defTabSz="914353">
              <a:defRPr/>
            </a:pPr>
            <a:r>
              <a:rPr lang="en-CA" altLang="it-IT" sz="1600" dirty="0">
                <a:solidFill>
                  <a:srgbClr val="000000"/>
                </a:solidFill>
                <a:latin typeface="Arial Rounded MT Bold" panose="020F0704030504030204" pitchFamily="34" charset="0"/>
                <a:sym typeface="Gill Sans"/>
              </a:rPr>
              <a:t>5. A-R1-B4-R4-B5-R5-B6-R6</a:t>
            </a:r>
          </a:p>
          <a:p>
            <a:pPr defTabSz="914353">
              <a:defRPr/>
            </a:pPr>
            <a:endParaRPr lang="en-CA" altLang="it-IT" sz="1600" dirty="0">
              <a:solidFill>
                <a:srgbClr val="000000"/>
              </a:solidFill>
              <a:latin typeface="Arial Rounded MT Bold" panose="020F0704030504030204" pitchFamily="34" charset="0"/>
              <a:sym typeface="Gill Sans"/>
            </a:endParaRPr>
          </a:p>
          <a:p>
            <a:pPr defTabSz="914353">
              <a:defRPr/>
            </a:pPr>
            <a:r>
              <a:rPr lang="en-GB" altLang="it-IT" sz="1600" dirty="0">
                <a:latin typeface="Arial Rounded MT Bold" panose="020F0704030504030204" pitchFamily="34" charset="0"/>
              </a:rPr>
              <a:t>2 of them reach B (numbers 2 and 5). B will choose the best one and communicate it to A, who will use it in future communications with B</a:t>
            </a:r>
            <a:r>
              <a:rPr lang="it-IT" altLang="it-IT" sz="1600" dirty="0">
                <a:latin typeface="Arial Rounded MT Bold" panose="020F0704030504030204" pitchFamily="34" charset="0"/>
              </a:rPr>
              <a:t>.</a:t>
            </a:r>
            <a:r>
              <a:rPr lang="en-CA" altLang="it-IT" sz="1600" dirty="0">
                <a:solidFill>
                  <a:srgbClr val="000000"/>
                </a:solidFill>
                <a:latin typeface="Arial Rounded MT Bold" panose="020F0704030504030204" pitchFamily="34" charset="0"/>
                <a:sym typeface="Gill Sans"/>
              </a:rPr>
              <a:t>	</a:t>
            </a:r>
            <a:br>
              <a:rPr lang="en-CA" altLang="it-IT" sz="1600" dirty="0">
                <a:solidFill>
                  <a:srgbClr val="000000"/>
                </a:solidFill>
                <a:latin typeface="Arial Rounded MT Bold" panose="020F0704030504030204" pitchFamily="34" charset="0"/>
                <a:sym typeface="Gill Sans"/>
              </a:rPr>
            </a:br>
            <a:r>
              <a:rPr lang="en-CA" altLang="it-IT" sz="1600" dirty="0">
                <a:solidFill>
                  <a:srgbClr val="000000"/>
                </a:solidFill>
                <a:latin typeface="Arial Rounded MT Bold" panose="020F0704030504030204" pitchFamily="34" charset="0"/>
                <a:sym typeface="Gill Sans"/>
              </a:rPr>
              <a:t>	route_1 = R1.B1.R2.B3.R5.B6.R6</a:t>
            </a:r>
          </a:p>
          <a:p>
            <a:pPr defTabSz="914353">
              <a:defRPr/>
            </a:pPr>
            <a:r>
              <a:rPr lang="en-CA" altLang="it-IT" sz="1600" dirty="0">
                <a:solidFill>
                  <a:srgbClr val="000000"/>
                </a:solidFill>
                <a:latin typeface="Arial Rounded MT Bold" panose="020F0704030504030204" pitchFamily="34" charset="0"/>
                <a:sym typeface="Gill Sans"/>
              </a:rPr>
              <a:t>	route_2 = R1.B4.R4.B5.R5.B6.R6</a:t>
            </a:r>
          </a:p>
        </p:txBody>
      </p:sp>
      <p:sp>
        <p:nvSpPr>
          <p:cNvPr id="508963" name="Line 35">
            <a:extLst>
              <a:ext uri="{FF2B5EF4-FFF2-40B4-BE49-F238E27FC236}">
                <a16:creationId xmlns:a16="http://schemas.microsoft.com/office/drawing/2014/main" id="{968C0E97-D914-E1AF-89CE-0EDE5D8E48BD}"/>
              </a:ext>
            </a:extLst>
          </p:cNvPr>
          <p:cNvSpPr>
            <a:spLocks noChangeShapeType="1"/>
          </p:cNvSpPr>
          <p:nvPr/>
        </p:nvSpPr>
        <p:spPr bwMode="auto">
          <a:xfrm>
            <a:off x="4930775" y="1625601"/>
            <a:ext cx="25400" cy="177800"/>
          </a:xfrm>
          <a:prstGeom prst="line">
            <a:avLst/>
          </a:prstGeom>
          <a:noFill/>
          <a:ln w="50800">
            <a:solidFill>
              <a:srgbClr val="60C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64" name="Line 36">
            <a:extLst>
              <a:ext uri="{FF2B5EF4-FFF2-40B4-BE49-F238E27FC236}">
                <a16:creationId xmlns:a16="http://schemas.microsoft.com/office/drawing/2014/main" id="{AEB97F4B-5D0A-CF89-B92A-7EA881FECB41}"/>
              </a:ext>
            </a:extLst>
          </p:cNvPr>
          <p:cNvSpPr>
            <a:spLocks noChangeShapeType="1"/>
          </p:cNvSpPr>
          <p:nvPr/>
        </p:nvSpPr>
        <p:spPr bwMode="auto">
          <a:xfrm flipH="1">
            <a:off x="6099176" y="2616200"/>
            <a:ext cx="279400" cy="177800"/>
          </a:xfrm>
          <a:prstGeom prst="line">
            <a:avLst/>
          </a:prstGeom>
          <a:noFill/>
          <a:ln w="50800">
            <a:solidFill>
              <a:srgbClr val="60C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65" name="Line 37">
            <a:extLst>
              <a:ext uri="{FF2B5EF4-FFF2-40B4-BE49-F238E27FC236}">
                <a16:creationId xmlns:a16="http://schemas.microsoft.com/office/drawing/2014/main" id="{3C7CA1DC-E374-B417-C2BB-03A9280B0917}"/>
              </a:ext>
            </a:extLst>
          </p:cNvPr>
          <p:cNvSpPr>
            <a:spLocks noChangeShapeType="1"/>
          </p:cNvSpPr>
          <p:nvPr/>
        </p:nvSpPr>
        <p:spPr bwMode="auto">
          <a:xfrm flipH="1">
            <a:off x="5718175" y="2006600"/>
            <a:ext cx="279400" cy="25400"/>
          </a:xfrm>
          <a:prstGeom prst="line">
            <a:avLst/>
          </a:prstGeom>
          <a:noFill/>
          <a:ln w="50800">
            <a:solidFill>
              <a:srgbClr val="60C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66" name="Line 38">
            <a:extLst>
              <a:ext uri="{FF2B5EF4-FFF2-40B4-BE49-F238E27FC236}">
                <a16:creationId xmlns:a16="http://schemas.microsoft.com/office/drawing/2014/main" id="{8282409B-3DD8-1AF3-ECBD-2B54F7BEDEBC}"/>
              </a:ext>
            </a:extLst>
          </p:cNvPr>
          <p:cNvSpPr>
            <a:spLocks noChangeShapeType="1"/>
          </p:cNvSpPr>
          <p:nvPr/>
        </p:nvSpPr>
        <p:spPr bwMode="auto">
          <a:xfrm flipH="1">
            <a:off x="7394575" y="2159000"/>
            <a:ext cx="279400" cy="101600"/>
          </a:xfrm>
          <a:prstGeom prst="line">
            <a:avLst/>
          </a:prstGeom>
          <a:noFill/>
          <a:ln w="50800">
            <a:solidFill>
              <a:srgbClr val="60C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67" name="Line 39">
            <a:extLst>
              <a:ext uri="{FF2B5EF4-FFF2-40B4-BE49-F238E27FC236}">
                <a16:creationId xmlns:a16="http://schemas.microsoft.com/office/drawing/2014/main" id="{E187B525-54CA-587C-E9F4-BDBEA3758787}"/>
              </a:ext>
            </a:extLst>
          </p:cNvPr>
          <p:cNvSpPr>
            <a:spLocks noChangeShapeType="1"/>
          </p:cNvSpPr>
          <p:nvPr/>
        </p:nvSpPr>
        <p:spPr bwMode="auto">
          <a:xfrm>
            <a:off x="3635375" y="2844800"/>
            <a:ext cx="101600" cy="177800"/>
          </a:xfrm>
          <a:prstGeom prst="line">
            <a:avLst/>
          </a:prstGeom>
          <a:noFill/>
          <a:ln w="50800">
            <a:solidFill>
              <a:srgbClr val="60C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68" name="Line 40">
            <a:extLst>
              <a:ext uri="{FF2B5EF4-FFF2-40B4-BE49-F238E27FC236}">
                <a16:creationId xmlns:a16="http://schemas.microsoft.com/office/drawing/2014/main" id="{23B3D45E-9252-0797-8109-3EC59EE580B5}"/>
              </a:ext>
            </a:extLst>
          </p:cNvPr>
          <p:cNvSpPr>
            <a:spLocks noChangeShapeType="1"/>
          </p:cNvSpPr>
          <p:nvPr/>
        </p:nvSpPr>
        <p:spPr bwMode="auto">
          <a:xfrm>
            <a:off x="6607175" y="1930400"/>
            <a:ext cx="25400" cy="25400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69" name="Line 41">
            <a:extLst>
              <a:ext uri="{FF2B5EF4-FFF2-40B4-BE49-F238E27FC236}">
                <a16:creationId xmlns:a16="http://schemas.microsoft.com/office/drawing/2014/main" id="{8861A094-B8DB-AD96-1551-F65BBA33F9C8}"/>
              </a:ext>
            </a:extLst>
          </p:cNvPr>
          <p:cNvSpPr>
            <a:spLocks noChangeShapeType="1"/>
          </p:cNvSpPr>
          <p:nvPr/>
        </p:nvSpPr>
        <p:spPr bwMode="auto">
          <a:xfrm flipV="1">
            <a:off x="5235575" y="1041400"/>
            <a:ext cx="254000" cy="27940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70" name="Line 42">
            <a:extLst>
              <a:ext uri="{FF2B5EF4-FFF2-40B4-BE49-F238E27FC236}">
                <a16:creationId xmlns:a16="http://schemas.microsoft.com/office/drawing/2014/main" id="{8227351A-41AD-D22B-176C-209514BF784D}"/>
              </a:ext>
            </a:extLst>
          </p:cNvPr>
          <p:cNvSpPr>
            <a:spLocks noChangeShapeType="1"/>
          </p:cNvSpPr>
          <p:nvPr/>
        </p:nvSpPr>
        <p:spPr bwMode="auto">
          <a:xfrm>
            <a:off x="8283575" y="2006600"/>
            <a:ext cx="101600" cy="17780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71" name="Line 43">
            <a:extLst>
              <a:ext uri="{FF2B5EF4-FFF2-40B4-BE49-F238E27FC236}">
                <a16:creationId xmlns:a16="http://schemas.microsoft.com/office/drawing/2014/main" id="{4C1C7E06-A821-9989-F1FE-5F5847E87BBC}"/>
              </a:ext>
            </a:extLst>
          </p:cNvPr>
          <p:cNvSpPr>
            <a:spLocks noChangeShapeType="1"/>
          </p:cNvSpPr>
          <p:nvPr/>
        </p:nvSpPr>
        <p:spPr bwMode="auto">
          <a:xfrm>
            <a:off x="5311775" y="3124200"/>
            <a:ext cx="482600" cy="0"/>
          </a:xfrm>
          <a:prstGeom prst="line">
            <a:avLst/>
          </a:prstGeom>
          <a:noFill/>
          <a:ln w="508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
        <p:nvSpPr>
          <p:cNvPr id="508972" name="Line 44">
            <a:extLst>
              <a:ext uri="{FF2B5EF4-FFF2-40B4-BE49-F238E27FC236}">
                <a16:creationId xmlns:a16="http://schemas.microsoft.com/office/drawing/2014/main" id="{4291396D-D36F-D560-F97E-F1E5AC2EC39D}"/>
              </a:ext>
            </a:extLst>
          </p:cNvPr>
          <p:cNvSpPr>
            <a:spLocks noChangeShapeType="1"/>
          </p:cNvSpPr>
          <p:nvPr/>
        </p:nvSpPr>
        <p:spPr bwMode="auto">
          <a:xfrm flipV="1">
            <a:off x="4092576" y="3022600"/>
            <a:ext cx="406400" cy="279400"/>
          </a:xfrm>
          <a:prstGeom prst="line">
            <a:avLst/>
          </a:prstGeom>
          <a:noFill/>
          <a:ln w="50800">
            <a:solidFill>
              <a:srgbClr val="114FFB"/>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defTabSz="914353" eaLnBrk="1" hangingPunct="1">
              <a:defRPr/>
            </a:pPr>
            <a:endParaRPr lang="it-IT">
              <a:solidFill>
                <a:srgbClr val="000000"/>
              </a:solidFill>
              <a:latin typeface="Times New Roman" panose="02020603050405020304" pitchFamily="18" charset="0"/>
              <a:sym typeface="Gill Sans"/>
            </a:endParaRPr>
          </a:p>
        </p:txBody>
      </p:sp>
    </p:spTree>
    <p:extLst>
      <p:ext uri="{BB962C8B-B14F-4D97-AF65-F5344CB8AC3E}">
        <p14:creationId xmlns:p14="http://schemas.microsoft.com/office/powerpoint/2010/main" val="199878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0896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896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896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896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896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896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896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89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4B54B-004A-E5E7-E9C4-2812DED1DFED}"/>
            </a:ext>
          </a:extLst>
        </p:cNvPr>
        <p:cNvGrpSpPr/>
        <p:nvPr/>
      </p:nvGrpSpPr>
      <p:grpSpPr>
        <a:xfrm>
          <a:off x="0" y="0"/>
          <a:ext cx="0" cy="0"/>
          <a:chOff x="0" y="0"/>
          <a:chExt cx="0" cy="0"/>
        </a:xfrm>
      </p:grpSpPr>
      <p:sp>
        <p:nvSpPr>
          <p:cNvPr id="2" name="Segnaposto piè di pagina 3">
            <a:extLst>
              <a:ext uri="{FF2B5EF4-FFF2-40B4-BE49-F238E27FC236}">
                <a16:creationId xmlns:a16="http://schemas.microsoft.com/office/drawing/2014/main" id="{CB7FCA9F-0095-8DF3-8507-DE068EEE9ACE}"/>
              </a:ext>
            </a:extLst>
          </p:cNvPr>
          <p:cNvSpPr>
            <a:spLocks noGrp="1"/>
          </p:cNvSpPr>
          <p:nvPr>
            <p:ph type="ftr" sz="quarter" idx="10"/>
          </p:nvPr>
        </p:nvSpPr>
        <p:spPr/>
        <p:txBody>
          <a:bodyPr/>
          <a:lstStyle/>
          <a:p>
            <a:pPr algn="ctr" defTabSz="914353">
              <a:defRPr/>
            </a:pPr>
            <a:fld id="{EF45BE23-0088-449D-8A1D-7021EF1EB7E8}" type="slidenum">
              <a:rPr lang="en-US" altLang="it-IT">
                <a:solidFill>
                  <a:srgbClr val="000000"/>
                </a:solidFill>
                <a:latin typeface="Comic Sans MS" panose="030F0702030302020204" pitchFamily="66" charset="0"/>
                <a:sym typeface="Gill Sans"/>
              </a:rPr>
              <a:pPr algn="ctr" defTabSz="914353">
                <a:defRPr/>
              </a:pPr>
              <a:t>21</a:t>
            </a:fld>
            <a:endParaRPr lang="en-US" altLang="it-IT">
              <a:solidFill>
                <a:srgbClr val="000000"/>
              </a:solidFill>
              <a:latin typeface="Comic Sans MS" panose="030F0702030302020204" pitchFamily="66" charset="0"/>
              <a:sym typeface="Gill Sans"/>
            </a:endParaRPr>
          </a:p>
        </p:txBody>
      </p:sp>
      <p:sp>
        <p:nvSpPr>
          <p:cNvPr id="330754" name="Rectangle 2">
            <a:extLst>
              <a:ext uri="{FF2B5EF4-FFF2-40B4-BE49-F238E27FC236}">
                <a16:creationId xmlns:a16="http://schemas.microsoft.com/office/drawing/2014/main" id="{E2AF3813-8DFD-A322-A1AE-ED4F5532127B}"/>
              </a:ext>
            </a:extLst>
          </p:cNvPr>
          <p:cNvSpPr>
            <a:spLocks noGrp="1" noChangeArrowheads="1"/>
          </p:cNvSpPr>
          <p:nvPr>
            <p:ph type="title"/>
          </p:nvPr>
        </p:nvSpPr>
        <p:spPr/>
        <p:txBody>
          <a:bodyPr/>
          <a:lstStyle/>
          <a:p>
            <a:r>
              <a:rPr lang="en-US" altLang="it-IT" dirty="0"/>
              <a:t>Other methods</a:t>
            </a:r>
          </a:p>
        </p:txBody>
      </p:sp>
      <p:sp>
        <p:nvSpPr>
          <p:cNvPr id="330755" name="Rectangle 3">
            <a:extLst>
              <a:ext uri="{FF2B5EF4-FFF2-40B4-BE49-F238E27FC236}">
                <a16:creationId xmlns:a16="http://schemas.microsoft.com/office/drawing/2014/main" id="{87065863-CECB-395C-135C-987409E036CF}"/>
              </a:ext>
            </a:extLst>
          </p:cNvPr>
          <p:cNvSpPr>
            <a:spLocks noGrp="1" noChangeArrowheads="1"/>
          </p:cNvSpPr>
          <p:nvPr>
            <p:ph type="body" idx="1"/>
          </p:nvPr>
        </p:nvSpPr>
        <p:spPr>
          <a:xfrm>
            <a:off x="335360" y="1484784"/>
            <a:ext cx="11809312" cy="5616178"/>
          </a:xfrm>
        </p:spPr>
        <p:txBody>
          <a:bodyPr/>
          <a:lstStyle/>
          <a:p>
            <a:r>
              <a:rPr lang="en-US" altLang="it-IT" sz="2000" b="1" dirty="0">
                <a:solidFill>
                  <a:srgbClr val="FF0000"/>
                </a:solidFill>
              </a:rPr>
              <a:t>Distance vector</a:t>
            </a:r>
            <a:r>
              <a:rPr lang="en-US" altLang="it-IT" sz="2000" dirty="0"/>
              <a:t> (Bellman-Ford)</a:t>
            </a:r>
          </a:p>
          <a:p>
            <a:pPr lvl="1"/>
            <a:r>
              <a:rPr lang="en-GB" altLang="it-IT" sz="1800" dirty="0"/>
              <a:t>Routers only know their local state
Link metrics and </a:t>
            </a:r>
            <a:r>
              <a:rPr lang="en-GB" altLang="it-IT" sz="1800" dirty="0" err="1"/>
              <a:t>neighbor</a:t>
            </a:r>
            <a:r>
              <a:rPr lang="en-GB" altLang="it-IT" sz="1800" dirty="0"/>
              <a:t> estimates
Internal routing protocols (RIP, IGRP)</a:t>
            </a:r>
            <a:endParaRPr lang="en-CH" altLang="it-IT" sz="1800" dirty="0"/>
          </a:p>
          <a:p>
            <a:r>
              <a:rPr lang="en-US" altLang="it-IT" sz="2400" b="1" dirty="0">
                <a:solidFill>
                  <a:srgbClr val="FF0000"/>
                </a:solidFill>
              </a:rPr>
              <a:t>Link state</a:t>
            </a:r>
          </a:p>
          <a:p>
            <a:pPr lvl="1"/>
            <a:r>
              <a:rPr lang="en-GB" altLang="it-IT" sz="1800" dirty="0"/>
              <a:t>Built on global state knowledge
Topology database
Global Optimization (Shortest Path First - Dijkstra)
Inte</a:t>
            </a:r>
            <a:r>
              <a:rPr lang="en-CH" altLang="it-IT" sz="1800" dirty="0" err="1"/>
              <a:t>rior</a:t>
            </a:r>
            <a:r>
              <a:rPr lang="en-GB" altLang="it-IT" sz="1800" dirty="0"/>
              <a:t> Routing Protocols (OSPF)</a:t>
            </a:r>
            <a:endParaRPr lang="en-CH" altLang="it-IT" sz="1800" dirty="0"/>
          </a:p>
          <a:p>
            <a:r>
              <a:rPr lang="en-US" altLang="it-IT" sz="2400" b="1" dirty="0">
                <a:solidFill>
                  <a:srgbClr val="FF0000"/>
                </a:solidFill>
              </a:rPr>
              <a:t>Path vector</a:t>
            </a:r>
          </a:p>
          <a:p>
            <a:pPr lvl="1"/>
            <a:r>
              <a:rPr lang="en-GB" altLang="it-IT" sz="1800" dirty="0"/>
              <a:t>No knowledge of the global status
path: sequence of administrative domains with attributes
Global optimization and policy routing</a:t>
            </a:r>
            <a:endParaRPr lang="en-CH" altLang="it-IT" sz="1800" dirty="0"/>
          </a:p>
          <a:p>
            <a:pPr lvl="1"/>
            <a:r>
              <a:rPr lang="en-CH" altLang="it-IT" sz="1800" dirty="0"/>
              <a:t>Exterior routing protocols </a:t>
            </a:r>
            <a:r>
              <a:rPr lang="en-US" altLang="it-IT" sz="1800" dirty="0"/>
              <a:t>(BGP)</a:t>
            </a:r>
          </a:p>
          <a:p>
            <a:pPr marL="914353" lvl="2" indent="0">
              <a:buNone/>
            </a:pPr>
            <a:endParaRPr lang="en-US" altLang="it-IT" sz="1800" dirty="0"/>
          </a:p>
        </p:txBody>
      </p:sp>
    </p:spTree>
    <p:extLst>
      <p:ext uri="{BB962C8B-B14F-4D97-AF65-F5344CB8AC3E}">
        <p14:creationId xmlns:p14="http://schemas.microsoft.com/office/powerpoint/2010/main" val="250359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50D1514-546F-FEB4-0EEC-B86A924E578B}"/>
              </a:ext>
            </a:extLst>
          </p:cNvPr>
          <p:cNvSpPr>
            <a:spLocks noGrp="1"/>
          </p:cNvSpPr>
          <p:nvPr>
            <p:ph type="body" sz="quarter" idx="13"/>
          </p:nvPr>
        </p:nvSpPr>
        <p:spPr/>
        <p:txBody>
          <a:bodyPr/>
          <a:lstStyle/>
          <a:p>
            <a:r>
              <a:rPr lang="en-CH" sz="4401" dirty="0" err="1">
                <a:solidFill>
                  <a:schemeClr val="tx2"/>
                </a:solidFill>
                <a:latin typeface="+mj-lt"/>
                <a:ea typeface="+mj-ea"/>
                <a:cs typeface="+mj-cs"/>
              </a:rPr>
              <a:t>Kathara</a:t>
            </a:r>
            <a:r>
              <a:rPr lang="en-CH" sz="4401" dirty="0">
                <a:solidFill>
                  <a:schemeClr val="tx2"/>
                </a:solidFill>
                <a:latin typeface="+mj-lt"/>
                <a:ea typeface="+mj-ea"/>
                <a:cs typeface="+mj-cs"/>
              </a:rPr>
              <a:t> Implementation (lab on FRR)</a:t>
            </a:r>
          </a:p>
        </p:txBody>
      </p:sp>
      <p:sp>
        <p:nvSpPr>
          <p:cNvPr id="4" name="Date Placeholder 3">
            <a:extLst>
              <a:ext uri="{FF2B5EF4-FFF2-40B4-BE49-F238E27FC236}">
                <a16:creationId xmlns:a16="http://schemas.microsoft.com/office/drawing/2014/main" id="{AE2EBF5F-03D8-5845-15D1-92347A5DAD3C}"/>
              </a:ext>
            </a:extLst>
          </p:cNvPr>
          <p:cNvSpPr>
            <a:spLocks noGrp="1"/>
          </p:cNvSpPr>
          <p:nvPr>
            <p:ph type="dt" sz="half" idx="2"/>
          </p:nvPr>
        </p:nvSpPr>
        <p:spPr/>
        <p:txBody>
          <a:bodyPr/>
          <a:lstStyle/>
          <a:p>
            <a:r>
              <a:rPr lang="it-IT" altLang="en-IT"/>
              <a:t>last update: Oct 2023</a:t>
            </a:r>
          </a:p>
        </p:txBody>
      </p:sp>
      <p:sp>
        <p:nvSpPr>
          <p:cNvPr id="5" name="Footer Placeholder 4">
            <a:extLst>
              <a:ext uri="{FF2B5EF4-FFF2-40B4-BE49-F238E27FC236}">
                <a16:creationId xmlns:a16="http://schemas.microsoft.com/office/drawing/2014/main" id="{2116477E-9CEB-3E92-1CCB-ABA1708D4B6C}"/>
              </a:ext>
            </a:extLst>
          </p:cNvPr>
          <p:cNvSpPr>
            <a:spLocks noGrp="1"/>
          </p:cNvSpPr>
          <p:nvPr>
            <p:ph type="ftr" sz="quarter" idx="3"/>
          </p:nvPr>
        </p:nvSpPr>
        <p:spPr/>
        <p:txBody>
          <a:bodyPr/>
          <a:lstStyle/>
          <a:p>
            <a:r>
              <a:rPr lang="it-IT" altLang="en-IT"/>
              <a:t>kathara – [ lab: frr ]</a:t>
            </a:r>
          </a:p>
        </p:txBody>
      </p:sp>
    </p:spTree>
    <p:extLst>
      <p:ext uri="{BB962C8B-B14F-4D97-AF65-F5344CB8AC3E}">
        <p14:creationId xmlns:p14="http://schemas.microsoft.com/office/powerpoint/2010/main" val="410972568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2363526A-F8E5-84EF-1DBA-92BFDC74532D}"/>
              </a:ext>
            </a:extLst>
          </p:cNvPr>
          <p:cNvSpPr>
            <a:spLocks noGrp="1" noChangeArrowheads="1"/>
          </p:cNvSpPr>
          <p:nvPr>
            <p:ph type="title"/>
          </p:nvPr>
        </p:nvSpPr>
        <p:spPr/>
        <p:txBody>
          <a:bodyPr/>
          <a:lstStyle/>
          <a:p>
            <a:r>
              <a:rPr lang="it-IT" altLang="en-IT"/>
              <a:t>preconditions</a:t>
            </a:r>
            <a:endParaRPr lang="en-US" altLang="en-IT"/>
          </a:p>
        </p:txBody>
      </p:sp>
      <p:sp>
        <p:nvSpPr>
          <p:cNvPr id="373763" name="Rectangle 3">
            <a:extLst>
              <a:ext uri="{FF2B5EF4-FFF2-40B4-BE49-F238E27FC236}">
                <a16:creationId xmlns:a16="http://schemas.microsoft.com/office/drawing/2014/main" id="{3BA0593C-9112-5109-6A47-2986D6A0F50B}"/>
              </a:ext>
            </a:extLst>
          </p:cNvPr>
          <p:cNvSpPr>
            <a:spLocks noGrp="1" noChangeArrowheads="1"/>
          </p:cNvSpPr>
          <p:nvPr>
            <p:ph idx="1"/>
          </p:nvPr>
        </p:nvSpPr>
        <p:spPr/>
        <p:txBody>
          <a:bodyPr/>
          <a:lstStyle/>
          <a:p>
            <a:r>
              <a:rPr lang="it-IT" altLang="en-IT" dirty="0"/>
              <a:t>for </a:t>
            </a:r>
            <a:r>
              <a:rPr lang="it-IT" altLang="en-IT" dirty="0" err="1"/>
              <a:t>this</a:t>
            </a:r>
            <a:r>
              <a:rPr lang="it-IT" altLang="en-IT" dirty="0"/>
              <a:t> lab </a:t>
            </a:r>
            <a:r>
              <a:rPr lang="it-IT" altLang="en-IT" dirty="0" err="1"/>
              <a:t>we</a:t>
            </a:r>
            <a:r>
              <a:rPr lang="it-IT" altLang="en-IT" dirty="0"/>
              <a:t> assume </a:t>
            </a:r>
            <a:r>
              <a:rPr lang="it-IT" altLang="en-IT" dirty="0" err="1"/>
              <a:t>you</a:t>
            </a:r>
            <a:r>
              <a:rPr lang="it-IT" altLang="en-IT" dirty="0"/>
              <a:t> </a:t>
            </a:r>
            <a:r>
              <a:rPr lang="it-IT" altLang="en-IT" dirty="0" err="1"/>
              <a:t>have</a:t>
            </a:r>
            <a:r>
              <a:rPr lang="it-IT" altLang="en-IT" dirty="0"/>
              <a:t> </a:t>
            </a:r>
            <a:r>
              <a:rPr lang="it-IT" altLang="en-IT" dirty="0" err="1"/>
              <a:t>chosen</a:t>
            </a:r>
            <a:r>
              <a:rPr lang="it-IT" altLang="en-IT" dirty="0"/>
              <a:t> “</a:t>
            </a:r>
            <a:r>
              <a:rPr lang="it-IT" altLang="en-IT" dirty="0" err="1"/>
              <a:t>kathara</a:t>
            </a:r>
            <a:r>
              <a:rPr lang="it-IT" altLang="en-IT" dirty="0"/>
              <a:t>/</a:t>
            </a:r>
            <a:r>
              <a:rPr lang="it-IT" altLang="en-IT" dirty="0" err="1"/>
              <a:t>frr</a:t>
            </a:r>
            <a:r>
              <a:rPr lang="it-IT" altLang="en-IT" dirty="0"/>
              <a:t>” </a:t>
            </a:r>
            <a:r>
              <a:rPr lang="it-IT" altLang="en-IT" dirty="0" err="1"/>
              <a:t>as</a:t>
            </a:r>
            <a:r>
              <a:rPr lang="it-IT" altLang="en-IT" dirty="0"/>
              <a:t> the default image of </a:t>
            </a:r>
            <a:r>
              <a:rPr lang="it-IT" altLang="en-IT" dirty="0" err="1"/>
              <a:t>your</a:t>
            </a:r>
            <a:r>
              <a:rPr lang="it-IT" altLang="en-IT" dirty="0"/>
              <a:t> </a:t>
            </a:r>
            <a:r>
              <a:rPr lang="it-IT" altLang="en-IT" dirty="0" err="1"/>
              <a:t>Kathar</a:t>
            </a:r>
            <a:r>
              <a:rPr lang="en-US" altLang="en-IT" dirty="0" err="1">
                <a:cs typeface="Tahoma" panose="020B0604030504040204" pitchFamily="34" charset="0"/>
              </a:rPr>
              <a:t>á</a:t>
            </a:r>
            <a:r>
              <a:rPr lang="it-IT" altLang="en-IT" dirty="0"/>
              <a:t> </a:t>
            </a:r>
            <a:r>
              <a:rPr lang="it-IT" altLang="en-IT" dirty="0" err="1"/>
              <a:t>installation</a:t>
            </a:r>
            <a:endParaRPr lang="it-IT" altLang="en-IT" dirty="0"/>
          </a:p>
          <a:p>
            <a:pPr lvl="1"/>
            <a:r>
              <a:rPr lang="it-IT" altLang="en-IT" dirty="0" err="1"/>
              <a:t>execute</a:t>
            </a:r>
            <a:r>
              <a:rPr lang="it-IT" altLang="en-IT" dirty="0"/>
              <a:t> “</a:t>
            </a:r>
            <a:r>
              <a:rPr lang="it-IT" altLang="en-IT" dirty="0" err="1"/>
              <a:t>kathara</a:t>
            </a:r>
            <a:r>
              <a:rPr lang="it-IT" altLang="en-IT" dirty="0"/>
              <a:t> settings”</a:t>
            </a:r>
          </a:p>
          <a:p>
            <a:pPr lvl="2"/>
            <a:r>
              <a:rPr lang="it-IT" altLang="en-IT" dirty="0" err="1"/>
              <a:t>select</a:t>
            </a:r>
            <a:r>
              <a:rPr lang="it-IT" altLang="en-IT" dirty="0"/>
              <a:t> “</a:t>
            </a:r>
            <a:r>
              <a:rPr lang="it-IT" altLang="en-IT" dirty="0" err="1"/>
              <a:t>choose</a:t>
            </a:r>
            <a:r>
              <a:rPr lang="it-IT" altLang="en-IT" dirty="0"/>
              <a:t> default image”</a:t>
            </a:r>
          </a:p>
          <a:p>
            <a:pPr lvl="2"/>
            <a:r>
              <a:rPr lang="it-IT" altLang="en-IT" dirty="0" err="1"/>
              <a:t>select</a:t>
            </a:r>
            <a:r>
              <a:rPr lang="it-IT" altLang="en-IT" dirty="0"/>
              <a:t> “</a:t>
            </a:r>
            <a:r>
              <a:rPr lang="it-IT" altLang="en-IT" dirty="0" err="1"/>
              <a:t>kathara</a:t>
            </a:r>
            <a:r>
              <a:rPr lang="it-IT" altLang="en-IT" dirty="0"/>
              <a:t>/</a:t>
            </a:r>
            <a:r>
              <a:rPr lang="it-IT" altLang="en-IT" dirty="0" err="1"/>
              <a:t>frr</a:t>
            </a:r>
            <a:r>
              <a:rPr lang="it-IT" altLang="en-IT" dirty="0"/>
              <a:t>”</a:t>
            </a:r>
          </a:p>
          <a:p>
            <a:pPr lvl="2"/>
            <a:r>
              <a:rPr lang="it-IT" altLang="en-IT" dirty="0"/>
              <a:t>exit from the settings procedure </a:t>
            </a:r>
            <a:endParaRPr lang="en-US" altLang="en-IT" dirty="0"/>
          </a:p>
        </p:txBody>
      </p:sp>
      <p:sp>
        <p:nvSpPr>
          <p:cNvPr id="2" name="Date Placeholder 3">
            <a:extLst>
              <a:ext uri="{FF2B5EF4-FFF2-40B4-BE49-F238E27FC236}">
                <a16:creationId xmlns:a16="http://schemas.microsoft.com/office/drawing/2014/main" id="{9F705BA2-193A-17BE-9243-2B9FE9386019}"/>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CA9C81D0-D72B-D21B-15F1-3D47214FC8D0}"/>
              </a:ext>
            </a:extLst>
          </p:cNvPr>
          <p:cNvSpPr>
            <a:spLocks noGrp="1"/>
          </p:cNvSpPr>
          <p:nvPr>
            <p:ph type="ftr" sz="quarter" idx="11"/>
          </p:nvPr>
        </p:nvSpPr>
        <p:spPr/>
        <p:txBody>
          <a:bodyPr/>
          <a:lstStyle/>
          <a:p>
            <a:r>
              <a:rPr lang="it-IT" altLang="en-IT"/>
              <a:t>kathara – [ lab: frr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49" name="Rectangle 33">
            <a:extLst>
              <a:ext uri="{FF2B5EF4-FFF2-40B4-BE49-F238E27FC236}">
                <a16:creationId xmlns:a16="http://schemas.microsoft.com/office/drawing/2014/main" id="{696B3BBE-43CC-54D4-F58A-E5CF3A05DEAD}"/>
              </a:ext>
            </a:extLst>
          </p:cNvPr>
          <p:cNvSpPr>
            <a:spLocks noGrp="1" noChangeArrowheads="1"/>
          </p:cNvSpPr>
          <p:nvPr>
            <p:ph type="title"/>
          </p:nvPr>
        </p:nvSpPr>
        <p:spPr>
          <a:xfrm>
            <a:off x="1736636" y="94443"/>
            <a:ext cx="8634412" cy="1143000"/>
          </a:xfrm>
          <a:noFill/>
          <a:ln/>
          <a:extLst>
            <a:ext uri="{909E8E84-426E-40DD-AFC4-6F175D3DCCD1}">
              <a14:hiddenFill xmlns:a14="http://schemas.microsoft.com/office/drawing/2010/main">
                <a:solidFill>
                  <a:schemeClr val="bg1"/>
                </a:solidFill>
              </a14:hiddenFill>
            </a:ext>
          </a:extLst>
        </p:spPr>
        <p:txBody>
          <a:bodyPr/>
          <a:lstStyle/>
          <a:p>
            <a:r>
              <a:rPr lang="en-CH" altLang="en-IT" dirty="0"/>
              <a:t>H</a:t>
            </a:r>
            <a:r>
              <a:rPr lang="it-IT" altLang="en-IT" dirty="0"/>
              <a:t>osts need routing</a:t>
            </a:r>
          </a:p>
        </p:txBody>
      </p:sp>
      <p:sp>
        <p:nvSpPr>
          <p:cNvPr id="367650" name="Rectangle 34">
            <a:extLst>
              <a:ext uri="{FF2B5EF4-FFF2-40B4-BE49-F238E27FC236}">
                <a16:creationId xmlns:a16="http://schemas.microsoft.com/office/drawing/2014/main" id="{1E53E5D6-4526-13E0-B2A1-79A6B719FF1A}"/>
              </a:ext>
            </a:extLst>
          </p:cNvPr>
          <p:cNvSpPr>
            <a:spLocks noGrp="1" noChangeArrowheads="1"/>
          </p:cNvSpPr>
          <p:nvPr>
            <p:ph idx="1"/>
          </p:nvPr>
        </p:nvSpPr>
        <p:spPr>
          <a:xfrm>
            <a:off x="5370828" y="1341438"/>
            <a:ext cx="6566591" cy="4573560"/>
          </a:xfrm>
        </p:spPr>
        <p:txBody>
          <a:bodyPr wrap="square">
            <a:spAutoFit/>
          </a:bodyPr>
          <a:lstStyle/>
          <a:p>
            <a:pPr marL="290513" indent="-290513"/>
            <a:r>
              <a:rPr lang="it-IT" altLang="en-IT" sz="2800" dirty="0" err="1"/>
              <a:t>each</a:t>
            </a:r>
            <a:r>
              <a:rPr lang="it-IT" altLang="en-IT" sz="2800" dirty="0"/>
              <a:t> </a:t>
            </a:r>
            <a:r>
              <a:rPr lang="it-IT" altLang="en-IT" sz="2800" dirty="0" err="1"/>
              <a:t>host</a:t>
            </a:r>
            <a:r>
              <a:rPr lang="it-IT" altLang="en-IT" sz="2800" dirty="0"/>
              <a:t> with a network stack </a:t>
            </a:r>
            <a:r>
              <a:rPr lang="it-IT" altLang="en-IT" sz="2800" dirty="0" err="1"/>
              <a:t>performs</a:t>
            </a:r>
            <a:r>
              <a:rPr lang="it-IT" altLang="en-IT" sz="2800" dirty="0"/>
              <a:t> some </a:t>
            </a:r>
            <a:r>
              <a:rPr lang="it-IT" altLang="en-IT" sz="2800" dirty="0" err="1"/>
              <a:t>elementary</a:t>
            </a:r>
            <a:r>
              <a:rPr lang="it-IT" altLang="en-IT" sz="2800" dirty="0"/>
              <a:t> </a:t>
            </a:r>
            <a:r>
              <a:rPr lang="it-IT" altLang="en-IT" sz="2800" dirty="0" err="1"/>
              <a:t>routing</a:t>
            </a:r>
            <a:endParaRPr lang="it-IT" altLang="en-IT" sz="2800" dirty="0"/>
          </a:p>
          <a:p>
            <a:pPr marL="290513" indent="-290513"/>
            <a:r>
              <a:rPr lang="it-IT" altLang="en-IT" sz="2800" dirty="0" err="1"/>
              <a:t>at</a:t>
            </a:r>
            <a:r>
              <a:rPr lang="it-IT" altLang="en-IT" sz="2800" dirty="0"/>
              <a:t> the </a:t>
            </a:r>
            <a:r>
              <a:rPr lang="it-IT" altLang="en-IT" sz="2800" dirty="0" err="1"/>
              <a:t>very</a:t>
            </a:r>
            <a:r>
              <a:rPr lang="it-IT" altLang="en-IT" sz="2800" dirty="0"/>
              <a:t> </a:t>
            </a:r>
            <a:r>
              <a:rPr lang="it-IT" altLang="en-IT" sz="2800" dirty="0" err="1"/>
              <a:t>least</a:t>
            </a:r>
            <a:r>
              <a:rPr lang="it-IT" altLang="en-IT" sz="2800" dirty="0"/>
              <a:t>, the network stack </a:t>
            </a:r>
            <a:r>
              <a:rPr lang="it-IT" altLang="en-IT" sz="2800" dirty="0" err="1"/>
              <a:t>may</a:t>
            </a:r>
            <a:r>
              <a:rPr lang="it-IT" altLang="en-IT" sz="2800" dirty="0"/>
              <a:t> be </a:t>
            </a:r>
            <a:r>
              <a:rPr lang="it-IT" altLang="en-IT" sz="2800" dirty="0" err="1"/>
              <a:t>used</a:t>
            </a:r>
            <a:r>
              <a:rPr lang="it-IT" altLang="en-IT" sz="2800" dirty="0"/>
              <a:t> to access </a:t>
            </a:r>
            <a:r>
              <a:rPr lang="it-IT" altLang="en-IT" sz="2800" dirty="0" err="1"/>
              <a:t>local</a:t>
            </a:r>
            <a:r>
              <a:rPr lang="it-IT" altLang="en-IT" sz="2800" dirty="0"/>
              <a:t> services (e.g., </a:t>
            </a:r>
            <a:r>
              <a:rPr lang="it-IT" altLang="en-IT" sz="2800" dirty="0" err="1"/>
              <a:t>Xorg</a:t>
            </a:r>
            <a:r>
              <a:rPr lang="it-IT" altLang="en-IT" sz="2800" dirty="0"/>
              <a:t>) </a:t>
            </a:r>
          </a:p>
          <a:p>
            <a:pPr marL="290513" indent="-290513"/>
            <a:r>
              <a:rPr lang="it-IT" altLang="en-IT" sz="2800" dirty="0"/>
              <a:t>the </a:t>
            </a:r>
            <a:r>
              <a:rPr lang="it-IT" altLang="en-IT" sz="2800" dirty="0" err="1"/>
              <a:t>host</a:t>
            </a:r>
            <a:r>
              <a:rPr lang="it-IT" altLang="en-IT" sz="2800" dirty="0"/>
              <a:t> must decide </a:t>
            </a:r>
            <a:r>
              <a:rPr lang="it-IT" altLang="en-IT" sz="2800" dirty="0" err="1"/>
              <a:t>when</a:t>
            </a:r>
            <a:r>
              <a:rPr lang="it-IT" altLang="en-IT" sz="2800" dirty="0"/>
              <a:t> a </a:t>
            </a:r>
            <a:r>
              <a:rPr lang="it-IT" altLang="en-IT" sz="2800" dirty="0" err="1"/>
              <a:t>packet</a:t>
            </a:r>
            <a:r>
              <a:rPr lang="it-IT" altLang="en-IT" sz="2800" dirty="0"/>
              <a:t> </a:t>
            </a:r>
            <a:r>
              <a:rPr lang="it-IT" altLang="en-IT" sz="2800" dirty="0" err="1"/>
              <a:t>needs</a:t>
            </a:r>
            <a:r>
              <a:rPr lang="it-IT" altLang="en-IT" sz="2800" dirty="0"/>
              <a:t> to be </a:t>
            </a:r>
            <a:r>
              <a:rPr lang="it-IT" altLang="en-IT" sz="2800" dirty="0" err="1"/>
              <a:t>sent</a:t>
            </a:r>
            <a:r>
              <a:rPr lang="it-IT" altLang="en-IT" sz="2800" dirty="0"/>
              <a:t> to the network </a:t>
            </a:r>
            <a:r>
              <a:rPr lang="it-IT" altLang="en-IT" sz="2800" dirty="0" err="1"/>
              <a:t>interface</a:t>
            </a:r>
            <a:r>
              <a:rPr lang="it-IT" altLang="en-IT" sz="2800" dirty="0"/>
              <a:t> card (</a:t>
            </a:r>
            <a:r>
              <a:rPr lang="it-IT" altLang="en-IT" sz="2800" dirty="0" err="1"/>
              <a:t>nic</a:t>
            </a:r>
            <a:r>
              <a:rPr lang="it-IT" altLang="en-IT" sz="2800" dirty="0"/>
              <a:t>) and </a:t>
            </a:r>
            <a:r>
              <a:rPr lang="it-IT" altLang="en-IT" sz="2800" dirty="0" err="1"/>
              <a:t>when</a:t>
            </a:r>
            <a:r>
              <a:rPr lang="it-IT" altLang="en-IT" sz="2800" dirty="0"/>
              <a:t> </a:t>
            </a:r>
            <a:r>
              <a:rPr lang="it-IT" altLang="en-IT" sz="2800" dirty="0" err="1"/>
              <a:t>it</a:t>
            </a:r>
            <a:r>
              <a:rPr lang="it-IT" altLang="en-IT" sz="2800" dirty="0"/>
              <a:t> </a:t>
            </a:r>
            <a:r>
              <a:rPr lang="it-IT" altLang="en-IT" sz="2800" dirty="0" err="1"/>
              <a:t>needs</a:t>
            </a:r>
            <a:r>
              <a:rPr lang="it-IT" altLang="en-IT" sz="2800" dirty="0"/>
              <a:t> to be </a:t>
            </a:r>
            <a:r>
              <a:rPr lang="it-IT" altLang="en-IT" sz="2800" dirty="0" err="1"/>
              <a:t>bounced</a:t>
            </a:r>
            <a:r>
              <a:rPr lang="it-IT" altLang="en-IT" sz="2800" dirty="0"/>
              <a:t> to the </a:t>
            </a:r>
            <a:r>
              <a:rPr lang="it-IT" altLang="en-IT" sz="2800" dirty="0" err="1"/>
              <a:t>loopback</a:t>
            </a:r>
            <a:r>
              <a:rPr lang="it-IT" altLang="en-IT" sz="2800" dirty="0"/>
              <a:t> </a:t>
            </a:r>
            <a:r>
              <a:rPr lang="it-IT" altLang="en-IT" sz="2800" dirty="0" err="1"/>
              <a:t>interface</a:t>
            </a:r>
            <a:r>
              <a:rPr lang="it-IT" altLang="en-IT" sz="2800" dirty="0"/>
              <a:t> (lo)</a:t>
            </a:r>
          </a:p>
        </p:txBody>
      </p:sp>
      <p:sp>
        <p:nvSpPr>
          <p:cNvPr id="2" name="Date Placeholder 3">
            <a:extLst>
              <a:ext uri="{FF2B5EF4-FFF2-40B4-BE49-F238E27FC236}">
                <a16:creationId xmlns:a16="http://schemas.microsoft.com/office/drawing/2014/main" id="{00BC7078-340B-0CB1-731E-AF506AD9F1D1}"/>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DC9F8FC9-E9E1-5E72-968A-03ADD106C00D}"/>
              </a:ext>
            </a:extLst>
          </p:cNvPr>
          <p:cNvSpPr>
            <a:spLocks noGrp="1"/>
          </p:cNvSpPr>
          <p:nvPr>
            <p:ph type="ftr" sz="quarter" idx="11"/>
          </p:nvPr>
        </p:nvSpPr>
        <p:spPr/>
        <p:txBody>
          <a:bodyPr/>
          <a:lstStyle/>
          <a:p>
            <a:r>
              <a:rPr lang="it-IT" altLang="en-IT"/>
              <a:t>kathara – [ lab: frr ]</a:t>
            </a:r>
          </a:p>
        </p:txBody>
      </p:sp>
      <p:sp>
        <p:nvSpPr>
          <p:cNvPr id="367672" name="Rectangle 56">
            <a:extLst>
              <a:ext uri="{FF2B5EF4-FFF2-40B4-BE49-F238E27FC236}">
                <a16:creationId xmlns:a16="http://schemas.microsoft.com/office/drawing/2014/main" id="{754AE1EA-1BA7-0C76-ED9B-8C909BE7206E}"/>
              </a:ext>
            </a:extLst>
          </p:cNvPr>
          <p:cNvSpPr>
            <a:spLocks noChangeArrowheads="1"/>
          </p:cNvSpPr>
          <p:nvPr/>
        </p:nvSpPr>
        <p:spPr bwMode="auto">
          <a:xfrm>
            <a:off x="3143250" y="6453189"/>
            <a:ext cx="1716088"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pPr>
            <a:r>
              <a:rPr lang="en-US" altLang="en-IT" sz="900">
                <a:solidFill>
                  <a:schemeClr val="bg2"/>
                </a:solidFill>
                <a:cs typeface="Arial" panose="020B0604020202020204" pitchFamily="34" charset="0"/>
              </a:rPr>
              <a:t>© Computer Networks Research Group Roma Tre</a:t>
            </a:r>
          </a:p>
        </p:txBody>
      </p:sp>
      <p:grpSp>
        <p:nvGrpSpPr>
          <p:cNvPr id="6" name="Group 5">
            <a:extLst>
              <a:ext uri="{FF2B5EF4-FFF2-40B4-BE49-F238E27FC236}">
                <a16:creationId xmlns:a16="http://schemas.microsoft.com/office/drawing/2014/main" id="{8523C59F-9A24-127F-C25D-E70AF374AED4}"/>
              </a:ext>
            </a:extLst>
          </p:cNvPr>
          <p:cNvGrpSpPr/>
          <p:nvPr/>
        </p:nvGrpSpPr>
        <p:grpSpPr>
          <a:xfrm>
            <a:off x="47328" y="766696"/>
            <a:ext cx="4808984" cy="5660020"/>
            <a:chOff x="47328" y="766696"/>
            <a:chExt cx="4808984" cy="5660020"/>
          </a:xfrm>
        </p:grpSpPr>
        <p:grpSp>
          <p:nvGrpSpPr>
            <p:cNvPr id="367619" name="Group 3">
              <a:extLst>
                <a:ext uri="{FF2B5EF4-FFF2-40B4-BE49-F238E27FC236}">
                  <a16:creationId xmlns:a16="http://schemas.microsoft.com/office/drawing/2014/main" id="{51B09C2E-69CE-C852-6B02-7EE64817ACBD}"/>
                </a:ext>
              </a:extLst>
            </p:cNvPr>
            <p:cNvGrpSpPr>
              <a:grpSpLocks/>
            </p:cNvGrpSpPr>
            <p:nvPr/>
          </p:nvGrpSpPr>
          <p:grpSpPr bwMode="auto">
            <a:xfrm>
              <a:off x="1487877" y="766696"/>
              <a:ext cx="2284308" cy="1443103"/>
              <a:chOff x="642" y="320"/>
              <a:chExt cx="1566" cy="1072"/>
            </a:xfrm>
          </p:grpSpPr>
          <p:grpSp>
            <p:nvGrpSpPr>
              <p:cNvPr id="367620" name="Group 4">
                <a:extLst>
                  <a:ext uri="{FF2B5EF4-FFF2-40B4-BE49-F238E27FC236}">
                    <a16:creationId xmlns:a16="http://schemas.microsoft.com/office/drawing/2014/main" id="{63E65F4A-FAC5-B5DB-CE37-DEA570F64276}"/>
                  </a:ext>
                </a:extLst>
              </p:cNvPr>
              <p:cNvGrpSpPr>
                <a:grpSpLocks/>
              </p:cNvGrpSpPr>
              <p:nvPr/>
            </p:nvGrpSpPr>
            <p:grpSpPr bwMode="auto">
              <a:xfrm>
                <a:off x="1355" y="617"/>
                <a:ext cx="379" cy="325"/>
                <a:chOff x="1355" y="569"/>
                <a:chExt cx="379" cy="325"/>
              </a:xfrm>
            </p:grpSpPr>
            <p:sp>
              <p:nvSpPr>
                <p:cNvPr id="367621" name="Freeform 5">
                  <a:extLst>
                    <a:ext uri="{FF2B5EF4-FFF2-40B4-BE49-F238E27FC236}">
                      <a16:creationId xmlns:a16="http://schemas.microsoft.com/office/drawing/2014/main" id="{ACD6E2C7-1AB6-468B-472E-F3103FA12980}"/>
                    </a:ext>
                  </a:extLst>
                </p:cNvPr>
                <p:cNvSpPr>
                  <a:spLocks noChangeAspect="1"/>
                </p:cNvSpPr>
                <p:nvPr/>
              </p:nvSpPr>
              <p:spPr bwMode="auto">
                <a:xfrm>
                  <a:off x="1362" y="587"/>
                  <a:ext cx="358" cy="293"/>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67622" name="Group 6">
                  <a:extLst>
                    <a:ext uri="{FF2B5EF4-FFF2-40B4-BE49-F238E27FC236}">
                      <a16:creationId xmlns:a16="http://schemas.microsoft.com/office/drawing/2014/main" id="{349560FA-9DDA-8EBA-FA72-497AC242E098}"/>
                    </a:ext>
                  </a:extLst>
                </p:cNvPr>
                <p:cNvGrpSpPr>
                  <a:grpSpLocks noChangeAspect="1"/>
                </p:cNvGrpSpPr>
                <p:nvPr/>
              </p:nvGrpSpPr>
              <p:grpSpPr bwMode="auto">
                <a:xfrm>
                  <a:off x="1355" y="569"/>
                  <a:ext cx="379" cy="325"/>
                  <a:chOff x="3647" y="660"/>
                  <a:chExt cx="408" cy="349"/>
                </a:xfrm>
              </p:grpSpPr>
              <p:sp>
                <p:nvSpPr>
                  <p:cNvPr id="367623" name="Freeform 7">
                    <a:extLst>
                      <a:ext uri="{FF2B5EF4-FFF2-40B4-BE49-F238E27FC236}">
                        <a16:creationId xmlns:a16="http://schemas.microsoft.com/office/drawing/2014/main" id="{B47CFB07-09B7-EE4D-68BE-EBAD3DBC3236}"/>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24" name="Freeform 8">
                    <a:extLst>
                      <a:ext uri="{FF2B5EF4-FFF2-40B4-BE49-F238E27FC236}">
                        <a16:creationId xmlns:a16="http://schemas.microsoft.com/office/drawing/2014/main" id="{14E1D076-1A02-1E23-C4C4-4FD8A515F498}"/>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sp>
            <p:nvSpPr>
              <p:cNvPr id="367625" name="Freeform 9">
                <a:extLst>
                  <a:ext uri="{FF2B5EF4-FFF2-40B4-BE49-F238E27FC236}">
                    <a16:creationId xmlns:a16="http://schemas.microsoft.com/office/drawing/2014/main" id="{1A2C30A9-61E5-A154-4002-395C3EAC51B3}"/>
                  </a:ext>
                </a:extLst>
              </p:cNvPr>
              <p:cNvSpPr>
                <a:spLocks noChangeAspect="1"/>
              </p:cNvSpPr>
              <p:nvPr/>
            </p:nvSpPr>
            <p:spPr bwMode="auto">
              <a:xfrm rot="645360">
                <a:off x="1892" y="848"/>
                <a:ext cx="298" cy="245"/>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26" name="Freeform 10">
                <a:extLst>
                  <a:ext uri="{FF2B5EF4-FFF2-40B4-BE49-F238E27FC236}">
                    <a16:creationId xmlns:a16="http://schemas.microsoft.com/office/drawing/2014/main" id="{18451EE1-259C-A872-D622-C20872AA2C45}"/>
                  </a:ext>
                </a:extLst>
              </p:cNvPr>
              <p:cNvSpPr>
                <a:spLocks noChangeAspect="1"/>
              </p:cNvSpPr>
              <p:nvPr/>
            </p:nvSpPr>
            <p:spPr bwMode="auto">
              <a:xfrm rot="645360">
                <a:off x="1892" y="838"/>
                <a:ext cx="316" cy="271"/>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27" name="Freeform 11">
                <a:extLst>
                  <a:ext uri="{FF2B5EF4-FFF2-40B4-BE49-F238E27FC236}">
                    <a16:creationId xmlns:a16="http://schemas.microsoft.com/office/drawing/2014/main" id="{4449BBCD-684B-5CC5-112C-9B32D31B00A6}"/>
                  </a:ext>
                </a:extLst>
              </p:cNvPr>
              <p:cNvSpPr>
                <a:spLocks noChangeAspect="1"/>
              </p:cNvSpPr>
              <p:nvPr/>
            </p:nvSpPr>
            <p:spPr bwMode="auto">
              <a:xfrm rot="1633682">
                <a:off x="1296" y="796"/>
                <a:ext cx="409" cy="331"/>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28" name="Freeform 12">
                <a:extLst>
                  <a:ext uri="{FF2B5EF4-FFF2-40B4-BE49-F238E27FC236}">
                    <a16:creationId xmlns:a16="http://schemas.microsoft.com/office/drawing/2014/main" id="{89FB4E59-91F1-3459-17F5-94BE0B6B946F}"/>
                  </a:ext>
                </a:extLst>
              </p:cNvPr>
              <p:cNvSpPr>
                <a:spLocks noChangeAspect="1"/>
              </p:cNvSpPr>
              <p:nvPr/>
            </p:nvSpPr>
            <p:spPr bwMode="auto">
              <a:xfrm rot="1633682">
                <a:off x="1295" y="786"/>
                <a:ext cx="433" cy="366"/>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29" name="Freeform 13">
                <a:extLst>
                  <a:ext uri="{FF2B5EF4-FFF2-40B4-BE49-F238E27FC236}">
                    <a16:creationId xmlns:a16="http://schemas.microsoft.com/office/drawing/2014/main" id="{F758A554-79F2-1E10-1C68-E8D8AE32BFC5}"/>
                  </a:ext>
                </a:extLst>
              </p:cNvPr>
              <p:cNvSpPr>
                <a:spLocks noChangeAspect="1"/>
              </p:cNvSpPr>
              <p:nvPr/>
            </p:nvSpPr>
            <p:spPr bwMode="auto">
              <a:xfrm rot="5096883">
                <a:off x="995" y="841"/>
                <a:ext cx="298" cy="245"/>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30" name="Freeform 14">
                <a:extLst>
                  <a:ext uri="{FF2B5EF4-FFF2-40B4-BE49-F238E27FC236}">
                    <a16:creationId xmlns:a16="http://schemas.microsoft.com/office/drawing/2014/main" id="{DC3893D2-7F7F-B38C-92CE-8D9CAC5075D0}"/>
                  </a:ext>
                </a:extLst>
              </p:cNvPr>
              <p:cNvSpPr>
                <a:spLocks noChangeAspect="1"/>
              </p:cNvSpPr>
              <p:nvPr/>
            </p:nvSpPr>
            <p:spPr bwMode="auto">
              <a:xfrm rot="5096883">
                <a:off x="986" y="838"/>
                <a:ext cx="316" cy="271"/>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31" name="Freeform 15">
                <a:extLst>
                  <a:ext uri="{FF2B5EF4-FFF2-40B4-BE49-F238E27FC236}">
                    <a16:creationId xmlns:a16="http://schemas.microsoft.com/office/drawing/2014/main" id="{0404AA01-E13B-E44C-2256-95BC761A4BBE}"/>
                  </a:ext>
                </a:extLst>
              </p:cNvPr>
              <p:cNvSpPr>
                <a:spLocks noChangeAspect="1"/>
              </p:cNvSpPr>
              <p:nvPr/>
            </p:nvSpPr>
            <p:spPr bwMode="auto">
              <a:xfrm rot="-1927188">
                <a:off x="1543" y="922"/>
                <a:ext cx="345" cy="312"/>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67632" name="Group 16">
                <a:extLst>
                  <a:ext uri="{FF2B5EF4-FFF2-40B4-BE49-F238E27FC236}">
                    <a16:creationId xmlns:a16="http://schemas.microsoft.com/office/drawing/2014/main" id="{FC0B57FE-2A9A-FA4F-A55A-ADF21ECE4B52}"/>
                  </a:ext>
                </a:extLst>
              </p:cNvPr>
              <p:cNvGrpSpPr>
                <a:grpSpLocks noChangeAspect="1"/>
              </p:cNvGrpSpPr>
              <p:nvPr/>
            </p:nvGrpSpPr>
            <p:grpSpPr bwMode="auto">
              <a:xfrm rot="-1927188">
                <a:off x="1535" y="902"/>
                <a:ext cx="365" cy="346"/>
                <a:chOff x="3647" y="660"/>
                <a:chExt cx="408" cy="349"/>
              </a:xfrm>
            </p:grpSpPr>
            <p:sp>
              <p:nvSpPr>
                <p:cNvPr id="367633" name="Freeform 17">
                  <a:extLst>
                    <a:ext uri="{FF2B5EF4-FFF2-40B4-BE49-F238E27FC236}">
                      <a16:creationId xmlns:a16="http://schemas.microsoft.com/office/drawing/2014/main" id="{D97826B4-F16C-ACC6-AD34-2CCB6DD7B142}"/>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34" name="Freeform 18">
                  <a:extLst>
                    <a:ext uri="{FF2B5EF4-FFF2-40B4-BE49-F238E27FC236}">
                      <a16:creationId xmlns:a16="http://schemas.microsoft.com/office/drawing/2014/main" id="{78B5E18A-4F43-ABF9-B5BA-D1DFAF400FD9}"/>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sp>
            <p:nvSpPr>
              <p:cNvPr id="367635" name="Freeform 19">
                <a:extLst>
                  <a:ext uri="{FF2B5EF4-FFF2-40B4-BE49-F238E27FC236}">
                    <a16:creationId xmlns:a16="http://schemas.microsoft.com/office/drawing/2014/main" id="{9F3CC8A6-5CF4-90F4-5466-D88FA458D7E7}"/>
                  </a:ext>
                </a:extLst>
              </p:cNvPr>
              <p:cNvSpPr>
                <a:spLocks noChangeAspect="1"/>
              </p:cNvSpPr>
              <p:nvPr/>
            </p:nvSpPr>
            <p:spPr bwMode="auto">
              <a:xfrm rot="-7673383">
                <a:off x="1235" y="1058"/>
                <a:ext cx="358" cy="292"/>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67636" name="Group 20">
                <a:extLst>
                  <a:ext uri="{FF2B5EF4-FFF2-40B4-BE49-F238E27FC236}">
                    <a16:creationId xmlns:a16="http://schemas.microsoft.com/office/drawing/2014/main" id="{60F3F17F-906E-5483-D90B-25A55458253F}"/>
                  </a:ext>
                </a:extLst>
              </p:cNvPr>
              <p:cNvGrpSpPr>
                <a:grpSpLocks noChangeAspect="1"/>
              </p:cNvGrpSpPr>
              <p:nvPr/>
            </p:nvGrpSpPr>
            <p:grpSpPr bwMode="auto">
              <a:xfrm rot="-7673383">
                <a:off x="1220" y="1041"/>
                <a:ext cx="379" cy="324"/>
                <a:chOff x="3647" y="660"/>
                <a:chExt cx="408" cy="349"/>
              </a:xfrm>
            </p:grpSpPr>
            <p:sp>
              <p:nvSpPr>
                <p:cNvPr id="367637" name="Freeform 21">
                  <a:extLst>
                    <a:ext uri="{FF2B5EF4-FFF2-40B4-BE49-F238E27FC236}">
                      <a16:creationId xmlns:a16="http://schemas.microsoft.com/office/drawing/2014/main" id="{9D04E734-433A-BDFD-1E54-CB4E7875D5E1}"/>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38" name="Freeform 22">
                  <a:extLst>
                    <a:ext uri="{FF2B5EF4-FFF2-40B4-BE49-F238E27FC236}">
                      <a16:creationId xmlns:a16="http://schemas.microsoft.com/office/drawing/2014/main" id="{CB52DCAD-EF6B-90A7-24EA-A7A9307EEA4A}"/>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nvGrpSpPr>
              <p:cNvPr id="367639" name="Group 23">
                <a:extLst>
                  <a:ext uri="{FF2B5EF4-FFF2-40B4-BE49-F238E27FC236}">
                    <a16:creationId xmlns:a16="http://schemas.microsoft.com/office/drawing/2014/main" id="{5A1EEDB3-76E1-5413-3384-4FB8ADAAE2C8}"/>
                  </a:ext>
                </a:extLst>
              </p:cNvPr>
              <p:cNvGrpSpPr>
                <a:grpSpLocks/>
              </p:cNvGrpSpPr>
              <p:nvPr/>
            </p:nvGrpSpPr>
            <p:grpSpPr bwMode="auto">
              <a:xfrm rot="-1691328">
                <a:off x="642" y="320"/>
                <a:ext cx="759" cy="375"/>
                <a:chOff x="605" y="321"/>
                <a:chExt cx="759" cy="375"/>
              </a:xfrm>
            </p:grpSpPr>
            <p:sp>
              <p:nvSpPr>
                <p:cNvPr id="367640" name="Freeform 24">
                  <a:extLst>
                    <a:ext uri="{FF2B5EF4-FFF2-40B4-BE49-F238E27FC236}">
                      <a16:creationId xmlns:a16="http://schemas.microsoft.com/office/drawing/2014/main" id="{A9DAEE1D-7446-C6FF-2B27-2ECED4A1792C}"/>
                    </a:ext>
                  </a:extLst>
                </p:cNvPr>
                <p:cNvSpPr>
                  <a:spLocks noChangeAspect="1"/>
                </p:cNvSpPr>
                <p:nvPr/>
              </p:nvSpPr>
              <p:spPr bwMode="auto">
                <a:xfrm>
                  <a:off x="605" y="321"/>
                  <a:ext cx="127" cy="274"/>
                </a:xfrm>
                <a:custGeom>
                  <a:avLst/>
                  <a:gdLst>
                    <a:gd name="T0" fmla="*/ 864 w 864"/>
                    <a:gd name="T1" fmla="*/ 624 h 624"/>
                    <a:gd name="T2" fmla="*/ 816 w 864"/>
                    <a:gd name="T3" fmla="*/ 384 h 624"/>
                    <a:gd name="T4" fmla="*/ 672 w 864"/>
                    <a:gd name="T5" fmla="*/ 192 h 624"/>
                    <a:gd name="T6" fmla="*/ 576 w 864"/>
                    <a:gd name="T7" fmla="*/ 96 h 624"/>
                    <a:gd name="T8" fmla="*/ 336 w 864"/>
                    <a:gd name="T9" fmla="*/ 96 h 624"/>
                    <a:gd name="T10" fmla="*/ 192 w 864"/>
                    <a:gd name="T11" fmla="*/ 0 h 624"/>
                    <a:gd name="T12" fmla="*/ 0 w 864"/>
                    <a:gd name="T13" fmla="*/ 48 h 624"/>
                    <a:gd name="T14" fmla="*/ 240 w 864"/>
                    <a:gd name="T15" fmla="*/ 48 h 624"/>
                    <a:gd name="T16" fmla="*/ 336 w 864"/>
                    <a:gd name="T17" fmla="*/ 96 h 624"/>
                    <a:gd name="T18" fmla="*/ 534 w 864"/>
                    <a:gd name="T19" fmla="*/ 126 h 624"/>
                    <a:gd name="T20" fmla="*/ 756 w 864"/>
                    <a:gd name="T21" fmla="*/ 306 h 624"/>
                    <a:gd name="T22" fmla="*/ 864 w 864"/>
                    <a:gd name="T2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4" h="624">
                      <a:moveTo>
                        <a:pt x="864" y="624"/>
                      </a:moveTo>
                      <a:lnTo>
                        <a:pt x="816" y="384"/>
                      </a:lnTo>
                      <a:lnTo>
                        <a:pt x="672" y="192"/>
                      </a:lnTo>
                      <a:lnTo>
                        <a:pt x="576" y="96"/>
                      </a:lnTo>
                      <a:lnTo>
                        <a:pt x="336" y="96"/>
                      </a:lnTo>
                      <a:lnTo>
                        <a:pt x="192" y="0"/>
                      </a:lnTo>
                      <a:lnTo>
                        <a:pt x="0" y="48"/>
                      </a:lnTo>
                      <a:lnTo>
                        <a:pt x="240" y="48"/>
                      </a:lnTo>
                      <a:lnTo>
                        <a:pt x="336" y="96"/>
                      </a:lnTo>
                      <a:lnTo>
                        <a:pt x="534" y="126"/>
                      </a:lnTo>
                      <a:lnTo>
                        <a:pt x="756" y="306"/>
                      </a:lnTo>
                      <a:lnTo>
                        <a:pt x="864" y="624"/>
                      </a:lnTo>
                      <a:close/>
                    </a:path>
                  </a:pathLst>
                </a:custGeom>
                <a:solidFill>
                  <a:schemeClr val="tx1"/>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367641" name="Freeform 25">
                  <a:extLst>
                    <a:ext uri="{FF2B5EF4-FFF2-40B4-BE49-F238E27FC236}">
                      <a16:creationId xmlns:a16="http://schemas.microsoft.com/office/drawing/2014/main" id="{8E46A99A-508B-42E9-5841-5A79912D1900}"/>
                    </a:ext>
                  </a:extLst>
                </p:cNvPr>
                <p:cNvSpPr>
                  <a:spLocks noChangeAspect="1"/>
                </p:cNvSpPr>
                <p:nvPr/>
              </p:nvSpPr>
              <p:spPr bwMode="auto">
                <a:xfrm rot="4807087" flipH="1">
                  <a:off x="805" y="285"/>
                  <a:ext cx="137" cy="253"/>
                </a:xfrm>
                <a:custGeom>
                  <a:avLst/>
                  <a:gdLst>
                    <a:gd name="T0" fmla="*/ 864 w 864"/>
                    <a:gd name="T1" fmla="*/ 624 h 624"/>
                    <a:gd name="T2" fmla="*/ 816 w 864"/>
                    <a:gd name="T3" fmla="*/ 384 h 624"/>
                    <a:gd name="T4" fmla="*/ 672 w 864"/>
                    <a:gd name="T5" fmla="*/ 192 h 624"/>
                    <a:gd name="T6" fmla="*/ 576 w 864"/>
                    <a:gd name="T7" fmla="*/ 96 h 624"/>
                    <a:gd name="T8" fmla="*/ 336 w 864"/>
                    <a:gd name="T9" fmla="*/ 96 h 624"/>
                    <a:gd name="T10" fmla="*/ 192 w 864"/>
                    <a:gd name="T11" fmla="*/ 0 h 624"/>
                    <a:gd name="T12" fmla="*/ 0 w 864"/>
                    <a:gd name="T13" fmla="*/ 48 h 624"/>
                    <a:gd name="T14" fmla="*/ 240 w 864"/>
                    <a:gd name="T15" fmla="*/ 48 h 624"/>
                    <a:gd name="T16" fmla="*/ 336 w 864"/>
                    <a:gd name="T17" fmla="*/ 96 h 624"/>
                    <a:gd name="T18" fmla="*/ 534 w 864"/>
                    <a:gd name="T19" fmla="*/ 126 h 624"/>
                    <a:gd name="T20" fmla="*/ 756 w 864"/>
                    <a:gd name="T21" fmla="*/ 306 h 624"/>
                    <a:gd name="T22" fmla="*/ 864 w 864"/>
                    <a:gd name="T2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4" h="624">
                      <a:moveTo>
                        <a:pt x="864" y="624"/>
                      </a:moveTo>
                      <a:lnTo>
                        <a:pt x="816" y="384"/>
                      </a:lnTo>
                      <a:lnTo>
                        <a:pt x="672" y="192"/>
                      </a:lnTo>
                      <a:lnTo>
                        <a:pt x="576" y="96"/>
                      </a:lnTo>
                      <a:lnTo>
                        <a:pt x="336" y="96"/>
                      </a:lnTo>
                      <a:lnTo>
                        <a:pt x="192" y="0"/>
                      </a:lnTo>
                      <a:lnTo>
                        <a:pt x="0" y="48"/>
                      </a:lnTo>
                      <a:lnTo>
                        <a:pt x="240" y="48"/>
                      </a:lnTo>
                      <a:lnTo>
                        <a:pt x="336" y="96"/>
                      </a:lnTo>
                      <a:lnTo>
                        <a:pt x="534" y="126"/>
                      </a:lnTo>
                      <a:lnTo>
                        <a:pt x="756" y="306"/>
                      </a:lnTo>
                      <a:lnTo>
                        <a:pt x="864" y="624"/>
                      </a:lnTo>
                      <a:close/>
                    </a:path>
                  </a:pathLst>
                </a:custGeom>
                <a:solidFill>
                  <a:schemeClr val="tx1"/>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367642" name="Freeform 26">
                  <a:extLst>
                    <a:ext uri="{FF2B5EF4-FFF2-40B4-BE49-F238E27FC236}">
                      <a16:creationId xmlns:a16="http://schemas.microsoft.com/office/drawing/2014/main" id="{EFE59665-D50E-EADD-2AEA-1C638A2233B7}"/>
                    </a:ext>
                  </a:extLst>
                </p:cNvPr>
                <p:cNvSpPr>
                  <a:spLocks noChangeAspect="1"/>
                </p:cNvSpPr>
                <p:nvPr/>
              </p:nvSpPr>
              <p:spPr bwMode="auto">
                <a:xfrm rot="6938802" flipH="1">
                  <a:off x="1080" y="411"/>
                  <a:ext cx="316" cy="253"/>
                </a:xfrm>
                <a:custGeom>
                  <a:avLst/>
                  <a:gdLst>
                    <a:gd name="T0" fmla="*/ 864 w 864"/>
                    <a:gd name="T1" fmla="*/ 624 h 624"/>
                    <a:gd name="T2" fmla="*/ 816 w 864"/>
                    <a:gd name="T3" fmla="*/ 384 h 624"/>
                    <a:gd name="T4" fmla="*/ 672 w 864"/>
                    <a:gd name="T5" fmla="*/ 192 h 624"/>
                    <a:gd name="T6" fmla="*/ 576 w 864"/>
                    <a:gd name="T7" fmla="*/ 96 h 624"/>
                    <a:gd name="T8" fmla="*/ 336 w 864"/>
                    <a:gd name="T9" fmla="*/ 96 h 624"/>
                    <a:gd name="T10" fmla="*/ 192 w 864"/>
                    <a:gd name="T11" fmla="*/ 0 h 624"/>
                    <a:gd name="T12" fmla="*/ 0 w 864"/>
                    <a:gd name="T13" fmla="*/ 48 h 624"/>
                    <a:gd name="T14" fmla="*/ 240 w 864"/>
                    <a:gd name="T15" fmla="*/ 48 h 624"/>
                    <a:gd name="T16" fmla="*/ 336 w 864"/>
                    <a:gd name="T17" fmla="*/ 96 h 624"/>
                    <a:gd name="T18" fmla="*/ 534 w 864"/>
                    <a:gd name="T19" fmla="*/ 126 h 624"/>
                    <a:gd name="T20" fmla="*/ 756 w 864"/>
                    <a:gd name="T21" fmla="*/ 306 h 624"/>
                    <a:gd name="T22" fmla="*/ 864 w 864"/>
                    <a:gd name="T2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4" h="624">
                      <a:moveTo>
                        <a:pt x="864" y="624"/>
                      </a:moveTo>
                      <a:lnTo>
                        <a:pt x="816" y="384"/>
                      </a:lnTo>
                      <a:lnTo>
                        <a:pt x="672" y="192"/>
                      </a:lnTo>
                      <a:lnTo>
                        <a:pt x="576" y="96"/>
                      </a:lnTo>
                      <a:lnTo>
                        <a:pt x="336" y="96"/>
                      </a:lnTo>
                      <a:lnTo>
                        <a:pt x="192" y="0"/>
                      </a:lnTo>
                      <a:lnTo>
                        <a:pt x="0" y="48"/>
                      </a:lnTo>
                      <a:lnTo>
                        <a:pt x="240" y="48"/>
                      </a:lnTo>
                      <a:lnTo>
                        <a:pt x="336" y="96"/>
                      </a:lnTo>
                      <a:lnTo>
                        <a:pt x="534" y="126"/>
                      </a:lnTo>
                      <a:lnTo>
                        <a:pt x="756" y="306"/>
                      </a:lnTo>
                      <a:lnTo>
                        <a:pt x="864" y="624"/>
                      </a:lnTo>
                      <a:close/>
                    </a:path>
                  </a:pathLst>
                </a:custGeom>
                <a:solidFill>
                  <a:schemeClr val="tx1"/>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sp>
            <p:nvSpPr>
              <p:cNvPr id="367643" name="Freeform 27">
                <a:extLst>
                  <a:ext uri="{FF2B5EF4-FFF2-40B4-BE49-F238E27FC236}">
                    <a16:creationId xmlns:a16="http://schemas.microsoft.com/office/drawing/2014/main" id="{7EBB1AE7-402E-48B4-F156-F1016E5C97DB}"/>
                  </a:ext>
                </a:extLst>
              </p:cNvPr>
              <p:cNvSpPr>
                <a:spLocks noChangeAspect="1"/>
              </p:cNvSpPr>
              <p:nvPr/>
            </p:nvSpPr>
            <p:spPr bwMode="auto">
              <a:xfrm rot="10169807">
                <a:off x="1785" y="980"/>
                <a:ext cx="359" cy="292"/>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44" name="Freeform 28">
                <a:extLst>
                  <a:ext uri="{FF2B5EF4-FFF2-40B4-BE49-F238E27FC236}">
                    <a16:creationId xmlns:a16="http://schemas.microsoft.com/office/drawing/2014/main" id="{98483C03-AC95-EA9F-F759-1CF73567CE23}"/>
                  </a:ext>
                </a:extLst>
              </p:cNvPr>
              <p:cNvSpPr>
                <a:spLocks noChangeAspect="1"/>
              </p:cNvSpPr>
              <p:nvPr/>
            </p:nvSpPr>
            <p:spPr bwMode="auto">
              <a:xfrm rot="10169807">
                <a:off x="1765" y="965"/>
                <a:ext cx="380" cy="324"/>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45" name="Freeform 29">
                <a:extLst>
                  <a:ext uri="{FF2B5EF4-FFF2-40B4-BE49-F238E27FC236}">
                    <a16:creationId xmlns:a16="http://schemas.microsoft.com/office/drawing/2014/main" id="{FD8ABD74-201A-8B43-567E-80761A26B177}"/>
                  </a:ext>
                </a:extLst>
              </p:cNvPr>
              <p:cNvSpPr>
                <a:spLocks noChangeAspect="1"/>
              </p:cNvSpPr>
              <p:nvPr/>
            </p:nvSpPr>
            <p:spPr bwMode="auto">
              <a:xfrm rot="-7314158">
                <a:off x="1047" y="512"/>
                <a:ext cx="262" cy="215"/>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67646" name="Group 30">
                <a:extLst>
                  <a:ext uri="{FF2B5EF4-FFF2-40B4-BE49-F238E27FC236}">
                    <a16:creationId xmlns:a16="http://schemas.microsoft.com/office/drawing/2014/main" id="{A6BC457C-C6ED-656F-82DC-AC85CE9A0317}"/>
                  </a:ext>
                </a:extLst>
              </p:cNvPr>
              <p:cNvGrpSpPr>
                <a:grpSpLocks noChangeAspect="1"/>
              </p:cNvGrpSpPr>
              <p:nvPr/>
            </p:nvGrpSpPr>
            <p:grpSpPr bwMode="auto">
              <a:xfrm rot="-7314158">
                <a:off x="1036" y="500"/>
                <a:ext cx="277" cy="238"/>
                <a:chOff x="3647" y="660"/>
                <a:chExt cx="408" cy="349"/>
              </a:xfrm>
            </p:grpSpPr>
            <p:sp>
              <p:nvSpPr>
                <p:cNvPr id="367647" name="Freeform 31">
                  <a:extLst>
                    <a:ext uri="{FF2B5EF4-FFF2-40B4-BE49-F238E27FC236}">
                      <a16:creationId xmlns:a16="http://schemas.microsoft.com/office/drawing/2014/main" id="{68A5B30F-BDA4-CCCA-5C57-731463CB0FA4}"/>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7648" name="Freeform 32">
                  <a:extLst>
                    <a:ext uri="{FF2B5EF4-FFF2-40B4-BE49-F238E27FC236}">
                      <a16:creationId xmlns:a16="http://schemas.microsoft.com/office/drawing/2014/main" id="{C5AB9A46-2CD3-4ED9-B485-FD13EE39CE28}"/>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pic>
          <p:nvPicPr>
            <p:cNvPr id="367651" name="Picture 35">
              <a:extLst>
                <a:ext uri="{FF2B5EF4-FFF2-40B4-BE49-F238E27FC236}">
                  <a16:creationId xmlns:a16="http://schemas.microsoft.com/office/drawing/2014/main" id="{07E4ABA5-C212-68D4-9650-72850C23E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2696" y="4876800"/>
              <a:ext cx="685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367652" name="Picture 36">
              <a:extLst>
                <a:ext uri="{FF2B5EF4-FFF2-40B4-BE49-F238E27FC236}">
                  <a16:creationId xmlns:a16="http://schemas.microsoft.com/office/drawing/2014/main" id="{12175497-B5BC-B016-444A-FD73B7DF8DE6}"/>
                </a:ext>
              </a:extLst>
            </p:cNvPr>
            <p:cNvPicPr>
              <a:picLocks noChangeAspect="1" noChangeArrowheads="1"/>
            </p:cNvPicPr>
            <p:nvPr/>
          </p:nvPicPr>
          <p:blipFill>
            <a:blip r:embed="rId3">
              <a:lum bright="60000" contrast="-66000"/>
              <a:extLst>
                <a:ext uri="{28A0092B-C50C-407E-A947-70E740481C1C}">
                  <a14:useLocalDpi xmlns:a14="http://schemas.microsoft.com/office/drawing/2010/main" val="0"/>
                </a:ext>
              </a:extLst>
            </a:blip>
            <a:srcRect/>
            <a:stretch>
              <a:fillRect/>
            </a:stretch>
          </p:blipFill>
          <p:spPr bwMode="auto">
            <a:xfrm>
              <a:off x="3840446" y="4851400"/>
              <a:ext cx="687388" cy="1066800"/>
            </a:xfrm>
            <a:prstGeom prst="rect">
              <a:avLst/>
            </a:prstGeom>
            <a:solidFill>
              <a:schemeClr val="folHlink"/>
            </a:solidFill>
          </p:spPr>
        </p:pic>
        <p:sp>
          <p:nvSpPr>
            <p:cNvPr id="367653" name="Freeform 37">
              <a:extLst>
                <a:ext uri="{FF2B5EF4-FFF2-40B4-BE49-F238E27FC236}">
                  <a16:creationId xmlns:a16="http://schemas.microsoft.com/office/drawing/2014/main" id="{A72765EF-A5EA-4F6C-9A26-F2C8A217632C}"/>
                </a:ext>
              </a:extLst>
            </p:cNvPr>
            <p:cNvSpPr>
              <a:spLocks/>
            </p:cNvSpPr>
            <p:nvPr/>
          </p:nvSpPr>
          <p:spPr bwMode="auto">
            <a:xfrm>
              <a:off x="47328" y="6057384"/>
              <a:ext cx="2063750" cy="369332"/>
            </a:xfrm>
            <a:custGeom>
              <a:avLst/>
              <a:gdLst>
                <a:gd name="T0" fmla="*/ 720 w 871"/>
                <a:gd name="T1" fmla="*/ 0 h 376"/>
                <a:gd name="T2" fmla="*/ 690 w 871"/>
                <a:gd name="T3" fmla="*/ 253 h 376"/>
                <a:gd name="T4" fmla="*/ 432 w 871"/>
                <a:gd name="T5" fmla="*/ 288 h 376"/>
                <a:gd name="T6" fmla="*/ 584 w 871"/>
                <a:gd name="T7" fmla="*/ 179 h 376"/>
                <a:gd name="T8" fmla="*/ 864 w 871"/>
                <a:gd name="T9" fmla="*/ 240 h 376"/>
                <a:gd name="T10" fmla="*/ 460 w 871"/>
                <a:gd name="T11" fmla="*/ 376 h 376"/>
                <a:gd name="T12" fmla="*/ 240 w 871"/>
                <a:gd name="T13" fmla="*/ 240 h 376"/>
                <a:gd name="T14" fmla="*/ 0 w 871"/>
                <a:gd name="T15" fmla="*/ 336 h 3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1" h="376">
                  <a:moveTo>
                    <a:pt x="720" y="0"/>
                  </a:moveTo>
                  <a:cubicBezTo>
                    <a:pt x="715" y="42"/>
                    <a:pt x="738" y="205"/>
                    <a:pt x="690" y="253"/>
                  </a:cubicBezTo>
                  <a:cubicBezTo>
                    <a:pt x="642" y="301"/>
                    <a:pt x="450" y="300"/>
                    <a:pt x="432" y="288"/>
                  </a:cubicBezTo>
                  <a:cubicBezTo>
                    <a:pt x="403" y="212"/>
                    <a:pt x="512" y="187"/>
                    <a:pt x="584" y="179"/>
                  </a:cubicBezTo>
                  <a:cubicBezTo>
                    <a:pt x="656" y="171"/>
                    <a:pt x="871" y="162"/>
                    <a:pt x="864" y="240"/>
                  </a:cubicBezTo>
                  <a:cubicBezTo>
                    <a:pt x="856" y="336"/>
                    <a:pt x="564" y="376"/>
                    <a:pt x="460" y="376"/>
                  </a:cubicBezTo>
                  <a:cubicBezTo>
                    <a:pt x="356" y="376"/>
                    <a:pt x="336" y="248"/>
                    <a:pt x="240" y="240"/>
                  </a:cubicBezTo>
                  <a:cubicBezTo>
                    <a:pt x="144" y="232"/>
                    <a:pt x="72" y="284"/>
                    <a:pt x="0" y="336"/>
                  </a:cubicBezTo>
                </a:path>
              </a:pathLst>
            </a:custGeom>
            <a:noFill/>
            <a:ln w="38100" cap="flat" cmpd="sng">
              <a:solidFill>
                <a:schemeClr val="accent1"/>
              </a:solidFill>
              <a:prstDash val="solid"/>
              <a:round/>
              <a:headEnd type="none" w="med" len="med"/>
              <a:tailEnd type="none" w="med" len="med"/>
            </a:ln>
            <a:effectLst>
              <a:prstShdw prst="shdw15">
                <a:srgbClr val="DDDDDD"/>
              </a:prstShdw>
            </a:effectLst>
            <a:extLst>
              <a:ext uri="{909E8E84-426E-40DD-AFC4-6F175D3DCCD1}">
                <a14:hiddenFill xmlns:a14="http://schemas.microsoft.com/office/drawing/2010/main">
                  <a:solidFill>
                    <a:srgbClr val="FFFFFF"/>
                  </a:solidFill>
                </a14:hiddenFill>
              </a:ext>
            </a:extLst>
          </p:spPr>
          <p:txBody>
            <a:bodyPr anchor="ctr">
              <a:spAutoFit/>
            </a:bodyPr>
            <a:lstStyle/>
            <a:p>
              <a:endParaRPr lang="en-IT"/>
            </a:p>
          </p:txBody>
        </p:sp>
        <p:sp>
          <p:nvSpPr>
            <p:cNvPr id="367655" name="Text Box 39">
              <a:extLst>
                <a:ext uri="{FF2B5EF4-FFF2-40B4-BE49-F238E27FC236}">
                  <a16:creationId xmlns:a16="http://schemas.microsoft.com/office/drawing/2014/main" id="{2EED726F-3CA2-B47D-46DB-9C3EC36F7D8E}"/>
                </a:ext>
              </a:extLst>
            </p:cNvPr>
            <p:cNvSpPr txBox="1">
              <a:spLocks noChangeArrowheads="1"/>
            </p:cNvSpPr>
            <p:nvPr/>
          </p:nvSpPr>
          <p:spPr bwMode="auto">
            <a:xfrm>
              <a:off x="1914810" y="4373563"/>
              <a:ext cx="7826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eth0</a:t>
              </a:r>
            </a:p>
          </p:txBody>
        </p:sp>
        <p:sp>
          <p:nvSpPr>
            <p:cNvPr id="367656" name="Text Box 40">
              <a:extLst>
                <a:ext uri="{FF2B5EF4-FFF2-40B4-BE49-F238E27FC236}">
                  <a16:creationId xmlns:a16="http://schemas.microsoft.com/office/drawing/2014/main" id="{3F9684C4-EB38-6136-7FD1-D4A7C6BDAC53}"/>
                </a:ext>
              </a:extLst>
            </p:cNvPr>
            <p:cNvSpPr txBox="1">
              <a:spLocks noChangeArrowheads="1"/>
            </p:cNvSpPr>
            <p:nvPr/>
          </p:nvSpPr>
          <p:spPr bwMode="auto">
            <a:xfrm>
              <a:off x="4175409" y="4389438"/>
              <a:ext cx="419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lo</a:t>
              </a:r>
            </a:p>
          </p:txBody>
        </p:sp>
        <p:sp>
          <p:nvSpPr>
            <p:cNvPr id="367657" name="Text Box 41">
              <a:extLst>
                <a:ext uri="{FF2B5EF4-FFF2-40B4-BE49-F238E27FC236}">
                  <a16:creationId xmlns:a16="http://schemas.microsoft.com/office/drawing/2014/main" id="{D4D4FCB5-4BEA-7820-AEC8-F45E85065948}"/>
                </a:ext>
              </a:extLst>
            </p:cNvPr>
            <p:cNvSpPr txBox="1">
              <a:spLocks noChangeArrowheads="1"/>
            </p:cNvSpPr>
            <p:nvPr/>
          </p:nvSpPr>
          <p:spPr bwMode="auto">
            <a:xfrm>
              <a:off x="1546509" y="5135563"/>
              <a:ext cx="565150" cy="4572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eaLnBrk="0" hangingPunct="0"/>
              <a:r>
                <a:rPr lang="it-IT" altLang="en-IT" sz="2400">
                  <a:solidFill>
                    <a:schemeClr val="bg1"/>
                  </a:solidFill>
                  <a:latin typeface="Tahoma" panose="020B0604030504040204" pitchFamily="34" charset="0"/>
                </a:rPr>
                <a:t>nic</a:t>
              </a:r>
            </a:p>
          </p:txBody>
        </p:sp>
        <p:sp>
          <p:nvSpPr>
            <p:cNvPr id="367658" name="Rectangle 42">
              <a:extLst>
                <a:ext uri="{FF2B5EF4-FFF2-40B4-BE49-F238E27FC236}">
                  <a16:creationId xmlns:a16="http://schemas.microsoft.com/office/drawing/2014/main" id="{31D1E5B1-391C-43CF-3FC9-F66D7D4AF6C5}"/>
                </a:ext>
              </a:extLst>
            </p:cNvPr>
            <p:cNvSpPr>
              <a:spLocks noChangeArrowheads="1"/>
            </p:cNvSpPr>
            <p:nvPr/>
          </p:nvSpPr>
          <p:spPr bwMode="auto">
            <a:xfrm>
              <a:off x="944845" y="3064643"/>
              <a:ext cx="3911467" cy="1078187"/>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square" anchor="ctr">
              <a:spAutoFit/>
            </a:bodyPr>
            <a:lstStyle/>
            <a:p>
              <a:endParaRPr lang="en-IT"/>
            </a:p>
          </p:txBody>
        </p:sp>
        <p:grpSp>
          <p:nvGrpSpPr>
            <p:cNvPr id="367662" name="Group 46">
              <a:extLst>
                <a:ext uri="{FF2B5EF4-FFF2-40B4-BE49-F238E27FC236}">
                  <a16:creationId xmlns:a16="http://schemas.microsoft.com/office/drawing/2014/main" id="{2ABE8088-4EBD-6032-BE26-8BBF5B6070CE}"/>
                </a:ext>
              </a:extLst>
            </p:cNvPr>
            <p:cNvGrpSpPr>
              <a:grpSpLocks noChangeAspect="1"/>
            </p:cNvGrpSpPr>
            <p:nvPr/>
          </p:nvGrpSpPr>
          <p:grpSpPr bwMode="auto">
            <a:xfrm>
              <a:off x="2073559" y="1654672"/>
              <a:ext cx="2071167" cy="1545729"/>
              <a:chOff x="1488" y="1149"/>
              <a:chExt cx="2141" cy="1731"/>
            </a:xfrm>
          </p:grpSpPr>
          <p:sp>
            <p:nvSpPr>
              <p:cNvPr id="367663" name="AutoShape 47">
                <a:extLst>
                  <a:ext uri="{FF2B5EF4-FFF2-40B4-BE49-F238E27FC236}">
                    <a16:creationId xmlns:a16="http://schemas.microsoft.com/office/drawing/2014/main" id="{B4744D89-6690-5D76-BB91-C1274DAA91A8}"/>
                  </a:ext>
                </a:extLst>
              </p:cNvPr>
              <p:cNvSpPr>
                <a:spLocks noChangeAspect="1" noChangeArrowheads="1"/>
              </p:cNvSpPr>
              <p:nvPr/>
            </p:nvSpPr>
            <p:spPr bwMode="auto">
              <a:xfrm>
                <a:off x="3360" y="1149"/>
                <a:ext cx="269" cy="582"/>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7001">
                    <a:srgbClr val="E6E6E6"/>
                  </a:gs>
                  <a:gs pos="32001">
                    <a:srgbClr val="7D8496"/>
                  </a:gs>
                  <a:gs pos="47000">
                    <a:srgbClr val="E6E6E6"/>
                  </a:gs>
                  <a:gs pos="85001">
                    <a:srgbClr val="7D8496"/>
                  </a:gs>
                  <a:gs pos="100000">
                    <a:srgbClr val="E6E6E6"/>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367664" name="Rectangle 48">
                <a:extLst>
                  <a:ext uri="{FF2B5EF4-FFF2-40B4-BE49-F238E27FC236}">
                    <a16:creationId xmlns:a16="http://schemas.microsoft.com/office/drawing/2014/main" id="{47E385E1-8EF4-B12B-129D-876BD661848C}"/>
                  </a:ext>
                </a:extLst>
              </p:cNvPr>
              <p:cNvSpPr>
                <a:spLocks noChangeAspect="1" noChangeArrowheads="1"/>
              </p:cNvSpPr>
              <p:nvPr/>
            </p:nvSpPr>
            <p:spPr bwMode="auto">
              <a:xfrm>
                <a:off x="1488" y="1233"/>
                <a:ext cx="1920" cy="41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367665" name="AutoShape 49">
                <a:extLst>
                  <a:ext uri="{FF2B5EF4-FFF2-40B4-BE49-F238E27FC236}">
                    <a16:creationId xmlns:a16="http://schemas.microsoft.com/office/drawing/2014/main" id="{DB7101CA-5507-8DA1-3054-C7837C49EDBC}"/>
                  </a:ext>
                </a:extLst>
              </p:cNvPr>
              <p:cNvSpPr>
                <a:spLocks noChangeAspect="1" noChangeArrowheads="1"/>
              </p:cNvSpPr>
              <p:nvPr/>
            </p:nvSpPr>
            <p:spPr bwMode="auto">
              <a:xfrm>
                <a:off x="1488" y="1313"/>
                <a:ext cx="1920" cy="974"/>
              </a:xfrm>
              <a:custGeom>
                <a:avLst/>
                <a:gdLst>
                  <a:gd name="G0" fmla="+- 8910 0 0"/>
                  <a:gd name="G1" fmla="+- 21600 0 8910"/>
                  <a:gd name="G2" fmla="*/ 8910 1 2"/>
                  <a:gd name="G3" fmla="+- 21600 0 G2"/>
                  <a:gd name="G4" fmla="+/ 8910 21600 2"/>
                  <a:gd name="G5" fmla="+/ G1 0 2"/>
                  <a:gd name="G6" fmla="*/ 21600 21600 8910"/>
                  <a:gd name="G7" fmla="*/ G6 1 2"/>
                  <a:gd name="G8" fmla="+- 21600 0 G7"/>
                  <a:gd name="G9" fmla="*/ 21600 1 2"/>
                  <a:gd name="G10" fmla="+- 8910 0 G9"/>
                  <a:gd name="G11" fmla="?: G10 G8 0"/>
                  <a:gd name="G12" fmla="?: G10 G7 21600"/>
                  <a:gd name="T0" fmla="*/ 17145 w 21600"/>
                  <a:gd name="T1" fmla="*/ 10800 h 21600"/>
                  <a:gd name="T2" fmla="*/ 10800 w 21600"/>
                  <a:gd name="T3" fmla="*/ 21600 h 21600"/>
                  <a:gd name="T4" fmla="*/ 4455 w 21600"/>
                  <a:gd name="T5" fmla="*/ 10800 h 21600"/>
                  <a:gd name="T6" fmla="*/ 10800 w 21600"/>
                  <a:gd name="T7" fmla="*/ 0 h 21600"/>
                  <a:gd name="T8" fmla="*/ 6255 w 21600"/>
                  <a:gd name="T9" fmla="*/ 6255 h 21600"/>
                  <a:gd name="T10" fmla="*/ 15345 w 21600"/>
                  <a:gd name="T11" fmla="*/ 15345 h 21600"/>
                </a:gdLst>
                <a:ahLst/>
                <a:cxnLst>
                  <a:cxn ang="0">
                    <a:pos x="T0" y="T1"/>
                  </a:cxn>
                  <a:cxn ang="0">
                    <a:pos x="T2" y="T3"/>
                  </a:cxn>
                  <a:cxn ang="0">
                    <a:pos x="T4" y="T5"/>
                  </a:cxn>
                  <a:cxn ang="0">
                    <a:pos x="T6" y="T7"/>
                  </a:cxn>
                </a:cxnLst>
                <a:rect l="T8" t="T9" r="T10" b="T11"/>
                <a:pathLst>
                  <a:path w="21600" h="21600">
                    <a:moveTo>
                      <a:pt x="0" y="0"/>
                    </a:moveTo>
                    <a:lnTo>
                      <a:pt x="8910" y="21600"/>
                    </a:lnTo>
                    <a:lnTo>
                      <a:pt x="12690" y="21600"/>
                    </a:lnTo>
                    <a:lnTo>
                      <a:pt x="21600" y="0"/>
                    </a:lnTo>
                    <a:close/>
                  </a:path>
                </a:pathLst>
              </a:custGeom>
              <a:gradFill rotWithShape="0">
                <a:gsLst>
                  <a:gs pos="0">
                    <a:srgbClr val="E6E6E6"/>
                  </a:gs>
                  <a:gs pos="14999">
                    <a:srgbClr val="7D8496"/>
                  </a:gs>
                  <a:gs pos="53000">
                    <a:srgbClr val="E6E6E6"/>
                  </a:gs>
                  <a:gs pos="67999">
                    <a:srgbClr val="7D8496"/>
                  </a:gs>
                  <a:gs pos="92999">
                    <a:srgbClr val="E6E6E6"/>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367666" name="AutoShape 50">
                <a:extLst>
                  <a:ext uri="{FF2B5EF4-FFF2-40B4-BE49-F238E27FC236}">
                    <a16:creationId xmlns:a16="http://schemas.microsoft.com/office/drawing/2014/main" id="{05B86969-53E0-7E74-99E1-F2AADE67E6C4}"/>
                  </a:ext>
                </a:extLst>
              </p:cNvPr>
              <p:cNvSpPr>
                <a:spLocks noChangeAspect="1" noChangeArrowheads="1"/>
              </p:cNvSpPr>
              <p:nvPr/>
            </p:nvSpPr>
            <p:spPr bwMode="auto">
              <a:xfrm>
                <a:off x="2288" y="2064"/>
                <a:ext cx="336" cy="816"/>
              </a:xfrm>
              <a:custGeom>
                <a:avLst/>
                <a:gdLst>
                  <a:gd name="G0" fmla="+- 6975 0 0"/>
                  <a:gd name="G1" fmla="+- 21600 0 6975"/>
                  <a:gd name="G2" fmla="*/ 6975 1 2"/>
                  <a:gd name="G3" fmla="+- 21600 0 G2"/>
                  <a:gd name="G4" fmla="+/ 6975 21600 2"/>
                  <a:gd name="G5" fmla="+/ G1 0 2"/>
                  <a:gd name="G6" fmla="*/ 21600 21600 6975"/>
                  <a:gd name="G7" fmla="*/ G6 1 2"/>
                  <a:gd name="G8" fmla="+- 21600 0 G7"/>
                  <a:gd name="G9" fmla="*/ 21600 1 2"/>
                  <a:gd name="G10" fmla="+- 6975 0 G9"/>
                  <a:gd name="G11" fmla="?: G10 G8 0"/>
                  <a:gd name="G12" fmla="?: G10 G7 21600"/>
                  <a:gd name="T0" fmla="*/ 18112 w 21600"/>
                  <a:gd name="T1" fmla="*/ 10800 h 21600"/>
                  <a:gd name="T2" fmla="*/ 10800 w 21600"/>
                  <a:gd name="T3" fmla="*/ 21600 h 21600"/>
                  <a:gd name="T4" fmla="*/ 3488 w 21600"/>
                  <a:gd name="T5" fmla="*/ 10800 h 21600"/>
                  <a:gd name="T6" fmla="*/ 10800 w 21600"/>
                  <a:gd name="T7" fmla="*/ 0 h 21600"/>
                  <a:gd name="T8" fmla="*/ 5288 w 21600"/>
                  <a:gd name="T9" fmla="*/ 5288 h 21600"/>
                  <a:gd name="T10" fmla="*/ 16312 w 21600"/>
                  <a:gd name="T11" fmla="*/ 16312 h 21600"/>
                </a:gdLst>
                <a:ahLst/>
                <a:cxnLst>
                  <a:cxn ang="0">
                    <a:pos x="T0" y="T1"/>
                  </a:cxn>
                  <a:cxn ang="0">
                    <a:pos x="T2" y="T3"/>
                  </a:cxn>
                  <a:cxn ang="0">
                    <a:pos x="T4" y="T5"/>
                  </a:cxn>
                  <a:cxn ang="0">
                    <a:pos x="T6" y="T7"/>
                  </a:cxn>
                </a:cxnLst>
                <a:rect l="T8" t="T9" r="T10" b="T11"/>
                <a:pathLst>
                  <a:path w="21600" h="21600">
                    <a:moveTo>
                      <a:pt x="0" y="0"/>
                    </a:moveTo>
                    <a:lnTo>
                      <a:pt x="6975" y="21600"/>
                    </a:lnTo>
                    <a:lnTo>
                      <a:pt x="14625" y="21600"/>
                    </a:lnTo>
                    <a:lnTo>
                      <a:pt x="21600" y="0"/>
                    </a:lnTo>
                    <a:close/>
                  </a:path>
                </a:pathLst>
              </a:custGeom>
              <a:gradFill rotWithShape="0">
                <a:gsLst>
                  <a:gs pos="0">
                    <a:srgbClr val="E6E6E6"/>
                  </a:gs>
                  <a:gs pos="14999">
                    <a:srgbClr val="7D8496"/>
                  </a:gs>
                  <a:gs pos="53000">
                    <a:srgbClr val="E6E6E6"/>
                  </a:gs>
                  <a:gs pos="67999">
                    <a:srgbClr val="7D8496"/>
                  </a:gs>
                  <a:gs pos="92999">
                    <a:srgbClr val="E6E6E6"/>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sp>
          <p:nvSpPr>
            <p:cNvPr id="367667" name="Text Box 51">
              <a:extLst>
                <a:ext uri="{FF2B5EF4-FFF2-40B4-BE49-F238E27FC236}">
                  <a16:creationId xmlns:a16="http://schemas.microsoft.com/office/drawing/2014/main" id="{8185060F-1FE0-7329-1D77-5F97A1AA6737}"/>
                </a:ext>
              </a:extLst>
            </p:cNvPr>
            <p:cNvSpPr txBox="1">
              <a:spLocks noChangeArrowheads="1"/>
            </p:cNvSpPr>
            <p:nvPr/>
          </p:nvSpPr>
          <p:spPr bwMode="auto">
            <a:xfrm rot="16200000">
              <a:off x="79659" y="3305176"/>
              <a:ext cx="1169988"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ip layer</a:t>
              </a:r>
            </a:p>
          </p:txBody>
        </p:sp>
        <p:sp>
          <p:nvSpPr>
            <p:cNvPr id="367668" name="Rectangle 52">
              <a:extLst>
                <a:ext uri="{FF2B5EF4-FFF2-40B4-BE49-F238E27FC236}">
                  <a16:creationId xmlns:a16="http://schemas.microsoft.com/office/drawing/2014/main" id="{185CBFE5-CB2C-F691-7329-6F7D0319A6B6}"/>
                </a:ext>
              </a:extLst>
            </p:cNvPr>
            <p:cNvSpPr>
              <a:spLocks noChangeArrowheads="1"/>
            </p:cNvSpPr>
            <p:nvPr/>
          </p:nvSpPr>
          <p:spPr bwMode="auto">
            <a:xfrm>
              <a:off x="2513296" y="2876034"/>
              <a:ext cx="1073150" cy="369332"/>
            </a:xfrm>
            <a:prstGeom prst="rect">
              <a:avLst/>
            </a:prstGeom>
            <a:solidFill>
              <a:srgbClr val="FFFFFF">
                <a:alpha val="50000"/>
              </a:srgbClr>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367669" name="Oval 53">
              <a:extLst>
                <a:ext uri="{FF2B5EF4-FFF2-40B4-BE49-F238E27FC236}">
                  <a16:creationId xmlns:a16="http://schemas.microsoft.com/office/drawing/2014/main" id="{8592B0B4-4BDA-AB59-4698-7041BB2A088C}"/>
                </a:ext>
              </a:extLst>
            </p:cNvPr>
            <p:cNvSpPr>
              <a:spLocks noChangeArrowheads="1"/>
            </p:cNvSpPr>
            <p:nvPr/>
          </p:nvSpPr>
          <p:spPr bwMode="auto">
            <a:xfrm>
              <a:off x="2513296" y="3162300"/>
              <a:ext cx="990600" cy="8763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it-IT" altLang="en-IT" sz="4000" b="1">
                  <a:latin typeface="Tahoma" panose="020B0604030504040204" pitchFamily="34" charset="0"/>
                </a:rPr>
                <a:t>?</a:t>
              </a:r>
            </a:p>
          </p:txBody>
        </p:sp>
        <p:sp>
          <p:nvSpPr>
            <p:cNvPr id="367670" name="Line 54">
              <a:extLst>
                <a:ext uri="{FF2B5EF4-FFF2-40B4-BE49-F238E27FC236}">
                  <a16:creationId xmlns:a16="http://schemas.microsoft.com/office/drawing/2014/main" id="{A7D0AB00-6412-32D0-A942-E5D68EA1F43F}"/>
                </a:ext>
              </a:extLst>
            </p:cNvPr>
            <p:cNvSpPr>
              <a:spLocks noChangeShapeType="1"/>
            </p:cNvSpPr>
            <p:nvPr/>
          </p:nvSpPr>
          <p:spPr bwMode="auto">
            <a:xfrm>
              <a:off x="1811621" y="4267200"/>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367671" name="Line 55">
              <a:extLst>
                <a:ext uri="{FF2B5EF4-FFF2-40B4-BE49-F238E27FC236}">
                  <a16:creationId xmlns:a16="http://schemas.microsoft.com/office/drawing/2014/main" id="{0190780F-DF56-944E-5E74-B9F637BB79B4}"/>
                </a:ext>
              </a:extLst>
            </p:cNvPr>
            <p:cNvSpPr>
              <a:spLocks noChangeShapeType="1"/>
            </p:cNvSpPr>
            <p:nvPr/>
          </p:nvSpPr>
          <p:spPr bwMode="auto">
            <a:xfrm>
              <a:off x="4143659" y="4267200"/>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5" name="Freeform 38">
              <a:extLst>
                <a:ext uri="{FF2B5EF4-FFF2-40B4-BE49-F238E27FC236}">
                  <a16:creationId xmlns:a16="http://schemas.microsoft.com/office/drawing/2014/main" id="{33ECFC06-306E-0ABF-6CE3-B6308DC4E875}"/>
                </a:ext>
              </a:extLst>
            </p:cNvPr>
            <p:cNvSpPr>
              <a:spLocks/>
            </p:cNvSpPr>
            <p:nvPr/>
          </p:nvSpPr>
          <p:spPr bwMode="auto">
            <a:xfrm>
              <a:off x="3947640" y="4883354"/>
              <a:ext cx="444791" cy="1490338"/>
            </a:xfrm>
            <a:custGeom>
              <a:avLst/>
              <a:gdLst>
                <a:gd name="T0" fmla="*/ 180 w 425"/>
                <a:gd name="T1" fmla="*/ 0 h 895"/>
                <a:gd name="T2" fmla="*/ 165 w 425"/>
                <a:gd name="T3" fmla="*/ 370 h 895"/>
                <a:gd name="T4" fmla="*/ 8 w 425"/>
                <a:gd name="T5" fmla="*/ 697 h 895"/>
                <a:gd name="T6" fmla="*/ 213 w 425"/>
                <a:gd name="T7" fmla="*/ 894 h 895"/>
                <a:gd name="T8" fmla="*/ 425 w 425"/>
                <a:gd name="T9" fmla="*/ 706 h 895"/>
                <a:gd name="T10" fmla="*/ 217 w 425"/>
                <a:gd name="T11" fmla="*/ 418 h 895"/>
              </a:gdLst>
              <a:ahLst/>
              <a:cxnLst>
                <a:cxn ang="0">
                  <a:pos x="T0" y="T1"/>
                </a:cxn>
                <a:cxn ang="0">
                  <a:pos x="T2" y="T3"/>
                </a:cxn>
                <a:cxn ang="0">
                  <a:pos x="T4" y="T5"/>
                </a:cxn>
                <a:cxn ang="0">
                  <a:pos x="T6" y="T7"/>
                </a:cxn>
                <a:cxn ang="0">
                  <a:pos x="T8" y="T9"/>
                </a:cxn>
                <a:cxn ang="0">
                  <a:pos x="T10" y="T11"/>
                </a:cxn>
              </a:cxnLst>
              <a:rect l="0" t="0" r="r" b="b"/>
              <a:pathLst>
                <a:path w="425" h="895">
                  <a:moveTo>
                    <a:pt x="180" y="0"/>
                  </a:moveTo>
                  <a:cubicBezTo>
                    <a:pt x="176" y="62"/>
                    <a:pt x="194" y="254"/>
                    <a:pt x="165" y="370"/>
                  </a:cubicBezTo>
                  <a:cubicBezTo>
                    <a:pt x="136" y="486"/>
                    <a:pt x="0" y="610"/>
                    <a:pt x="8" y="697"/>
                  </a:cubicBezTo>
                  <a:cubicBezTo>
                    <a:pt x="8" y="812"/>
                    <a:pt x="143" y="893"/>
                    <a:pt x="213" y="894"/>
                  </a:cubicBezTo>
                  <a:cubicBezTo>
                    <a:pt x="282" y="895"/>
                    <a:pt x="424" y="785"/>
                    <a:pt x="425" y="706"/>
                  </a:cubicBezTo>
                  <a:cubicBezTo>
                    <a:pt x="423" y="567"/>
                    <a:pt x="284" y="533"/>
                    <a:pt x="217" y="418"/>
                  </a:cubicBezTo>
                </a:path>
              </a:pathLst>
            </a:custGeom>
            <a:noFill/>
            <a:ln w="28575" cap="flat" cmpd="sng">
              <a:solidFill>
                <a:schemeClr val="tx1"/>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IT"/>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BCA6-9655-5B34-8EE9-54731714354B}"/>
              </a:ext>
            </a:extLst>
          </p:cNvPr>
          <p:cNvSpPr>
            <a:spLocks noGrp="1"/>
          </p:cNvSpPr>
          <p:nvPr>
            <p:ph type="title"/>
          </p:nvPr>
        </p:nvSpPr>
        <p:spPr/>
        <p:txBody>
          <a:bodyPr/>
          <a:lstStyle/>
          <a:p>
            <a:r>
              <a:rPr lang="en-CH" dirty="0"/>
              <a:t>Questions</a:t>
            </a:r>
          </a:p>
        </p:txBody>
      </p:sp>
      <p:sp>
        <p:nvSpPr>
          <p:cNvPr id="3" name="Content Placeholder 2">
            <a:extLst>
              <a:ext uri="{FF2B5EF4-FFF2-40B4-BE49-F238E27FC236}">
                <a16:creationId xmlns:a16="http://schemas.microsoft.com/office/drawing/2014/main" id="{4768CD26-21ED-88A3-186D-423706F09350}"/>
              </a:ext>
            </a:extLst>
          </p:cNvPr>
          <p:cNvSpPr>
            <a:spLocks noGrp="1"/>
          </p:cNvSpPr>
          <p:nvPr>
            <p:ph idx="1"/>
          </p:nvPr>
        </p:nvSpPr>
        <p:spPr/>
        <p:txBody>
          <a:bodyPr/>
          <a:lstStyle/>
          <a:p>
            <a:r>
              <a:rPr lang="en-CH" dirty="0"/>
              <a:t>Is it ok to have hosts part</a:t>
            </a:r>
            <a:r>
              <a:rPr lang="fr-FR" dirty="0"/>
              <a:t>i</a:t>
            </a:r>
            <a:r>
              <a:rPr lang="en-CH" dirty="0" err="1"/>
              <a:t>cipate</a:t>
            </a:r>
            <a:r>
              <a:rPr lang="en-CH" dirty="0"/>
              <a:t> in routing algorithm together with routers? </a:t>
            </a:r>
          </a:p>
        </p:txBody>
      </p:sp>
      <p:sp>
        <p:nvSpPr>
          <p:cNvPr id="4" name="Date Placeholder 3">
            <a:extLst>
              <a:ext uri="{FF2B5EF4-FFF2-40B4-BE49-F238E27FC236}">
                <a16:creationId xmlns:a16="http://schemas.microsoft.com/office/drawing/2014/main" id="{20326236-4F22-EC9C-0651-EC300A6F5D7A}"/>
              </a:ext>
            </a:extLst>
          </p:cNvPr>
          <p:cNvSpPr>
            <a:spLocks noGrp="1"/>
          </p:cNvSpPr>
          <p:nvPr>
            <p:ph type="dt" sz="half" idx="10"/>
          </p:nvPr>
        </p:nvSpPr>
        <p:spPr/>
        <p:txBody>
          <a:bodyPr/>
          <a:lstStyle/>
          <a:p>
            <a:r>
              <a:rPr lang="it-IT" altLang="en-IT"/>
              <a:t>last update: Oct 2023</a:t>
            </a:r>
          </a:p>
        </p:txBody>
      </p:sp>
      <p:sp>
        <p:nvSpPr>
          <p:cNvPr id="5" name="Footer Placeholder 4">
            <a:extLst>
              <a:ext uri="{FF2B5EF4-FFF2-40B4-BE49-F238E27FC236}">
                <a16:creationId xmlns:a16="http://schemas.microsoft.com/office/drawing/2014/main" id="{CD7062AF-4D31-4989-2660-37B5B9A37023}"/>
              </a:ext>
            </a:extLst>
          </p:cNvPr>
          <p:cNvSpPr>
            <a:spLocks noGrp="1"/>
          </p:cNvSpPr>
          <p:nvPr>
            <p:ph type="ftr" sz="quarter" idx="11"/>
          </p:nvPr>
        </p:nvSpPr>
        <p:spPr/>
        <p:txBody>
          <a:bodyPr/>
          <a:lstStyle/>
          <a:p>
            <a:r>
              <a:rPr lang="it-IT" altLang="en-IT"/>
              <a:t>kathara – [ lab: frr ]</a:t>
            </a:r>
          </a:p>
        </p:txBody>
      </p:sp>
    </p:spTree>
    <p:extLst>
      <p:ext uri="{BB962C8B-B14F-4D97-AF65-F5344CB8AC3E}">
        <p14:creationId xmlns:p14="http://schemas.microsoft.com/office/powerpoint/2010/main" val="1354986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5" name="Rectangle 5">
            <a:extLst>
              <a:ext uri="{FF2B5EF4-FFF2-40B4-BE49-F238E27FC236}">
                <a16:creationId xmlns:a16="http://schemas.microsoft.com/office/drawing/2014/main" id="{2068BFDE-BFA4-E010-789D-79A119DE9685}"/>
              </a:ext>
            </a:extLst>
          </p:cNvPr>
          <p:cNvSpPr>
            <a:spLocks noGrp="1" noChangeArrowheads="1"/>
          </p:cNvSpPr>
          <p:nvPr>
            <p:ph type="title"/>
          </p:nvPr>
        </p:nvSpPr>
        <p:spPr/>
        <p:txBody>
          <a:bodyPr/>
          <a:lstStyle/>
          <a:p>
            <a:r>
              <a:rPr lang="it-IT" altLang="en-IT"/>
              <a:t>routing table</a:t>
            </a:r>
          </a:p>
        </p:txBody>
      </p:sp>
      <p:sp>
        <p:nvSpPr>
          <p:cNvPr id="2" name="Date Placeholder 2">
            <a:extLst>
              <a:ext uri="{FF2B5EF4-FFF2-40B4-BE49-F238E27FC236}">
                <a16:creationId xmlns:a16="http://schemas.microsoft.com/office/drawing/2014/main" id="{65F70BF3-1AD6-1AF2-1555-4DE3E6E1137F}"/>
              </a:ext>
            </a:extLst>
          </p:cNvPr>
          <p:cNvSpPr>
            <a:spLocks noGrp="1"/>
          </p:cNvSpPr>
          <p:nvPr>
            <p:ph type="dt" sz="half" idx="10"/>
          </p:nvPr>
        </p:nvSpPr>
        <p:spPr/>
        <p:txBody>
          <a:bodyPr/>
          <a:lstStyle/>
          <a:p>
            <a:r>
              <a:rPr lang="it-IT" altLang="en-IT"/>
              <a:t>last update: Oct 2023</a:t>
            </a:r>
          </a:p>
        </p:txBody>
      </p:sp>
      <p:sp>
        <p:nvSpPr>
          <p:cNvPr id="3" name="Footer Placeholder 3">
            <a:extLst>
              <a:ext uri="{FF2B5EF4-FFF2-40B4-BE49-F238E27FC236}">
                <a16:creationId xmlns:a16="http://schemas.microsoft.com/office/drawing/2014/main" id="{1A8B97BD-8D4F-49CA-51D7-F4EEACB153A7}"/>
              </a:ext>
            </a:extLst>
          </p:cNvPr>
          <p:cNvSpPr>
            <a:spLocks noGrp="1"/>
          </p:cNvSpPr>
          <p:nvPr>
            <p:ph type="ftr" sz="quarter" idx="11"/>
          </p:nvPr>
        </p:nvSpPr>
        <p:spPr/>
        <p:txBody>
          <a:bodyPr/>
          <a:lstStyle/>
          <a:p>
            <a:r>
              <a:rPr lang="it-IT" altLang="en-IT"/>
              <a:t>kathara – [ lab: frr ]</a:t>
            </a:r>
          </a:p>
        </p:txBody>
      </p:sp>
      <p:sp>
        <p:nvSpPr>
          <p:cNvPr id="368672" name="Rectangle 32">
            <a:extLst>
              <a:ext uri="{FF2B5EF4-FFF2-40B4-BE49-F238E27FC236}">
                <a16:creationId xmlns:a16="http://schemas.microsoft.com/office/drawing/2014/main" id="{44E7A68A-8D87-3A98-9AF6-94C1B892AD9E}"/>
              </a:ext>
            </a:extLst>
          </p:cNvPr>
          <p:cNvSpPr>
            <a:spLocks noGrp="1" noChangeArrowheads="1"/>
          </p:cNvSpPr>
          <p:nvPr>
            <p:ph type="body" idx="4294967295"/>
          </p:nvPr>
        </p:nvSpPr>
        <p:spPr>
          <a:xfrm>
            <a:off x="5958975" y="3429000"/>
            <a:ext cx="6233025" cy="2062103"/>
          </a:xfrm>
          <a:noFill/>
          <a:ln/>
        </p:spPr>
        <p:txBody>
          <a:bodyPr wrap="square">
            <a:spAutoFit/>
          </a:bodyPr>
          <a:lstStyle/>
          <a:p>
            <a:pPr marL="0" indent="0">
              <a:buNone/>
            </a:pPr>
            <a:r>
              <a:rPr lang="it-IT" altLang="en-IT" dirty="0"/>
              <a:t>the </a:t>
            </a:r>
            <a:r>
              <a:rPr lang="it-IT" altLang="en-IT" dirty="0" err="1"/>
              <a:t>ip</a:t>
            </a:r>
            <a:r>
              <a:rPr lang="it-IT" altLang="en-IT" dirty="0"/>
              <a:t> </a:t>
            </a:r>
            <a:r>
              <a:rPr lang="it-IT" altLang="en-IT" dirty="0" err="1"/>
              <a:t>layer</a:t>
            </a:r>
            <a:r>
              <a:rPr lang="it-IT" altLang="en-IT" dirty="0"/>
              <a:t> </a:t>
            </a:r>
            <a:r>
              <a:rPr lang="it-IT" altLang="en-IT" dirty="0" err="1"/>
              <a:t>uses</a:t>
            </a:r>
            <a:r>
              <a:rPr lang="it-IT" altLang="en-IT" dirty="0"/>
              <a:t> a </a:t>
            </a:r>
            <a:r>
              <a:rPr lang="it-IT" altLang="en-IT" dirty="0" err="1">
                <a:solidFill>
                  <a:schemeClr val="accent1"/>
                </a:solidFill>
              </a:rPr>
              <a:t>routing</a:t>
            </a:r>
            <a:r>
              <a:rPr lang="it-IT" altLang="en-IT" dirty="0">
                <a:solidFill>
                  <a:schemeClr val="accent1"/>
                </a:solidFill>
              </a:rPr>
              <a:t> </a:t>
            </a:r>
            <a:r>
              <a:rPr lang="it-IT" altLang="en-IT" dirty="0" err="1">
                <a:solidFill>
                  <a:schemeClr val="accent1"/>
                </a:solidFill>
              </a:rPr>
              <a:t>table</a:t>
            </a:r>
            <a:r>
              <a:rPr lang="it-IT" altLang="en-IT" dirty="0"/>
              <a:t> to decide </a:t>
            </a:r>
            <a:r>
              <a:rPr lang="it-IT" altLang="en-IT" dirty="0" err="1"/>
              <a:t>which</a:t>
            </a:r>
            <a:r>
              <a:rPr lang="it-IT" altLang="en-IT" dirty="0"/>
              <a:t> </a:t>
            </a:r>
            <a:r>
              <a:rPr lang="it-IT" altLang="en-IT" dirty="0" err="1"/>
              <a:t>is</a:t>
            </a:r>
            <a:r>
              <a:rPr lang="it-IT" altLang="en-IT" dirty="0"/>
              <a:t> the </a:t>
            </a:r>
            <a:r>
              <a:rPr lang="it-IT" altLang="en-IT" dirty="0" err="1"/>
              <a:t>interface</a:t>
            </a:r>
            <a:r>
              <a:rPr lang="it-IT" altLang="en-IT" dirty="0"/>
              <a:t> the </a:t>
            </a:r>
            <a:r>
              <a:rPr lang="it-IT" altLang="en-IT" dirty="0" err="1"/>
              <a:t>packet</a:t>
            </a:r>
            <a:r>
              <a:rPr lang="it-IT" altLang="en-IT" dirty="0"/>
              <a:t> </a:t>
            </a:r>
            <a:r>
              <a:rPr lang="it-IT" altLang="en-IT" dirty="0" err="1"/>
              <a:t>needs</a:t>
            </a:r>
            <a:r>
              <a:rPr lang="it-IT" altLang="en-IT" dirty="0"/>
              <a:t> to be </a:t>
            </a:r>
            <a:r>
              <a:rPr lang="it-IT" altLang="en-IT" dirty="0" err="1"/>
              <a:t>forwarded</a:t>
            </a:r>
            <a:r>
              <a:rPr lang="it-IT" altLang="en-IT" dirty="0"/>
              <a:t> to</a:t>
            </a:r>
          </a:p>
        </p:txBody>
      </p:sp>
      <p:sp>
        <p:nvSpPr>
          <p:cNvPr id="368663" name="Freeform 23">
            <a:extLst>
              <a:ext uri="{FF2B5EF4-FFF2-40B4-BE49-F238E27FC236}">
                <a16:creationId xmlns:a16="http://schemas.microsoft.com/office/drawing/2014/main" id="{65481201-849E-CE3B-D199-F7A876CDA6E5}"/>
              </a:ext>
            </a:extLst>
          </p:cNvPr>
          <p:cNvSpPr>
            <a:spLocks/>
          </p:cNvSpPr>
          <p:nvPr/>
        </p:nvSpPr>
        <p:spPr bwMode="auto">
          <a:xfrm>
            <a:off x="167459" y="6023788"/>
            <a:ext cx="2974975" cy="369332"/>
          </a:xfrm>
          <a:custGeom>
            <a:avLst/>
            <a:gdLst>
              <a:gd name="T0" fmla="*/ 1493 w 1729"/>
              <a:gd name="T1" fmla="*/ 0 h 413"/>
              <a:gd name="T2" fmla="*/ 1414 w 1729"/>
              <a:gd name="T3" fmla="*/ 283 h 413"/>
              <a:gd name="T4" fmla="*/ 1096 w 1729"/>
              <a:gd name="T5" fmla="*/ 331 h 413"/>
              <a:gd name="T6" fmla="*/ 1306 w 1729"/>
              <a:gd name="T7" fmla="*/ 206 h 413"/>
              <a:gd name="T8" fmla="*/ 1691 w 1729"/>
              <a:gd name="T9" fmla="*/ 276 h 413"/>
              <a:gd name="T10" fmla="*/ 1077 w 1729"/>
              <a:gd name="T11" fmla="*/ 406 h 413"/>
              <a:gd name="T12" fmla="*/ 0 w 1729"/>
              <a:gd name="T13" fmla="*/ 406 h 413"/>
            </a:gdLst>
            <a:ahLst/>
            <a:cxnLst>
              <a:cxn ang="0">
                <a:pos x="T0" y="T1"/>
              </a:cxn>
              <a:cxn ang="0">
                <a:pos x="T2" y="T3"/>
              </a:cxn>
              <a:cxn ang="0">
                <a:pos x="T4" y="T5"/>
              </a:cxn>
              <a:cxn ang="0">
                <a:pos x="T6" y="T7"/>
              </a:cxn>
              <a:cxn ang="0">
                <a:pos x="T8" y="T9"/>
              </a:cxn>
              <a:cxn ang="0">
                <a:pos x="T10" y="T11"/>
              </a:cxn>
              <a:cxn ang="0">
                <a:pos x="T12" y="T13"/>
              </a:cxn>
            </a:cxnLst>
            <a:rect l="0" t="0" r="r" b="b"/>
            <a:pathLst>
              <a:path w="1729" h="413">
                <a:moveTo>
                  <a:pt x="1493" y="0"/>
                </a:moveTo>
                <a:cubicBezTo>
                  <a:pt x="1480" y="47"/>
                  <a:pt x="1480" y="228"/>
                  <a:pt x="1414" y="283"/>
                </a:cubicBezTo>
                <a:cubicBezTo>
                  <a:pt x="1348" y="338"/>
                  <a:pt x="1114" y="344"/>
                  <a:pt x="1096" y="331"/>
                </a:cubicBezTo>
                <a:cubicBezTo>
                  <a:pt x="1056" y="244"/>
                  <a:pt x="1206" y="215"/>
                  <a:pt x="1306" y="206"/>
                </a:cubicBezTo>
                <a:cubicBezTo>
                  <a:pt x="1405" y="196"/>
                  <a:pt x="1729" y="243"/>
                  <a:pt x="1691" y="276"/>
                </a:cubicBezTo>
                <a:cubicBezTo>
                  <a:pt x="1680" y="386"/>
                  <a:pt x="1167" y="406"/>
                  <a:pt x="1077" y="406"/>
                </a:cubicBezTo>
                <a:cubicBezTo>
                  <a:pt x="1001" y="413"/>
                  <a:pt x="224" y="406"/>
                  <a:pt x="0" y="406"/>
                </a:cubicBezTo>
              </a:path>
            </a:pathLst>
          </a:custGeom>
          <a:noFill/>
          <a:ln w="38100" cap="flat" cmpd="sng">
            <a:solidFill>
              <a:schemeClr val="tx2"/>
            </a:solidFill>
            <a:prstDash val="solid"/>
            <a:round/>
            <a:headEnd type="none" w="med" len="med"/>
            <a:tailEnd type="none" w="med" len="med"/>
          </a:ln>
          <a:effectLst>
            <a:prstShdw prst="shdw15">
              <a:srgbClr val="DDDDDD"/>
            </a:prstShdw>
          </a:effectLst>
          <a:extLst>
            <a:ext uri="{909E8E84-426E-40DD-AFC4-6F175D3DCCD1}">
              <a14:hiddenFill xmlns:a14="http://schemas.microsoft.com/office/drawing/2010/main">
                <a:solidFill>
                  <a:srgbClr val="FFFFFF"/>
                </a:solidFill>
              </a14:hiddenFill>
            </a:ext>
          </a:extLst>
        </p:spPr>
        <p:txBody>
          <a:bodyPr anchor="ctr">
            <a:spAutoFit/>
          </a:bodyPr>
          <a:lstStyle/>
          <a:p>
            <a:endParaRPr lang="en-IT"/>
          </a:p>
        </p:txBody>
      </p:sp>
      <p:sp>
        <p:nvSpPr>
          <p:cNvPr id="368666" name="AutoShape 26">
            <a:extLst>
              <a:ext uri="{FF2B5EF4-FFF2-40B4-BE49-F238E27FC236}">
                <a16:creationId xmlns:a16="http://schemas.microsoft.com/office/drawing/2014/main" id="{D728A31D-8951-5D74-B6AB-69C44C92DF48}"/>
              </a:ext>
            </a:extLst>
          </p:cNvPr>
          <p:cNvSpPr>
            <a:spLocks noChangeArrowheads="1"/>
          </p:cNvSpPr>
          <p:nvPr/>
        </p:nvSpPr>
        <p:spPr bwMode="auto">
          <a:xfrm>
            <a:off x="4426743" y="1126951"/>
            <a:ext cx="4942268" cy="1872853"/>
          </a:xfrm>
          <a:prstGeom prst="roundRect">
            <a:avLst>
              <a:gd name="adj" fmla="val 16667"/>
            </a:avLst>
          </a:prstGeom>
          <a:solidFill>
            <a:srgbClr val="FFFFCC"/>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it-IT" altLang="en-IT" sz="2000" b="1" dirty="0">
                <a:latin typeface="Courier New" panose="02070309020205020404" pitchFamily="49" charset="0"/>
              </a:rPr>
              <a:t>        </a:t>
            </a:r>
            <a:r>
              <a:rPr lang="it-IT" altLang="en-IT" sz="2000" b="1" dirty="0" err="1">
                <a:latin typeface="Courier New" panose="02070309020205020404" pitchFamily="49" charset="0"/>
              </a:rPr>
              <a:t>routing</a:t>
            </a:r>
            <a:r>
              <a:rPr lang="it-IT" altLang="en-IT" sz="2000" b="1" dirty="0">
                <a:latin typeface="Courier New" panose="02070309020205020404" pitchFamily="49" charset="0"/>
              </a:rPr>
              <a:t> </a:t>
            </a:r>
            <a:r>
              <a:rPr lang="it-IT" altLang="en-IT" sz="2000" b="1" dirty="0" err="1">
                <a:latin typeface="Courier New" panose="02070309020205020404" pitchFamily="49" charset="0"/>
              </a:rPr>
              <a:t>table</a:t>
            </a:r>
            <a:endParaRPr lang="it-IT" altLang="en-IT" sz="1400" b="1" dirty="0">
              <a:latin typeface="Courier New" panose="02070309020205020404" pitchFamily="49" charset="0"/>
            </a:endParaRPr>
          </a:p>
          <a:p>
            <a:pPr eaLnBrk="0" hangingPunct="0"/>
            <a:r>
              <a:rPr lang="it-IT" altLang="en-IT" sz="1400" b="1" dirty="0">
                <a:latin typeface="Courier New" panose="02070309020205020404" pitchFamily="49" charset="0"/>
              </a:rPr>
              <a:t>network     </a:t>
            </a:r>
            <a:r>
              <a:rPr lang="it-IT" altLang="en-IT" sz="1400" b="1" dirty="0" err="1">
                <a:latin typeface="Courier New" panose="02070309020205020404" pitchFamily="49" charset="0"/>
              </a:rPr>
              <a:t>netmask</a:t>
            </a:r>
            <a:r>
              <a:rPr lang="it-IT" altLang="en-IT" sz="1400" b="1" dirty="0">
                <a:latin typeface="Courier New" panose="02070309020205020404" pitchFamily="49" charset="0"/>
              </a:rPr>
              <a:t>        </a:t>
            </a:r>
            <a:r>
              <a:rPr lang="it-IT" altLang="en-IT" sz="1400" b="1" dirty="0" err="1">
                <a:latin typeface="Courier New" panose="02070309020205020404" pitchFamily="49" charset="0"/>
              </a:rPr>
              <a:t>nexthop</a:t>
            </a:r>
            <a:r>
              <a:rPr lang="it-IT" altLang="en-IT" sz="1400" b="1" dirty="0">
                <a:latin typeface="Courier New" panose="02070309020205020404" pitchFamily="49" charset="0"/>
              </a:rPr>
              <a:t>    </a:t>
            </a:r>
            <a:r>
              <a:rPr lang="it-IT" altLang="en-IT" sz="1400" b="1" dirty="0" err="1">
                <a:latin typeface="Courier New" panose="02070309020205020404" pitchFamily="49" charset="0"/>
              </a:rPr>
              <a:t>dev</a:t>
            </a:r>
            <a:endParaRPr lang="it-IT" altLang="en-IT" sz="1400" b="1" dirty="0">
              <a:latin typeface="Courier New" panose="02070309020205020404" pitchFamily="49" charset="0"/>
            </a:endParaRPr>
          </a:p>
          <a:p>
            <a:pPr eaLnBrk="0" hangingPunct="0"/>
            <a:endParaRPr lang="it-IT" altLang="en-IT" sz="1400" b="1" dirty="0">
              <a:latin typeface="Courier New" panose="02070309020205020404" pitchFamily="49" charset="0"/>
            </a:endParaRPr>
          </a:p>
          <a:p>
            <a:pPr eaLnBrk="0" hangingPunct="0"/>
            <a:r>
              <a:rPr lang="it-IT" altLang="en-IT" sz="1400" b="1" dirty="0">
                <a:latin typeface="Courier New" panose="02070309020205020404" pitchFamily="49" charset="0"/>
              </a:rPr>
              <a:t>200.3.24.0  255.255.255.0  12.0.0.4   eth1</a:t>
            </a:r>
          </a:p>
          <a:p>
            <a:pPr eaLnBrk="0" hangingPunct="0"/>
            <a:r>
              <a:rPr lang="it-IT" altLang="en-IT" sz="1400" b="1" dirty="0">
                <a:latin typeface="Courier New" panose="02070309020205020404" pitchFamily="49" charset="0"/>
              </a:rPr>
              <a:t>193.2.0.0   255.255.248.0  11.0.0.2   eth0</a:t>
            </a:r>
          </a:p>
          <a:p>
            <a:pPr eaLnBrk="0" hangingPunct="0"/>
            <a:r>
              <a:rPr lang="it-IT" altLang="en-IT" sz="1400" b="1" dirty="0">
                <a:latin typeface="Courier New" panose="02070309020205020404" pitchFamily="49" charset="0"/>
              </a:rPr>
              <a:t>100.4.5.0   255.240.0.0    11.0.0.3   eth0</a:t>
            </a:r>
          </a:p>
          <a:p>
            <a:pPr eaLnBrk="0" hangingPunct="0"/>
            <a:r>
              <a:rPr lang="it-IT" altLang="en-IT" sz="1400" b="1" dirty="0">
                <a:latin typeface="Courier New" panose="02070309020205020404" pitchFamily="49" charset="0"/>
              </a:rPr>
              <a:t>0.0.0.0     0.0.0.0        11.0.0.2   eth0</a:t>
            </a:r>
          </a:p>
        </p:txBody>
      </p:sp>
      <p:grpSp>
        <p:nvGrpSpPr>
          <p:cNvPr id="4" name="Group 3">
            <a:extLst>
              <a:ext uri="{FF2B5EF4-FFF2-40B4-BE49-F238E27FC236}">
                <a16:creationId xmlns:a16="http://schemas.microsoft.com/office/drawing/2014/main" id="{FB33DB7A-0C5B-C326-D3FB-96796BCA992C}"/>
              </a:ext>
            </a:extLst>
          </p:cNvPr>
          <p:cNvGrpSpPr/>
          <p:nvPr/>
        </p:nvGrpSpPr>
        <p:grpSpPr>
          <a:xfrm>
            <a:off x="-456728" y="766696"/>
            <a:ext cx="5313040" cy="5660020"/>
            <a:chOff x="-456728" y="766696"/>
            <a:chExt cx="5313040" cy="5660020"/>
          </a:xfrm>
        </p:grpSpPr>
        <p:grpSp>
          <p:nvGrpSpPr>
            <p:cNvPr id="5" name="Group 3">
              <a:extLst>
                <a:ext uri="{FF2B5EF4-FFF2-40B4-BE49-F238E27FC236}">
                  <a16:creationId xmlns:a16="http://schemas.microsoft.com/office/drawing/2014/main" id="{E6B18825-43B9-4DE6-940B-4C26133D9F6B}"/>
                </a:ext>
              </a:extLst>
            </p:cNvPr>
            <p:cNvGrpSpPr>
              <a:grpSpLocks/>
            </p:cNvGrpSpPr>
            <p:nvPr/>
          </p:nvGrpSpPr>
          <p:grpSpPr bwMode="auto">
            <a:xfrm>
              <a:off x="1487877" y="766696"/>
              <a:ext cx="2284308" cy="1443103"/>
              <a:chOff x="642" y="320"/>
              <a:chExt cx="1566" cy="1072"/>
            </a:xfrm>
          </p:grpSpPr>
          <p:grpSp>
            <p:nvGrpSpPr>
              <p:cNvPr id="24" name="Group 4">
                <a:extLst>
                  <a:ext uri="{FF2B5EF4-FFF2-40B4-BE49-F238E27FC236}">
                    <a16:creationId xmlns:a16="http://schemas.microsoft.com/office/drawing/2014/main" id="{541C40F2-96FD-99E8-A101-07D9F81E4E17}"/>
                  </a:ext>
                </a:extLst>
              </p:cNvPr>
              <p:cNvGrpSpPr>
                <a:grpSpLocks/>
              </p:cNvGrpSpPr>
              <p:nvPr/>
            </p:nvGrpSpPr>
            <p:grpSpPr bwMode="auto">
              <a:xfrm>
                <a:off x="1355" y="617"/>
                <a:ext cx="379" cy="325"/>
                <a:chOff x="1355" y="569"/>
                <a:chExt cx="379" cy="325"/>
              </a:xfrm>
            </p:grpSpPr>
            <p:sp>
              <p:nvSpPr>
                <p:cNvPr id="49" name="Freeform 5">
                  <a:extLst>
                    <a:ext uri="{FF2B5EF4-FFF2-40B4-BE49-F238E27FC236}">
                      <a16:creationId xmlns:a16="http://schemas.microsoft.com/office/drawing/2014/main" id="{665597A9-C9C3-03A4-4887-6BAA6EF80938}"/>
                    </a:ext>
                  </a:extLst>
                </p:cNvPr>
                <p:cNvSpPr>
                  <a:spLocks noChangeAspect="1"/>
                </p:cNvSpPr>
                <p:nvPr/>
              </p:nvSpPr>
              <p:spPr bwMode="auto">
                <a:xfrm>
                  <a:off x="1362" y="587"/>
                  <a:ext cx="358" cy="293"/>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50" name="Group 6">
                  <a:extLst>
                    <a:ext uri="{FF2B5EF4-FFF2-40B4-BE49-F238E27FC236}">
                      <a16:creationId xmlns:a16="http://schemas.microsoft.com/office/drawing/2014/main" id="{3395A27E-53DA-A2A2-D46C-03C049E09562}"/>
                    </a:ext>
                  </a:extLst>
                </p:cNvPr>
                <p:cNvGrpSpPr>
                  <a:grpSpLocks noChangeAspect="1"/>
                </p:cNvGrpSpPr>
                <p:nvPr/>
              </p:nvGrpSpPr>
              <p:grpSpPr bwMode="auto">
                <a:xfrm>
                  <a:off x="1355" y="569"/>
                  <a:ext cx="379" cy="325"/>
                  <a:chOff x="3647" y="660"/>
                  <a:chExt cx="408" cy="349"/>
                </a:xfrm>
              </p:grpSpPr>
              <p:sp>
                <p:nvSpPr>
                  <p:cNvPr id="51" name="Freeform 7">
                    <a:extLst>
                      <a:ext uri="{FF2B5EF4-FFF2-40B4-BE49-F238E27FC236}">
                        <a16:creationId xmlns:a16="http://schemas.microsoft.com/office/drawing/2014/main" id="{83559774-DB2E-0263-13CD-D544870CB7F5}"/>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52" name="Freeform 8">
                    <a:extLst>
                      <a:ext uri="{FF2B5EF4-FFF2-40B4-BE49-F238E27FC236}">
                        <a16:creationId xmlns:a16="http://schemas.microsoft.com/office/drawing/2014/main" id="{3AA5B7F0-620E-2658-E446-A89624FB895B}"/>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sp>
            <p:nvSpPr>
              <p:cNvPr id="25" name="Freeform 9">
                <a:extLst>
                  <a:ext uri="{FF2B5EF4-FFF2-40B4-BE49-F238E27FC236}">
                    <a16:creationId xmlns:a16="http://schemas.microsoft.com/office/drawing/2014/main" id="{3992C7CF-5265-02D9-DC92-AF288AE2BF8B}"/>
                  </a:ext>
                </a:extLst>
              </p:cNvPr>
              <p:cNvSpPr>
                <a:spLocks noChangeAspect="1"/>
              </p:cNvSpPr>
              <p:nvPr/>
            </p:nvSpPr>
            <p:spPr bwMode="auto">
              <a:xfrm rot="645360">
                <a:off x="1892" y="848"/>
                <a:ext cx="298" cy="245"/>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 name="Freeform 10">
                <a:extLst>
                  <a:ext uri="{FF2B5EF4-FFF2-40B4-BE49-F238E27FC236}">
                    <a16:creationId xmlns:a16="http://schemas.microsoft.com/office/drawing/2014/main" id="{41358626-5D8D-B769-541F-89F53CD29392}"/>
                  </a:ext>
                </a:extLst>
              </p:cNvPr>
              <p:cNvSpPr>
                <a:spLocks noChangeAspect="1"/>
              </p:cNvSpPr>
              <p:nvPr/>
            </p:nvSpPr>
            <p:spPr bwMode="auto">
              <a:xfrm rot="645360">
                <a:off x="1892" y="838"/>
                <a:ext cx="316" cy="271"/>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7" name="Freeform 11">
                <a:extLst>
                  <a:ext uri="{FF2B5EF4-FFF2-40B4-BE49-F238E27FC236}">
                    <a16:creationId xmlns:a16="http://schemas.microsoft.com/office/drawing/2014/main" id="{49D43ADD-9C70-EC6B-F362-FE9AC3BBD9A7}"/>
                  </a:ext>
                </a:extLst>
              </p:cNvPr>
              <p:cNvSpPr>
                <a:spLocks noChangeAspect="1"/>
              </p:cNvSpPr>
              <p:nvPr/>
            </p:nvSpPr>
            <p:spPr bwMode="auto">
              <a:xfrm rot="1633682">
                <a:off x="1296" y="796"/>
                <a:ext cx="409" cy="331"/>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8" name="Freeform 12">
                <a:extLst>
                  <a:ext uri="{FF2B5EF4-FFF2-40B4-BE49-F238E27FC236}">
                    <a16:creationId xmlns:a16="http://schemas.microsoft.com/office/drawing/2014/main" id="{CCDD7FF2-2BB6-C3EA-23B5-6A8AD317F1EE}"/>
                  </a:ext>
                </a:extLst>
              </p:cNvPr>
              <p:cNvSpPr>
                <a:spLocks noChangeAspect="1"/>
              </p:cNvSpPr>
              <p:nvPr/>
            </p:nvSpPr>
            <p:spPr bwMode="auto">
              <a:xfrm rot="1633682">
                <a:off x="1295" y="786"/>
                <a:ext cx="433" cy="366"/>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9" name="Freeform 13">
                <a:extLst>
                  <a:ext uri="{FF2B5EF4-FFF2-40B4-BE49-F238E27FC236}">
                    <a16:creationId xmlns:a16="http://schemas.microsoft.com/office/drawing/2014/main" id="{4491F816-628E-4289-B083-5944895E75F9}"/>
                  </a:ext>
                </a:extLst>
              </p:cNvPr>
              <p:cNvSpPr>
                <a:spLocks noChangeAspect="1"/>
              </p:cNvSpPr>
              <p:nvPr/>
            </p:nvSpPr>
            <p:spPr bwMode="auto">
              <a:xfrm rot="5096883">
                <a:off x="995" y="841"/>
                <a:ext cx="298" cy="245"/>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0" name="Freeform 14">
                <a:extLst>
                  <a:ext uri="{FF2B5EF4-FFF2-40B4-BE49-F238E27FC236}">
                    <a16:creationId xmlns:a16="http://schemas.microsoft.com/office/drawing/2014/main" id="{0B4E115D-54E9-5C7B-1338-4ACFE5865C58}"/>
                  </a:ext>
                </a:extLst>
              </p:cNvPr>
              <p:cNvSpPr>
                <a:spLocks noChangeAspect="1"/>
              </p:cNvSpPr>
              <p:nvPr/>
            </p:nvSpPr>
            <p:spPr bwMode="auto">
              <a:xfrm rot="5096883">
                <a:off x="986" y="838"/>
                <a:ext cx="316" cy="271"/>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1" name="Freeform 15">
                <a:extLst>
                  <a:ext uri="{FF2B5EF4-FFF2-40B4-BE49-F238E27FC236}">
                    <a16:creationId xmlns:a16="http://schemas.microsoft.com/office/drawing/2014/main" id="{FAE8EC0E-CAB1-864A-35BB-64AB9B70A0F0}"/>
                  </a:ext>
                </a:extLst>
              </p:cNvPr>
              <p:cNvSpPr>
                <a:spLocks noChangeAspect="1"/>
              </p:cNvSpPr>
              <p:nvPr/>
            </p:nvSpPr>
            <p:spPr bwMode="auto">
              <a:xfrm rot="-1927188">
                <a:off x="1543" y="922"/>
                <a:ext cx="345" cy="312"/>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2" name="Group 16">
                <a:extLst>
                  <a:ext uri="{FF2B5EF4-FFF2-40B4-BE49-F238E27FC236}">
                    <a16:creationId xmlns:a16="http://schemas.microsoft.com/office/drawing/2014/main" id="{697E5D48-0527-F2AF-B292-E266C1086552}"/>
                  </a:ext>
                </a:extLst>
              </p:cNvPr>
              <p:cNvGrpSpPr>
                <a:grpSpLocks noChangeAspect="1"/>
              </p:cNvGrpSpPr>
              <p:nvPr/>
            </p:nvGrpSpPr>
            <p:grpSpPr bwMode="auto">
              <a:xfrm rot="-1927188">
                <a:off x="1535" y="902"/>
                <a:ext cx="365" cy="346"/>
                <a:chOff x="3647" y="660"/>
                <a:chExt cx="408" cy="349"/>
              </a:xfrm>
            </p:grpSpPr>
            <p:sp>
              <p:nvSpPr>
                <p:cNvPr id="47" name="Freeform 17">
                  <a:extLst>
                    <a:ext uri="{FF2B5EF4-FFF2-40B4-BE49-F238E27FC236}">
                      <a16:creationId xmlns:a16="http://schemas.microsoft.com/office/drawing/2014/main" id="{33B33FDE-D896-8CA3-8DB0-924E970737AF}"/>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48" name="Freeform 18">
                  <a:extLst>
                    <a:ext uri="{FF2B5EF4-FFF2-40B4-BE49-F238E27FC236}">
                      <a16:creationId xmlns:a16="http://schemas.microsoft.com/office/drawing/2014/main" id="{A09AAFD0-1FA1-14BC-6A57-41A1903B90C1}"/>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sp>
            <p:nvSpPr>
              <p:cNvPr id="33" name="Freeform 19">
                <a:extLst>
                  <a:ext uri="{FF2B5EF4-FFF2-40B4-BE49-F238E27FC236}">
                    <a16:creationId xmlns:a16="http://schemas.microsoft.com/office/drawing/2014/main" id="{B2D545E1-48F9-DFB1-A0B1-E4436971C91C}"/>
                  </a:ext>
                </a:extLst>
              </p:cNvPr>
              <p:cNvSpPr>
                <a:spLocks noChangeAspect="1"/>
              </p:cNvSpPr>
              <p:nvPr/>
            </p:nvSpPr>
            <p:spPr bwMode="auto">
              <a:xfrm rot="-7673383">
                <a:off x="1235" y="1058"/>
                <a:ext cx="358" cy="292"/>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4" name="Group 20">
                <a:extLst>
                  <a:ext uri="{FF2B5EF4-FFF2-40B4-BE49-F238E27FC236}">
                    <a16:creationId xmlns:a16="http://schemas.microsoft.com/office/drawing/2014/main" id="{28959540-AA05-ABB5-FE9A-CD3E981A3E23}"/>
                  </a:ext>
                </a:extLst>
              </p:cNvPr>
              <p:cNvGrpSpPr>
                <a:grpSpLocks noChangeAspect="1"/>
              </p:cNvGrpSpPr>
              <p:nvPr/>
            </p:nvGrpSpPr>
            <p:grpSpPr bwMode="auto">
              <a:xfrm rot="-7673383">
                <a:off x="1220" y="1041"/>
                <a:ext cx="379" cy="324"/>
                <a:chOff x="3647" y="660"/>
                <a:chExt cx="408" cy="349"/>
              </a:xfrm>
            </p:grpSpPr>
            <p:sp>
              <p:nvSpPr>
                <p:cNvPr id="45" name="Freeform 21">
                  <a:extLst>
                    <a:ext uri="{FF2B5EF4-FFF2-40B4-BE49-F238E27FC236}">
                      <a16:creationId xmlns:a16="http://schemas.microsoft.com/office/drawing/2014/main" id="{EEDB5168-4B6F-473E-4075-20D50086B6EB}"/>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46" name="Freeform 22">
                  <a:extLst>
                    <a:ext uri="{FF2B5EF4-FFF2-40B4-BE49-F238E27FC236}">
                      <a16:creationId xmlns:a16="http://schemas.microsoft.com/office/drawing/2014/main" id="{64F787DB-C540-764B-7E51-000BE9B72FCB}"/>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nvGrpSpPr>
              <p:cNvPr id="35" name="Group 23">
                <a:extLst>
                  <a:ext uri="{FF2B5EF4-FFF2-40B4-BE49-F238E27FC236}">
                    <a16:creationId xmlns:a16="http://schemas.microsoft.com/office/drawing/2014/main" id="{C1756F48-54DB-A8C4-74B5-27606926FEA7}"/>
                  </a:ext>
                </a:extLst>
              </p:cNvPr>
              <p:cNvGrpSpPr>
                <a:grpSpLocks/>
              </p:cNvGrpSpPr>
              <p:nvPr/>
            </p:nvGrpSpPr>
            <p:grpSpPr bwMode="auto">
              <a:xfrm rot="-1691328">
                <a:off x="642" y="320"/>
                <a:ext cx="759" cy="375"/>
                <a:chOff x="605" y="321"/>
                <a:chExt cx="759" cy="375"/>
              </a:xfrm>
            </p:grpSpPr>
            <p:sp>
              <p:nvSpPr>
                <p:cNvPr id="42" name="Freeform 24">
                  <a:extLst>
                    <a:ext uri="{FF2B5EF4-FFF2-40B4-BE49-F238E27FC236}">
                      <a16:creationId xmlns:a16="http://schemas.microsoft.com/office/drawing/2014/main" id="{6F158F8D-F07E-520D-651A-A413D96A190B}"/>
                    </a:ext>
                  </a:extLst>
                </p:cNvPr>
                <p:cNvSpPr>
                  <a:spLocks noChangeAspect="1"/>
                </p:cNvSpPr>
                <p:nvPr/>
              </p:nvSpPr>
              <p:spPr bwMode="auto">
                <a:xfrm>
                  <a:off x="605" y="321"/>
                  <a:ext cx="127" cy="274"/>
                </a:xfrm>
                <a:custGeom>
                  <a:avLst/>
                  <a:gdLst>
                    <a:gd name="T0" fmla="*/ 864 w 864"/>
                    <a:gd name="T1" fmla="*/ 624 h 624"/>
                    <a:gd name="T2" fmla="*/ 816 w 864"/>
                    <a:gd name="T3" fmla="*/ 384 h 624"/>
                    <a:gd name="T4" fmla="*/ 672 w 864"/>
                    <a:gd name="T5" fmla="*/ 192 h 624"/>
                    <a:gd name="T6" fmla="*/ 576 w 864"/>
                    <a:gd name="T7" fmla="*/ 96 h 624"/>
                    <a:gd name="T8" fmla="*/ 336 w 864"/>
                    <a:gd name="T9" fmla="*/ 96 h 624"/>
                    <a:gd name="T10" fmla="*/ 192 w 864"/>
                    <a:gd name="T11" fmla="*/ 0 h 624"/>
                    <a:gd name="T12" fmla="*/ 0 w 864"/>
                    <a:gd name="T13" fmla="*/ 48 h 624"/>
                    <a:gd name="T14" fmla="*/ 240 w 864"/>
                    <a:gd name="T15" fmla="*/ 48 h 624"/>
                    <a:gd name="T16" fmla="*/ 336 w 864"/>
                    <a:gd name="T17" fmla="*/ 96 h 624"/>
                    <a:gd name="T18" fmla="*/ 534 w 864"/>
                    <a:gd name="T19" fmla="*/ 126 h 624"/>
                    <a:gd name="T20" fmla="*/ 756 w 864"/>
                    <a:gd name="T21" fmla="*/ 306 h 624"/>
                    <a:gd name="T22" fmla="*/ 864 w 864"/>
                    <a:gd name="T2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4" h="624">
                      <a:moveTo>
                        <a:pt x="864" y="624"/>
                      </a:moveTo>
                      <a:lnTo>
                        <a:pt x="816" y="384"/>
                      </a:lnTo>
                      <a:lnTo>
                        <a:pt x="672" y="192"/>
                      </a:lnTo>
                      <a:lnTo>
                        <a:pt x="576" y="96"/>
                      </a:lnTo>
                      <a:lnTo>
                        <a:pt x="336" y="96"/>
                      </a:lnTo>
                      <a:lnTo>
                        <a:pt x="192" y="0"/>
                      </a:lnTo>
                      <a:lnTo>
                        <a:pt x="0" y="48"/>
                      </a:lnTo>
                      <a:lnTo>
                        <a:pt x="240" y="48"/>
                      </a:lnTo>
                      <a:lnTo>
                        <a:pt x="336" y="96"/>
                      </a:lnTo>
                      <a:lnTo>
                        <a:pt x="534" y="126"/>
                      </a:lnTo>
                      <a:lnTo>
                        <a:pt x="756" y="306"/>
                      </a:lnTo>
                      <a:lnTo>
                        <a:pt x="864" y="624"/>
                      </a:lnTo>
                      <a:close/>
                    </a:path>
                  </a:pathLst>
                </a:custGeom>
                <a:solidFill>
                  <a:schemeClr val="tx1"/>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43" name="Freeform 25">
                  <a:extLst>
                    <a:ext uri="{FF2B5EF4-FFF2-40B4-BE49-F238E27FC236}">
                      <a16:creationId xmlns:a16="http://schemas.microsoft.com/office/drawing/2014/main" id="{3BB25F33-FD35-6EDC-A42B-1ED341D4A137}"/>
                    </a:ext>
                  </a:extLst>
                </p:cNvPr>
                <p:cNvSpPr>
                  <a:spLocks noChangeAspect="1"/>
                </p:cNvSpPr>
                <p:nvPr/>
              </p:nvSpPr>
              <p:spPr bwMode="auto">
                <a:xfrm rot="4807087" flipH="1">
                  <a:off x="805" y="285"/>
                  <a:ext cx="137" cy="253"/>
                </a:xfrm>
                <a:custGeom>
                  <a:avLst/>
                  <a:gdLst>
                    <a:gd name="T0" fmla="*/ 864 w 864"/>
                    <a:gd name="T1" fmla="*/ 624 h 624"/>
                    <a:gd name="T2" fmla="*/ 816 w 864"/>
                    <a:gd name="T3" fmla="*/ 384 h 624"/>
                    <a:gd name="T4" fmla="*/ 672 w 864"/>
                    <a:gd name="T5" fmla="*/ 192 h 624"/>
                    <a:gd name="T6" fmla="*/ 576 w 864"/>
                    <a:gd name="T7" fmla="*/ 96 h 624"/>
                    <a:gd name="T8" fmla="*/ 336 w 864"/>
                    <a:gd name="T9" fmla="*/ 96 h 624"/>
                    <a:gd name="T10" fmla="*/ 192 w 864"/>
                    <a:gd name="T11" fmla="*/ 0 h 624"/>
                    <a:gd name="T12" fmla="*/ 0 w 864"/>
                    <a:gd name="T13" fmla="*/ 48 h 624"/>
                    <a:gd name="T14" fmla="*/ 240 w 864"/>
                    <a:gd name="T15" fmla="*/ 48 h 624"/>
                    <a:gd name="T16" fmla="*/ 336 w 864"/>
                    <a:gd name="T17" fmla="*/ 96 h 624"/>
                    <a:gd name="T18" fmla="*/ 534 w 864"/>
                    <a:gd name="T19" fmla="*/ 126 h 624"/>
                    <a:gd name="T20" fmla="*/ 756 w 864"/>
                    <a:gd name="T21" fmla="*/ 306 h 624"/>
                    <a:gd name="T22" fmla="*/ 864 w 864"/>
                    <a:gd name="T2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4" h="624">
                      <a:moveTo>
                        <a:pt x="864" y="624"/>
                      </a:moveTo>
                      <a:lnTo>
                        <a:pt x="816" y="384"/>
                      </a:lnTo>
                      <a:lnTo>
                        <a:pt x="672" y="192"/>
                      </a:lnTo>
                      <a:lnTo>
                        <a:pt x="576" y="96"/>
                      </a:lnTo>
                      <a:lnTo>
                        <a:pt x="336" y="96"/>
                      </a:lnTo>
                      <a:lnTo>
                        <a:pt x="192" y="0"/>
                      </a:lnTo>
                      <a:lnTo>
                        <a:pt x="0" y="48"/>
                      </a:lnTo>
                      <a:lnTo>
                        <a:pt x="240" y="48"/>
                      </a:lnTo>
                      <a:lnTo>
                        <a:pt x="336" y="96"/>
                      </a:lnTo>
                      <a:lnTo>
                        <a:pt x="534" y="126"/>
                      </a:lnTo>
                      <a:lnTo>
                        <a:pt x="756" y="306"/>
                      </a:lnTo>
                      <a:lnTo>
                        <a:pt x="864" y="624"/>
                      </a:lnTo>
                      <a:close/>
                    </a:path>
                  </a:pathLst>
                </a:custGeom>
                <a:solidFill>
                  <a:schemeClr val="tx1"/>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44" name="Freeform 26">
                  <a:extLst>
                    <a:ext uri="{FF2B5EF4-FFF2-40B4-BE49-F238E27FC236}">
                      <a16:creationId xmlns:a16="http://schemas.microsoft.com/office/drawing/2014/main" id="{70E05B5C-F8EF-C7DA-7067-CFCFE3B88DF0}"/>
                    </a:ext>
                  </a:extLst>
                </p:cNvPr>
                <p:cNvSpPr>
                  <a:spLocks noChangeAspect="1"/>
                </p:cNvSpPr>
                <p:nvPr/>
              </p:nvSpPr>
              <p:spPr bwMode="auto">
                <a:xfrm rot="6938802" flipH="1">
                  <a:off x="1080" y="411"/>
                  <a:ext cx="316" cy="253"/>
                </a:xfrm>
                <a:custGeom>
                  <a:avLst/>
                  <a:gdLst>
                    <a:gd name="T0" fmla="*/ 864 w 864"/>
                    <a:gd name="T1" fmla="*/ 624 h 624"/>
                    <a:gd name="T2" fmla="*/ 816 w 864"/>
                    <a:gd name="T3" fmla="*/ 384 h 624"/>
                    <a:gd name="T4" fmla="*/ 672 w 864"/>
                    <a:gd name="T5" fmla="*/ 192 h 624"/>
                    <a:gd name="T6" fmla="*/ 576 w 864"/>
                    <a:gd name="T7" fmla="*/ 96 h 624"/>
                    <a:gd name="T8" fmla="*/ 336 w 864"/>
                    <a:gd name="T9" fmla="*/ 96 h 624"/>
                    <a:gd name="T10" fmla="*/ 192 w 864"/>
                    <a:gd name="T11" fmla="*/ 0 h 624"/>
                    <a:gd name="T12" fmla="*/ 0 w 864"/>
                    <a:gd name="T13" fmla="*/ 48 h 624"/>
                    <a:gd name="T14" fmla="*/ 240 w 864"/>
                    <a:gd name="T15" fmla="*/ 48 h 624"/>
                    <a:gd name="T16" fmla="*/ 336 w 864"/>
                    <a:gd name="T17" fmla="*/ 96 h 624"/>
                    <a:gd name="T18" fmla="*/ 534 w 864"/>
                    <a:gd name="T19" fmla="*/ 126 h 624"/>
                    <a:gd name="T20" fmla="*/ 756 w 864"/>
                    <a:gd name="T21" fmla="*/ 306 h 624"/>
                    <a:gd name="T22" fmla="*/ 864 w 864"/>
                    <a:gd name="T23" fmla="*/ 624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4" h="624">
                      <a:moveTo>
                        <a:pt x="864" y="624"/>
                      </a:moveTo>
                      <a:lnTo>
                        <a:pt x="816" y="384"/>
                      </a:lnTo>
                      <a:lnTo>
                        <a:pt x="672" y="192"/>
                      </a:lnTo>
                      <a:lnTo>
                        <a:pt x="576" y="96"/>
                      </a:lnTo>
                      <a:lnTo>
                        <a:pt x="336" y="96"/>
                      </a:lnTo>
                      <a:lnTo>
                        <a:pt x="192" y="0"/>
                      </a:lnTo>
                      <a:lnTo>
                        <a:pt x="0" y="48"/>
                      </a:lnTo>
                      <a:lnTo>
                        <a:pt x="240" y="48"/>
                      </a:lnTo>
                      <a:lnTo>
                        <a:pt x="336" y="96"/>
                      </a:lnTo>
                      <a:lnTo>
                        <a:pt x="534" y="126"/>
                      </a:lnTo>
                      <a:lnTo>
                        <a:pt x="756" y="306"/>
                      </a:lnTo>
                      <a:lnTo>
                        <a:pt x="864" y="624"/>
                      </a:lnTo>
                      <a:close/>
                    </a:path>
                  </a:pathLst>
                </a:custGeom>
                <a:solidFill>
                  <a:schemeClr val="tx1"/>
                </a:solidFill>
                <a:ln w="952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sp>
            <p:nvSpPr>
              <p:cNvPr id="36" name="Freeform 27">
                <a:extLst>
                  <a:ext uri="{FF2B5EF4-FFF2-40B4-BE49-F238E27FC236}">
                    <a16:creationId xmlns:a16="http://schemas.microsoft.com/office/drawing/2014/main" id="{FFE2160D-9E0C-B0F6-DE0D-A83A3D462F9D}"/>
                  </a:ext>
                </a:extLst>
              </p:cNvPr>
              <p:cNvSpPr>
                <a:spLocks noChangeAspect="1"/>
              </p:cNvSpPr>
              <p:nvPr/>
            </p:nvSpPr>
            <p:spPr bwMode="auto">
              <a:xfrm rot="10169807">
                <a:off x="1785" y="980"/>
                <a:ext cx="359" cy="292"/>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7" name="Freeform 28">
                <a:extLst>
                  <a:ext uri="{FF2B5EF4-FFF2-40B4-BE49-F238E27FC236}">
                    <a16:creationId xmlns:a16="http://schemas.microsoft.com/office/drawing/2014/main" id="{4F4FA137-7C90-653A-666E-7A96AE638658}"/>
                  </a:ext>
                </a:extLst>
              </p:cNvPr>
              <p:cNvSpPr>
                <a:spLocks noChangeAspect="1"/>
              </p:cNvSpPr>
              <p:nvPr/>
            </p:nvSpPr>
            <p:spPr bwMode="auto">
              <a:xfrm rot="10169807">
                <a:off x="1765" y="965"/>
                <a:ext cx="380" cy="324"/>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8" name="Freeform 29">
                <a:extLst>
                  <a:ext uri="{FF2B5EF4-FFF2-40B4-BE49-F238E27FC236}">
                    <a16:creationId xmlns:a16="http://schemas.microsoft.com/office/drawing/2014/main" id="{0408F38E-E890-CAAC-2614-E73B700BB1BE}"/>
                  </a:ext>
                </a:extLst>
              </p:cNvPr>
              <p:cNvSpPr>
                <a:spLocks noChangeAspect="1"/>
              </p:cNvSpPr>
              <p:nvPr/>
            </p:nvSpPr>
            <p:spPr bwMode="auto">
              <a:xfrm rot="-7314158">
                <a:off x="1047" y="512"/>
                <a:ext cx="262" cy="215"/>
              </a:xfrm>
              <a:custGeom>
                <a:avLst/>
                <a:gdLst>
                  <a:gd name="T0" fmla="*/ 251 w 385"/>
                  <a:gd name="T1" fmla="*/ 315 h 315"/>
                  <a:gd name="T2" fmla="*/ 213 w 385"/>
                  <a:gd name="T3" fmla="*/ 313 h 315"/>
                  <a:gd name="T4" fmla="*/ 97 w 385"/>
                  <a:gd name="T5" fmla="*/ 247 h 315"/>
                  <a:gd name="T6" fmla="*/ 0 w 385"/>
                  <a:gd name="T7" fmla="*/ 183 h 315"/>
                  <a:gd name="T8" fmla="*/ 69 w 385"/>
                  <a:gd name="T9" fmla="*/ 72 h 315"/>
                  <a:gd name="T10" fmla="*/ 110 w 385"/>
                  <a:gd name="T11" fmla="*/ 0 h 315"/>
                  <a:gd name="T12" fmla="*/ 205 w 385"/>
                  <a:gd name="T13" fmla="*/ 58 h 315"/>
                  <a:gd name="T14" fmla="*/ 311 w 385"/>
                  <a:gd name="T15" fmla="*/ 118 h 315"/>
                  <a:gd name="T16" fmla="*/ 385 w 385"/>
                  <a:gd name="T17" fmla="*/ 177 h 315"/>
                  <a:gd name="T18" fmla="*/ 307 w 385"/>
                  <a:gd name="T19" fmla="*/ 272 h 315"/>
                  <a:gd name="T20" fmla="*/ 267 w 385"/>
                  <a:gd name="T21" fmla="*/ 309 h 315"/>
                  <a:gd name="T22" fmla="*/ 251 w 385"/>
                  <a:gd name="T23"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5" h="315">
                    <a:moveTo>
                      <a:pt x="251" y="315"/>
                    </a:moveTo>
                    <a:lnTo>
                      <a:pt x="213" y="313"/>
                    </a:lnTo>
                    <a:lnTo>
                      <a:pt x="97" y="247"/>
                    </a:lnTo>
                    <a:lnTo>
                      <a:pt x="0" y="183"/>
                    </a:lnTo>
                    <a:lnTo>
                      <a:pt x="69" y="72"/>
                    </a:lnTo>
                    <a:lnTo>
                      <a:pt x="110" y="0"/>
                    </a:lnTo>
                    <a:lnTo>
                      <a:pt x="205" y="58"/>
                    </a:lnTo>
                    <a:lnTo>
                      <a:pt x="311" y="118"/>
                    </a:lnTo>
                    <a:lnTo>
                      <a:pt x="385" y="177"/>
                    </a:lnTo>
                    <a:lnTo>
                      <a:pt x="307" y="272"/>
                    </a:lnTo>
                    <a:lnTo>
                      <a:pt x="267" y="309"/>
                    </a:lnTo>
                    <a:lnTo>
                      <a:pt x="251" y="31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nvGrpSpPr>
              <p:cNvPr id="39" name="Group 30">
                <a:extLst>
                  <a:ext uri="{FF2B5EF4-FFF2-40B4-BE49-F238E27FC236}">
                    <a16:creationId xmlns:a16="http://schemas.microsoft.com/office/drawing/2014/main" id="{988131A5-9868-D7A1-3B8E-856B362C71D3}"/>
                  </a:ext>
                </a:extLst>
              </p:cNvPr>
              <p:cNvGrpSpPr>
                <a:grpSpLocks noChangeAspect="1"/>
              </p:cNvGrpSpPr>
              <p:nvPr/>
            </p:nvGrpSpPr>
            <p:grpSpPr bwMode="auto">
              <a:xfrm rot="-7314158">
                <a:off x="1036" y="500"/>
                <a:ext cx="277" cy="238"/>
                <a:chOff x="3647" y="660"/>
                <a:chExt cx="408" cy="349"/>
              </a:xfrm>
            </p:grpSpPr>
            <p:sp>
              <p:nvSpPr>
                <p:cNvPr id="40" name="Freeform 31">
                  <a:extLst>
                    <a:ext uri="{FF2B5EF4-FFF2-40B4-BE49-F238E27FC236}">
                      <a16:creationId xmlns:a16="http://schemas.microsoft.com/office/drawing/2014/main" id="{17CA6389-18DC-9845-1480-1E04D09422E3}"/>
                    </a:ext>
                  </a:extLst>
                </p:cNvPr>
                <p:cNvSpPr>
                  <a:spLocks noChangeAspect="1"/>
                </p:cNvSpPr>
                <p:nvPr/>
              </p:nvSpPr>
              <p:spPr bwMode="auto">
                <a:xfrm>
                  <a:off x="3647" y="660"/>
                  <a:ext cx="408" cy="349"/>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41" name="Freeform 32">
                  <a:extLst>
                    <a:ext uri="{FF2B5EF4-FFF2-40B4-BE49-F238E27FC236}">
                      <a16:creationId xmlns:a16="http://schemas.microsoft.com/office/drawing/2014/main" id="{E83D988D-5661-B19D-F5D2-630AFAC5B03D}"/>
                    </a:ext>
                  </a:extLst>
                </p:cNvPr>
                <p:cNvSpPr>
                  <a:spLocks noChangeAspect="1"/>
                </p:cNvSpPr>
                <p:nvPr/>
              </p:nvSpPr>
              <p:spPr bwMode="auto">
                <a:xfrm>
                  <a:off x="3691" y="704"/>
                  <a:ext cx="335" cy="260"/>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pic>
          <p:nvPicPr>
            <p:cNvPr id="6" name="Picture 35">
              <a:extLst>
                <a:ext uri="{FF2B5EF4-FFF2-40B4-BE49-F238E27FC236}">
                  <a16:creationId xmlns:a16="http://schemas.microsoft.com/office/drawing/2014/main" id="{31F7D497-43BF-B76F-116D-24059199E5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4876800"/>
              <a:ext cx="685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6">
              <a:extLst>
                <a:ext uri="{FF2B5EF4-FFF2-40B4-BE49-F238E27FC236}">
                  <a16:creationId xmlns:a16="http://schemas.microsoft.com/office/drawing/2014/main" id="{803BFF80-25E9-8F3A-F292-C5CE31B6B1DF}"/>
                </a:ext>
              </a:extLst>
            </p:cNvPr>
            <p:cNvPicPr>
              <a:picLocks noChangeAspect="1" noChangeArrowheads="1"/>
            </p:cNvPicPr>
            <p:nvPr/>
          </p:nvPicPr>
          <p:blipFill>
            <a:blip r:embed="rId3">
              <a:lum bright="60000" contrast="-66000"/>
              <a:extLst>
                <a:ext uri="{28A0092B-C50C-407E-A947-70E740481C1C}">
                  <a14:useLocalDpi xmlns:a14="http://schemas.microsoft.com/office/drawing/2010/main" val="0"/>
                </a:ext>
              </a:extLst>
            </a:blip>
            <a:srcRect/>
            <a:stretch>
              <a:fillRect/>
            </a:stretch>
          </p:blipFill>
          <p:spPr bwMode="auto">
            <a:xfrm>
              <a:off x="3840446" y="4851400"/>
              <a:ext cx="687388" cy="1066800"/>
            </a:xfrm>
            <a:prstGeom prst="rect">
              <a:avLst/>
            </a:prstGeom>
            <a:solidFill>
              <a:schemeClr val="folHlink"/>
            </a:solidFill>
          </p:spPr>
        </p:pic>
        <p:sp>
          <p:nvSpPr>
            <p:cNvPr id="8" name="Freeform 37">
              <a:extLst>
                <a:ext uri="{FF2B5EF4-FFF2-40B4-BE49-F238E27FC236}">
                  <a16:creationId xmlns:a16="http://schemas.microsoft.com/office/drawing/2014/main" id="{E3E1FD1B-3BD7-BACB-50CA-96312E6FA7E4}"/>
                </a:ext>
              </a:extLst>
            </p:cNvPr>
            <p:cNvSpPr>
              <a:spLocks/>
            </p:cNvSpPr>
            <p:nvPr/>
          </p:nvSpPr>
          <p:spPr bwMode="auto">
            <a:xfrm>
              <a:off x="-456728" y="6057384"/>
              <a:ext cx="2063750" cy="369332"/>
            </a:xfrm>
            <a:custGeom>
              <a:avLst/>
              <a:gdLst>
                <a:gd name="T0" fmla="*/ 720 w 871"/>
                <a:gd name="T1" fmla="*/ 0 h 376"/>
                <a:gd name="T2" fmla="*/ 690 w 871"/>
                <a:gd name="T3" fmla="*/ 253 h 376"/>
                <a:gd name="T4" fmla="*/ 432 w 871"/>
                <a:gd name="T5" fmla="*/ 288 h 376"/>
                <a:gd name="T6" fmla="*/ 584 w 871"/>
                <a:gd name="T7" fmla="*/ 179 h 376"/>
                <a:gd name="T8" fmla="*/ 864 w 871"/>
                <a:gd name="T9" fmla="*/ 240 h 376"/>
                <a:gd name="T10" fmla="*/ 460 w 871"/>
                <a:gd name="T11" fmla="*/ 376 h 376"/>
                <a:gd name="T12" fmla="*/ 240 w 871"/>
                <a:gd name="T13" fmla="*/ 240 h 376"/>
                <a:gd name="T14" fmla="*/ 0 w 871"/>
                <a:gd name="T15" fmla="*/ 336 h 3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1" h="376">
                  <a:moveTo>
                    <a:pt x="720" y="0"/>
                  </a:moveTo>
                  <a:cubicBezTo>
                    <a:pt x="715" y="42"/>
                    <a:pt x="738" y="205"/>
                    <a:pt x="690" y="253"/>
                  </a:cubicBezTo>
                  <a:cubicBezTo>
                    <a:pt x="642" y="301"/>
                    <a:pt x="450" y="300"/>
                    <a:pt x="432" y="288"/>
                  </a:cubicBezTo>
                  <a:cubicBezTo>
                    <a:pt x="403" y="212"/>
                    <a:pt x="512" y="187"/>
                    <a:pt x="584" y="179"/>
                  </a:cubicBezTo>
                  <a:cubicBezTo>
                    <a:pt x="656" y="171"/>
                    <a:pt x="871" y="162"/>
                    <a:pt x="864" y="240"/>
                  </a:cubicBezTo>
                  <a:cubicBezTo>
                    <a:pt x="856" y="336"/>
                    <a:pt x="564" y="376"/>
                    <a:pt x="460" y="376"/>
                  </a:cubicBezTo>
                  <a:cubicBezTo>
                    <a:pt x="356" y="376"/>
                    <a:pt x="336" y="248"/>
                    <a:pt x="240" y="240"/>
                  </a:cubicBezTo>
                  <a:cubicBezTo>
                    <a:pt x="144" y="232"/>
                    <a:pt x="72" y="284"/>
                    <a:pt x="0" y="336"/>
                  </a:cubicBezTo>
                </a:path>
              </a:pathLst>
            </a:custGeom>
            <a:noFill/>
            <a:ln w="38100" cap="flat" cmpd="sng">
              <a:solidFill>
                <a:schemeClr val="accent1"/>
              </a:solidFill>
              <a:prstDash val="solid"/>
              <a:round/>
              <a:headEnd type="none" w="med" len="med"/>
              <a:tailEnd type="none" w="med" len="med"/>
            </a:ln>
            <a:effectLst>
              <a:prstShdw prst="shdw15">
                <a:srgbClr val="DDDDDD"/>
              </a:prstShdw>
            </a:effectLst>
            <a:extLst>
              <a:ext uri="{909E8E84-426E-40DD-AFC4-6F175D3DCCD1}">
                <a14:hiddenFill xmlns:a14="http://schemas.microsoft.com/office/drawing/2010/main">
                  <a:solidFill>
                    <a:srgbClr val="FFFFFF"/>
                  </a:solidFill>
                </a14:hiddenFill>
              </a:ext>
            </a:extLst>
          </p:spPr>
          <p:txBody>
            <a:bodyPr anchor="ctr">
              <a:spAutoFit/>
            </a:bodyPr>
            <a:lstStyle/>
            <a:p>
              <a:endParaRPr lang="en-IT"/>
            </a:p>
          </p:txBody>
        </p:sp>
        <p:sp>
          <p:nvSpPr>
            <p:cNvPr id="9" name="Text Box 39">
              <a:extLst>
                <a:ext uri="{FF2B5EF4-FFF2-40B4-BE49-F238E27FC236}">
                  <a16:creationId xmlns:a16="http://schemas.microsoft.com/office/drawing/2014/main" id="{30A15F4A-FBA5-410D-B5B3-234F4D5056AE}"/>
                </a:ext>
              </a:extLst>
            </p:cNvPr>
            <p:cNvSpPr txBox="1">
              <a:spLocks noChangeArrowheads="1"/>
            </p:cNvSpPr>
            <p:nvPr/>
          </p:nvSpPr>
          <p:spPr bwMode="auto">
            <a:xfrm>
              <a:off x="1375546" y="4373563"/>
              <a:ext cx="7826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eth0</a:t>
              </a:r>
            </a:p>
          </p:txBody>
        </p:sp>
        <p:sp>
          <p:nvSpPr>
            <p:cNvPr id="10" name="Text Box 40">
              <a:extLst>
                <a:ext uri="{FF2B5EF4-FFF2-40B4-BE49-F238E27FC236}">
                  <a16:creationId xmlns:a16="http://schemas.microsoft.com/office/drawing/2014/main" id="{5094C65A-93CE-9BF0-EEF1-FBE4F9DA2C14}"/>
                </a:ext>
              </a:extLst>
            </p:cNvPr>
            <p:cNvSpPr txBox="1">
              <a:spLocks noChangeArrowheads="1"/>
            </p:cNvSpPr>
            <p:nvPr/>
          </p:nvSpPr>
          <p:spPr bwMode="auto">
            <a:xfrm>
              <a:off x="4175409" y="4389438"/>
              <a:ext cx="419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lo</a:t>
              </a:r>
            </a:p>
          </p:txBody>
        </p:sp>
        <p:sp>
          <p:nvSpPr>
            <p:cNvPr id="11" name="Text Box 41">
              <a:extLst>
                <a:ext uri="{FF2B5EF4-FFF2-40B4-BE49-F238E27FC236}">
                  <a16:creationId xmlns:a16="http://schemas.microsoft.com/office/drawing/2014/main" id="{1E4589A3-E1AE-F9CC-FC16-811BF2E35568}"/>
                </a:ext>
              </a:extLst>
            </p:cNvPr>
            <p:cNvSpPr txBox="1">
              <a:spLocks noChangeArrowheads="1"/>
            </p:cNvSpPr>
            <p:nvPr/>
          </p:nvSpPr>
          <p:spPr bwMode="auto">
            <a:xfrm>
              <a:off x="1007245" y="5135563"/>
              <a:ext cx="565150" cy="4572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eaLnBrk="0" hangingPunct="0"/>
              <a:r>
                <a:rPr lang="it-IT" altLang="en-IT" sz="2400" dirty="0" err="1">
                  <a:solidFill>
                    <a:schemeClr val="bg1"/>
                  </a:solidFill>
                  <a:latin typeface="Tahoma" panose="020B0604030504040204" pitchFamily="34" charset="0"/>
                </a:rPr>
                <a:t>nic</a:t>
              </a:r>
              <a:endParaRPr lang="it-IT" altLang="en-IT" sz="2400" dirty="0">
                <a:solidFill>
                  <a:schemeClr val="bg1"/>
                </a:solidFill>
                <a:latin typeface="Tahoma" panose="020B0604030504040204" pitchFamily="34" charset="0"/>
              </a:endParaRPr>
            </a:p>
          </p:txBody>
        </p:sp>
        <p:sp>
          <p:nvSpPr>
            <p:cNvPr id="12" name="Rectangle 42">
              <a:extLst>
                <a:ext uri="{FF2B5EF4-FFF2-40B4-BE49-F238E27FC236}">
                  <a16:creationId xmlns:a16="http://schemas.microsoft.com/office/drawing/2014/main" id="{A3402D8C-895A-E381-0342-FE8DAB171983}"/>
                </a:ext>
              </a:extLst>
            </p:cNvPr>
            <p:cNvSpPr>
              <a:spLocks noChangeArrowheads="1"/>
            </p:cNvSpPr>
            <p:nvPr/>
          </p:nvSpPr>
          <p:spPr bwMode="auto">
            <a:xfrm>
              <a:off x="944845" y="3064643"/>
              <a:ext cx="3911467" cy="1078187"/>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square" anchor="ctr">
              <a:spAutoFit/>
            </a:bodyPr>
            <a:lstStyle/>
            <a:p>
              <a:endParaRPr lang="en-IT"/>
            </a:p>
          </p:txBody>
        </p:sp>
        <p:grpSp>
          <p:nvGrpSpPr>
            <p:cNvPr id="13" name="Group 46">
              <a:extLst>
                <a:ext uri="{FF2B5EF4-FFF2-40B4-BE49-F238E27FC236}">
                  <a16:creationId xmlns:a16="http://schemas.microsoft.com/office/drawing/2014/main" id="{9BBEFE0D-E013-C2A6-8B6E-F92EEF75F18D}"/>
                </a:ext>
              </a:extLst>
            </p:cNvPr>
            <p:cNvGrpSpPr>
              <a:grpSpLocks noChangeAspect="1"/>
            </p:cNvGrpSpPr>
            <p:nvPr/>
          </p:nvGrpSpPr>
          <p:grpSpPr bwMode="auto">
            <a:xfrm>
              <a:off x="2073559" y="1654672"/>
              <a:ext cx="2071167" cy="1545729"/>
              <a:chOff x="1488" y="1149"/>
              <a:chExt cx="2141" cy="1731"/>
            </a:xfrm>
          </p:grpSpPr>
          <p:sp>
            <p:nvSpPr>
              <p:cNvPr id="20" name="AutoShape 47">
                <a:extLst>
                  <a:ext uri="{FF2B5EF4-FFF2-40B4-BE49-F238E27FC236}">
                    <a16:creationId xmlns:a16="http://schemas.microsoft.com/office/drawing/2014/main" id="{6D0E3B7D-6CA0-B3A0-AD7F-EB53102721AC}"/>
                  </a:ext>
                </a:extLst>
              </p:cNvPr>
              <p:cNvSpPr>
                <a:spLocks noChangeAspect="1" noChangeArrowheads="1"/>
              </p:cNvSpPr>
              <p:nvPr/>
            </p:nvSpPr>
            <p:spPr bwMode="auto">
              <a:xfrm>
                <a:off x="3360" y="1149"/>
                <a:ext cx="269" cy="582"/>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7001">
                    <a:srgbClr val="E6E6E6"/>
                  </a:gs>
                  <a:gs pos="32001">
                    <a:srgbClr val="7D8496"/>
                  </a:gs>
                  <a:gs pos="47000">
                    <a:srgbClr val="E6E6E6"/>
                  </a:gs>
                  <a:gs pos="85001">
                    <a:srgbClr val="7D8496"/>
                  </a:gs>
                  <a:gs pos="100000">
                    <a:srgbClr val="E6E6E6"/>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1" name="Rectangle 48">
                <a:extLst>
                  <a:ext uri="{FF2B5EF4-FFF2-40B4-BE49-F238E27FC236}">
                    <a16:creationId xmlns:a16="http://schemas.microsoft.com/office/drawing/2014/main" id="{CF6515B2-1562-1684-18F3-C7AA5288A523}"/>
                  </a:ext>
                </a:extLst>
              </p:cNvPr>
              <p:cNvSpPr>
                <a:spLocks noChangeAspect="1" noChangeArrowheads="1"/>
              </p:cNvSpPr>
              <p:nvPr/>
            </p:nvSpPr>
            <p:spPr bwMode="auto">
              <a:xfrm>
                <a:off x="1488" y="1233"/>
                <a:ext cx="1920" cy="41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2" name="AutoShape 49">
                <a:extLst>
                  <a:ext uri="{FF2B5EF4-FFF2-40B4-BE49-F238E27FC236}">
                    <a16:creationId xmlns:a16="http://schemas.microsoft.com/office/drawing/2014/main" id="{6CCB7B20-EAE8-7DA6-C25C-B3C90A239455}"/>
                  </a:ext>
                </a:extLst>
              </p:cNvPr>
              <p:cNvSpPr>
                <a:spLocks noChangeAspect="1" noChangeArrowheads="1"/>
              </p:cNvSpPr>
              <p:nvPr/>
            </p:nvSpPr>
            <p:spPr bwMode="auto">
              <a:xfrm>
                <a:off x="1488" y="1313"/>
                <a:ext cx="1920" cy="974"/>
              </a:xfrm>
              <a:custGeom>
                <a:avLst/>
                <a:gdLst>
                  <a:gd name="G0" fmla="+- 8910 0 0"/>
                  <a:gd name="G1" fmla="+- 21600 0 8910"/>
                  <a:gd name="G2" fmla="*/ 8910 1 2"/>
                  <a:gd name="G3" fmla="+- 21600 0 G2"/>
                  <a:gd name="G4" fmla="+/ 8910 21600 2"/>
                  <a:gd name="G5" fmla="+/ G1 0 2"/>
                  <a:gd name="G6" fmla="*/ 21600 21600 8910"/>
                  <a:gd name="G7" fmla="*/ G6 1 2"/>
                  <a:gd name="G8" fmla="+- 21600 0 G7"/>
                  <a:gd name="G9" fmla="*/ 21600 1 2"/>
                  <a:gd name="G10" fmla="+- 8910 0 G9"/>
                  <a:gd name="G11" fmla="?: G10 G8 0"/>
                  <a:gd name="G12" fmla="?: G10 G7 21600"/>
                  <a:gd name="T0" fmla="*/ 17145 w 21600"/>
                  <a:gd name="T1" fmla="*/ 10800 h 21600"/>
                  <a:gd name="T2" fmla="*/ 10800 w 21600"/>
                  <a:gd name="T3" fmla="*/ 21600 h 21600"/>
                  <a:gd name="T4" fmla="*/ 4455 w 21600"/>
                  <a:gd name="T5" fmla="*/ 10800 h 21600"/>
                  <a:gd name="T6" fmla="*/ 10800 w 21600"/>
                  <a:gd name="T7" fmla="*/ 0 h 21600"/>
                  <a:gd name="T8" fmla="*/ 6255 w 21600"/>
                  <a:gd name="T9" fmla="*/ 6255 h 21600"/>
                  <a:gd name="T10" fmla="*/ 15345 w 21600"/>
                  <a:gd name="T11" fmla="*/ 15345 h 21600"/>
                </a:gdLst>
                <a:ahLst/>
                <a:cxnLst>
                  <a:cxn ang="0">
                    <a:pos x="T0" y="T1"/>
                  </a:cxn>
                  <a:cxn ang="0">
                    <a:pos x="T2" y="T3"/>
                  </a:cxn>
                  <a:cxn ang="0">
                    <a:pos x="T4" y="T5"/>
                  </a:cxn>
                  <a:cxn ang="0">
                    <a:pos x="T6" y="T7"/>
                  </a:cxn>
                </a:cxnLst>
                <a:rect l="T8" t="T9" r="T10" b="T11"/>
                <a:pathLst>
                  <a:path w="21600" h="21600">
                    <a:moveTo>
                      <a:pt x="0" y="0"/>
                    </a:moveTo>
                    <a:lnTo>
                      <a:pt x="8910" y="21600"/>
                    </a:lnTo>
                    <a:lnTo>
                      <a:pt x="12690" y="21600"/>
                    </a:lnTo>
                    <a:lnTo>
                      <a:pt x="21600" y="0"/>
                    </a:lnTo>
                    <a:close/>
                  </a:path>
                </a:pathLst>
              </a:custGeom>
              <a:gradFill rotWithShape="0">
                <a:gsLst>
                  <a:gs pos="0">
                    <a:srgbClr val="E6E6E6"/>
                  </a:gs>
                  <a:gs pos="14999">
                    <a:srgbClr val="7D8496"/>
                  </a:gs>
                  <a:gs pos="53000">
                    <a:srgbClr val="E6E6E6"/>
                  </a:gs>
                  <a:gs pos="67999">
                    <a:srgbClr val="7D8496"/>
                  </a:gs>
                  <a:gs pos="92999">
                    <a:srgbClr val="E6E6E6"/>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3" name="AutoShape 50">
                <a:extLst>
                  <a:ext uri="{FF2B5EF4-FFF2-40B4-BE49-F238E27FC236}">
                    <a16:creationId xmlns:a16="http://schemas.microsoft.com/office/drawing/2014/main" id="{38396289-CCD7-F566-ADD1-4BA5D3A5750E}"/>
                  </a:ext>
                </a:extLst>
              </p:cNvPr>
              <p:cNvSpPr>
                <a:spLocks noChangeAspect="1" noChangeArrowheads="1"/>
              </p:cNvSpPr>
              <p:nvPr/>
            </p:nvSpPr>
            <p:spPr bwMode="auto">
              <a:xfrm>
                <a:off x="2288" y="2064"/>
                <a:ext cx="336" cy="816"/>
              </a:xfrm>
              <a:custGeom>
                <a:avLst/>
                <a:gdLst>
                  <a:gd name="G0" fmla="+- 6975 0 0"/>
                  <a:gd name="G1" fmla="+- 21600 0 6975"/>
                  <a:gd name="G2" fmla="*/ 6975 1 2"/>
                  <a:gd name="G3" fmla="+- 21600 0 G2"/>
                  <a:gd name="G4" fmla="+/ 6975 21600 2"/>
                  <a:gd name="G5" fmla="+/ G1 0 2"/>
                  <a:gd name="G6" fmla="*/ 21600 21600 6975"/>
                  <a:gd name="G7" fmla="*/ G6 1 2"/>
                  <a:gd name="G8" fmla="+- 21600 0 G7"/>
                  <a:gd name="G9" fmla="*/ 21600 1 2"/>
                  <a:gd name="G10" fmla="+- 6975 0 G9"/>
                  <a:gd name="G11" fmla="?: G10 G8 0"/>
                  <a:gd name="G12" fmla="?: G10 G7 21600"/>
                  <a:gd name="T0" fmla="*/ 18112 w 21600"/>
                  <a:gd name="T1" fmla="*/ 10800 h 21600"/>
                  <a:gd name="T2" fmla="*/ 10800 w 21600"/>
                  <a:gd name="T3" fmla="*/ 21600 h 21600"/>
                  <a:gd name="T4" fmla="*/ 3488 w 21600"/>
                  <a:gd name="T5" fmla="*/ 10800 h 21600"/>
                  <a:gd name="T6" fmla="*/ 10800 w 21600"/>
                  <a:gd name="T7" fmla="*/ 0 h 21600"/>
                  <a:gd name="T8" fmla="*/ 5288 w 21600"/>
                  <a:gd name="T9" fmla="*/ 5288 h 21600"/>
                  <a:gd name="T10" fmla="*/ 16312 w 21600"/>
                  <a:gd name="T11" fmla="*/ 16312 h 21600"/>
                </a:gdLst>
                <a:ahLst/>
                <a:cxnLst>
                  <a:cxn ang="0">
                    <a:pos x="T0" y="T1"/>
                  </a:cxn>
                  <a:cxn ang="0">
                    <a:pos x="T2" y="T3"/>
                  </a:cxn>
                  <a:cxn ang="0">
                    <a:pos x="T4" y="T5"/>
                  </a:cxn>
                  <a:cxn ang="0">
                    <a:pos x="T6" y="T7"/>
                  </a:cxn>
                </a:cxnLst>
                <a:rect l="T8" t="T9" r="T10" b="T11"/>
                <a:pathLst>
                  <a:path w="21600" h="21600">
                    <a:moveTo>
                      <a:pt x="0" y="0"/>
                    </a:moveTo>
                    <a:lnTo>
                      <a:pt x="6975" y="21600"/>
                    </a:lnTo>
                    <a:lnTo>
                      <a:pt x="14625" y="21600"/>
                    </a:lnTo>
                    <a:lnTo>
                      <a:pt x="21600" y="0"/>
                    </a:lnTo>
                    <a:close/>
                  </a:path>
                </a:pathLst>
              </a:custGeom>
              <a:gradFill rotWithShape="0">
                <a:gsLst>
                  <a:gs pos="0">
                    <a:srgbClr val="E6E6E6"/>
                  </a:gs>
                  <a:gs pos="14999">
                    <a:srgbClr val="7D8496"/>
                  </a:gs>
                  <a:gs pos="53000">
                    <a:srgbClr val="E6E6E6"/>
                  </a:gs>
                  <a:gs pos="67999">
                    <a:srgbClr val="7D8496"/>
                  </a:gs>
                  <a:gs pos="92999">
                    <a:srgbClr val="E6E6E6"/>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sp>
          <p:nvSpPr>
            <p:cNvPr id="14" name="Text Box 51">
              <a:extLst>
                <a:ext uri="{FF2B5EF4-FFF2-40B4-BE49-F238E27FC236}">
                  <a16:creationId xmlns:a16="http://schemas.microsoft.com/office/drawing/2014/main" id="{E6171050-C75F-212C-EB2D-93A8B1C1655B}"/>
                </a:ext>
              </a:extLst>
            </p:cNvPr>
            <p:cNvSpPr txBox="1">
              <a:spLocks noChangeArrowheads="1"/>
            </p:cNvSpPr>
            <p:nvPr/>
          </p:nvSpPr>
          <p:spPr bwMode="auto">
            <a:xfrm rot="16200000">
              <a:off x="79659" y="3305176"/>
              <a:ext cx="1169988"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ip layer</a:t>
              </a:r>
            </a:p>
          </p:txBody>
        </p:sp>
        <p:sp>
          <p:nvSpPr>
            <p:cNvPr id="15" name="Rectangle 52">
              <a:extLst>
                <a:ext uri="{FF2B5EF4-FFF2-40B4-BE49-F238E27FC236}">
                  <a16:creationId xmlns:a16="http://schemas.microsoft.com/office/drawing/2014/main" id="{8445BFE7-3A7D-1F79-5D90-0E31AE847A69}"/>
                </a:ext>
              </a:extLst>
            </p:cNvPr>
            <p:cNvSpPr>
              <a:spLocks noChangeArrowheads="1"/>
            </p:cNvSpPr>
            <p:nvPr/>
          </p:nvSpPr>
          <p:spPr bwMode="auto">
            <a:xfrm>
              <a:off x="2513296" y="2876034"/>
              <a:ext cx="1073150" cy="369332"/>
            </a:xfrm>
            <a:prstGeom prst="rect">
              <a:avLst/>
            </a:prstGeom>
            <a:solidFill>
              <a:srgbClr val="FFFFFF">
                <a:alpha val="50000"/>
              </a:srgbClr>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16" name="Oval 53">
              <a:extLst>
                <a:ext uri="{FF2B5EF4-FFF2-40B4-BE49-F238E27FC236}">
                  <a16:creationId xmlns:a16="http://schemas.microsoft.com/office/drawing/2014/main" id="{9D3EA965-68E5-6566-34D2-15A981E35035}"/>
                </a:ext>
              </a:extLst>
            </p:cNvPr>
            <p:cNvSpPr>
              <a:spLocks noChangeArrowheads="1"/>
            </p:cNvSpPr>
            <p:nvPr/>
          </p:nvSpPr>
          <p:spPr bwMode="auto">
            <a:xfrm>
              <a:off x="2513296" y="3162300"/>
              <a:ext cx="990600" cy="8763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0" hangingPunct="0"/>
              <a:r>
                <a:rPr lang="it-IT" altLang="en-IT" sz="4000" b="1">
                  <a:latin typeface="Tahoma" panose="020B0604030504040204" pitchFamily="34" charset="0"/>
                </a:rPr>
                <a:t>?</a:t>
              </a:r>
            </a:p>
          </p:txBody>
        </p:sp>
        <p:sp>
          <p:nvSpPr>
            <p:cNvPr id="17" name="Line 54">
              <a:extLst>
                <a:ext uri="{FF2B5EF4-FFF2-40B4-BE49-F238E27FC236}">
                  <a16:creationId xmlns:a16="http://schemas.microsoft.com/office/drawing/2014/main" id="{A54E98E5-0913-DEF0-2935-38630C0DEFBD}"/>
                </a:ext>
              </a:extLst>
            </p:cNvPr>
            <p:cNvSpPr>
              <a:spLocks noChangeShapeType="1"/>
            </p:cNvSpPr>
            <p:nvPr/>
          </p:nvSpPr>
          <p:spPr bwMode="auto">
            <a:xfrm>
              <a:off x="1272357" y="4267200"/>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18" name="Line 55">
              <a:extLst>
                <a:ext uri="{FF2B5EF4-FFF2-40B4-BE49-F238E27FC236}">
                  <a16:creationId xmlns:a16="http://schemas.microsoft.com/office/drawing/2014/main" id="{F87ADD08-491A-84BC-013A-DE5069C0E0D8}"/>
                </a:ext>
              </a:extLst>
            </p:cNvPr>
            <p:cNvSpPr>
              <a:spLocks noChangeShapeType="1"/>
            </p:cNvSpPr>
            <p:nvPr/>
          </p:nvSpPr>
          <p:spPr bwMode="auto">
            <a:xfrm>
              <a:off x="4143659" y="4267200"/>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19" name="Freeform 38">
              <a:extLst>
                <a:ext uri="{FF2B5EF4-FFF2-40B4-BE49-F238E27FC236}">
                  <a16:creationId xmlns:a16="http://schemas.microsoft.com/office/drawing/2014/main" id="{4A9841F8-C19E-41EF-25BC-A8C848DA4EF9}"/>
                </a:ext>
              </a:extLst>
            </p:cNvPr>
            <p:cNvSpPr>
              <a:spLocks/>
            </p:cNvSpPr>
            <p:nvPr/>
          </p:nvSpPr>
          <p:spPr bwMode="auto">
            <a:xfrm>
              <a:off x="3947640" y="4883354"/>
              <a:ext cx="444791" cy="1490338"/>
            </a:xfrm>
            <a:custGeom>
              <a:avLst/>
              <a:gdLst>
                <a:gd name="T0" fmla="*/ 180 w 425"/>
                <a:gd name="T1" fmla="*/ 0 h 895"/>
                <a:gd name="T2" fmla="*/ 165 w 425"/>
                <a:gd name="T3" fmla="*/ 370 h 895"/>
                <a:gd name="T4" fmla="*/ 8 w 425"/>
                <a:gd name="T5" fmla="*/ 697 h 895"/>
                <a:gd name="T6" fmla="*/ 213 w 425"/>
                <a:gd name="T7" fmla="*/ 894 h 895"/>
                <a:gd name="T8" fmla="*/ 425 w 425"/>
                <a:gd name="T9" fmla="*/ 706 h 895"/>
                <a:gd name="T10" fmla="*/ 217 w 425"/>
                <a:gd name="T11" fmla="*/ 418 h 895"/>
              </a:gdLst>
              <a:ahLst/>
              <a:cxnLst>
                <a:cxn ang="0">
                  <a:pos x="T0" y="T1"/>
                </a:cxn>
                <a:cxn ang="0">
                  <a:pos x="T2" y="T3"/>
                </a:cxn>
                <a:cxn ang="0">
                  <a:pos x="T4" y="T5"/>
                </a:cxn>
                <a:cxn ang="0">
                  <a:pos x="T6" y="T7"/>
                </a:cxn>
                <a:cxn ang="0">
                  <a:pos x="T8" y="T9"/>
                </a:cxn>
                <a:cxn ang="0">
                  <a:pos x="T10" y="T11"/>
                </a:cxn>
              </a:cxnLst>
              <a:rect l="0" t="0" r="r" b="b"/>
              <a:pathLst>
                <a:path w="425" h="895">
                  <a:moveTo>
                    <a:pt x="180" y="0"/>
                  </a:moveTo>
                  <a:cubicBezTo>
                    <a:pt x="176" y="62"/>
                    <a:pt x="194" y="254"/>
                    <a:pt x="165" y="370"/>
                  </a:cubicBezTo>
                  <a:cubicBezTo>
                    <a:pt x="136" y="486"/>
                    <a:pt x="0" y="610"/>
                    <a:pt x="8" y="697"/>
                  </a:cubicBezTo>
                  <a:cubicBezTo>
                    <a:pt x="8" y="812"/>
                    <a:pt x="143" y="893"/>
                    <a:pt x="213" y="894"/>
                  </a:cubicBezTo>
                  <a:cubicBezTo>
                    <a:pt x="282" y="895"/>
                    <a:pt x="424" y="785"/>
                    <a:pt x="425" y="706"/>
                  </a:cubicBezTo>
                  <a:cubicBezTo>
                    <a:pt x="423" y="567"/>
                    <a:pt x="284" y="533"/>
                    <a:pt x="217" y="418"/>
                  </a:cubicBezTo>
                </a:path>
              </a:pathLst>
            </a:custGeom>
            <a:noFill/>
            <a:ln w="28575" cap="flat" cmpd="sng">
              <a:solidFill>
                <a:schemeClr val="tx1"/>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IT"/>
            </a:p>
          </p:txBody>
        </p:sp>
      </p:grpSp>
      <p:pic>
        <p:nvPicPr>
          <p:cNvPr id="53" name="Picture 35">
            <a:extLst>
              <a:ext uri="{FF2B5EF4-FFF2-40B4-BE49-F238E27FC236}">
                <a16:creationId xmlns:a16="http://schemas.microsoft.com/office/drawing/2014/main" id="{A86F6673-95C5-75E3-F61B-3C2EF9C592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4902696"/>
            <a:ext cx="685800" cy="1066800"/>
          </a:xfrm>
          <a:prstGeom prst="rect">
            <a:avLst/>
          </a:prstGeom>
          <a:noFill/>
          <a:extLst>
            <a:ext uri="{909E8E84-426E-40DD-AFC4-6F175D3DCCD1}">
              <a14:hiddenFill xmlns:a14="http://schemas.microsoft.com/office/drawing/2010/main">
                <a:solidFill>
                  <a:srgbClr val="FFFFFF"/>
                </a:solidFill>
              </a14:hiddenFill>
            </a:ext>
          </a:extLst>
        </p:spPr>
      </p:pic>
      <p:sp>
        <p:nvSpPr>
          <p:cNvPr id="54" name="Text Box 39">
            <a:extLst>
              <a:ext uri="{FF2B5EF4-FFF2-40B4-BE49-F238E27FC236}">
                <a16:creationId xmlns:a16="http://schemas.microsoft.com/office/drawing/2014/main" id="{BBA158EE-96D3-A00E-0D1F-F15E16D6A8A0}"/>
              </a:ext>
            </a:extLst>
          </p:cNvPr>
          <p:cNvSpPr txBox="1">
            <a:spLocks noChangeArrowheads="1"/>
          </p:cNvSpPr>
          <p:nvPr/>
        </p:nvSpPr>
        <p:spPr bwMode="auto">
          <a:xfrm>
            <a:off x="2812525" y="4397227"/>
            <a:ext cx="78899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dirty="0">
                <a:latin typeface="Tahoma" panose="020B0604030504040204" pitchFamily="34" charset="0"/>
              </a:rPr>
              <a:t>eth1</a:t>
            </a:r>
          </a:p>
        </p:txBody>
      </p:sp>
      <p:sp>
        <p:nvSpPr>
          <p:cNvPr id="55" name="Text Box 41">
            <a:extLst>
              <a:ext uri="{FF2B5EF4-FFF2-40B4-BE49-F238E27FC236}">
                <a16:creationId xmlns:a16="http://schemas.microsoft.com/office/drawing/2014/main" id="{69F50B13-488E-3274-A4E8-44AE50256C79}"/>
              </a:ext>
            </a:extLst>
          </p:cNvPr>
          <p:cNvSpPr txBox="1">
            <a:spLocks noChangeArrowheads="1"/>
          </p:cNvSpPr>
          <p:nvPr/>
        </p:nvSpPr>
        <p:spPr bwMode="auto">
          <a:xfrm>
            <a:off x="2447405" y="5161459"/>
            <a:ext cx="565150" cy="4572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eaLnBrk="0" hangingPunct="0"/>
            <a:r>
              <a:rPr lang="it-IT" altLang="en-IT" sz="2400" dirty="0" err="1">
                <a:solidFill>
                  <a:schemeClr val="bg1"/>
                </a:solidFill>
                <a:latin typeface="Tahoma" panose="020B0604030504040204" pitchFamily="34" charset="0"/>
              </a:rPr>
              <a:t>nic</a:t>
            </a:r>
            <a:endParaRPr lang="it-IT" altLang="en-IT" sz="2400" dirty="0">
              <a:solidFill>
                <a:schemeClr val="bg1"/>
              </a:solidFill>
              <a:latin typeface="Tahoma" panose="020B0604030504040204" pitchFamily="34" charset="0"/>
            </a:endParaRPr>
          </a:p>
        </p:txBody>
      </p:sp>
      <p:sp>
        <p:nvSpPr>
          <p:cNvPr id="56" name="Line 54">
            <a:extLst>
              <a:ext uri="{FF2B5EF4-FFF2-40B4-BE49-F238E27FC236}">
                <a16:creationId xmlns:a16="http://schemas.microsoft.com/office/drawing/2014/main" id="{B55A1889-75A9-1CE6-0AB9-FD27EB71EFB7}"/>
              </a:ext>
            </a:extLst>
          </p:cNvPr>
          <p:cNvSpPr>
            <a:spLocks noChangeShapeType="1"/>
          </p:cNvSpPr>
          <p:nvPr/>
        </p:nvSpPr>
        <p:spPr bwMode="auto">
          <a:xfrm>
            <a:off x="2712517" y="4293096"/>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A16597C3-18FE-BB89-C69F-051669584FAD}"/>
              </a:ext>
            </a:extLst>
          </p:cNvPr>
          <p:cNvGrpSpPr/>
          <p:nvPr/>
        </p:nvGrpSpPr>
        <p:grpSpPr>
          <a:xfrm>
            <a:off x="3388085" y="1345627"/>
            <a:ext cx="552843" cy="437508"/>
            <a:chOff x="6971090" y="5622359"/>
            <a:chExt cx="552843" cy="437508"/>
          </a:xfrm>
        </p:grpSpPr>
        <p:sp>
          <p:nvSpPr>
            <p:cNvPr id="52" name="Freeform 7">
              <a:extLst>
                <a:ext uri="{FF2B5EF4-FFF2-40B4-BE49-F238E27FC236}">
                  <a16:creationId xmlns:a16="http://schemas.microsoft.com/office/drawing/2014/main" id="{BDDBF81B-6ADC-176D-86AA-55E3997D8920}"/>
                </a:ext>
              </a:extLst>
            </p:cNvPr>
            <p:cNvSpPr>
              <a:spLocks noChangeAspect="1"/>
            </p:cNvSpPr>
            <p:nvPr/>
          </p:nvSpPr>
          <p:spPr bwMode="auto">
            <a:xfrm>
              <a:off x="6971090" y="5622359"/>
              <a:ext cx="552843" cy="437508"/>
            </a:xfrm>
            <a:custGeom>
              <a:avLst/>
              <a:gdLst>
                <a:gd name="T0" fmla="*/ 228 w 408"/>
                <a:gd name="T1" fmla="*/ 316 h 349"/>
                <a:gd name="T2" fmla="*/ 149 w 408"/>
                <a:gd name="T3" fmla="*/ 274 h 349"/>
                <a:gd name="T4" fmla="*/ 143 w 408"/>
                <a:gd name="T5" fmla="*/ 276 h 349"/>
                <a:gd name="T6" fmla="*/ 82 w 408"/>
                <a:gd name="T7" fmla="*/ 235 h 349"/>
                <a:gd name="T8" fmla="*/ 27 w 408"/>
                <a:gd name="T9" fmla="*/ 194 h 349"/>
                <a:gd name="T10" fmla="*/ 58 w 408"/>
                <a:gd name="T11" fmla="*/ 157 h 349"/>
                <a:gd name="T12" fmla="*/ 118 w 408"/>
                <a:gd name="T13" fmla="*/ 46 h 349"/>
                <a:gd name="T14" fmla="*/ 124 w 408"/>
                <a:gd name="T15" fmla="*/ 33 h 349"/>
                <a:gd name="T16" fmla="*/ 186 w 408"/>
                <a:gd name="T17" fmla="*/ 81 h 349"/>
                <a:gd name="T18" fmla="*/ 267 w 408"/>
                <a:gd name="T19" fmla="*/ 126 h 349"/>
                <a:gd name="T20" fmla="*/ 333 w 408"/>
                <a:gd name="T21" fmla="*/ 160 h 349"/>
                <a:gd name="T22" fmla="*/ 375 w 408"/>
                <a:gd name="T23" fmla="*/ 196 h 349"/>
                <a:gd name="T24" fmla="*/ 346 w 408"/>
                <a:gd name="T25" fmla="*/ 237 h 349"/>
                <a:gd name="T26" fmla="*/ 312 w 408"/>
                <a:gd name="T27" fmla="*/ 274 h 349"/>
                <a:gd name="T28" fmla="*/ 287 w 408"/>
                <a:gd name="T29" fmla="*/ 303 h 349"/>
                <a:gd name="T30" fmla="*/ 271 w 408"/>
                <a:gd name="T31" fmla="*/ 318 h 349"/>
                <a:gd name="T32" fmla="*/ 265 w 408"/>
                <a:gd name="T33" fmla="*/ 320 h 349"/>
                <a:gd name="T34" fmla="*/ 246 w 408"/>
                <a:gd name="T35" fmla="*/ 320 h 349"/>
                <a:gd name="T36" fmla="*/ 238 w 408"/>
                <a:gd name="T37" fmla="*/ 339 h 349"/>
                <a:gd name="T38" fmla="*/ 256 w 408"/>
                <a:gd name="T39" fmla="*/ 349 h 349"/>
                <a:gd name="T40" fmla="*/ 290 w 408"/>
                <a:gd name="T41" fmla="*/ 339 h 349"/>
                <a:gd name="T42" fmla="*/ 337 w 408"/>
                <a:gd name="T43" fmla="*/ 281 h 349"/>
                <a:gd name="T44" fmla="*/ 389 w 408"/>
                <a:gd name="T45" fmla="*/ 227 h 349"/>
                <a:gd name="T46" fmla="*/ 406 w 408"/>
                <a:gd name="T47" fmla="*/ 204 h 349"/>
                <a:gd name="T48" fmla="*/ 408 w 408"/>
                <a:gd name="T49" fmla="*/ 190 h 349"/>
                <a:gd name="T50" fmla="*/ 375 w 408"/>
                <a:gd name="T51" fmla="*/ 162 h 349"/>
                <a:gd name="T52" fmla="*/ 333 w 408"/>
                <a:gd name="T53" fmla="*/ 131 h 349"/>
                <a:gd name="T54" fmla="*/ 277 w 408"/>
                <a:gd name="T55" fmla="*/ 99 h 349"/>
                <a:gd name="T56" fmla="*/ 225 w 408"/>
                <a:gd name="T57" fmla="*/ 72 h 349"/>
                <a:gd name="T58" fmla="*/ 184 w 408"/>
                <a:gd name="T59" fmla="*/ 43 h 349"/>
                <a:gd name="T60" fmla="*/ 141 w 408"/>
                <a:gd name="T61" fmla="*/ 14 h 349"/>
                <a:gd name="T62" fmla="*/ 120 w 408"/>
                <a:gd name="T63" fmla="*/ 0 h 349"/>
                <a:gd name="T64" fmla="*/ 105 w 408"/>
                <a:gd name="T65" fmla="*/ 2 h 349"/>
                <a:gd name="T66" fmla="*/ 93 w 408"/>
                <a:gd name="T67" fmla="*/ 21 h 349"/>
                <a:gd name="T68" fmla="*/ 68 w 408"/>
                <a:gd name="T69" fmla="*/ 87 h 349"/>
                <a:gd name="T70" fmla="*/ 37 w 408"/>
                <a:gd name="T71" fmla="*/ 135 h 349"/>
                <a:gd name="T72" fmla="*/ 14 w 408"/>
                <a:gd name="T73" fmla="*/ 170 h 349"/>
                <a:gd name="T74" fmla="*/ 0 w 408"/>
                <a:gd name="T75" fmla="*/ 192 h 349"/>
                <a:gd name="T76" fmla="*/ 4 w 408"/>
                <a:gd name="T77" fmla="*/ 214 h 349"/>
                <a:gd name="T78" fmla="*/ 47 w 408"/>
                <a:gd name="T79" fmla="*/ 239 h 349"/>
                <a:gd name="T80" fmla="*/ 47 w 408"/>
                <a:gd name="T81" fmla="*/ 245 h 349"/>
                <a:gd name="T82" fmla="*/ 101 w 408"/>
                <a:gd name="T83" fmla="*/ 277 h 349"/>
                <a:gd name="T84" fmla="*/ 143 w 408"/>
                <a:gd name="T85" fmla="*/ 299 h 349"/>
                <a:gd name="T86" fmla="*/ 198 w 408"/>
                <a:gd name="T87" fmla="*/ 330 h 349"/>
                <a:gd name="T88" fmla="*/ 230 w 408"/>
                <a:gd name="T89" fmla="*/ 341 h 349"/>
                <a:gd name="T90" fmla="*/ 228 w 408"/>
                <a:gd name="T91" fmla="*/ 316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8" h="349">
                  <a:moveTo>
                    <a:pt x="228" y="316"/>
                  </a:moveTo>
                  <a:lnTo>
                    <a:pt x="149" y="274"/>
                  </a:lnTo>
                  <a:lnTo>
                    <a:pt x="143" y="276"/>
                  </a:lnTo>
                  <a:lnTo>
                    <a:pt x="82" y="235"/>
                  </a:lnTo>
                  <a:lnTo>
                    <a:pt x="27" y="194"/>
                  </a:lnTo>
                  <a:lnTo>
                    <a:pt x="58" y="157"/>
                  </a:lnTo>
                  <a:lnTo>
                    <a:pt x="118" y="46"/>
                  </a:lnTo>
                  <a:lnTo>
                    <a:pt x="124" y="33"/>
                  </a:lnTo>
                  <a:lnTo>
                    <a:pt x="186" y="81"/>
                  </a:lnTo>
                  <a:lnTo>
                    <a:pt x="267" y="126"/>
                  </a:lnTo>
                  <a:lnTo>
                    <a:pt x="333" y="160"/>
                  </a:lnTo>
                  <a:lnTo>
                    <a:pt x="375" y="196"/>
                  </a:lnTo>
                  <a:lnTo>
                    <a:pt x="346" y="237"/>
                  </a:lnTo>
                  <a:lnTo>
                    <a:pt x="312" y="274"/>
                  </a:lnTo>
                  <a:lnTo>
                    <a:pt x="287" y="303"/>
                  </a:lnTo>
                  <a:lnTo>
                    <a:pt x="271" y="318"/>
                  </a:lnTo>
                  <a:lnTo>
                    <a:pt x="265" y="320"/>
                  </a:lnTo>
                  <a:lnTo>
                    <a:pt x="246" y="320"/>
                  </a:lnTo>
                  <a:lnTo>
                    <a:pt x="238" y="339"/>
                  </a:lnTo>
                  <a:lnTo>
                    <a:pt x="256" y="349"/>
                  </a:lnTo>
                  <a:lnTo>
                    <a:pt x="290" y="339"/>
                  </a:lnTo>
                  <a:lnTo>
                    <a:pt x="337" y="281"/>
                  </a:lnTo>
                  <a:lnTo>
                    <a:pt x="389" y="227"/>
                  </a:lnTo>
                  <a:lnTo>
                    <a:pt x="406" y="204"/>
                  </a:lnTo>
                  <a:lnTo>
                    <a:pt x="408" y="190"/>
                  </a:lnTo>
                  <a:lnTo>
                    <a:pt x="375" y="162"/>
                  </a:lnTo>
                  <a:lnTo>
                    <a:pt x="333" y="131"/>
                  </a:lnTo>
                  <a:lnTo>
                    <a:pt x="277" y="99"/>
                  </a:lnTo>
                  <a:lnTo>
                    <a:pt x="225" y="72"/>
                  </a:lnTo>
                  <a:lnTo>
                    <a:pt x="184" y="43"/>
                  </a:lnTo>
                  <a:lnTo>
                    <a:pt x="141" y="14"/>
                  </a:lnTo>
                  <a:lnTo>
                    <a:pt x="120" y="0"/>
                  </a:lnTo>
                  <a:lnTo>
                    <a:pt x="105" y="2"/>
                  </a:lnTo>
                  <a:lnTo>
                    <a:pt x="93" y="21"/>
                  </a:lnTo>
                  <a:lnTo>
                    <a:pt x="68" y="87"/>
                  </a:lnTo>
                  <a:lnTo>
                    <a:pt x="37" y="135"/>
                  </a:lnTo>
                  <a:lnTo>
                    <a:pt x="14" y="170"/>
                  </a:lnTo>
                  <a:lnTo>
                    <a:pt x="0" y="192"/>
                  </a:lnTo>
                  <a:lnTo>
                    <a:pt x="4" y="214"/>
                  </a:lnTo>
                  <a:lnTo>
                    <a:pt x="47" y="239"/>
                  </a:lnTo>
                  <a:lnTo>
                    <a:pt x="47" y="245"/>
                  </a:lnTo>
                  <a:lnTo>
                    <a:pt x="101" y="277"/>
                  </a:lnTo>
                  <a:lnTo>
                    <a:pt x="143" y="299"/>
                  </a:lnTo>
                  <a:lnTo>
                    <a:pt x="198" y="330"/>
                  </a:lnTo>
                  <a:lnTo>
                    <a:pt x="230" y="341"/>
                  </a:lnTo>
                  <a:lnTo>
                    <a:pt x="228" y="31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53" name="Freeform 8">
              <a:extLst>
                <a:ext uri="{FF2B5EF4-FFF2-40B4-BE49-F238E27FC236}">
                  <a16:creationId xmlns:a16="http://schemas.microsoft.com/office/drawing/2014/main" id="{EB6A6E01-6BFD-4CB6-424C-5B4C6488FA3D}"/>
                </a:ext>
              </a:extLst>
            </p:cNvPr>
            <p:cNvSpPr>
              <a:spLocks noChangeAspect="1"/>
            </p:cNvSpPr>
            <p:nvPr/>
          </p:nvSpPr>
          <p:spPr bwMode="auto">
            <a:xfrm>
              <a:off x="7030710" y="5676264"/>
              <a:ext cx="453927" cy="325937"/>
            </a:xfrm>
            <a:custGeom>
              <a:avLst/>
              <a:gdLst>
                <a:gd name="T0" fmla="*/ 62 w 335"/>
                <a:gd name="T1" fmla="*/ 0 h 260"/>
                <a:gd name="T2" fmla="*/ 118 w 335"/>
                <a:gd name="T3" fmla="*/ 109 h 260"/>
                <a:gd name="T4" fmla="*/ 149 w 335"/>
                <a:gd name="T5" fmla="*/ 150 h 260"/>
                <a:gd name="T6" fmla="*/ 178 w 335"/>
                <a:gd name="T7" fmla="*/ 156 h 260"/>
                <a:gd name="T8" fmla="*/ 271 w 335"/>
                <a:gd name="T9" fmla="*/ 160 h 260"/>
                <a:gd name="T10" fmla="*/ 335 w 335"/>
                <a:gd name="T11" fmla="*/ 156 h 260"/>
                <a:gd name="T12" fmla="*/ 321 w 335"/>
                <a:gd name="T13" fmla="*/ 177 h 260"/>
                <a:gd name="T14" fmla="*/ 232 w 335"/>
                <a:gd name="T15" fmla="*/ 183 h 260"/>
                <a:gd name="T16" fmla="*/ 263 w 335"/>
                <a:gd name="T17" fmla="*/ 241 h 260"/>
                <a:gd name="T18" fmla="*/ 244 w 335"/>
                <a:gd name="T19" fmla="*/ 260 h 260"/>
                <a:gd name="T20" fmla="*/ 211 w 335"/>
                <a:gd name="T21" fmla="*/ 185 h 260"/>
                <a:gd name="T22" fmla="*/ 151 w 335"/>
                <a:gd name="T23" fmla="*/ 183 h 260"/>
                <a:gd name="T24" fmla="*/ 135 w 335"/>
                <a:gd name="T25" fmla="*/ 177 h 260"/>
                <a:gd name="T26" fmla="*/ 118 w 335"/>
                <a:gd name="T27" fmla="*/ 162 h 260"/>
                <a:gd name="T28" fmla="*/ 89 w 335"/>
                <a:gd name="T29" fmla="*/ 107 h 260"/>
                <a:gd name="T30" fmla="*/ 0 w 335"/>
                <a:gd name="T31" fmla="*/ 107 h 260"/>
                <a:gd name="T32" fmla="*/ 21 w 335"/>
                <a:gd name="T33" fmla="*/ 84 h 260"/>
                <a:gd name="T34" fmla="*/ 79 w 335"/>
                <a:gd name="T35" fmla="*/ 86 h 260"/>
                <a:gd name="T36" fmla="*/ 50 w 335"/>
                <a:gd name="T37" fmla="*/ 24 h 260"/>
                <a:gd name="T38" fmla="*/ 64 w 335"/>
                <a:gd name="T39" fmla="*/ 8 h 260"/>
                <a:gd name="T40" fmla="*/ 62 w 335"/>
                <a:gd name="T41"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5" h="260">
                  <a:moveTo>
                    <a:pt x="62" y="0"/>
                  </a:moveTo>
                  <a:lnTo>
                    <a:pt x="118" y="109"/>
                  </a:lnTo>
                  <a:lnTo>
                    <a:pt x="149" y="150"/>
                  </a:lnTo>
                  <a:lnTo>
                    <a:pt x="178" y="156"/>
                  </a:lnTo>
                  <a:lnTo>
                    <a:pt x="271" y="160"/>
                  </a:lnTo>
                  <a:lnTo>
                    <a:pt x="335" y="156"/>
                  </a:lnTo>
                  <a:lnTo>
                    <a:pt x="321" y="177"/>
                  </a:lnTo>
                  <a:lnTo>
                    <a:pt x="232" y="183"/>
                  </a:lnTo>
                  <a:lnTo>
                    <a:pt x="263" y="241"/>
                  </a:lnTo>
                  <a:lnTo>
                    <a:pt x="244" y="260"/>
                  </a:lnTo>
                  <a:lnTo>
                    <a:pt x="211" y="185"/>
                  </a:lnTo>
                  <a:lnTo>
                    <a:pt x="151" y="183"/>
                  </a:lnTo>
                  <a:lnTo>
                    <a:pt x="135" y="177"/>
                  </a:lnTo>
                  <a:lnTo>
                    <a:pt x="118" y="162"/>
                  </a:lnTo>
                  <a:lnTo>
                    <a:pt x="89" y="107"/>
                  </a:lnTo>
                  <a:lnTo>
                    <a:pt x="0" y="107"/>
                  </a:lnTo>
                  <a:lnTo>
                    <a:pt x="21" y="84"/>
                  </a:lnTo>
                  <a:lnTo>
                    <a:pt x="79" y="86"/>
                  </a:lnTo>
                  <a:lnTo>
                    <a:pt x="50" y="24"/>
                  </a:lnTo>
                  <a:lnTo>
                    <a:pt x="64" y="8"/>
                  </a:lnTo>
                  <a:lnTo>
                    <a:pt x="62" y="0"/>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pic>
        <p:nvPicPr>
          <p:cNvPr id="7" name="Picture 35">
            <a:extLst>
              <a:ext uri="{FF2B5EF4-FFF2-40B4-BE49-F238E27FC236}">
                <a16:creationId xmlns:a16="http://schemas.microsoft.com/office/drawing/2014/main" id="{E994A801-9994-3147-43E8-35C6B4896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432" y="4876800"/>
            <a:ext cx="685800" cy="1066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6">
            <a:extLst>
              <a:ext uri="{FF2B5EF4-FFF2-40B4-BE49-F238E27FC236}">
                <a16:creationId xmlns:a16="http://schemas.microsoft.com/office/drawing/2014/main" id="{464F3FEF-2BBB-375A-E8CD-49139F771E84}"/>
              </a:ext>
            </a:extLst>
          </p:cNvPr>
          <p:cNvPicPr>
            <a:picLocks noChangeAspect="1" noChangeArrowheads="1"/>
          </p:cNvPicPr>
          <p:nvPr/>
        </p:nvPicPr>
        <p:blipFill>
          <a:blip r:embed="rId3">
            <a:lum bright="60000" contrast="-66000"/>
            <a:extLst>
              <a:ext uri="{28A0092B-C50C-407E-A947-70E740481C1C}">
                <a14:useLocalDpi xmlns:a14="http://schemas.microsoft.com/office/drawing/2010/main" val="0"/>
              </a:ext>
            </a:extLst>
          </a:blip>
          <a:srcRect/>
          <a:stretch>
            <a:fillRect/>
          </a:stretch>
        </p:blipFill>
        <p:spPr bwMode="auto">
          <a:xfrm>
            <a:off x="3840446" y="4851400"/>
            <a:ext cx="687388" cy="1066800"/>
          </a:xfrm>
          <a:prstGeom prst="rect">
            <a:avLst/>
          </a:prstGeom>
          <a:solidFill>
            <a:schemeClr val="folHlink"/>
          </a:solidFill>
        </p:spPr>
      </p:pic>
      <p:sp>
        <p:nvSpPr>
          <p:cNvPr id="9" name="Freeform 37">
            <a:extLst>
              <a:ext uri="{FF2B5EF4-FFF2-40B4-BE49-F238E27FC236}">
                <a16:creationId xmlns:a16="http://schemas.microsoft.com/office/drawing/2014/main" id="{68EB0DDD-C75F-FF83-570E-061CB366251C}"/>
              </a:ext>
            </a:extLst>
          </p:cNvPr>
          <p:cNvSpPr>
            <a:spLocks/>
          </p:cNvSpPr>
          <p:nvPr/>
        </p:nvSpPr>
        <p:spPr bwMode="auto">
          <a:xfrm>
            <a:off x="-456728" y="6057384"/>
            <a:ext cx="2063750" cy="369332"/>
          </a:xfrm>
          <a:custGeom>
            <a:avLst/>
            <a:gdLst>
              <a:gd name="T0" fmla="*/ 720 w 871"/>
              <a:gd name="T1" fmla="*/ 0 h 376"/>
              <a:gd name="T2" fmla="*/ 690 w 871"/>
              <a:gd name="T3" fmla="*/ 253 h 376"/>
              <a:gd name="T4" fmla="*/ 432 w 871"/>
              <a:gd name="T5" fmla="*/ 288 h 376"/>
              <a:gd name="T6" fmla="*/ 584 w 871"/>
              <a:gd name="T7" fmla="*/ 179 h 376"/>
              <a:gd name="T8" fmla="*/ 864 w 871"/>
              <a:gd name="T9" fmla="*/ 240 h 376"/>
              <a:gd name="T10" fmla="*/ 460 w 871"/>
              <a:gd name="T11" fmla="*/ 376 h 376"/>
              <a:gd name="T12" fmla="*/ 240 w 871"/>
              <a:gd name="T13" fmla="*/ 240 h 376"/>
              <a:gd name="T14" fmla="*/ 0 w 871"/>
              <a:gd name="T15" fmla="*/ 336 h 3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71" h="376">
                <a:moveTo>
                  <a:pt x="720" y="0"/>
                </a:moveTo>
                <a:cubicBezTo>
                  <a:pt x="715" y="42"/>
                  <a:pt x="738" y="205"/>
                  <a:pt x="690" y="253"/>
                </a:cubicBezTo>
                <a:cubicBezTo>
                  <a:pt x="642" y="301"/>
                  <a:pt x="450" y="300"/>
                  <a:pt x="432" y="288"/>
                </a:cubicBezTo>
                <a:cubicBezTo>
                  <a:pt x="403" y="212"/>
                  <a:pt x="512" y="187"/>
                  <a:pt x="584" y="179"/>
                </a:cubicBezTo>
                <a:cubicBezTo>
                  <a:pt x="656" y="171"/>
                  <a:pt x="871" y="162"/>
                  <a:pt x="864" y="240"/>
                </a:cubicBezTo>
                <a:cubicBezTo>
                  <a:pt x="856" y="336"/>
                  <a:pt x="564" y="376"/>
                  <a:pt x="460" y="376"/>
                </a:cubicBezTo>
                <a:cubicBezTo>
                  <a:pt x="356" y="376"/>
                  <a:pt x="336" y="248"/>
                  <a:pt x="240" y="240"/>
                </a:cubicBezTo>
                <a:cubicBezTo>
                  <a:pt x="144" y="232"/>
                  <a:pt x="72" y="284"/>
                  <a:pt x="0" y="336"/>
                </a:cubicBezTo>
              </a:path>
            </a:pathLst>
          </a:custGeom>
          <a:noFill/>
          <a:ln w="38100" cap="flat" cmpd="sng">
            <a:solidFill>
              <a:schemeClr val="accent1"/>
            </a:solidFill>
            <a:prstDash val="solid"/>
            <a:round/>
            <a:headEnd type="none" w="med" len="med"/>
            <a:tailEnd type="none" w="med" len="med"/>
          </a:ln>
          <a:effectLst>
            <a:prstShdw prst="shdw15">
              <a:srgbClr val="DDDDDD"/>
            </a:prstShdw>
          </a:effectLst>
          <a:extLst>
            <a:ext uri="{909E8E84-426E-40DD-AFC4-6F175D3DCCD1}">
              <a14:hiddenFill xmlns:a14="http://schemas.microsoft.com/office/drawing/2010/main">
                <a:solidFill>
                  <a:srgbClr val="FFFFFF"/>
                </a:solidFill>
              </a14:hiddenFill>
            </a:ext>
          </a:extLst>
        </p:spPr>
        <p:txBody>
          <a:bodyPr anchor="ctr">
            <a:spAutoFit/>
          </a:bodyPr>
          <a:lstStyle/>
          <a:p>
            <a:endParaRPr lang="en-IT"/>
          </a:p>
        </p:txBody>
      </p:sp>
      <p:sp>
        <p:nvSpPr>
          <p:cNvPr id="10" name="Text Box 39">
            <a:extLst>
              <a:ext uri="{FF2B5EF4-FFF2-40B4-BE49-F238E27FC236}">
                <a16:creationId xmlns:a16="http://schemas.microsoft.com/office/drawing/2014/main" id="{1C102B3D-84A0-CA6E-6AEB-886706423020}"/>
              </a:ext>
            </a:extLst>
          </p:cNvPr>
          <p:cNvSpPr txBox="1">
            <a:spLocks noChangeArrowheads="1"/>
          </p:cNvSpPr>
          <p:nvPr/>
        </p:nvSpPr>
        <p:spPr bwMode="auto">
          <a:xfrm>
            <a:off x="1375546" y="4373563"/>
            <a:ext cx="7826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eth0</a:t>
            </a:r>
          </a:p>
        </p:txBody>
      </p:sp>
      <p:sp>
        <p:nvSpPr>
          <p:cNvPr id="11" name="Text Box 40">
            <a:extLst>
              <a:ext uri="{FF2B5EF4-FFF2-40B4-BE49-F238E27FC236}">
                <a16:creationId xmlns:a16="http://schemas.microsoft.com/office/drawing/2014/main" id="{E16D74CF-331F-9B16-0495-1CB97145177C}"/>
              </a:ext>
            </a:extLst>
          </p:cNvPr>
          <p:cNvSpPr txBox="1">
            <a:spLocks noChangeArrowheads="1"/>
          </p:cNvSpPr>
          <p:nvPr/>
        </p:nvSpPr>
        <p:spPr bwMode="auto">
          <a:xfrm>
            <a:off x="4175409" y="4389438"/>
            <a:ext cx="4191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lo</a:t>
            </a:r>
          </a:p>
        </p:txBody>
      </p:sp>
      <p:sp>
        <p:nvSpPr>
          <p:cNvPr id="12" name="Text Box 41">
            <a:extLst>
              <a:ext uri="{FF2B5EF4-FFF2-40B4-BE49-F238E27FC236}">
                <a16:creationId xmlns:a16="http://schemas.microsoft.com/office/drawing/2014/main" id="{04B04BF5-84B6-D79C-8D72-2E571D3D537E}"/>
              </a:ext>
            </a:extLst>
          </p:cNvPr>
          <p:cNvSpPr txBox="1">
            <a:spLocks noChangeArrowheads="1"/>
          </p:cNvSpPr>
          <p:nvPr/>
        </p:nvSpPr>
        <p:spPr bwMode="auto">
          <a:xfrm>
            <a:off x="1007245" y="5135563"/>
            <a:ext cx="565150" cy="4572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eaLnBrk="0" hangingPunct="0"/>
            <a:r>
              <a:rPr lang="it-IT" altLang="en-IT" sz="2400" dirty="0" err="1">
                <a:solidFill>
                  <a:schemeClr val="bg1"/>
                </a:solidFill>
                <a:latin typeface="Tahoma" panose="020B0604030504040204" pitchFamily="34" charset="0"/>
              </a:rPr>
              <a:t>nic</a:t>
            </a:r>
            <a:endParaRPr lang="it-IT" altLang="en-IT" sz="2400" dirty="0">
              <a:solidFill>
                <a:schemeClr val="bg1"/>
              </a:solidFill>
              <a:latin typeface="Tahoma" panose="020B0604030504040204" pitchFamily="34" charset="0"/>
            </a:endParaRPr>
          </a:p>
        </p:txBody>
      </p:sp>
      <p:sp>
        <p:nvSpPr>
          <p:cNvPr id="13" name="Rectangle 42">
            <a:extLst>
              <a:ext uri="{FF2B5EF4-FFF2-40B4-BE49-F238E27FC236}">
                <a16:creationId xmlns:a16="http://schemas.microsoft.com/office/drawing/2014/main" id="{982B3CF6-C978-B58D-D15B-FC932F07C0C6}"/>
              </a:ext>
            </a:extLst>
          </p:cNvPr>
          <p:cNvSpPr>
            <a:spLocks noChangeArrowheads="1"/>
          </p:cNvSpPr>
          <p:nvPr/>
        </p:nvSpPr>
        <p:spPr bwMode="auto">
          <a:xfrm>
            <a:off x="944845" y="3064643"/>
            <a:ext cx="3911467" cy="1078187"/>
          </a:xfrm>
          <a:prstGeom prst="rect">
            <a:avLst/>
          </a:prstGeom>
          <a:solidFill>
            <a:srgbClr val="FFFFFF"/>
          </a:solidFill>
          <a:ln w="9525">
            <a:solidFill>
              <a:schemeClr val="tx1"/>
            </a:solidFill>
            <a:miter lim="800000"/>
            <a:headEnd/>
            <a:tailEnd/>
          </a:ln>
          <a:effectLst>
            <a:outerShdw dist="107763" dir="2700000" algn="ctr" rotWithShape="0">
              <a:schemeClr val="bg2"/>
            </a:outerShdw>
          </a:effectLst>
        </p:spPr>
        <p:txBody>
          <a:bodyPr wrap="square" anchor="ctr">
            <a:spAutoFit/>
          </a:bodyPr>
          <a:lstStyle/>
          <a:p>
            <a:endParaRPr lang="en-IT"/>
          </a:p>
        </p:txBody>
      </p:sp>
      <p:grpSp>
        <p:nvGrpSpPr>
          <p:cNvPr id="14" name="Group 46">
            <a:extLst>
              <a:ext uri="{FF2B5EF4-FFF2-40B4-BE49-F238E27FC236}">
                <a16:creationId xmlns:a16="http://schemas.microsoft.com/office/drawing/2014/main" id="{7C34955F-2A6F-EA25-C0E6-5F5FCA46005A}"/>
              </a:ext>
            </a:extLst>
          </p:cNvPr>
          <p:cNvGrpSpPr>
            <a:grpSpLocks noChangeAspect="1"/>
          </p:cNvGrpSpPr>
          <p:nvPr/>
        </p:nvGrpSpPr>
        <p:grpSpPr bwMode="auto">
          <a:xfrm>
            <a:off x="3088347" y="1654672"/>
            <a:ext cx="2071167" cy="1545729"/>
            <a:chOff x="2537" y="1149"/>
            <a:chExt cx="2141" cy="1731"/>
          </a:xfrm>
        </p:grpSpPr>
        <p:sp>
          <p:nvSpPr>
            <p:cNvPr id="21" name="AutoShape 47">
              <a:extLst>
                <a:ext uri="{FF2B5EF4-FFF2-40B4-BE49-F238E27FC236}">
                  <a16:creationId xmlns:a16="http://schemas.microsoft.com/office/drawing/2014/main" id="{A3C4A9CE-D9A2-92ED-FE94-4F4A63C8D81C}"/>
                </a:ext>
              </a:extLst>
            </p:cNvPr>
            <p:cNvSpPr>
              <a:spLocks noChangeAspect="1" noChangeArrowheads="1"/>
            </p:cNvSpPr>
            <p:nvPr/>
          </p:nvSpPr>
          <p:spPr bwMode="auto">
            <a:xfrm>
              <a:off x="4409" y="1149"/>
              <a:ext cx="269" cy="582"/>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7001">
                  <a:srgbClr val="E6E6E6"/>
                </a:gs>
                <a:gs pos="32001">
                  <a:srgbClr val="7D8496"/>
                </a:gs>
                <a:gs pos="47000">
                  <a:srgbClr val="E6E6E6"/>
                </a:gs>
                <a:gs pos="85001">
                  <a:srgbClr val="7D8496"/>
                </a:gs>
                <a:gs pos="100000">
                  <a:srgbClr val="E6E6E6"/>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2" name="Rectangle 48">
              <a:extLst>
                <a:ext uri="{FF2B5EF4-FFF2-40B4-BE49-F238E27FC236}">
                  <a16:creationId xmlns:a16="http://schemas.microsoft.com/office/drawing/2014/main" id="{07E5E000-0552-C70F-CC8B-70E5304528E5}"/>
                </a:ext>
              </a:extLst>
            </p:cNvPr>
            <p:cNvSpPr>
              <a:spLocks noChangeAspect="1" noChangeArrowheads="1"/>
            </p:cNvSpPr>
            <p:nvPr/>
          </p:nvSpPr>
          <p:spPr bwMode="auto">
            <a:xfrm>
              <a:off x="2537" y="1233"/>
              <a:ext cx="1920" cy="414"/>
            </a:xfrm>
            <a:prstGeom prst="rect">
              <a:avLst/>
            </a:prstGeom>
            <a:gradFill rotWithShape="0">
              <a:gsLst>
                <a:gs pos="0">
                  <a:srgbClr val="FFFFFF"/>
                </a:gs>
                <a:gs pos="7001">
                  <a:srgbClr val="E6E6E6"/>
                </a:gs>
                <a:gs pos="32001">
                  <a:srgbClr val="7D8496"/>
                </a:gs>
                <a:gs pos="47000">
                  <a:srgbClr val="E6E6E6"/>
                </a:gs>
                <a:gs pos="85001">
                  <a:srgbClr val="7D8496"/>
                </a:gs>
                <a:gs pos="100000">
                  <a:srgbClr val="E6E6E6"/>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3" name="AutoShape 49">
              <a:extLst>
                <a:ext uri="{FF2B5EF4-FFF2-40B4-BE49-F238E27FC236}">
                  <a16:creationId xmlns:a16="http://schemas.microsoft.com/office/drawing/2014/main" id="{93C26209-195A-003B-67CA-1486E0AD5E2F}"/>
                </a:ext>
              </a:extLst>
            </p:cNvPr>
            <p:cNvSpPr>
              <a:spLocks noChangeAspect="1" noChangeArrowheads="1"/>
            </p:cNvSpPr>
            <p:nvPr/>
          </p:nvSpPr>
          <p:spPr bwMode="auto">
            <a:xfrm>
              <a:off x="2537" y="1313"/>
              <a:ext cx="1920" cy="974"/>
            </a:xfrm>
            <a:custGeom>
              <a:avLst/>
              <a:gdLst>
                <a:gd name="G0" fmla="+- 8910 0 0"/>
                <a:gd name="G1" fmla="+- 21600 0 8910"/>
                <a:gd name="G2" fmla="*/ 8910 1 2"/>
                <a:gd name="G3" fmla="+- 21600 0 G2"/>
                <a:gd name="G4" fmla="+/ 8910 21600 2"/>
                <a:gd name="G5" fmla="+/ G1 0 2"/>
                <a:gd name="G6" fmla="*/ 21600 21600 8910"/>
                <a:gd name="G7" fmla="*/ G6 1 2"/>
                <a:gd name="G8" fmla="+- 21600 0 G7"/>
                <a:gd name="G9" fmla="*/ 21600 1 2"/>
                <a:gd name="G10" fmla="+- 8910 0 G9"/>
                <a:gd name="G11" fmla="?: G10 G8 0"/>
                <a:gd name="G12" fmla="?: G10 G7 21600"/>
                <a:gd name="T0" fmla="*/ 17145 w 21600"/>
                <a:gd name="T1" fmla="*/ 10800 h 21600"/>
                <a:gd name="T2" fmla="*/ 10800 w 21600"/>
                <a:gd name="T3" fmla="*/ 21600 h 21600"/>
                <a:gd name="T4" fmla="*/ 4455 w 21600"/>
                <a:gd name="T5" fmla="*/ 10800 h 21600"/>
                <a:gd name="T6" fmla="*/ 10800 w 21600"/>
                <a:gd name="T7" fmla="*/ 0 h 21600"/>
                <a:gd name="T8" fmla="*/ 6255 w 21600"/>
                <a:gd name="T9" fmla="*/ 6255 h 21600"/>
                <a:gd name="T10" fmla="*/ 15345 w 21600"/>
                <a:gd name="T11" fmla="*/ 15345 h 21600"/>
              </a:gdLst>
              <a:ahLst/>
              <a:cxnLst>
                <a:cxn ang="0">
                  <a:pos x="T0" y="T1"/>
                </a:cxn>
                <a:cxn ang="0">
                  <a:pos x="T2" y="T3"/>
                </a:cxn>
                <a:cxn ang="0">
                  <a:pos x="T4" y="T5"/>
                </a:cxn>
                <a:cxn ang="0">
                  <a:pos x="T6" y="T7"/>
                </a:cxn>
              </a:cxnLst>
              <a:rect l="T8" t="T9" r="T10" b="T11"/>
              <a:pathLst>
                <a:path w="21600" h="21600">
                  <a:moveTo>
                    <a:pt x="0" y="0"/>
                  </a:moveTo>
                  <a:lnTo>
                    <a:pt x="8910" y="21600"/>
                  </a:lnTo>
                  <a:lnTo>
                    <a:pt x="12690" y="21600"/>
                  </a:lnTo>
                  <a:lnTo>
                    <a:pt x="21600" y="0"/>
                  </a:lnTo>
                  <a:close/>
                </a:path>
              </a:pathLst>
            </a:custGeom>
            <a:gradFill rotWithShape="0">
              <a:gsLst>
                <a:gs pos="0">
                  <a:srgbClr val="E6E6E6"/>
                </a:gs>
                <a:gs pos="14999">
                  <a:srgbClr val="7D8496"/>
                </a:gs>
                <a:gs pos="53000">
                  <a:srgbClr val="E6E6E6"/>
                </a:gs>
                <a:gs pos="67999">
                  <a:srgbClr val="7D8496"/>
                </a:gs>
                <a:gs pos="92999">
                  <a:srgbClr val="E6E6E6"/>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4" name="AutoShape 50">
              <a:extLst>
                <a:ext uri="{FF2B5EF4-FFF2-40B4-BE49-F238E27FC236}">
                  <a16:creationId xmlns:a16="http://schemas.microsoft.com/office/drawing/2014/main" id="{A2BEDC26-C687-E246-F923-945D2DF25810}"/>
                </a:ext>
              </a:extLst>
            </p:cNvPr>
            <p:cNvSpPr>
              <a:spLocks noChangeAspect="1" noChangeArrowheads="1"/>
            </p:cNvSpPr>
            <p:nvPr/>
          </p:nvSpPr>
          <p:spPr bwMode="auto">
            <a:xfrm>
              <a:off x="3337" y="2064"/>
              <a:ext cx="336" cy="816"/>
            </a:xfrm>
            <a:custGeom>
              <a:avLst/>
              <a:gdLst>
                <a:gd name="G0" fmla="+- 6975 0 0"/>
                <a:gd name="G1" fmla="+- 21600 0 6975"/>
                <a:gd name="G2" fmla="*/ 6975 1 2"/>
                <a:gd name="G3" fmla="+- 21600 0 G2"/>
                <a:gd name="G4" fmla="+/ 6975 21600 2"/>
                <a:gd name="G5" fmla="+/ G1 0 2"/>
                <a:gd name="G6" fmla="*/ 21600 21600 6975"/>
                <a:gd name="G7" fmla="*/ G6 1 2"/>
                <a:gd name="G8" fmla="+- 21600 0 G7"/>
                <a:gd name="G9" fmla="*/ 21600 1 2"/>
                <a:gd name="G10" fmla="+- 6975 0 G9"/>
                <a:gd name="G11" fmla="?: G10 G8 0"/>
                <a:gd name="G12" fmla="?: G10 G7 21600"/>
                <a:gd name="T0" fmla="*/ 18112 w 21600"/>
                <a:gd name="T1" fmla="*/ 10800 h 21600"/>
                <a:gd name="T2" fmla="*/ 10800 w 21600"/>
                <a:gd name="T3" fmla="*/ 21600 h 21600"/>
                <a:gd name="T4" fmla="*/ 3488 w 21600"/>
                <a:gd name="T5" fmla="*/ 10800 h 21600"/>
                <a:gd name="T6" fmla="*/ 10800 w 21600"/>
                <a:gd name="T7" fmla="*/ 0 h 21600"/>
                <a:gd name="T8" fmla="*/ 5288 w 21600"/>
                <a:gd name="T9" fmla="*/ 5288 h 21600"/>
                <a:gd name="T10" fmla="*/ 16312 w 21600"/>
                <a:gd name="T11" fmla="*/ 16312 h 21600"/>
              </a:gdLst>
              <a:ahLst/>
              <a:cxnLst>
                <a:cxn ang="0">
                  <a:pos x="T0" y="T1"/>
                </a:cxn>
                <a:cxn ang="0">
                  <a:pos x="T2" y="T3"/>
                </a:cxn>
                <a:cxn ang="0">
                  <a:pos x="T4" y="T5"/>
                </a:cxn>
                <a:cxn ang="0">
                  <a:pos x="T6" y="T7"/>
                </a:cxn>
              </a:cxnLst>
              <a:rect l="T8" t="T9" r="T10" b="T11"/>
              <a:pathLst>
                <a:path w="21600" h="21600">
                  <a:moveTo>
                    <a:pt x="0" y="0"/>
                  </a:moveTo>
                  <a:lnTo>
                    <a:pt x="6975" y="21600"/>
                  </a:lnTo>
                  <a:lnTo>
                    <a:pt x="14625" y="21600"/>
                  </a:lnTo>
                  <a:lnTo>
                    <a:pt x="21600" y="0"/>
                  </a:lnTo>
                  <a:close/>
                </a:path>
              </a:pathLst>
            </a:custGeom>
            <a:gradFill rotWithShape="0">
              <a:gsLst>
                <a:gs pos="0">
                  <a:srgbClr val="E6E6E6"/>
                </a:gs>
                <a:gs pos="14999">
                  <a:srgbClr val="7D8496"/>
                </a:gs>
                <a:gs pos="53000">
                  <a:srgbClr val="E6E6E6"/>
                </a:gs>
                <a:gs pos="67999">
                  <a:srgbClr val="7D8496"/>
                </a:gs>
                <a:gs pos="92999">
                  <a:srgbClr val="E6E6E6"/>
                </a:gs>
                <a:gs pos="100000">
                  <a:srgbClr val="FF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sp>
        <p:nvSpPr>
          <p:cNvPr id="15" name="Text Box 51">
            <a:extLst>
              <a:ext uri="{FF2B5EF4-FFF2-40B4-BE49-F238E27FC236}">
                <a16:creationId xmlns:a16="http://schemas.microsoft.com/office/drawing/2014/main" id="{86A1DD20-FC88-B11E-A3A6-26AFEF2F52CC}"/>
              </a:ext>
            </a:extLst>
          </p:cNvPr>
          <p:cNvSpPr txBox="1">
            <a:spLocks noChangeArrowheads="1"/>
          </p:cNvSpPr>
          <p:nvPr/>
        </p:nvSpPr>
        <p:spPr bwMode="auto">
          <a:xfrm rot="16200000">
            <a:off x="79659" y="3305176"/>
            <a:ext cx="1169988"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a:latin typeface="Tahoma" panose="020B0604030504040204" pitchFamily="34" charset="0"/>
              </a:rPr>
              <a:t>ip layer</a:t>
            </a:r>
          </a:p>
        </p:txBody>
      </p:sp>
      <p:sp>
        <p:nvSpPr>
          <p:cNvPr id="16" name="Rectangle 52">
            <a:extLst>
              <a:ext uri="{FF2B5EF4-FFF2-40B4-BE49-F238E27FC236}">
                <a16:creationId xmlns:a16="http://schemas.microsoft.com/office/drawing/2014/main" id="{E518A956-D956-6C8E-E372-97FB86A30A14}"/>
              </a:ext>
            </a:extLst>
          </p:cNvPr>
          <p:cNvSpPr>
            <a:spLocks noChangeArrowheads="1"/>
          </p:cNvSpPr>
          <p:nvPr/>
        </p:nvSpPr>
        <p:spPr bwMode="auto">
          <a:xfrm>
            <a:off x="3527967" y="2876034"/>
            <a:ext cx="1073150" cy="369332"/>
          </a:xfrm>
          <a:prstGeom prst="rect">
            <a:avLst/>
          </a:prstGeom>
          <a:solidFill>
            <a:srgbClr val="FFFFFF">
              <a:alpha val="50000"/>
            </a:srgbClr>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18" name="Line 54">
            <a:extLst>
              <a:ext uri="{FF2B5EF4-FFF2-40B4-BE49-F238E27FC236}">
                <a16:creationId xmlns:a16="http://schemas.microsoft.com/office/drawing/2014/main" id="{F6EDEFC3-A267-011E-4C6B-29C38F0FCE78}"/>
              </a:ext>
            </a:extLst>
          </p:cNvPr>
          <p:cNvSpPr>
            <a:spLocks noChangeShapeType="1"/>
          </p:cNvSpPr>
          <p:nvPr/>
        </p:nvSpPr>
        <p:spPr bwMode="auto">
          <a:xfrm>
            <a:off x="1272357" y="4267200"/>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19" name="Line 55">
            <a:extLst>
              <a:ext uri="{FF2B5EF4-FFF2-40B4-BE49-F238E27FC236}">
                <a16:creationId xmlns:a16="http://schemas.microsoft.com/office/drawing/2014/main" id="{2E84602C-2971-298F-E1E1-194E33DCC0C3}"/>
              </a:ext>
            </a:extLst>
          </p:cNvPr>
          <p:cNvSpPr>
            <a:spLocks noChangeShapeType="1"/>
          </p:cNvSpPr>
          <p:nvPr/>
        </p:nvSpPr>
        <p:spPr bwMode="auto">
          <a:xfrm>
            <a:off x="4143659" y="4267200"/>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0" name="Freeform 38">
            <a:extLst>
              <a:ext uri="{FF2B5EF4-FFF2-40B4-BE49-F238E27FC236}">
                <a16:creationId xmlns:a16="http://schemas.microsoft.com/office/drawing/2014/main" id="{0972A496-2F65-7EC3-95EC-44E2F3B87549}"/>
              </a:ext>
            </a:extLst>
          </p:cNvPr>
          <p:cNvSpPr>
            <a:spLocks/>
          </p:cNvSpPr>
          <p:nvPr/>
        </p:nvSpPr>
        <p:spPr bwMode="auto">
          <a:xfrm>
            <a:off x="3947640" y="4883354"/>
            <a:ext cx="444791" cy="1490338"/>
          </a:xfrm>
          <a:custGeom>
            <a:avLst/>
            <a:gdLst>
              <a:gd name="T0" fmla="*/ 180 w 425"/>
              <a:gd name="T1" fmla="*/ 0 h 895"/>
              <a:gd name="T2" fmla="*/ 165 w 425"/>
              <a:gd name="T3" fmla="*/ 370 h 895"/>
              <a:gd name="T4" fmla="*/ 8 w 425"/>
              <a:gd name="T5" fmla="*/ 697 h 895"/>
              <a:gd name="T6" fmla="*/ 213 w 425"/>
              <a:gd name="T7" fmla="*/ 894 h 895"/>
              <a:gd name="T8" fmla="*/ 425 w 425"/>
              <a:gd name="T9" fmla="*/ 706 h 895"/>
              <a:gd name="T10" fmla="*/ 217 w 425"/>
              <a:gd name="T11" fmla="*/ 418 h 895"/>
            </a:gdLst>
            <a:ahLst/>
            <a:cxnLst>
              <a:cxn ang="0">
                <a:pos x="T0" y="T1"/>
              </a:cxn>
              <a:cxn ang="0">
                <a:pos x="T2" y="T3"/>
              </a:cxn>
              <a:cxn ang="0">
                <a:pos x="T4" y="T5"/>
              </a:cxn>
              <a:cxn ang="0">
                <a:pos x="T6" y="T7"/>
              </a:cxn>
              <a:cxn ang="0">
                <a:pos x="T8" y="T9"/>
              </a:cxn>
              <a:cxn ang="0">
                <a:pos x="T10" y="T11"/>
              </a:cxn>
            </a:cxnLst>
            <a:rect l="0" t="0" r="r" b="b"/>
            <a:pathLst>
              <a:path w="425" h="895">
                <a:moveTo>
                  <a:pt x="180" y="0"/>
                </a:moveTo>
                <a:cubicBezTo>
                  <a:pt x="176" y="62"/>
                  <a:pt x="194" y="254"/>
                  <a:pt x="165" y="370"/>
                </a:cubicBezTo>
                <a:cubicBezTo>
                  <a:pt x="136" y="486"/>
                  <a:pt x="0" y="610"/>
                  <a:pt x="8" y="697"/>
                </a:cubicBezTo>
                <a:cubicBezTo>
                  <a:pt x="8" y="812"/>
                  <a:pt x="143" y="893"/>
                  <a:pt x="213" y="894"/>
                </a:cubicBezTo>
                <a:cubicBezTo>
                  <a:pt x="282" y="895"/>
                  <a:pt x="424" y="785"/>
                  <a:pt x="425" y="706"/>
                </a:cubicBezTo>
                <a:cubicBezTo>
                  <a:pt x="423" y="567"/>
                  <a:pt x="284" y="533"/>
                  <a:pt x="217" y="418"/>
                </a:cubicBezTo>
              </a:path>
            </a:pathLst>
          </a:custGeom>
          <a:noFill/>
          <a:ln w="28575" cap="flat" cmpd="sng">
            <a:solidFill>
              <a:schemeClr val="tx1"/>
            </a:solidFill>
            <a:prstDash val="dash"/>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IT"/>
          </a:p>
        </p:txBody>
      </p:sp>
      <p:sp>
        <p:nvSpPr>
          <p:cNvPr id="369677" name="Rectangle 13">
            <a:extLst>
              <a:ext uri="{FF2B5EF4-FFF2-40B4-BE49-F238E27FC236}">
                <a16:creationId xmlns:a16="http://schemas.microsoft.com/office/drawing/2014/main" id="{9DB9AF8D-01AB-CEA3-1309-5899DD3F392B}"/>
              </a:ext>
            </a:extLst>
          </p:cNvPr>
          <p:cNvSpPr>
            <a:spLocks noGrp="1" noChangeArrowheads="1"/>
          </p:cNvSpPr>
          <p:nvPr>
            <p:ph type="title"/>
          </p:nvPr>
        </p:nvSpPr>
        <p:spPr>
          <a:xfrm>
            <a:off x="1638300" y="274638"/>
            <a:ext cx="8915400" cy="850900"/>
          </a:xfrm>
        </p:spPr>
        <p:txBody>
          <a:bodyPr/>
          <a:lstStyle/>
          <a:p>
            <a:r>
              <a:rPr lang="it-IT" altLang="en-IT"/>
              <a:t>routers</a:t>
            </a:r>
          </a:p>
        </p:txBody>
      </p:sp>
      <p:sp>
        <p:nvSpPr>
          <p:cNvPr id="2" name="Date Placeholder 2">
            <a:extLst>
              <a:ext uri="{FF2B5EF4-FFF2-40B4-BE49-F238E27FC236}">
                <a16:creationId xmlns:a16="http://schemas.microsoft.com/office/drawing/2014/main" id="{19D89313-1E9F-E17B-12C4-27D878C4F0FE}"/>
              </a:ext>
            </a:extLst>
          </p:cNvPr>
          <p:cNvSpPr>
            <a:spLocks noGrp="1"/>
          </p:cNvSpPr>
          <p:nvPr>
            <p:ph type="dt" sz="half" idx="10"/>
          </p:nvPr>
        </p:nvSpPr>
        <p:spPr/>
        <p:txBody>
          <a:bodyPr/>
          <a:lstStyle/>
          <a:p>
            <a:r>
              <a:rPr lang="it-IT" altLang="en-IT"/>
              <a:t>last update: Oct 2023</a:t>
            </a:r>
          </a:p>
        </p:txBody>
      </p:sp>
      <p:sp>
        <p:nvSpPr>
          <p:cNvPr id="3" name="Footer Placeholder 3">
            <a:extLst>
              <a:ext uri="{FF2B5EF4-FFF2-40B4-BE49-F238E27FC236}">
                <a16:creationId xmlns:a16="http://schemas.microsoft.com/office/drawing/2014/main" id="{36EA26C6-73E4-7268-F6B5-BE31D4AB95DF}"/>
              </a:ext>
            </a:extLst>
          </p:cNvPr>
          <p:cNvSpPr>
            <a:spLocks noGrp="1"/>
          </p:cNvSpPr>
          <p:nvPr>
            <p:ph type="ftr" sz="quarter" idx="11"/>
          </p:nvPr>
        </p:nvSpPr>
        <p:spPr/>
        <p:txBody>
          <a:bodyPr/>
          <a:lstStyle/>
          <a:p>
            <a:r>
              <a:rPr lang="it-IT" altLang="en-IT"/>
              <a:t>kathara – [ lab: frr ]</a:t>
            </a:r>
          </a:p>
        </p:txBody>
      </p:sp>
      <p:sp>
        <p:nvSpPr>
          <p:cNvPr id="369678" name="Rectangle 14">
            <a:extLst>
              <a:ext uri="{FF2B5EF4-FFF2-40B4-BE49-F238E27FC236}">
                <a16:creationId xmlns:a16="http://schemas.microsoft.com/office/drawing/2014/main" id="{491B6ADD-45D7-3304-E2E1-83E651EA297B}"/>
              </a:ext>
            </a:extLst>
          </p:cNvPr>
          <p:cNvSpPr>
            <a:spLocks noGrp="1" noChangeArrowheads="1"/>
          </p:cNvSpPr>
          <p:nvPr>
            <p:ph type="body" idx="4294967295"/>
          </p:nvPr>
        </p:nvSpPr>
        <p:spPr>
          <a:xfrm>
            <a:off x="5442914" y="1518600"/>
            <a:ext cx="6497440" cy="3828740"/>
          </a:xfrm>
        </p:spPr>
        <p:txBody>
          <a:bodyPr wrap="square">
            <a:spAutoFit/>
          </a:bodyPr>
          <a:lstStyle/>
          <a:p>
            <a:pPr marL="290513" indent="-290513">
              <a:lnSpc>
                <a:spcPct val="90000"/>
              </a:lnSpc>
            </a:pPr>
            <a:r>
              <a:rPr lang="it-IT" altLang="en-IT" dirty="0"/>
              <a:t>a </a:t>
            </a:r>
            <a:r>
              <a:rPr lang="it-IT" altLang="en-IT" dirty="0">
                <a:solidFill>
                  <a:schemeClr val="accent1"/>
                </a:solidFill>
              </a:rPr>
              <a:t>router</a:t>
            </a:r>
            <a:r>
              <a:rPr lang="it-IT" altLang="en-IT" dirty="0"/>
              <a:t> (</a:t>
            </a:r>
            <a:r>
              <a:rPr lang="it-IT" altLang="en-IT" dirty="0" err="1"/>
              <a:t>also</a:t>
            </a:r>
            <a:r>
              <a:rPr lang="it-IT" altLang="en-IT" dirty="0"/>
              <a:t> </a:t>
            </a:r>
            <a:r>
              <a:rPr lang="it-IT" altLang="en-IT" dirty="0" err="1"/>
              <a:t>called</a:t>
            </a:r>
            <a:r>
              <a:rPr lang="it-IT" altLang="en-IT" dirty="0"/>
              <a:t> </a:t>
            </a:r>
            <a:r>
              <a:rPr lang="it-IT" altLang="en-IT" dirty="0">
                <a:solidFill>
                  <a:schemeClr val="accent1"/>
                </a:solidFill>
              </a:rPr>
              <a:t>gateway</a:t>
            </a:r>
            <a:r>
              <a:rPr lang="it-IT" altLang="en-IT" dirty="0"/>
              <a:t> or </a:t>
            </a:r>
            <a:r>
              <a:rPr lang="it-IT" altLang="en-IT" dirty="0">
                <a:solidFill>
                  <a:schemeClr val="accent1"/>
                </a:solidFill>
              </a:rPr>
              <a:t>intermediate-system</a:t>
            </a:r>
            <a:r>
              <a:rPr lang="it-IT" altLang="en-IT" dirty="0"/>
              <a:t>)</a:t>
            </a:r>
          </a:p>
          <a:p>
            <a:pPr marL="766763" lvl="1">
              <a:lnSpc>
                <a:spcPct val="90000"/>
              </a:lnSpc>
            </a:pPr>
            <a:r>
              <a:rPr lang="it-IT" altLang="en-IT" dirty="0" err="1"/>
              <a:t>has</a:t>
            </a:r>
            <a:r>
              <a:rPr lang="it-IT" altLang="en-IT" dirty="0"/>
              <a:t> more </a:t>
            </a:r>
            <a:r>
              <a:rPr lang="it-IT" altLang="en-IT" dirty="0" err="1"/>
              <a:t>than</a:t>
            </a:r>
            <a:r>
              <a:rPr lang="it-IT" altLang="en-IT" dirty="0"/>
              <a:t> one network </a:t>
            </a:r>
            <a:r>
              <a:rPr lang="it-IT" altLang="en-IT" dirty="0" err="1"/>
              <a:t>interface</a:t>
            </a:r>
            <a:r>
              <a:rPr lang="it-IT" altLang="en-IT" dirty="0"/>
              <a:t> card</a:t>
            </a:r>
          </a:p>
          <a:p>
            <a:pPr marL="766763" lvl="1">
              <a:lnSpc>
                <a:spcPct val="90000"/>
              </a:lnSpc>
            </a:pPr>
            <a:r>
              <a:rPr lang="it-IT" altLang="en-IT" dirty="0"/>
              <a:t>feeds incoming </a:t>
            </a:r>
            <a:r>
              <a:rPr lang="it-IT" altLang="en-IT" dirty="0" err="1"/>
              <a:t>ip</a:t>
            </a:r>
            <a:r>
              <a:rPr lang="it-IT" altLang="en-IT" dirty="0"/>
              <a:t> </a:t>
            </a:r>
            <a:r>
              <a:rPr lang="it-IT" altLang="en-IT" dirty="0" err="1"/>
              <a:t>packets</a:t>
            </a:r>
            <a:r>
              <a:rPr lang="it-IT" altLang="en-IT" dirty="0"/>
              <a:t> (</a:t>
            </a:r>
            <a:r>
              <a:rPr lang="it-IT" altLang="en-IT" dirty="0" err="1"/>
              <a:t>that</a:t>
            </a:r>
            <a:r>
              <a:rPr lang="it-IT" altLang="en-IT" dirty="0"/>
              <a:t> are </a:t>
            </a:r>
            <a:r>
              <a:rPr lang="it-IT" altLang="en-IT" dirty="0" err="1"/>
              <a:t>not</a:t>
            </a:r>
            <a:r>
              <a:rPr lang="it-IT" altLang="en-IT" dirty="0"/>
              <a:t> for the router </a:t>
            </a:r>
            <a:r>
              <a:rPr lang="it-IT" altLang="en-IT" dirty="0" err="1"/>
              <a:t>itself</a:t>
            </a:r>
            <a:r>
              <a:rPr lang="it-IT" altLang="en-IT" dirty="0"/>
              <a:t>) back in the </a:t>
            </a:r>
            <a:r>
              <a:rPr lang="it-IT" altLang="en-IT" dirty="0" err="1"/>
              <a:t>routing</a:t>
            </a:r>
            <a:r>
              <a:rPr lang="it-IT" altLang="en-IT" dirty="0"/>
              <a:t> </a:t>
            </a:r>
            <a:r>
              <a:rPr lang="it-IT" altLang="en-IT" dirty="0" err="1"/>
              <a:t>process</a:t>
            </a:r>
            <a:r>
              <a:rPr lang="it-IT" altLang="en-IT" dirty="0"/>
              <a:t> </a:t>
            </a:r>
          </a:p>
          <a:p>
            <a:pPr marL="1185863" lvl="2">
              <a:lnSpc>
                <a:spcPct val="90000"/>
              </a:lnSpc>
            </a:pPr>
            <a:r>
              <a:rPr lang="it-IT" altLang="en-IT" dirty="0" err="1"/>
              <a:t>this</a:t>
            </a:r>
            <a:r>
              <a:rPr lang="it-IT" altLang="en-IT" dirty="0"/>
              <a:t> </a:t>
            </a:r>
            <a:r>
              <a:rPr lang="it-IT" altLang="en-IT" dirty="0" err="1"/>
              <a:t>operation</a:t>
            </a:r>
            <a:r>
              <a:rPr lang="it-IT" altLang="en-IT" dirty="0"/>
              <a:t> </a:t>
            </a:r>
            <a:r>
              <a:rPr lang="it-IT" altLang="en-IT" dirty="0" err="1"/>
              <a:t>is</a:t>
            </a:r>
            <a:r>
              <a:rPr lang="it-IT" altLang="en-IT" dirty="0"/>
              <a:t> </a:t>
            </a:r>
            <a:r>
              <a:rPr lang="it-IT" altLang="en-IT" dirty="0" err="1"/>
              <a:t>called</a:t>
            </a:r>
            <a:r>
              <a:rPr lang="it-IT" altLang="en-IT" dirty="0"/>
              <a:t> </a:t>
            </a:r>
            <a:r>
              <a:rPr lang="it-IT" altLang="en-IT" dirty="0" err="1">
                <a:solidFill>
                  <a:schemeClr val="accent1"/>
                </a:solidFill>
              </a:rPr>
              <a:t>relaying</a:t>
            </a:r>
            <a:r>
              <a:rPr lang="it-IT" altLang="en-IT" dirty="0"/>
              <a:t> or </a:t>
            </a:r>
            <a:r>
              <a:rPr lang="it-IT" altLang="en-IT" dirty="0">
                <a:solidFill>
                  <a:schemeClr val="accent1"/>
                </a:solidFill>
              </a:rPr>
              <a:t>forwarding</a:t>
            </a:r>
            <a:endParaRPr lang="it-IT" altLang="en-IT" dirty="0"/>
          </a:p>
        </p:txBody>
      </p:sp>
      <p:sp>
        <p:nvSpPr>
          <p:cNvPr id="369698" name="Text Box 34">
            <a:extLst>
              <a:ext uri="{FF2B5EF4-FFF2-40B4-BE49-F238E27FC236}">
                <a16:creationId xmlns:a16="http://schemas.microsoft.com/office/drawing/2014/main" id="{91EEBD2C-03D7-B94C-59E1-91877CC1658A}"/>
              </a:ext>
            </a:extLst>
          </p:cNvPr>
          <p:cNvSpPr txBox="1">
            <a:spLocks noChangeArrowheads="1"/>
          </p:cNvSpPr>
          <p:nvPr/>
        </p:nvSpPr>
        <p:spPr bwMode="auto">
          <a:xfrm>
            <a:off x="733438" y="2186277"/>
            <a:ext cx="63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dirty="0">
                <a:latin typeface="Tahoma" panose="020B0604030504040204" pitchFamily="34" charset="0"/>
              </a:rPr>
              <a:t>yes</a:t>
            </a:r>
          </a:p>
        </p:txBody>
      </p:sp>
      <p:sp>
        <p:nvSpPr>
          <p:cNvPr id="369699" name="Text Box 35">
            <a:extLst>
              <a:ext uri="{FF2B5EF4-FFF2-40B4-BE49-F238E27FC236}">
                <a16:creationId xmlns:a16="http://schemas.microsoft.com/office/drawing/2014/main" id="{CD33ADB3-25F2-5A21-BD05-398951259310}"/>
              </a:ext>
            </a:extLst>
          </p:cNvPr>
          <p:cNvSpPr txBox="1">
            <a:spLocks noChangeArrowheads="1"/>
          </p:cNvSpPr>
          <p:nvPr/>
        </p:nvSpPr>
        <p:spPr bwMode="auto">
          <a:xfrm>
            <a:off x="2322631" y="2205358"/>
            <a:ext cx="5191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dirty="0">
                <a:latin typeface="Tahoma" panose="020B0604030504040204" pitchFamily="34" charset="0"/>
              </a:rPr>
              <a:t>no</a:t>
            </a:r>
          </a:p>
        </p:txBody>
      </p:sp>
      <p:grpSp>
        <p:nvGrpSpPr>
          <p:cNvPr id="369700" name="Group 36">
            <a:extLst>
              <a:ext uri="{FF2B5EF4-FFF2-40B4-BE49-F238E27FC236}">
                <a16:creationId xmlns:a16="http://schemas.microsoft.com/office/drawing/2014/main" id="{B717A13A-D212-CA46-D962-5CA096C73BF1}"/>
              </a:ext>
            </a:extLst>
          </p:cNvPr>
          <p:cNvGrpSpPr>
            <a:grpSpLocks noChangeAspect="1"/>
          </p:cNvGrpSpPr>
          <p:nvPr/>
        </p:nvGrpSpPr>
        <p:grpSpPr bwMode="auto">
          <a:xfrm rot="13615417">
            <a:off x="-130282" y="1451891"/>
            <a:ext cx="533400" cy="527050"/>
            <a:chOff x="672" y="1632"/>
            <a:chExt cx="594" cy="541"/>
          </a:xfrm>
        </p:grpSpPr>
        <p:sp>
          <p:nvSpPr>
            <p:cNvPr id="369701" name="Freeform 37">
              <a:extLst>
                <a:ext uri="{FF2B5EF4-FFF2-40B4-BE49-F238E27FC236}">
                  <a16:creationId xmlns:a16="http://schemas.microsoft.com/office/drawing/2014/main" id="{48F7F399-DDBB-A72F-947D-B78F3AB6D3E5}"/>
                </a:ext>
              </a:extLst>
            </p:cNvPr>
            <p:cNvSpPr>
              <a:spLocks noChangeAspect="1"/>
            </p:cNvSpPr>
            <p:nvPr/>
          </p:nvSpPr>
          <p:spPr bwMode="auto">
            <a:xfrm>
              <a:off x="672" y="1706"/>
              <a:ext cx="576" cy="454"/>
            </a:xfrm>
            <a:custGeom>
              <a:avLst/>
              <a:gdLst>
                <a:gd name="T0" fmla="*/ 162 w 576"/>
                <a:gd name="T1" fmla="*/ 0 h 454"/>
                <a:gd name="T2" fmla="*/ 0 w 576"/>
                <a:gd name="T3" fmla="*/ 262 h 454"/>
                <a:gd name="T4" fmla="*/ 288 w 576"/>
                <a:gd name="T5" fmla="*/ 406 h 454"/>
                <a:gd name="T6" fmla="*/ 336 w 576"/>
                <a:gd name="T7" fmla="*/ 454 h 454"/>
                <a:gd name="T8" fmla="*/ 432 w 576"/>
                <a:gd name="T9" fmla="*/ 406 h 454"/>
                <a:gd name="T10" fmla="*/ 576 w 576"/>
                <a:gd name="T11" fmla="*/ 214 h 454"/>
              </a:gdLst>
              <a:ahLst/>
              <a:cxnLst>
                <a:cxn ang="0">
                  <a:pos x="T0" y="T1"/>
                </a:cxn>
                <a:cxn ang="0">
                  <a:pos x="T2" y="T3"/>
                </a:cxn>
                <a:cxn ang="0">
                  <a:pos x="T4" y="T5"/>
                </a:cxn>
                <a:cxn ang="0">
                  <a:pos x="T6" y="T7"/>
                </a:cxn>
                <a:cxn ang="0">
                  <a:pos x="T8" y="T9"/>
                </a:cxn>
                <a:cxn ang="0">
                  <a:pos x="T10" y="T11"/>
                </a:cxn>
              </a:cxnLst>
              <a:rect l="0" t="0" r="r" b="b"/>
              <a:pathLst>
                <a:path w="576" h="454">
                  <a:moveTo>
                    <a:pt x="162" y="0"/>
                  </a:moveTo>
                  <a:lnTo>
                    <a:pt x="0" y="262"/>
                  </a:lnTo>
                  <a:lnTo>
                    <a:pt x="288" y="406"/>
                  </a:lnTo>
                  <a:lnTo>
                    <a:pt x="336" y="454"/>
                  </a:lnTo>
                  <a:lnTo>
                    <a:pt x="432" y="406"/>
                  </a:lnTo>
                  <a:lnTo>
                    <a:pt x="576" y="214"/>
                  </a:lnTo>
                </a:path>
              </a:pathLst>
            </a:custGeom>
            <a:solidFill>
              <a:schemeClr val="bg1"/>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IT"/>
            </a:p>
          </p:txBody>
        </p:sp>
        <p:grpSp>
          <p:nvGrpSpPr>
            <p:cNvPr id="369702" name="Group 38">
              <a:extLst>
                <a:ext uri="{FF2B5EF4-FFF2-40B4-BE49-F238E27FC236}">
                  <a16:creationId xmlns:a16="http://schemas.microsoft.com/office/drawing/2014/main" id="{A467E1BD-D3E3-17DB-64F5-CA326A7BB4C5}"/>
                </a:ext>
              </a:extLst>
            </p:cNvPr>
            <p:cNvGrpSpPr>
              <a:grpSpLocks noChangeAspect="1"/>
            </p:cNvGrpSpPr>
            <p:nvPr/>
          </p:nvGrpSpPr>
          <p:grpSpPr bwMode="auto">
            <a:xfrm>
              <a:off x="672" y="1632"/>
              <a:ext cx="594" cy="541"/>
              <a:chOff x="1104" y="2928"/>
              <a:chExt cx="594" cy="541"/>
            </a:xfrm>
          </p:grpSpPr>
          <p:sp>
            <p:nvSpPr>
              <p:cNvPr id="369703" name="Freeform 39">
                <a:extLst>
                  <a:ext uri="{FF2B5EF4-FFF2-40B4-BE49-F238E27FC236}">
                    <a16:creationId xmlns:a16="http://schemas.microsoft.com/office/drawing/2014/main" id="{78803234-1995-556C-880A-BDBCDB89F2A3}"/>
                  </a:ext>
                </a:extLst>
              </p:cNvPr>
              <p:cNvSpPr>
                <a:spLocks noChangeAspect="1"/>
              </p:cNvSpPr>
              <p:nvPr/>
            </p:nvSpPr>
            <p:spPr bwMode="auto">
              <a:xfrm>
                <a:off x="1266" y="2928"/>
                <a:ext cx="422" cy="322"/>
              </a:xfrm>
              <a:custGeom>
                <a:avLst/>
                <a:gdLst>
                  <a:gd name="T0" fmla="*/ 402 w 422"/>
                  <a:gd name="T1" fmla="*/ 322 h 322"/>
                  <a:gd name="T2" fmla="*/ 130 w 422"/>
                  <a:gd name="T3" fmla="*/ 292 h 322"/>
                  <a:gd name="T4" fmla="*/ 0 w 422"/>
                  <a:gd name="T5" fmla="*/ 58 h 322"/>
                  <a:gd name="T6" fmla="*/ 40 w 422"/>
                  <a:gd name="T7" fmla="*/ 26 h 322"/>
                  <a:gd name="T8" fmla="*/ 165 w 422"/>
                  <a:gd name="T9" fmla="*/ 3 h 322"/>
                  <a:gd name="T10" fmla="*/ 195 w 422"/>
                  <a:gd name="T11" fmla="*/ 0 h 322"/>
                  <a:gd name="T12" fmla="*/ 280 w 422"/>
                  <a:gd name="T13" fmla="*/ 3 h 322"/>
                  <a:gd name="T14" fmla="*/ 302 w 422"/>
                  <a:gd name="T15" fmla="*/ 11 h 322"/>
                  <a:gd name="T16" fmla="*/ 326 w 422"/>
                  <a:gd name="T17" fmla="*/ 32 h 322"/>
                  <a:gd name="T18" fmla="*/ 367 w 422"/>
                  <a:gd name="T19" fmla="*/ 110 h 322"/>
                  <a:gd name="T20" fmla="*/ 381 w 422"/>
                  <a:gd name="T21" fmla="*/ 140 h 322"/>
                  <a:gd name="T22" fmla="*/ 422 w 422"/>
                  <a:gd name="T23" fmla="*/ 227 h 322"/>
                  <a:gd name="T24" fmla="*/ 416 w 422"/>
                  <a:gd name="T25" fmla="*/ 282 h 322"/>
                  <a:gd name="T26" fmla="*/ 402 w 422"/>
                  <a:gd name="T27" fmla="*/ 32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22" h="322">
                    <a:moveTo>
                      <a:pt x="402" y="322"/>
                    </a:moveTo>
                    <a:lnTo>
                      <a:pt x="130" y="292"/>
                    </a:lnTo>
                    <a:lnTo>
                      <a:pt x="0" y="58"/>
                    </a:lnTo>
                    <a:lnTo>
                      <a:pt x="40" y="26"/>
                    </a:lnTo>
                    <a:lnTo>
                      <a:pt x="165" y="3"/>
                    </a:lnTo>
                    <a:lnTo>
                      <a:pt x="195" y="0"/>
                    </a:lnTo>
                    <a:lnTo>
                      <a:pt x="280" y="3"/>
                    </a:lnTo>
                    <a:lnTo>
                      <a:pt x="302" y="11"/>
                    </a:lnTo>
                    <a:lnTo>
                      <a:pt x="326" y="32"/>
                    </a:lnTo>
                    <a:lnTo>
                      <a:pt x="367" y="110"/>
                    </a:lnTo>
                    <a:lnTo>
                      <a:pt x="381" y="140"/>
                    </a:lnTo>
                    <a:lnTo>
                      <a:pt x="422" y="227"/>
                    </a:lnTo>
                    <a:lnTo>
                      <a:pt x="416" y="282"/>
                    </a:lnTo>
                    <a:lnTo>
                      <a:pt x="402" y="322"/>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9704" name="Freeform 40">
                <a:extLst>
                  <a:ext uri="{FF2B5EF4-FFF2-40B4-BE49-F238E27FC236}">
                    <a16:creationId xmlns:a16="http://schemas.microsoft.com/office/drawing/2014/main" id="{BC31D590-80CA-704F-77CC-197F0A46AF1A}"/>
                  </a:ext>
                </a:extLst>
              </p:cNvPr>
              <p:cNvSpPr>
                <a:spLocks noChangeAspect="1"/>
              </p:cNvSpPr>
              <p:nvPr/>
            </p:nvSpPr>
            <p:spPr bwMode="auto">
              <a:xfrm>
                <a:off x="1104" y="2976"/>
                <a:ext cx="576" cy="493"/>
              </a:xfrm>
              <a:custGeom>
                <a:avLst/>
                <a:gdLst>
                  <a:gd name="T0" fmla="*/ 322 w 576"/>
                  <a:gd name="T1" fmla="*/ 446 h 493"/>
                  <a:gd name="T2" fmla="*/ 210 w 576"/>
                  <a:gd name="T3" fmla="*/ 387 h 493"/>
                  <a:gd name="T4" fmla="*/ 202 w 576"/>
                  <a:gd name="T5" fmla="*/ 390 h 493"/>
                  <a:gd name="T6" fmla="*/ 116 w 576"/>
                  <a:gd name="T7" fmla="*/ 332 h 493"/>
                  <a:gd name="T8" fmla="*/ 38 w 576"/>
                  <a:gd name="T9" fmla="*/ 274 h 493"/>
                  <a:gd name="T10" fmla="*/ 82 w 576"/>
                  <a:gd name="T11" fmla="*/ 222 h 493"/>
                  <a:gd name="T12" fmla="*/ 167 w 576"/>
                  <a:gd name="T13" fmla="*/ 65 h 493"/>
                  <a:gd name="T14" fmla="*/ 175 w 576"/>
                  <a:gd name="T15" fmla="*/ 47 h 493"/>
                  <a:gd name="T16" fmla="*/ 220 w 576"/>
                  <a:gd name="T17" fmla="*/ 152 h 493"/>
                  <a:gd name="T18" fmla="*/ 284 w 576"/>
                  <a:gd name="T19" fmla="*/ 256 h 493"/>
                  <a:gd name="T20" fmla="*/ 428 w 576"/>
                  <a:gd name="T21" fmla="*/ 258 h 493"/>
                  <a:gd name="T22" fmla="*/ 529 w 576"/>
                  <a:gd name="T23" fmla="*/ 277 h 493"/>
                  <a:gd name="T24" fmla="*/ 488 w 576"/>
                  <a:gd name="T25" fmla="*/ 335 h 493"/>
                  <a:gd name="T26" fmla="*/ 440 w 576"/>
                  <a:gd name="T27" fmla="*/ 387 h 493"/>
                  <a:gd name="T28" fmla="*/ 405 w 576"/>
                  <a:gd name="T29" fmla="*/ 428 h 493"/>
                  <a:gd name="T30" fmla="*/ 383 w 576"/>
                  <a:gd name="T31" fmla="*/ 449 h 493"/>
                  <a:gd name="T32" fmla="*/ 374 w 576"/>
                  <a:gd name="T33" fmla="*/ 452 h 493"/>
                  <a:gd name="T34" fmla="*/ 347 w 576"/>
                  <a:gd name="T35" fmla="*/ 452 h 493"/>
                  <a:gd name="T36" fmla="*/ 336 w 576"/>
                  <a:gd name="T37" fmla="*/ 479 h 493"/>
                  <a:gd name="T38" fmla="*/ 361 w 576"/>
                  <a:gd name="T39" fmla="*/ 493 h 493"/>
                  <a:gd name="T40" fmla="*/ 409 w 576"/>
                  <a:gd name="T41" fmla="*/ 479 h 493"/>
                  <a:gd name="T42" fmla="*/ 476 w 576"/>
                  <a:gd name="T43" fmla="*/ 397 h 493"/>
                  <a:gd name="T44" fmla="*/ 549 w 576"/>
                  <a:gd name="T45" fmla="*/ 321 h 493"/>
                  <a:gd name="T46" fmla="*/ 573 w 576"/>
                  <a:gd name="T47" fmla="*/ 288 h 493"/>
                  <a:gd name="T48" fmla="*/ 576 w 576"/>
                  <a:gd name="T49" fmla="*/ 268 h 493"/>
                  <a:gd name="T50" fmla="*/ 518 w 576"/>
                  <a:gd name="T51" fmla="*/ 258 h 493"/>
                  <a:gd name="T52" fmla="*/ 446 w 576"/>
                  <a:gd name="T53" fmla="*/ 242 h 493"/>
                  <a:gd name="T54" fmla="*/ 296 w 576"/>
                  <a:gd name="T55" fmla="*/ 240 h 493"/>
                  <a:gd name="T56" fmla="*/ 250 w 576"/>
                  <a:gd name="T57" fmla="*/ 152 h 493"/>
                  <a:gd name="T58" fmla="*/ 216 w 576"/>
                  <a:gd name="T59" fmla="*/ 90 h 493"/>
                  <a:gd name="T60" fmla="*/ 199 w 576"/>
                  <a:gd name="T61" fmla="*/ 20 h 493"/>
                  <a:gd name="T62" fmla="*/ 169 w 576"/>
                  <a:gd name="T63" fmla="*/ 0 h 493"/>
                  <a:gd name="T64" fmla="*/ 148 w 576"/>
                  <a:gd name="T65" fmla="*/ 3 h 493"/>
                  <a:gd name="T66" fmla="*/ 131 w 576"/>
                  <a:gd name="T67" fmla="*/ 30 h 493"/>
                  <a:gd name="T68" fmla="*/ 96 w 576"/>
                  <a:gd name="T69" fmla="*/ 123 h 493"/>
                  <a:gd name="T70" fmla="*/ 52 w 576"/>
                  <a:gd name="T71" fmla="*/ 191 h 493"/>
                  <a:gd name="T72" fmla="*/ 20 w 576"/>
                  <a:gd name="T73" fmla="*/ 240 h 493"/>
                  <a:gd name="T74" fmla="*/ 0 w 576"/>
                  <a:gd name="T75" fmla="*/ 271 h 493"/>
                  <a:gd name="T76" fmla="*/ 6 w 576"/>
                  <a:gd name="T77" fmla="*/ 302 h 493"/>
                  <a:gd name="T78" fmla="*/ 66 w 576"/>
                  <a:gd name="T79" fmla="*/ 338 h 493"/>
                  <a:gd name="T80" fmla="*/ 66 w 576"/>
                  <a:gd name="T81" fmla="*/ 346 h 493"/>
                  <a:gd name="T82" fmla="*/ 143 w 576"/>
                  <a:gd name="T83" fmla="*/ 391 h 493"/>
                  <a:gd name="T84" fmla="*/ 202 w 576"/>
                  <a:gd name="T85" fmla="*/ 422 h 493"/>
                  <a:gd name="T86" fmla="*/ 280 w 576"/>
                  <a:gd name="T87" fmla="*/ 466 h 493"/>
                  <a:gd name="T88" fmla="*/ 325 w 576"/>
                  <a:gd name="T89" fmla="*/ 482 h 493"/>
                  <a:gd name="T90" fmla="*/ 322 w 576"/>
                  <a:gd name="T91" fmla="*/ 446 h 4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76" h="493">
                    <a:moveTo>
                      <a:pt x="322" y="446"/>
                    </a:moveTo>
                    <a:lnTo>
                      <a:pt x="210" y="387"/>
                    </a:lnTo>
                    <a:lnTo>
                      <a:pt x="202" y="390"/>
                    </a:lnTo>
                    <a:lnTo>
                      <a:pt x="116" y="332"/>
                    </a:lnTo>
                    <a:lnTo>
                      <a:pt x="38" y="274"/>
                    </a:lnTo>
                    <a:lnTo>
                      <a:pt x="82" y="222"/>
                    </a:lnTo>
                    <a:lnTo>
                      <a:pt x="167" y="65"/>
                    </a:lnTo>
                    <a:lnTo>
                      <a:pt x="175" y="47"/>
                    </a:lnTo>
                    <a:lnTo>
                      <a:pt x="220" y="152"/>
                    </a:lnTo>
                    <a:lnTo>
                      <a:pt x="284" y="256"/>
                    </a:lnTo>
                    <a:lnTo>
                      <a:pt x="428" y="258"/>
                    </a:lnTo>
                    <a:lnTo>
                      <a:pt x="529" y="277"/>
                    </a:lnTo>
                    <a:lnTo>
                      <a:pt x="488" y="335"/>
                    </a:lnTo>
                    <a:lnTo>
                      <a:pt x="440" y="387"/>
                    </a:lnTo>
                    <a:lnTo>
                      <a:pt x="405" y="428"/>
                    </a:lnTo>
                    <a:lnTo>
                      <a:pt x="383" y="449"/>
                    </a:lnTo>
                    <a:lnTo>
                      <a:pt x="374" y="452"/>
                    </a:lnTo>
                    <a:lnTo>
                      <a:pt x="347" y="452"/>
                    </a:lnTo>
                    <a:lnTo>
                      <a:pt x="336" y="479"/>
                    </a:lnTo>
                    <a:lnTo>
                      <a:pt x="361" y="493"/>
                    </a:lnTo>
                    <a:lnTo>
                      <a:pt x="409" y="479"/>
                    </a:lnTo>
                    <a:lnTo>
                      <a:pt x="476" y="397"/>
                    </a:lnTo>
                    <a:lnTo>
                      <a:pt x="549" y="321"/>
                    </a:lnTo>
                    <a:lnTo>
                      <a:pt x="573" y="288"/>
                    </a:lnTo>
                    <a:lnTo>
                      <a:pt x="576" y="268"/>
                    </a:lnTo>
                    <a:lnTo>
                      <a:pt x="518" y="258"/>
                    </a:lnTo>
                    <a:lnTo>
                      <a:pt x="446" y="242"/>
                    </a:lnTo>
                    <a:lnTo>
                      <a:pt x="296" y="240"/>
                    </a:lnTo>
                    <a:lnTo>
                      <a:pt x="250" y="152"/>
                    </a:lnTo>
                    <a:lnTo>
                      <a:pt x="216" y="90"/>
                    </a:lnTo>
                    <a:lnTo>
                      <a:pt x="199" y="20"/>
                    </a:lnTo>
                    <a:lnTo>
                      <a:pt x="169" y="0"/>
                    </a:lnTo>
                    <a:lnTo>
                      <a:pt x="148" y="3"/>
                    </a:lnTo>
                    <a:lnTo>
                      <a:pt x="131" y="30"/>
                    </a:lnTo>
                    <a:lnTo>
                      <a:pt x="96" y="123"/>
                    </a:lnTo>
                    <a:lnTo>
                      <a:pt x="52" y="191"/>
                    </a:lnTo>
                    <a:lnTo>
                      <a:pt x="20" y="240"/>
                    </a:lnTo>
                    <a:lnTo>
                      <a:pt x="0" y="271"/>
                    </a:lnTo>
                    <a:lnTo>
                      <a:pt x="6" y="302"/>
                    </a:lnTo>
                    <a:lnTo>
                      <a:pt x="66" y="338"/>
                    </a:lnTo>
                    <a:lnTo>
                      <a:pt x="66" y="346"/>
                    </a:lnTo>
                    <a:lnTo>
                      <a:pt x="143" y="391"/>
                    </a:lnTo>
                    <a:lnTo>
                      <a:pt x="202" y="422"/>
                    </a:lnTo>
                    <a:lnTo>
                      <a:pt x="280" y="466"/>
                    </a:lnTo>
                    <a:lnTo>
                      <a:pt x="325" y="482"/>
                    </a:lnTo>
                    <a:lnTo>
                      <a:pt x="322" y="446"/>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9705" name="Freeform 41">
                <a:extLst>
                  <a:ext uri="{FF2B5EF4-FFF2-40B4-BE49-F238E27FC236}">
                    <a16:creationId xmlns:a16="http://schemas.microsoft.com/office/drawing/2014/main" id="{9EC2E849-5193-9CED-DC66-DA887F3D90FC}"/>
                  </a:ext>
                </a:extLst>
              </p:cNvPr>
              <p:cNvSpPr>
                <a:spLocks noChangeAspect="1"/>
              </p:cNvSpPr>
              <p:nvPr/>
            </p:nvSpPr>
            <p:spPr bwMode="auto">
              <a:xfrm>
                <a:off x="1258" y="2928"/>
                <a:ext cx="440" cy="322"/>
              </a:xfrm>
              <a:custGeom>
                <a:avLst/>
                <a:gdLst>
                  <a:gd name="T0" fmla="*/ 420 w 440"/>
                  <a:gd name="T1" fmla="*/ 322 h 322"/>
                  <a:gd name="T2" fmla="*/ 294 w 440"/>
                  <a:gd name="T3" fmla="*/ 242 h 322"/>
                  <a:gd name="T4" fmla="*/ 242 w 440"/>
                  <a:gd name="T5" fmla="*/ 196 h 322"/>
                  <a:gd name="T6" fmla="*/ 112 w 440"/>
                  <a:gd name="T7" fmla="*/ 132 h 322"/>
                  <a:gd name="T8" fmla="*/ 242 w 440"/>
                  <a:gd name="T9" fmla="*/ 188 h 322"/>
                  <a:gd name="T10" fmla="*/ 316 w 440"/>
                  <a:gd name="T11" fmla="*/ 244 h 322"/>
                  <a:gd name="T12" fmla="*/ 412 w 440"/>
                  <a:gd name="T13" fmla="*/ 294 h 322"/>
                  <a:gd name="T14" fmla="*/ 410 w 440"/>
                  <a:gd name="T15" fmla="*/ 220 h 322"/>
                  <a:gd name="T16" fmla="*/ 344 w 440"/>
                  <a:gd name="T17" fmla="*/ 107 h 322"/>
                  <a:gd name="T18" fmla="*/ 301 w 440"/>
                  <a:gd name="T19" fmla="*/ 49 h 322"/>
                  <a:gd name="T20" fmla="*/ 260 w 440"/>
                  <a:gd name="T21" fmla="*/ 41 h 322"/>
                  <a:gd name="T22" fmla="*/ 128 w 440"/>
                  <a:gd name="T23" fmla="*/ 35 h 322"/>
                  <a:gd name="T24" fmla="*/ 18 w 440"/>
                  <a:gd name="T25" fmla="*/ 58 h 322"/>
                  <a:gd name="T26" fmla="*/ 0 w 440"/>
                  <a:gd name="T27" fmla="*/ 50 h 322"/>
                  <a:gd name="T28" fmla="*/ 44 w 440"/>
                  <a:gd name="T29" fmla="*/ 16 h 322"/>
                  <a:gd name="T30" fmla="*/ 183 w 440"/>
                  <a:gd name="T31" fmla="*/ 3 h 322"/>
                  <a:gd name="T32" fmla="*/ 213 w 440"/>
                  <a:gd name="T33" fmla="*/ 0 h 322"/>
                  <a:gd name="T34" fmla="*/ 298 w 440"/>
                  <a:gd name="T35" fmla="*/ 3 h 322"/>
                  <a:gd name="T36" fmla="*/ 320 w 440"/>
                  <a:gd name="T37" fmla="*/ 11 h 322"/>
                  <a:gd name="T38" fmla="*/ 344 w 440"/>
                  <a:gd name="T39" fmla="*/ 32 h 322"/>
                  <a:gd name="T40" fmla="*/ 385 w 440"/>
                  <a:gd name="T41" fmla="*/ 110 h 322"/>
                  <a:gd name="T42" fmla="*/ 399 w 440"/>
                  <a:gd name="T43" fmla="*/ 140 h 322"/>
                  <a:gd name="T44" fmla="*/ 440 w 440"/>
                  <a:gd name="T45" fmla="*/ 227 h 322"/>
                  <a:gd name="T46" fmla="*/ 434 w 440"/>
                  <a:gd name="T47" fmla="*/ 282 h 322"/>
                  <a:gd name="T48" fmla="*/ 420 w 440"/>
                  <a:gd name="T49" fmla="*/ 322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0" h="322">
                    <a:moveTo>
                      <a:pt x="420" y="322"/>
                    </a:moveTo>
                    <a:lnTo>
                      <a:pt x="294" y="242"/>
                    </a:lnTo>
                    <a:lnTo>
                      <a:pt x="242" y="196"/>
                    </a:lnTo>
                    <a:lnTo>
                      <a:pt x="112" y="132"/>
                    </a:lnTo>
                    <a:lnTo>
                      <a:pt x="242" y="188"/>
                    </a:lnTo>
                    <a:lnTo>
                      <a:pt x="316" y="244"/>
                    </a:lnTo>
                    <a:lnTo>
                      <a:pt x="412" y="294"/>
                    </a:lnTo>
                    <a:lnTo>
                      <a:pt x="410" y="220"/>
                    </a:lnTo>
                    <a:lnTo>
                      <a:pt x="344" y="107"/>
                    </a:lnTo>
                    <a:lnTo>
                      <a:pt x="301" y="49"/>
                    </a:lnTo>
                    <a:lnTo>
                      <a:pt x="260" y="41"/>
                    </a:lnTo>
                    <a:lnTo>
                      <a:pt x="128" y="35"/>
                    </a:lnTo>
                    <a:lnTo>
                      <a:pt x="18" y="58"/>
                    </a:lnTo>
                    <a:lnTo>
                      <a:pt x="0" y="50"/>
                    </a:lnTo>
                    <a:lnTo>
                      <a:pt x="44" y="16"/>
                    </a:lnTo>
                    <a:lnTo>
                      <a:pt x="183" y="3"/>
                    </a:lnTo>
                    <a:lnTo>
                      <a:pt x="213" y="0"/>
                    </a:lnTo>
                    <a:lnTo>
                      <a:pt x="298" y="3"/>
                    </a:lnTo>
                    <a:lnTo>
                      <a:pt x="320" y="11"/>
                    </a:lnTo>
                    <a:lnTo>
                      <a:pt x="344" y="32"/>
                    </a:lnTo>
                    <a:lnTo>
                      <a:pt x="385" y="110"/>
                    </a:lnTo>
                    <a:lnTo>
                      <a:pt x="399" y="140"/>
                    </a:lnTo>
                    <a:lnTo>
                      <a:pt x="440" y="227"/>
                    </a:lnTo>
                    <a:lnTo>
                      <a:pt x="434" y="282"/>
                    </a:lnTo>
                    <a:lnTo>
                      <a:pt x="420" y="322"/>
                    </a:lnTo>
                    <a:close/>
                  </a:path>
                </a:pathLst>
              </a:cu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grpSp>
        <p:nvGrpSpPr>
          <p:cNvPr id="369706" name="Group 42">
            <a:extLst>
              <a:ext uri="{FF2B5EF4-FFF2-40B4-BE49-F238E27FC236}">
                <a16:creationId xmlns:a16="http://schemas.microsoft.com/office/drawing/2014/main" id="{99D98E2F-7262-CA12-3B3B-F58B2EE4D53C}"/>
              </a:ext>
            </a:extLst>
          </p:cNvPr>
          <p:cNvGrpSpPr>
            <a:grpSpLocks/>
          </p:cNvGrpSpPr>
          <p:nvPr/>
        </p:nvGrpSpPr>
        <p:grpSpPr bwMode="auto">
          <a:xfrm>
            <a:off x="42496" y="834351"/>
            <a:ext cx="931862" cy="950913"/>
            <a:chOff x="1824" y="2688"/>
            <a:chExt cx="542" cy="599"/>
          </a:xfrm>
        </p:grpSpPr>
        <p:sp>
          <p:nvSpPr>
            <p:cNvPr id="369707" name="Freeform 43">
              <a:extLst>
                <a:ext uri="{FF2B5EF4-FFF2-40B4-BE49-F238E27FC236}">
                  <a16:creationId xmlns:a16="http://schemas.microsoft.com/office/drawing/2014/main" id="{74F614F8-2F6B-3D0A-E29A-65A5BB250672}"/>
                </a:ext>
              </a:extLst>
            </p:cNvPr>
            <p:cNvSpPr>
              <a:spLocks/>
            </p:cNvSpPr>
            <p:nvPr/>
          </p:nvSpPr>
          <p:spPr bwMode="auto">
            <a:xfrm>
              <a:off x="1829" y="2697"/>
              <a:ext cx="385" cy="576"/>
            </a:xfrm>
            <a:custGeom>
              <a:avLst/>
              <a:gdLst>
                <a:gd name="T0" fmla="*/ 210 w 385"/>
                <a:gd name="T1" fmla="*/ 0 h 576"/>
                <a:gd name="T2" fmla="*/ 151 w 385"/>
                <a:gd name="T3" fmla="*/ 3 h 576"/>
                <a:gd name="T4" fmla="*/ 117 w 385"/>
                <a:gd name="T5" fmla="*/ 56 h 576"/>
                <a:gd name="T6" fmla="*/ 22 w 385"/>
                <a:gd name="T7" fmla="*/ 143 h 576"/>
                <a:gd name="T8" fmla="*/ 0 w 385"/>
                <a:gd name="T9" fmla="*/ 168 h 576"/>
                <a:gd name="T10" fmla="*/ 31 w 385"/>
                <a:gd name="T11" fmla="*/ 303 h 576"/>
                <a:gd name="T12" fmla="*/ 63 w 385"/>
                <a:gd name="T13" fmla="*/ 393 h 576"/>
                <a:gd name="T14" fmla="*/ 126 w 385"/>
                <a:gd name="T15" fmla="*/ 479 h 576"/>
                <a:gd name="T16" fmla="*/ 210 w 385"/>
                <a:gd name="T17" fmla="*/ 533 h 576"/>
                <a:gd name="T18" fmla="*/ 301 w 385"/>
                <a:gd name="T19" fmla="*/ 561 h 576"/>
                <a:gd name="T20" fmla="*/ 349 w 385"/>
                <a:gd name="T21" fmla="*/ 576 h 576"/>
                <a:gd name="T22" fmla="*/ 357 w 385"/>
                <a:gd name="T23" fmla="*/ 576 h 576"/>
                <a:gd name="T24" fmla="*/ 365 w 385"/>
                <a:gd name="T25" fmla="*/ 576 h 576"/>
                <a:gd name="T26" fmla="*/ 371 w 385"/>
                <a:gd name="T27" fmla="*/ 568 h 576"/>
                <a:gd name="T28" fmla="*/ 368 w 385"/>
                <a:gd name="T29" fmla="*/ 559 h 576"/>
                <a:gd name="T30" fmla="*/ 368 w 385"/>
                <a:gd name="T31" fmla="*/ 551 h 576"/>
                <a:gd name="T32" fmla="*/ 377 w 385"/>
                <a:gd name="T33" fmla="*/ 545 h 576"/>
                <a:gd name="T34" fmla="*/ 385 w 385"/>
                <a:gd name="T35" fmla="*/ 543 h 576"/>
                <a:gd name="T36" fmla="*/ 235 w 385"/>
                <a:gd name="T37" fmla="*/ 478 h 576"/>
                <a:gd name="T38" fmla="*/ 89 w 385"/>
                <a:gd name="T39" fmla="*/ 289 h 576"/>
                <a:gd name="T40" fmla="*/ 95 w 385"/>
                <a:gd name="T41" fmla="*/ 177 h 576"/>
                <a:gd name="T42" fmla="*/ 196 w 385"/>
                <a:gd name="T43" fmla="*/ 59 h 576"/>
                <a:gd name="T44" fmla="*/ 210 w 385"/>
                <a:gd name="T45"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5" h="576">
                  <a:moveTo>
                    <a:pt x="210" y="0"/>
                  </a:moveTo>
                  <a:lnTo>
                    <a:pt x="151" y="3"/>
                  </a:lnTo>
                  <a:lnTo>
                    <a:pt x="117" y="56"/>
                  </a:lnTo>
                  <a:lnTo>
                    <a:pt x="22" y="143"/>
                  </a:lnTo>
                  <a:lnTo>
                    <a:pt x="0" y="168"/>
                  </a:lnTo>
                  <a:lnTo>
                    <a:pt x="31" y="303"/>
                  </a:lnTo>
                  <a:lnTo>
                    <a:pt x="63" y="393"/>
                  </a:lnTo>
                  <a:lnTo>
                    <a:pt x="126" y="479"/>
                  </a:lnTo>
                  <a:lnTo>
                    <a:pt x="210" y="533"/>
                  </a:lnTo>
                  <a:lnTo>
                    <a:pt x="301" y="561"/>
                  </a:lnTo>
                  <a:lnTo>
                    <a:pt x="349" y="576"/>
                  </a:lnTo>
                  <a:lnTo>
                    <a:pt x="357" y="576"/>
                  </a:lnTo>
                  <a:lnTo>
                    <a:pt x="365" y="576"/>
                  </a:lnTo>
                  <a:lnTo>
                    <a:pt x="371" y="568"/>
                  </a:lnTo>
                  <a:lnTo>
                    <a:pt x="368" y="559"/>
                  </a:lnTo>
                  <a:lnTo>
                    <a:pt x="368" y="551"/>
                  </a:lnTo>
                  <a:lnTo>
                    <a:pt x="377" y="545"/>
                  </a:lnTo>
                  <a:lnTo>
                    <a:pt x="385" y="543"/>
                  </a:lnTo>
                  <a:lnTo>
                    <a:pt x="235" y="478"/>
                  </a:lnTo>
                  <a:lnTo>
                    <a:pt x="89" y="289"/>
                  </a:lnTo>
                  <a:lnTo>
                    <a:pt x="95" y="177"/>
                  </a:lnTo>
                  <a:lnTo>
                    <a:pt x="196" y="59"/>
                  </a:lnTo>
                  <a:lnTo>
                    <a:pt x="210" y="0"/>
                  </a:lnTo>
                  <a:close/>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9708" name="Freeform 44">
              <a:extLst>
                <a:ext uri="{FF2B5EF4-FFF2-40B4-BE49-F238E27FC236}">
                  <a16:creationId xmlns:a16="http://schemas.microsoft.com/office/drawing/2014/main" id="{502D1CF6-BCF6-71A3-9FB2-04E16FA0ECC0}"/>
                </a:ext>
              </a:extLst>
            </p:cNvPr>
            <p:cNvSpPr>
              <a:spLocks/>
            </p:cNvSpPr>
            <p:nvPr/>
          </p:nvSpPr>
          <p:spPr bwMode="auto">
            <a:xfrm>
              <a:off x="1865" y="2691"/>
              <a:ext cx="492" cy="549"/>
            </a:xfrm>
            <a:custGeom>
              <a:avLst/>
              <a:gdLst>
                <a:gd name="T0" fmla="*/ 191 w 492"/>
                <a:gd name="T1" fmla="*/ 59 h 549"/>
                <a:gd name="T2" fmla="*/ 220 w 492"/>
                <a:gd name="T3" fmla="*/ 152 h 549"/>
                <a:gd name="T4" fmla="*/ 253 w 492"/>
                <a:gd name="T5" fmla="*/ 194 h 549"/>
                <a:gd name="T6" fmla="*/ 329 w 492"/>
                <a:gd name="T7" fmla="*/ 242 h 549"/>
                <a:gd name="T8" fmla="*/ 439 w 492"/>
                <a:gd name="T9" fmla="*/ 253 h 549"/>
                <a:gd name="T10" fmla="*/ 492 w 492"/>
                <a:gd name="T11" fmla="*/ 256 h 549"/>
                <a:gd name="T12" fmla="*/ 484 w 492"/>
                <a:gd name="T13" fmla="*/ 343 h 549"/>
                <a:gd name="T14" fmla="*/ 444 w 492"/>
                <a:gd name="T15" fmla="*/ 444 h 549"/>
                <a:gd name="T16" fmla="*/ 374 w 492"/>
                <a:gd name="T17" fmla="*/ 527 h 549"/>
                <a:gd name="T18" fmla="*/ 352 w 492"/>
                <a:gd name="T19" fmla="*/ 549 h 549"/>
                <a:gd name="T20" fmla="*/ 216 w 492"/>
                <a:gd name="T21" fmla="*/ 530 h 549"/>
                <a:gd name="T22" fmla="*/ 112 w 492"/>
                <a:gd name="T23" fmla="*/ 474 h 549"/>
                <a:gd name="T24" fmla="*/ 64 w 492"/>
                <a:gd name="T25" fmla="*/ 416 h 549"/>
                <a:gd name="T26" fmla="*/ 22 w 492"/>
                <a:gd name="T27" fmla="*/ 293 h 549"/>
                <a:gd name="T28" fmla="*/ 0 w 492"/>
                <a:gd name="T29" fmla="*/ 194 h 549"/>
                <a:gd name="T30" fmla="*/ 121 w 492"/>
                <a:gd name="T31" fmla="*/ 74 h 549"/>
                <a:gd name="T32" fmla="*/ 180 w 492"/>
                <a:gd name="T33" fmla="*/ 0 h 549"/>
                <a:gd name="T34" fmla="*/ 191 w 492"/>
                <a:gd name="T35" fmla="*/ 59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2" h="549">
                  <a:moveTo>
                    <a:pt x="191" y="59"/>
                  </a:moveTo>
                  <a:lnTo>
                    <a:pt x="220" y="152"/>
                  </a:lnTo>
                  <a:lnTo>
                    <a:pt x="253" y="194"/>
                  </a:lnTo>
                  <a:lnTo>
                    <a:pt x="329" y="242"/>
                  </a:lnTo>
                  <a:lnTo>
                    <a:pt x="439" y="253"/>
                  </a:lnTo>
                  <a:lnTo>
                    <a:pt x="492" y="256"/>
                  </a:lnTo>
                  <a:lnTo>
                    <a:pt x="484" y="343"/>
                  </a:lnTo>
                  <a:lnTo>
                    <a:pt x="444" y="444"/>
                  </a:lnTo>
                  <a:lnTo>
                    <a:pt x="374" y="527"/>
                  </a:lnTo>
                  <a:lnTo>
                    <a:pt x="352" y="549"/>
                  </a:lnTo>
                  <a:lnTo>
                    <a:pt x="216" y="530"/>
                  </a:lnTo>
                  <a:lnTo>
                    <a:pt x="112" y="474"/>
                  </a:lnTo>
                  <a:lnTo>
                    <a:pt x="64" y="416"/>
                  </a:lnTo>
                  <a:lnTo>
                    <a:pt x="22" y="293"/>
                  </a:lnTo>
                  <a:lnTo>
                    <a:pt x="0" y="194"/>
                  </a:lnTo>
                  <a:lnTo>
                    <a:pt x="121" y="74"/>
                  </a:lnTo>
                  <a:lnTo>
                    <a:pt x="180" y="0"/>
                  </a:lnTo>
                  <a:lnTo>
                    <a:pt x="191" y="5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9709" name="Freeform 45">
              <a:extLst>
                <a:ext uri="{FF2B5EF4-FFF2-40B4-BE49-F238E27FC236}">
                  <a16:creationId xmlns:a16="http://schemas.microsoft.com/office/drawing/2014/main" id="{C5FC4762-76C1-5753-1779-5B102A1940F1}"/>
                </a:ext>
              </a:extLst>
            </p:cNvPr>
            <p:cNvSpPr>
              <a:spLocks/>
            </p:cNvSpPr>
            <p:nvPr/>
          </p:nvSpPr>
          <p:spPr bwMode="auto">
            <a:xfrm>
              <a:off x="1824" y="2688"/>
              <a:ext cx="542" cy="599"/>
            </a:xfrm>
            <a:custGeom>
              <a:avLst/>
              <a:gdLst>
                <a:gd name="T0" fmla="*/ 114 w 542"/>
                <a:gd name="T1" fmla="*/ 115 h 599"/>
                <a:gd name="T2" fmla="*/ 195 w 542"/>
                <a:gd name="T3" fmla="*/ 17 h 599"/>
                <a:gd name="T4" fmla="*/ 125 w 542"/>
                <a:gd name="T5" fmla="*/ 76 h 599"/>
                <a:gd name="T6" fmla="*/ 18 w 542"/>
                <a:gd name="T7" fmla="*/ 174 h 599"/>
                <a:gd name="T8" fmla="*/ 21 w 542"/>
                <a:gd name="T9" fmla="*/ 218 h 599"/>
                <a:gd name="T10" fmla="*/ 50 w 542"/>
                <a:gd name="T11" fmla="*/ 332 h 599"/>
                <a:gd name="T12" fmla="*/ 90 w 542"/>
                <a:gd name="T13" fmla="*/ 426 h 599"/>
                <a:gd name="T14" fmla="*/ 135 w 542"/>
                <a:gd name="T15" fmla="*/ 485 h 599"/>
                <a:gd name="T16" fmla="*/ 254 w 542"/>
                <a:gd name="T17" fmla="*/ 548 h 599"/>
                <a:gd name="T18" fmla="*/ 356 w 542"/>
                <a:gd name="T19" fmla="*/ 573 h 599"/>
                <a:gd name="T20" fmla="*/ 365 w 542"/>
                <a:gd name="T21" fmla="*/ 554 h 599"/>
                <a:gd name="T22" fmla="*/ 235 w 542"/>
                <a:gd name="T23" fmla="*/ 529 h 599"/>
                <a:gd name="T24" fmla="*/ 170 w 542"/>
                <a:gd name="T25" fmla="*/ 490 h 599"/>
                <a:gd name="T26" fmla="*/ 128 w 542"/>
                <a:gd name="T27" fmla="*/ 452 h 599"/>
                <a:gd name="T28" fmla="*/ 80 w 542"/>
                <a:gd name="T29" fmla="*/ 371 h 599"/>
                <a:gd name="T30" fmla="*/ 46 w 542"/>
                <a:gd name="T31" fmla="*/ 253 h 599"/>
                <a:gd name="T32" fmla="*/ 38 w 542"/>
                <a:gd name="T33" fmla="*/ 202 h 599"/>
                <a:gd name="T34" fmla="*/ 63 w 542"/>
                <a:gd name="T35" fmla="*/ 278 h 599"/>
                <a:gd name="T36" fmla="*/ 103 w 542"/>
                <a:gd name="T37" fmla="*/ 396 h 599"/>
                <a:gd name="T38" fmla="*/ 159 w 542"/>
                <a:gd name="T39" fmla="*/ 470 h 599"/>
                <a:gd name="T40" fmla="*/ 252 w 542"/>
                <a:gd name="T41" fmla="*/ 518 h 599"/>
                <a:gd name="T42" fmla="*/ 351 w 542"/>
                <a:gd name="T43" fmla="*/ 538 h 599"/>
                <a:gd name="T44" fmla="*/ 430 w 542"/>
                <a:gd name="T45" fmla="*/ 504 h 599"/>
                <a:gd name="T46" fmla="*/ 483 w 542"/>
                <a:gd name="T47" fmla="*/ 433 h 599"/>
                <a:gd name="T48" fmla="*/ 517 w 542"/>
                <a:gd name="T49" fmla="*/ 345 h 599"/>
                <a:gd name="T50" fmla="*/ 525 w 542"/>
                <a:gd name="T51" fmla="*/ 264 h 599"/>
                <a:gd name="T52" fmla="*/ 421 w 542"/>
                <a:gd name="T53" fmla="*/ 256 h 599"/>
                <a:gd name="T54" fmla="*/ 365 w 542"/>
                <a:gd name="T55" fmla="*/ 244 h 599"/>
                <a:gd name="T56" fmla="*/ 300 w 542"/>
                <a:gd name="T57" fmla="*/ 211 h 599"/>
                <a:gd name="T58" fmla="*/ 249 w 542"/>
                <a:gd name="T59" fmla="*/ 152 h 599"/>
                <a:gd name="T60" fmla="*/ 226 w 542"/>
                <a:gd name="T61" fmla="*/ 67 h 599"/>
                <a:gd name="T62" fmla="*/ 215 w 542"/>
                <a:gd name="T63" fmla="*/ 22 h 599"/>
                <a:gd name="T64" fmla="*/ 232 w 542"/>
                <a:gd name="T65" fmla="*/ 45 h 599"/>
                <a:gd name="T66" fmla="*/ 252 w 542"/>
                <a:gd name="T67" fmla="*/ 115 h 599"/>
                <a:gd name="T68" fmla="*/ 286 w 542"/>
                <a:gd name="T69" fmla="*/ 183 h 599"/>
                <a:gd name="T70" fmla="*/ 342 w 542"/>
                <a:gd name="T71" fmla="*/ 216 h 599"/>
                <a:gd name="T72" fmla="*/ 404 w 542"/>
                <a:gd name="T73" fmla="*/ 236 h 599"/>
                <a:gd name="T74" fmla="*/ 497 w 542"/>
                <a:gd name="T75" fmla="*/ 247 h 599"/>
                <a:gd name="T76" fmla="*/ 542 w 542"/>
                <a:gd name="T77" fmla="*/ 250 h 599"/>
                <a:gd name="T78" fmla="*/ 536 w 542"/>
                <a:gd name="T79" fmla="*/ 331 h 599"/>
                <a:gd name="T80" fmla="*/ 491 w 542"/>
                <a:gd name="T81" fmla="*/ 449 h 599"/>
                <a:gd name="T82" fmla="*/ 441 w 542"/>
                <a:gd name="T83" fmla="*/ 518 h 599"/>
                <a:gd name="T84" fmla="*/ 402 w 542"/>
                <a:gd name="T85" fmla="*/ 566 h 599"/>
                <a:gd name="T86" fmla="*/ 385 w 542"/>
                <a:gd name="T87" fmla="*/ 585 h 599"/>
                <a:gd name="T88" fmla="*/ 371 w 542"/>
                <a:gd name="T89" fmla="*/ 599 h 599"/>
                <a:gd name="T90" fmla="*/ 198 w 542"/>
                <a:gd name="T91" fmla="*/ 537 h 599"/>
                <a:gd name="T92" fmla="*/ 134 w 542"/>
                <a:gd name="T93" fmla="*/ 497 h 599"/>
                <a:gd name="T94" fmla="*/ 92 w 542"/>
                <a:gd name="T95" fmla="*/ 440 h 599"/>
                <a:gd name="T96" fmla="*/ 48 w 542"/>
                <a:gd name="T97" fmla="*/ 345 h 599"/>
                <a:gd name="T98" fmla="*/ 26 w 542"/>
                <a:gd name="T99" fmla="*/ 273 h 599"/>
                <a:gd name="T100" fmla="*/ 0 w 542"/>
                <a:gd name="T101" fmla="*/ 180 h 599"/>
                <a:gd name="T102" fmla="*/ 80 w 542"/>
                <a:gd name="T103" fmla="*/ 95 h 599"/>
                <a:gd name="T104" fmla="*/ 131 w 542"/>
                <a:gd name="T105" fmla="*/ 36 h 599"/>
                <a:gd name="T106" fmla="*/ 221 w 542"/>
                <a:gd name="T107" fmla="*/ 6 h 599"/>
                <a:gd name="T108" fmla="*/ 167 w 542"/>
                <a:gd name="T109" fmla="*/ 79 h 599"/>
                <a:gd name="T110" fmla="*/ 75 w 542"/>
                <a:gd name="T111" fmla="*/ 166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42" h="599">
                  <a:moveTo>
                    <a:pt x="35" y="191"/>
                  </a:moveTo>
                  <a:lnTo>
                    <a:pt x="114" y="115"/>
                  </a:lnTo>
                  <a:lnTo>
                    <a:pt x="150" y="76"/>
                  </a:lnTo>
                  <a:lnTo>
                    <a:pt x="195" y="17"/>
                  </a:lnTo>
                  <a:lnTo>
                    <a:pt x="162" y="20"/>
                  </a:lnTo>
                  <a:lnTo>
                    <a:pt x="125" y="76"/>
                  </a:lnTo>
                  <a:lnTo>
                    <a:pt x="89" y="107"/>
                  </a:lnTo>
                  <a:lnTo>
                    <a:pt x="18" y="174"/>
                  </a:lnTo>
                  <a:lnTo>
                    <a:pt x="21" y="194"/>
                  </a:lnTo>
                  <a:lnTo>
                    <a:pt x="21" y="218"/>
                  </a:lnTo>
                  <a:lnTo>
                    <a:pt x="35" y="269"/>
                  </a:lnTo>
                  <a:lnTo>
                    <a:pt x="50" y="332"/>
                  </a:lnTo>
                  <a:lnTo>
                    <a:pt x="74" y="392"/>
                  </a:lnTo>
                  <a:lnTo>
                    <a:pt x="90" y="426"/>
                  </a:lnTo>
                  <a:lnTo>
                    <a:pt x="114" y="462"/>
                  </a:lnTo>
                  <a:lnTo>
                    <a:pt x="135" y="485"/>
                  </a:lnTo>
                  <a:lnTo>
                    <a:pt x="191" y="522"/>
                  </a:lnTo>
                  <a:lnTo>
                    <a:pt x="254" y="548"/>
                  </a:lnTo>
                  <a:lnTo>
                    <a:pt x="326" y="566"/>
                  </a:lnTo>
                  <a:lnTo>
                    <a:pt x="356" y="573"/>
                  </a:lnTo>
                  <a:lnTo>
                    <a:pt x="368" y="563"/>
                  </a:lnTo>
                  <a:lnTo>
                    <a:pt x="365" y="554"/>
                  </a:lnTo>
                  <a:lnTo>
                    <a:pt x="292" y="543"/>
                  </a:lnTo>
                  <a:lnTo>
                    <a:pt x="235" y="529"/>
                  </a:lnTo>
                  <a:lnTo>
                    <a:pt x="209" y="515"/>
                  </a:lnTo>
                  <a:lnTo>
                    <a:pt x="170" y="490"/>
                  </a:lnTo>
                  <a:lnTo>
                    <a:pt x="148" y="476"/>
                  </a:lnTo>
                  <a:lnTo>
                    <a:pt x="128" y="452"/>
                  </a:lnTo>
                  <a:lnTo>
                    <a:pt x="103" y="424"/>
                  </a:lnTo>
                  <a:lnTo>
                    <a:pt x="80" y="371"/>
                  </a:lnTo>
                  <a:lnTo>
                    <a:pt x="63" y="317"/>
                  </a:lnTo>
                  <a:lnTo>
                    <a:pt x="46" y="253"/>
                  </a:lnTo>
                  <a:lnTo>
                    <a:pt x="35" y="211"/>
                  </a:lnTo>
                  <a:lnTo>
                    <a:pt x="38" y="202"/>
                  </a:lnTo>
                  <a:lnTo>
                    <a:pt x="46" y="208"/>
                  </a:lnTo>
                  <a:lnTo>
                    <a:pt x="63" y="278"/>
                  </a:lnTo>
                  <a:lnTo>
                    <a:pt x="80" y="337"/>
                  </a:lnTo>
                  <a:lnTo>
                    <a:pt x="103" y="396"/>
                  </a:lnTo>
                  <a:lnTo>
                    <a:pt x="128" y="435"/>
                  </a:lnTo>
                  <a:lnTo>
                    <a:pt x="159" y="470"/>
                  </a:lnTo>
                  <a:lnTo>
                    <a:pt x="209" y="501"/>
                  </a:lnTo>
                  <a:lnTo>
                    <a:pt x="252" y="518"/>
                  </a:lnTo>
                  <a:lnTo>
                    <a:pt x="300" y="532"/>
                  </a:lnTo>
                  <a:lnTo>
                    <a:pt x="351" y="538"/>
                  </a:lnTo>
                  <a:lnTo>
                    <a:pt x="393" y="540"/>
                  </a:lnTo>
                  <a:lnTo>
                    <a:pt x="430" y="504"/>
                  </a:lnTo>
                  <a:lnTo>
                    <a:pt x="455" y="473"/>
                  </a:lnTo>
                  <a:lnTo>
                    <a:pt x="483" y="433"/>
                  </a:lnTo>
                  <a:lnTo>
                    <a:pt x="503" y="390"/>
                  </a:lnTo>
                  <a:lnTo>
                    <a:pt x="517" y="345"/>
                  </a:lnTo>
                  <a:lnTo>
                    <a:pt x="522" y="303"/>
                  </a:lnTo>
                  <a:lnTo>
                    <a:pt x="525" y="264"/>
                  </a:lnTo>
                  <a:lnTo>
                    <a:pt x="463" y="258"/>
                  </a:lnTo>
                  <a:lnTo>
                    <a:pt x="421" y="256"/>
                  </a:lnTo>
                  <a:lnTo>
                    <a:pt x="390" y="253"/>
                  </a:lnTo>
                  <a:lnTo>
                    <a:pt x="365" y="244"/>
                  </a:lnTo>
                  <a:lnTo>
                    <a:pt x="331" y="230"/>
                  </a:lnTo>
                  <a:lnTo>
                    <a:pt x="300" y="211"/>
                  </a:lnTo>
                  <a:lnTo>
                    <a:pt x="269" y="185"/>
                  </a:lnTo>
                  <a:lnTo>
                    <a:pt x="249" y="152"/>
                  </a:lnTo>
                  <a:lnTo>
                    <a:pt x="240" y="121"/>
                  </a:lnTo>
                  <a:lnTo>
                    <a:pt x="226" y="67"/>
                  </a:lnTo>
                  <a:lnTo>
                    <a:pt x="215" y="31"/>
                  </a:lnTo>
                  <a:lnTo>
                    <a:pt x="215" y="22"/>
                  </a:lnTo>
                  <a:lnTo>
                    <a:pt x="221" y="6"/>
                  </a:lnTo>
                  <a:lnTo>
                    <a:pt x="232" y="45"/>
                  </a:lnTo>
                  <a:lnTo>
                    <a:pt x="240" y="73"/>
                  </a:lnTo>
                  <a:lnTo>
                    <a:pt x="252" y="115"/>
                  </a:lnTo>
                  <a:lnTo>
                    <a:pt x="267" y="152"/>
                  </a:lnTo>
                  <a:lnTo>
                    <a:pt x="286" y="183"/>
                  </a:lnTo>
                  <a:lnTo>
                    <a:pt x="312" y="199"/>
                  </a:lnTo>
                  <a:lnTo>
                    <a:pt x="342" y="216"/>
                  </a:lnTo>
                  <a:lnTo>
                    <a:pt x="371" y="230"/>
                  </a:lnTo>
                  <a:lnTo>
                    <a:pt x="404" y="236"/>
                  </a:lnTo>
                  <a:lnTo>
                    <a:pt x="449" y="242"/>
                  </a:lnTo>
                  <a:lnTo>
                    <a:pt x="497" y="247"/>
                  </a:lnTo>
                  <a:lnTo>
                    <a:pt x="536" y="250"/>
                  </a:lnTo>
                  <a:lnTo>
                    <a:pt x="542" y="250"/>
                  </a:lnTo>
                  <a:lnTo>
                    <a:pt x="542" y="267"/>
                  </a:lnTo>
                  <a:lnTo>
                    <a:pt x="536" y="331"/>
                  </a:lnTo>
                  <a:lnTo>
                    <a:pt x="522" y="396"/>
                  </a:lnTo>
                  <a:lnTo>
                    <a:pt x="491" y="449"/>
                  </a:lnTo>
                  <a:lnTo>
                    <a:pt x="469" y="484"/>
                  </a:lnTo>
                  <a:lnTo>
                    <a:pt x="441" y="518"/>
                  </a:lnTo>
                  <a:lnTo>
                    <a:pt x="413" y="546"/>
                  </a:lnTo>
                  <a:lnTo>
                    <a:pt x="402" y="566"/>
                  </a:lnTo>
                  <a:lnTo>
                    <a:pt x="385" y="574"/>
                  </a:lnTo>
                  <a:lnTo>
                    <a:pt x="385" y="585"/>
                  </a:lnTo>
                  <a:lnTo>
                    <a:pt x="379" y="594"/>
                  </a:lnTo>
                  <a:lnTo>
                    <a:pt x="371" y="599"/>
                  </a:lnTo>
                  <a:lnTo>
                    <a:pt x="275" y="567"/>
                  </a:lnTo>
                  <a:lnTo>
                    <a:pt x="198" y="537"/>
                  </a:lnTo>
                  <a:lnTo>
                    <a:pt x="156" y="510"/>
                  </a:lnTo>
                  <a:lnTo>
                    <a:pt x="134" y="497"/>
                  </a:lnTo>
                  <a:lnTo>
                    <a:pt x="119" y="479"/>
                  </a:lnTo>
                  <a:lnTo>
                    <a:pt x="92" y="440"/>
                  </a:lnTo>
                  <a:lnTo>
                    <a:pt x="62" y="393"/>
                  </a:lnTo>
                  <a:lnTo>
                    <a:pt x="48" y="345"/>
                  </a:lnTo>
                  <a:lnTo>
                    <a:pt x="38" y="308"/>
                  </a:lnTo>
                  <a:lnTo>
                    <a:pt x="26" y="273"/>
                  </a:lnTo>
                  <a:lnTo>
                    <a:pt x="14" y="225"/>
                  </a:lnTo>
                  <a:lnTo>
                    <a:pt x="0" y="180"/>
                  </a:lnTo>
                  <a:lnTo>
                    <a:pt x="30" y="140"/>
                  </a:lnTo>
                  <a:lnTo>
                    <a:pt x="80" y="95"/>
                  </a:lnTo>
                  <a:lnTo>
                    <a:pt x="117" y="62"/>
                  </a:lnTo>
                  <a:lnTo>
                    <a:pt x="131" y="36"/>
                  </a:lnTo>
                  <a:lnTo>
                    <a:pt x="150" y="0"/>
                  </a:lnTo>
                  <a:lnTo>
                    <a:pt x="221" y="6"/>
                  </a:lnTo>
                  <a:lnTo>
                    <a:pt x="198" y="39"/>
                  </a:lnTo>
                  <a:lnTo>
                    <a:pt x="167" y="79"/>
                  </a:lnTo>
                  <a:lnTo>
                    <a:pt x="114" y="129"/>
                  </a:lnTo>
                  <a:lnTo>
                    <a:pt x="75" y="166"/>
                  </a:lnTo>
                  <a:lnTo>
                    <a:pt x="35" y="1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369710" name="Freeform 46">
              <a:extLst>
                <a:ext uri="{FF2B5EF4-FFF2-40B4-BE49-F238E27FC236}">
                  <a16:creationId xmlns:a16="http://schemas.microsoft.com/office/drawing/2014/main" id="{9648B532-AEF4-4E32-5E2D-B29BAF1DE419}"/>
                </a:ext>
              </a:extLst>
            </p:cNvPr>
            <p:cNvSpPr>
              <a:spLocks/>
            </p:cNvSpPr>
            <p:nvPr/>
          </p:nvSpPr>
          <p:spPr bwMode="auto">
            <a:xfrm>
              <a:off x="1918" y="2800"/>
              <a:ext cx="375" cy="379"/>
            </a:xfrm>
            <a:custGeom>
              <a:avLst/>
              <a:gdLst>
                <a:gd name="T0" fmla="*/ 0 w 375"/>
                <a:gd name="T1" fmla="*/ 110 h 379"/>
                <a:gd name="T2" fmla="*/ 107 w 375"/>
                <a:gd name="T3" fmla="*/ 0 h 379"/>
                <a:gd name="T4" fmla="*/ 119 w 375"/>
                <a:gd name="T5" fmla="*/ 51 h 379"/>
                <a:gd name="T6" fmla="*/ 138 w 375"/>
                <a:gd name="T7" fmla="*/ 104 h 379"/>
                <a:gd name="T8" fmla="*/ 170 w 375"/>
                <a:gd name="T9" fmla="*/ 138 h 379"/>
                <a:gd name="T10" fmla="*/ 218 w 375"/>
                <a:gd name="T11" fmla="*/ 164 h 379"/>
                <a:gd name="T12" fmla="*/ 274 w 375"/>
                <a:gd name="T13" fmla="*/ 183 h 379"/>
                <a:gd name="T14" fmla="*/ 328 w 375"/>
                <a:gd name="T15" fmla="*/ 183 h 379"/>
                <a:gd name="T16" fmla="*/ 375 w 375"/>
                <a:gd name="T17" fmla="*/ 186 h 379"/>
                <a:gd name="T18" fmla="*/ 373 w 375"/>
                <a:gd name="T19" fmla="*/ 223 h 379"/>
                <a:gd name="T20" fmla="*/ 356 w 375"/>
                <a:gd name="T21" fmla="*/ 279 h 379"/>
                <a:gd name="T22" fmla="*/ 325 w 375"/>
                <a:gd name="T23" fmla="*/ 324 h 379"/>
                <a:gd name="T24" fmla="*/ 291 w 375"/>
                <a:gd name="T25" fmla="*/ 362 h 379"/>
                <a:gd name="T26" fmla="*/ 277 w 375"/>
                <a:gd name="T27" fmla="*/ 379 h 379"/>
                <a:gd name="T28" fmla="*/ 204 w 375"/>
                <a:gd name="T29" fmla="*/ 373 h 379"/>
                <a:gd name="T30" fmla="*/ 138 w 375"/>
                <a:gd name="T31" fmla="*/ 359 h 379"/>
                <a:gd name="T32" fmla="*/ 90 w 375"/>
                <a:gd name="T33" fmla="*/ 327 h 379"/>
                <a:gd name="T34" fmla="*/ 65 w 375"/>
                <a:gd name="T35" fmla="*/ 293 h 379"/>
                <a:gd name="T36" fmla="*/ 40 w 375"/>
                <a:gd name="T37" fmla="*/ 251 h 379"/>
                <a:gd name="T38" fmla="*/ 23 w 375"/>
                <a:gd name="T39" fmla="*/ 200 h 379"/>
                <a:gd name="T40" fmla="*/ 9 w 375"/>
                <a:gd name="T41" fmla="*/ 147 h 379"/>
                <a:gd name="T42" fmla="*/ 0 w 375"/>
                <a:gd name="T43" fmla="*/ 110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5" h="379">
                  <a:moveTo>
                    <a:pt x="0" y="110"/>
                  </a:moveTo>
                  <a:lnTo>
                    <a:pt x="107" y="0"/>
                  </a:lnTo>
                  <a:lnTo>
                    <a:pt x="119" y="51"/>
                  </a:lnTo>
                  <a:lnTo>
                    <a:pt x="138" y="104"/>
                  </a:lnTo>
                  <a:lnTo>
                    <a:pt x="170" y="138"/>
                  </a:lnTo>
                  <a:lnTo>
                    <a:pt x="218" y="164"/>
                  </a:lnTo>
                  <a:lnTo>
                    <a:pt x="274" y="183"/>
                  </a:lnTo>
                  <a:lnTo>
                    <a:pt x="328" y="183"/>
                  </a:lnTo>
                  <a:lnTo>
                    <a:pt x="375" y="186"/>
                  </a:lnTo>
                  <a:lnTo>
                    <a:pt x="373" y="223"/>
                  </a:lnTo>
                  <a:lnTo>
                    <a:pt x="356" y="279"/>
                  </a:lnTo>
                  <a:lnTo>
                    <a:pt x="325" y="324"/>
                  </a:lnTo>
                  <a:lnTo>
                    <a:pt x="291" y="362"/>
                  </a:lnTo>
                  <a:lnTo>
                    <a:pt x="277" y="379"/>
                  </a:lnTo>
                  <a:lnTo>
                    <a:pt x="204" y="373"/>
                  </a:lnTo>
                  <a:lnTo>
                    <a:pt x="138" y="359"/>
                  </a:lnTo>
                  <a:lnTo>
                    <a:pt x="90" y="327"/>
                  </a:lnTo>
                  <a:lnTo>
                    <a:pt x="65" y="293"/>
                  </a:lnTo>
                  <a:lnTo>
                    <a:pt x="40" y="251"/>
                  </a:lnTo>
                  <a:lnTo>
                    <a:pt x="23" y="200"/>
                  </a:lnTo>
                  <a:lnTo>
                    <a:pt x="9" y="147"/>
                  </a:lnTo>
                  <a:lnTo>
                    <a:pt x="0" y="110"/>
                  </a:lnTo>
                  <a:close/>
                </a:path>
              </a:pathLst>
            </a:custGeom>
            <a:solidFill>
              <a:srgbClr val="FFFFFF"/>
            </a:solidFill>
            <a:ln w="12700">
              <a:solidFill>
                <a:srgbClr val="000000"/>
              </a:solidFill>
              <a:prstDash val="solid"/>
              <a:round/>
              <a:headEnd/>
              <a:tailEnd/>
            </a:ln>
          </p:spPr>
          <p:txBody>
            <a:bodyPr/>
            <a:lstStyle/>
            <a:p>
              <a:endParaRPr lang="en-IT"/>
            </a:p>
          </p:txBody>
        </p:sp>
        <p:sp>
          <p:nvSpPr>
            <p:cNvPr id="369711" name="Line 47">
              <a:extLst>
                <a:ext uri="{FF2B5EF4-FFF2-40B4-BE49-F238E27FC236}">
                  <a16:creationId xmlns:a16="http://schemas.microsoft.com/office/drawing/2014/main" id="{3A6B80A8-A091-7162-23FB-1A3FDF5AAD5B}"/>
                </a:ext>
              </a:extLst>
            </p:cNvPr>
            <p:cNvSpPr>
              <a:spLocks noChangeShapeType="1"/>
            </p:cNvSpPr>
            <p:nvPr/>
          </p:nvSpPr>
          <p:spPr bwMode="auto">
            <a:xfrm flipV="1">
              <a:off x="1937" y="2859"/>
              <a:ext cx="99" cy="11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T"/>
            </a:p>
          </p:txBody>
        </p:sp>
        <p:sp>
          <p:nvSpPr>
            <p:cNvPr id="369712" name="Freeform 48">
              <a:extLst>
                <a:ext uri="{FF2B5EF4-FFF2-40B4-BE49-F238E27FC236}">
                  <a16:creationId xmlns:a16="http://schemas.microsoft.com/office/drawing/2014/main" id="{B777AB54-04D7-AB95-9A73-DDB9B70C59BC}"/>
                </a:ext>
              </a:extLst>
            </p:cNvPr>
            <p:cNvSpPr>
              <a:spLocks/>
            </p:cNvSpPr>
            <p:nvPr/>
          </p:nvSpPr>
          <p:spPr bwMode="auto">
            <a:xfrm>
              <a:off x="1955" y="2911"/>
              <a:ext cx="101" cy="122"/>
            </a:xfrm>
            <a:custGeom>
              <a:avLst/>
              <a:gdLst>
                <a:gd name="T0" fmla="*/ 101 w 101"/>
                <a:gd name="T1" fmla="*/ 0 h 122"/>
                <a:gd name="T2" fmla="*/ 64 w 101"/>
                <a:gd name="T3" fmla="*/ 50 h 122"/>
                <a:gd name="T4" fmla="*/ 19 w 101"/>
                <a:gd name="T5" fmla="*/ 100 h 122"/>
                <a:gd name="T6" fmla="*/ 0 w 101"/>
                <a:gd name="T7" fmla="*/ 122 h 122"/>
              </a:gdLst>
              <a:ahLst/>
              <a:cxnLst>
                <a:cxn ang="0">
                  <a:pos x="T0" y="T1"/>
                </a:cxn>
                <a:cxn ang="0">
                  <a:pos x="T2" y="T3"/>
                </a:cxn>
                <a:cxn ang="0">
                  <a:pos x="T4" y="T5"/>
                </a:cxn>
                <a:cxn ang="0">
                  <a:pos x="T6" y="T7"/>
                </a:cxn>
              </a:cxnLst>
              <a:rect l="0" t="0" r="r" b="b"/>
              <a:pathLst>
                <a:path w="101" h="122">
                  <a:moveTo>
                    <a:pt x="101" y="0"/>
                  </a:moveTo>
                  <a:lnTo>
                    <a:pt x="64" y="50"/>
                  </a:lnTo>
                  <a:lnTo>
                    <a:pt x="19" y="100"/>
                  </a:lnTo>
                  <a:lnTo>
                    <a:pt x="0" y="122"/>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T"/>
            </a:p>
          </p:txBody>
        </p:sp>
        <p:sp>
          <p:nvSpPr>
            <p:cNvPr id="369713" name="Freeform 49">
              <a:extLst>
                <a:ext uri="{FF2B5EF4-FFF2-40B4-BE49-F238E27FC236}">
                  <a16:creationId xmlns:a16="http://schemas.microsoft.com/office/drawing/2014/main" id="{076BD0BC-7875-9D55-AEFB-1C6139A78942}"/>
                </a:ext>
              </a:extLst>
            </p:cNvPr>
            <p:cNvSpPr>
              <a:spLocks/>
            </p:cNvSpPr>
            <p:nvPr/>
          </p:nvSpPr>
          <p:spPr bwMode="auto">
            <a:xfrm>
              <a:off x="1992" y="2949"/>
              <a:ext cx="104" cy="146"/>
            </a:xfrm>
            <a:custGeom>
              <a:avLst/>
              <a:gdLst>
                <a:gd name="T0" fmla="*/ 104 w 104"/>
                <a:gd name="T1" fmla="*/ 0 h 146"/>
                <a:gd name="T2" fmla="*/ 81 w 104"/>
                <a:gd name="T3" fmla="*/ 48 h 146"/>
                <a:gd name="T4" fmla="*/ 42 w 104"/>
                <a:gd name="T5" fmla="*/ 107 h 146"/>
                <a:gd name="T6" fmla="*/ 0 w 104"/>
                <a:gd name="T7" fmla="*/ 146 h 146"/>
              </a:gdLst>
              <a:ahLst/>
              <a:cxnLst>
                <a:cxn ang="0">
                  <a:pos x="T0" y="T1"/>
                </a:cxn>
                <a:cxn ang="0">
                  <a:pos x="T2" y="T3"/>
                </a:cxn>
                <a:cxn ang="0">
                  <a:pos x="T4" y="T5"/>
                </a:cxn>
                <a:cxn ang="0">
                  <a:pos x="T6" y="T7"/>
                </a:cxn>
              </a:cxnLst>
              <a:rect l="0" t="0" r="r" b="b"/>
              <a:pathLst>
                <a:path w="104" h="146">
                  <a:moveTo>
                    <a:pt x="104" y="0"/>
                  </a:moveTo>
                  <a:lnTo>
                    <a:pt x="81" y="48"/>
                  </a:lnTo>
                  <a:lnTo>
                    <a:pt x="42" y="107"/>
                  </a:lnTo>
                  <a:lnTo>
                    <a:pt x="0" y="146"/>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T"/>
            </a:p>
          </p:txBody>
        </p:sp>
        <p:sp>
          <p:nvSpPr>
            <p:cNvPr id="369714" name="Freeform 50">
              <a:extLst>
                <a:ext uri="{FF2B5EF4-FFF2-40B4-BE49-F238E27FC236}">
                  <a16:creationId xmlns:a16="http://schemas.microsoft.com/office/drawing/2014/main" id="{76C50F71-53B7-E96E-724B-E704C7FEA858}"/>
                </a:ext>
              </a:extLst>
            </p:cNvPr>
            <p:cNvSpPr>
              <a:spLocks/>
            </p:cNvSpPr>
            <p:nvPr/>
          </p:nvSpPr>
          <p:spPr bwMode="auto">
            <a:xfrm>
              <a:off x="2048" y="2977"/>
              <a:ext cx="107" cy="173"/>
            </a:xfrm>
            <a:custGeom>
              <a:avLst/>
              <a:gdLst>
                <a:gd name="T0" fmla="*/ 107 w 107"/>
                <a:gd name="T1" fmla="*/ 0 h 173"/>
                <a:gd name="T2" fmla="*/ 90 w 107"/>
                <a:gd name="T3" fmla="*/ 62 h 173"/>
                <a:gd name="T4" fmla="*/ 57 w 107"/>
                <a:gd name="T5" fmla="*/ 111 h 173"/>
                <a:gd name="T6" fmla="*/ 20 w 107"/>
                <a:gd name="T7" fmla="*/ 153 h 173"/>
                <a:gd name="T8" fmla="*/ 0 w 107"/>
                <a:gd name="T9" fmla="*/ 173 h 173"/>
              </a:gdLst>
              <a:ahLst/>
              <a:cxnLst>
                <a:cxn ang="0">
                  <a:pos x="T0" y="T1"/>
                </a:cxn>
                <a:cxn ang="0">
                  <a:pos x="T2" y="T3"/>
                </a:cxn>
                <a:cxn ang="0">
                  <a:pos x="T4" y="T5"/>
                </a:cxn>
                <a:cxn ang="0">
                  <a:pos x="T6" y="T7"/>
                </a:cxn>
                <a:cxn ang="0">
                  <a:pos x="T8" y="T9"/>
                </a:cxn>
              </a:cxnLst>
              <a:rect l="0" t="0" r="r" b="b"/>
              <a:pathLst>
                <a:path w="107" h="173">
                  <a:moveTo>
                    <a:pt x="107" y="0"/>
                  </a:moveTo>
                  <a:lnTo>
                    <a:pt x="90" y="62"/>
                  </a:lnTo>
                  <a:lnTo>
                    <a:pt x="57" y="111"/>
                  </a:lnTo>
                  <a:lnTo>
                    <a:pt x="20" y="153"/>
                  </a:lnTo>
                  <a:lnTo>
                    <a:pt x="0" y="173"/>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T"/>
            </a:p>
          </p:txBody>
        </p:sp>
        <p:sp>
          <p:nvSpPr>
            <p:cNvPr id="369715" name="Freeform 51">
              <a:extLst>
                <a:ext uri="{FF2B5EF4-FFF2-40B4-BE49-F238E27FC236}">
                  <a16:creationId xmlns:a16="http://schemas.microsoft.com/office/drawing/2014/main" id="{BF7535C1-CD6A-398D-D590-1756A51C26A0}"/>
                </a:ext>
              </a:extLst>
            </p:cNvPr>
            <p:cNvSpPr>
              <a:spLocks/>
            </p:cNvSpPr>
            <p:nvPr/>
          </p:nvSpPr>
          <p:spPr bwMode="auto">
            <a:xfrm>
              <a:off x="2118" y="2992"/>
              <a:ext cx="105" cy="178"/>
            </a:xfrm>
            <a:custGeom>
              <a:avLst/>
              <a:gdLst>
                <a:gd name="T0" fmla="*/ 105 w 105"/>
                <a:gd name="T1" fmla="*/ 0 h 178"/>
                <a:gd name="T2" fmla="*/ 99 w 105"/>
                <a:gd name="T3" fmla="*/ 39 h 178"/>
                <a:gd name="T4" fmla="*/ 82 w 105"/>
                <a:gd name="T5" fmla="*/ 84 h 178"/>
                <a:gd name="T6" fmla="*/ 48 w 105"/>
                <a:gd name="T7" fmla="*/ 124 h 178"/>
                <a:gd name="T8" fmla="*/ 26 w 105"/>
                <a:gd name="T9" fmla="*/ 149 h 178"/>
                <a:gd name="T10" fmla="*/ 0 w 105"/>
                <a:gd name="T11" fmla="*/ 178 h 178"/>
              </a:gdLst>
              <a:ahLst/>
              <a:cxnLst>
                <a:cxn ang="0">
                  <a:pos x="T0" y="T1"/>
                </a:cxn>
                <a:cxn ang="0">
                  <a:pos x="T2" y="T3"/>
                </a:cxn>
                <a:cxn ang="0">
                  <a:pos x="T4" y="T5"/>
                </a:cxn>
                <a:cxn ang="0">
                  <a:pos x="T6" y="T7"/>
                </a:cxn>
                <a:cxn ang="0">
                  <a:pos x="T8" y="T9"/>
                </a:cxn>
                <a:cxn ang="0">
                  <a:pos x="T10" y="T11"/>
                </a:cxn>
              </a:cxnLst>
              <a:rect l="0" t="0" r="r" b="b"/>
              <a:pathLst>
                <a:path w="105" h="178">
                  <a:moveTo>
                    <a:pt x="105" y="0"/>
                  </a:moveTo>
                  <a:lnTo>
                    <a:pt x="99" y="39"/>
                  </a:lnTo>
                  <a:lnTo>
                    <a:pt x="82" y="84"/>
                  </a:lnTo>
                  <a:lnTo>
                    <a:pt x="48" y="124"/>
                  </a:lnTo>
                  <a:lnTo>
                    <a:pt x="26" y="149"/>
                  </a:lnTo>
                  <a:lnTo>
                    <a:pt x="0" y="178"/>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T"/>
            </a:p>
          </p:txBody>
        </p:sp>
      </p:grpSp>
      <p:sp>
        <p:nvSpPr>
          <p:cNvPr id="4" name="Freeform 23">
            <a:extLst>
              <a:ext uri="{FF2B5EF4-FFF2-40B4-BE49-F238E27FC236}">
                <a16:creationId xmlns:a16="http://schemas.microsoft.com/office/drawing/2014/main" id="{FC0C7BE3-76F7-F3F9-FCB2-5B53C39D4B36}"/>
              </a:ext>
            </a:extLst>
          </p:cNvPr>
          <p:cNvSpPr>
            <a:spLocks/>
          </p:cNvSpPr>
          <p:nvPr/>
        </p:nvSpPr>
        <p:spPr bwMode="auto">
          <a:xfrm>
            <a:off x="167459" y="6023788"/>
            <a:ext cx="2974975" cy="369332"/>
          </a:xfrm>
          <a:custGeom>
            <a:avLst/>
            <a:gdLst>
              <a:gd name="T0" fmla="*/ 1493 w 1729"/>
              <a:gd name="T1" fmla="*/ 0 h 413"/>
              <a:gd name="T2" fmla="*/ 1414 w 1729"/>
              <a:gd name="T3" fmla="*/ 283 h 413"/>
              <a:gd name="T4" fmla="*/ 1096 w 1729"/>
              <a:gd name="T5" fmla="*/ 331 h 413"/>
              <a:gd name="T6" fmla="*/ 1306 w 1729"/>
              <a:gd name="T7" fmla="*/ 206 h 413"/>
              <a:gd name="T8" fmla="*/ 1691 w 1729"/>
              <a:gd name="T9" fmla="*/ 276 h 413"/>
              <a:gd name="T10" fmla="*/ 1077 w 1729"/>
              <a:gd name="T11" fmla="*/ 406 h 413"/>
              <a:gd name="T12" fmla="*/ 0 w 1729"/>
              <a:gd name="T13" fmla="*/ 406 h 413"/>
            </a:gdLst>
            <a:ahLst/>
            <a:cxnLst>
              <a:cxn ang="0">
                <a:pos x="T0" y="T1"/>
              </a:cxn>
              <a:cxn ang="0">
                <a:pos x="T2" y="T3"/>
              </a:cxn>
              <a:cxn ang="0">
                <a:pos x="T4" y="T5"/>
              </a:cxn>
              <a:cxn ang="0">
                <a:pos x="T6" y="T7"/>
              </a:cxn>
              <a:cxn ang="0">
                <a:pos x="T8" y="T9"/>
              </a:cxn>
              <a:cxn ang="0">
                <a:pos x="T10" y="T11"/>
              </a:cxn>
              <a:cxn ang="0">
                <a:pos x="T12" y="T13"/>
              </a:cxn>
            </a:cxnLst>
            <a:rect l="0" t="0" r="r" b="b"/>
            <a:pathLst>
              <a:path w="1729" h="413">
                <a:moveTo>
                  <a:pt x="1493" y="0"/>
                </a:moveTo>
                <a:cubicBezTo>
                  <a:pt x="1480" y="47"/>
                  <a:pt x="1480" y="228"/>
                  <a:pt x="1414" y="283"/>
                </a:cubicBezTo>
                <a:cubicBezTo>
                  <a:pt x="1348" y="338"/>
                  <a:pt x="1114" y="344"/>
                  <a:pt x="1096" y="331"/>
                </a:cubicBezTo>
                <a:cubicBezTo>
                  <a:pt x="1056" y="244"/>
                  <a:pt x="1206" y="215"/>
                  <a:pt x="1306" y="206"/>
                </a:cubicBezTo>
                <a:cubicBezTo>
                  <a:pt x="1405" y="196"/>
                  <a:pt x="1729" y="243"/>
                  <a:pt x="1691" y="276"/>
                </a:cubicBezTo>
                <a:cubicBezTo>
                  <a:pt x="1680" y="386"/>
                  <a:pt x="1167" y="406"/>
                  <a:pt x="1077" y="406"/>
                </a:cubicBezTo>
                <a:cubicBezTo>
                  <a:pt x="1001" y="413"/>
                  <a:pt x="224" y="406"/>
                  <a:pt x="0" y="406"/>
                </a:cubicBezTo>
              </a:path>
            </a:pathLst>
          </a:custGeom>
          <a:noFill/>
          <a:ln w="38100" cap="flat" cmpd="sng">
            <a:solidFill>
              <a:schemeClr val="tx2"/>
            </a:solidFill>
            <a:prstDash val="solid"/>
            <a:round/>
            <a:headEnd type="none" w="med" len="med"/>
            <a:tailEnd type="none" w="med" len="med"/>
          </a:ln>
          <a:effectLst>
            <a:prstShdw prst="shdw15">
              <a:srgbClr val="DDDDDD"/>
            </a:prstShdw>
          </a:effectLst>
          <a:extLst>
            <a:ext uri="{909E8E84-426E-40DD-AFC4-6F175D3DCCD1}">
              <a14:hiddenFill xmlns:a14="http://schemas.microsoft.com/office/drawing/2010/main">
                <a:solidFill>
                  <a:srgbClr val="FFFFFF"/>
                </a:solidFill>
              </a14:hiddenFill>
            </a:ext>
          </a:extLst>
        </p:spPr>
        <p:txBody>
          <a:bodyPr anchor="ctr">
            <a:spAutoFit/>
          </a:bodyPr>
          <a:lstStyle/>
          <a:p>
            <a:endParaRPr lang="en-IT"/>
          </a:p>
        </p:txBody>
      </p:sp>
      <p:pic>
        <p:nvPicPr>
          <p:cNvPr id="54" name="Picture 35">
            <a:extLst>
              <a:ext uri="{FF2B5EF4-FFF2-40B4-BE49-F238E27FC236}">
                <a16:creationId xmlns:a16="http://schemas.microsoft.com/office/drawing/2014/main" id="{A85CDFB8-F4D6-8D45-C355-FB2AEFD73E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4902696"/>
            <a:ext cx="685800" cy="1066800"/>
          </a:xfrm>
          <a:prstGeom prst="rect">
            <a:avLst/>
          </a:prstGeom>
          <a:noFill/>
          <a:extLst>
            <a:ext uri="{909E8E84-426E-40DD-AFC4-6F175D3DCCD1}">
              <a14:hiddenFill xmlns:a14="http://schemas.microsoft.com/office/drawing/2010/main">
                <a:solidFill>
                  <a:srgbClr val="FFFFFF"/>
                </a:solidFill>
              </a14:hiddenFill>
            </a:ext>
          </a:extLst>
        </p:spPr>
      </p:pic>
      <p:sp>
        <p:nvSpPr>
          <p:cNvPr id="55" name="Text Box 39">
            <a:extLst>
              <a:ext uri="{FF2B5EF4-FFF2-40B4-BE49-F238E27FC236}">
                <a16:creationId xmlns:a16="http://schemas.microsoft.com/office/drawing/2014/main" id="{AF4A5EE6-6D90-4A07-9CBA-D39F2151A94B}"/>
              </a:ext>
            </a:extLst>
          </p:cNvPr>
          <p:cNvSpPr txBox="1">
            <a:spLocks noChangeArrowheads="1"/>
          </p:cNvSpPr>
          <p:nvPr/>
        </p:nvSpPr>
        <p:spPr bwMode="auto">
          <a:xfrm>
            <a:off x="2812525" y="4397227"/>
            <a:ext cx="788999"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r>
              <a:rPr lang="it-IT" altLang="en-IT" sz="2400" dirty="0">
                <a:latin typeface="Tahoma" panose="020B0604030504040204" pitchFamily="34" charset="0"/>
              </a:rPr>
              <a:t>eth1</a:t>
            </a:r>
          </a:p>
        </p:txBody>
      </p:sp>
      <p:sp>
        <p:nvSpPr>
          <p:cNvPr id="56" name="Text Box 41">
            <a:extLst>
              <a:ext uri="{FF2B5EF4-FFF2-40B4-BE49-F238E27FC236}">
                <a16:creationId xmlns:a16="http://schemas.microsoft.com/office/drawing/2014/main" id="{6058C2B3-5CC0-A158-CB1B-4A5DD4126C40}"/>
              </a:ext>
            </a:extLst>
          </p:cNvPr>
          <p:cNvSpPr txBox="1">
            <a:spLocks noChangeArrowheads="1"/>
          </p:cNvSpPr>
          <p:nvPr/>
        </p:nvSpPr>
        <p:spPr bwMode="auto">
          <a:xfrm>
            <a:off x="2447405" y="5161459"/>
            <a:ext cx="565150" cy="457200"/>
          </a:xfrm>
          <a:prstGeom prst="rect">
            <a:avLst/>
          </a:prstGeom>
          <a:noFill/>
          <a:ln>
            <a:noFill/>
          </a:ln>
          <a:effectLst>
            <a:outerShdw dist="3592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wrap="none" anchor="ctr">
            <a:spAutoFit/>
          </a:bodyPr>
          <a:lstStyle/>
          <a:p>
            <a:pPr algn="ctr" eaLnBrk="0" hangingPunct="0"/>
            <a:r>
              <a:rPr lang="it-IT" altLang="en-IT" sz="2400" dirty="0" err="1">
                <a:solidFill>
                  <a:schemeClr val="bg1"/>
                </a:solidFill>
                <a:latin typeface="Tahoma" panose="020B0604030504040204" pitchFamily="34" charset="0"/>
              </a:rPr>
              <a:t>nic</a:t>
            </a:r>
            <a:endParaRPr lang="it-IT" altLang="en-IT" sz="2400" dirty="0">
              <a:solidFill>
                <a:schemeClr val="bg1"/>
              </a:solidFill>
              <a:latin typeface="Tahoma" panose="020B0604030504040204" pitchFamily="34" charset="0"/>
            </a:endParaRPr>
          </a:p>
        </p:txBody>
      </p:sp>
      <p:sp>
        <p:nvSpPr>
          <p:cNvPr id="57" name="Line 54">
            <a:extLst>
              <a:ext uri="{FF2B5EF4-FFF2-40B4-BE49-F238E27FC236}">
                <a16:creationId xmlns:a16="http://schemas.microsoft.com/office/drawing/2014/main" id="{7C216875-2787-078B-F221-DD56633B9AC1}"/>
              </a:ext>
            </a:extLst>
          </p:cNvPr>
          <p:cNvSpPr>
            <a:spLocks noChangeShapeType="1"/>
          </p:cNvSpPr>
          <p:nvPr/>
        </p:nvSpPr>
        <p:spPr bwMode="auto">
          <a:xfrm>
            <a:off x="2712517" y="4293096"/>
            <a:ext cx="0" cy="609600"/>
          </a:xfrm>
          <a:prstGeom prst="line">
            <a:avLst/>
          </a:prstGeom>
          <a:noFill/>
          <a:ln w="2857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369696" name="Oval 32">
            <a:extLst>
              <a:ext uri="{FF2B5EF4-FFF2-40B4-BE49-F238E27FC236}">
                <a16:creationId xmlns:a16="http://schemas.microsoft.com/office/drawing/2014/main" id="{F966ACA9-F870-E564-87BC-2418CBC88880}"/>
              </a:ext>
            </a:extLst>
          </p:cNvPr>
          <p:cNvSpPr>
            <a:spLocks noChangeArrowheads="1"/>
          </p:cNvSpPr>
          <p:nvPr/>
        </p:nvSpPr>
        <p:spPr bwMode="auto">
          <a:xfrm>
            <a:off x="1349748" y="2697710"/>
            <a:ext cx="990600" cy="8763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36000" rIns="18000" bIns="36000" anchor="ctr"/>
          <a:lstStyle/>
          <a:p>
            <a:pPr algn="ctr" eaLnBrk="0" hangingPunct="0">
              <a:lnSpc>
                <a:spcPct val="90000"/>
              </a:lnSpc>
            </a:pPr>
            <a:r>
              <a:rPr lang="it-IT" altLang="en-IT" sz="2000" b="1">
                <a:latin typeface="Tahoma" panose="020B0604030504040204" pitchFamily="34" charset="0"/>
              </a:rPr>
              <a:t>is it for me?</a:t>
            </a:r>
          </a:p>
        </p:txBody>
      </p:sp>
      <p:cxnSp>
        <p:nvCxnSpPr>
          <p:cNvPr id="60" name="Straight Arrow Connector 59">
            <a:extLst>
              <a:ext uri="{FF2B5EF4-FFF2-40B4-BE49-F238E27FC236}">
                <a16:creationId xmlns:a16="http://schemas.microsoft.com/office/drawing/2014/main" id="{CB4F6E4A-C24B-8F0D-E079-CD7A2A950F33}"/>
              </a:ext>
            </a:extLst>
          </p:cNvPr>
          <p:cNvCxnSpPr/>
          <p:nvPr/>
        </p:nvCxnSpPr>
        <p:spPr>
          <a:xfrm>
            <a:off x="1845048" y="1257468"/>
            <a:ext cx="0" cy="1368603"/>
          </a:xfrm>
          <a:prstGeom prst="straightConnector1">
            <a:avLst/>
          </a:prstGeom>
          <a:ln w="38100">
            <a:solidFill>
              <a:schemeClr val="tx1"/>
            </a:solidFill>
            <a:tailEnd type="triangle"/>
          </a:ln>
        </p:spPr>
        <p:style>
          <a:lnRef idx="1">
            <a:schemeClr val="accent4"/>
          </a:lnRef>
          <a:fillRef idx="0">
            <a:schemeClr val="accent4"/>
          </a:fillRef>
          <a:effectRef idx="0">
            <a:schemeClr val="accent4"/>
          </a:effectRef>
          <a:fontRef idx="minor">
            <a:schemeClr val="tx1"/>
          </a:fontRef>
        </p:style>
      </p:cxnSp>
      <p:sp>
        <p:nvSpPr>
          <p:cNvPr id="369665" name="Freeform 369664">
            <a:extLst>
              <a:ext uri="{FF2B5EF4-FFF2-40B4-BE49-F238E27FC236}">
                <a16:creationId xmlns:a16="http://schemas.microsoft.com/office/drawing/2014/main" id="{417FF1D6-1647-0AD6-C124-43EE4F38935C}"/>
              </a:ext>
            </a:extLst>
          </p:cNvPr>
          <p:cNvSpPr/>
          <p:nvPr/>
        </p:nvSpPr>
        <p:spPr>
          <a:xfrm>
            <a:off x="2155971" y="696286"/>
            <a:ext cx="1887523" cy="1929468"/>
          </a:xfrm>
          <a:custGeom>
            <a:avLst/>
            <a:gdLst>
              <a:gd name="connsiteX0" fmla="*/ 0 w 1887523"/>
              <a:gd name="connsiteY0" fmla="*/ 1929468 h 1929468"/>
              <a:gd name="connsiteX1" fmla="*/ 25167 w 1887523"/>
              <a:gd name="connsiteY1" fmla="*/ 1828800 h 1929468"/>
              <a:gd name="connsiteX2" fmla="*/ 41945 w 1887523"/>
              <a:gd name="connsiteY2" fmla="*/ 1803633 h 1929468"/>
              <a:gd name="connsiteX3" fmla="*/ 75501 w 1887523"/>
              <a:gd name="connsiteY3" fmla="*/ 1686187 h 1929468"/>
              <a:gd name="connsiteX4" fmla="*/ 92279 w 1887523"/>
              <a:gd name="connsiteY4" fmla="*/ 1635853 h 1929468"/>
              <a:gd name="connsiteX5" fmla="*/ 100668 w 1887523"/>
              <a:gd name="connsiteY5" fmla="*/ 1577131 h 1929468"/>
              <a:gd name="connsiteX6" fmla="*/ 117446 w 1887523"/>
              <a:gd name="connsiteY6" fmla="*/ 1518408 h 1929468"/>
              <a:gd name="connsiteX7" fmla="*/ 125835 w 1887523"/>
              <a:gd name="connsiteY7" fmla="*/ 1451296 h 1929468"/>
              <a:gd name="connsiteX8" fmla="*/ 151001 w 1887523"/>
              <a:gd name="connsiteY8" fmla="*/ 1375795 h 1929468"/>
              <a:gd name="connsiteX9" fmla="*/ 159390 w 1887523"/>
              <a:gd name="connsiteY9" fmla="*/ 1333850 h 1929468"/>
              <a:gd name="connsiteX10" fmla="*/ 167779 w 1887523"/>
              <a:gd name="connsiteY10" fmla="*/ 1308683 h 1929468"/>
              <a:gd name="connsiteX11" fmla="*/ 192946 w 1887523"/>
              <a:gd name="connsiteY11" fmla="*/ 1132514 h 1929468"/>
              <a:gd name="connsiteX12" fmla="*/ 201335 w 1887523"/>
              <a:gd name="connsiteY12" fmla="*/ 1107347 h 1929468"/>
              <a:gd name="connsiteX13" fmla="*/ 218113 w 1887523"/>
              <a:gd name="connsiteY13" fmla="*/ 998290 h 1929468"/>
              <a:gd name="connsiteX14" fmla="*/ 226502 w 1887523"/>
              <a:gd name="connsiteY14" fmla="*/ 964734 h 1929468"/>
              <a:gd name="connsiteX15" fmla="*/ 234891 w 1887523"/>
              <a:gd name="connsiteY15" fmla="*/ 914400 h 1929468"/>
              <a:gd name="connsiteX16" fmla="*/ 251669 w 1887523"/>
              <a:gd name="connsiteY16" fmla="*/ 830510 h 1929468"/>
              <a:gd name="connsiteX17" fmla="*/ 276836 w 1887523"/>
              <a:gd name="connsiteY17" fmla="*/ 687897 h 1929468"/>
              <a:gd name="connsiteX18" fmla="*/ 285225 w 1887523"/>
              <a:gd name="connsiteY18" fmla="*/ 662731 h 1929468"/>
              <a:gd name="connsiteX19" fmla="*/ 293614 w 1887523"/>
              <a:gd name="connsiteY19" fmla="*/ 612397 h 1929468"/>
              <a:gd name="connsiteX20" fmla="*/ 310392 w 1887523"/>
              <a:gd name="connsiteY20" fmla="*/ 553674 h 1929468"/>
              <a:gd name="connsiteX21" fmla="*/ 318781 w 1887523"/>
              <a:gd name="connsiteY21" fmla="*/ 520118 h 1929468"/>
              <a:gd name="connsiteX22" fmla="*/ 335559 w 1887523"/>
              <a:gd name="connsiteY22" fmla="*/ 494951 h 1929468"/>
              <a:gd name="connsiteX23" fmla="*/ 352337 w 1887523"/>
              <a:gd name="connsiteY23" fmla="*/ 427839 h 1929468"/>
              <a:gd name="connsiteX24" fmla="*/ 377504 w 1887523"/>
              <a:gd name="connsiteY24" fmla="*/ 377505 h 1929468"/>
              <a:gd name="connsiteX25" fmla="*/ 394282 w 1887523"/>
              <a:gd name="connsiteY25" fmla="*/ 318782 h 1929468"/>
              <a:gd name="connsiteX26" fmla="*/ 419449 w 1887523"/>
              <a:gd name="connsiteY26" fmla="*/ 268448 h 1929468"/>
              <a:gd name="connsiteX27" fmla="*/ 427838 w 1887523"/>
              <a:gd name="connsiteY27" fmla="*/ 243281 h 1929468"/>
              <a:gd name="connsiteX28" fmla="*/ 453005 w 1887523"/>
              <a:gd name="connsiteY28" fmla="*/ 209725 h 1929468"/>
              <a:gd name="connsiteX29" fmla="*/ 486561 w 1887523"/>
              <a:gd name="connsiteY29" fmla="*/ 159391 h 1929468"/>
              <a:gd name="connsiteX30" fmla="*/ 503339 w 1887523"/>
              <a:gd name="connsiteY30" fmla="*/ 134224 h 1929468"/>
              <a:gd name="connsiteX31" fmla="*/ 536895 w 1887523"/>
              <a:gd name="connsiteY31" fmla="*/ 109057 h 1929468"/>
              <a:gd name="connsiteX32" fmla="*/ 562062 w 1887523"/>
              <a:gd name="connsiteY32" fmla="*/ 83890 h 1929468"/>
              <a:gd name="connsiteX33" fmla="*/ 604007 w 1887523"/>
              <a:gd name="connsiteY33" fmla="*/ 67112 h 1929468"/>
              <a:gd name="connsiteX34" fmla="*/ 696286 w 1887523"/>
              <a:gd name="connsiteY34" fmla="*/ 25167 h 1929468"/>
              <a:gd name="connsiteX35" fmla="*/ 755009 w 1887523"/>
              <a:gd name="connsiteY35" fmla="*/ 16778 h 1929468"/>
              <a:gd name="connsiteX36" fmla="*/ 788565 w 1887523"/>
              <a:gd name="connsiteY36" fmla="*/ 8389 h 1929468"/>
              <a:gd name="connsiteX37" fmla="*/ 847288 w 1887523"/>
              <a:gd name="connsiteY37" fmla="*/ 0 h 1929468"/>
              <a:gd name="connsiteX38" fmla="*/ 1275126 w 1887523"/>
              <a:gd name="connsiteY38" fmla="*/ 8389 h 1929468"/>
              <a:gd name="connsiteX39" fmla="*/ 1384183 w 1887523"/>
              <a:gd name="connsiteY39" fmla="*/ 16778 h 1929468"/>
              <a:gd name="connsiteX40" fmla="*/ 1434517 w 1887523"/>
              <a:gd name="connsiteY40" fmla="*/ 33556 h 1929468"/>
              <a:gd name="connsiteX41" fmla="*/ 1468073 w 1887523"/>
              <a:gd name="connsiteY41" fmla="*/ 41945 h 1929468"/>
              <a:gd name="connsiteX42" fmla="*/ 1493240 w 1887523"/>
              <a:gd name="connsiteY42" fmla="*/ 50334 h 1929468"/>
              <a:gd name="connsiteX43" fmla="*/ 1543574 w 1887523"/>
              <a:gd name="connsiteY43" fmla="*/ 83890 h 1929468"/>
              <a:gd name="connsiteX44" fmla="*/ 1560352 w 1887523"/>
              <a:gd name="connsiteY44" fmla="*/ 109057 h 1929468"/>
              <a:gd name="connsiteX45" fmla="*/ 1585519 w 1887523"/>
              <a:gd name="connsiteY45" fmla="*/ 134224 h 1929468"/>
              <a:gd name="connsiteX46" fmla="*/ 1627464 w 1887523"/>
              <a:gd name="connsiteY46" fmla="*/ 218114 h 1929468"/>
              <a:gd name="connsiteX47" fmla="*/ 1677798 w 1887523"/>
              <a:gd name="connsiteY47" fmla="*/ 285226 h 1929468"/>
              <a:gd name="connsiteX48" fmla="*/ 1702965 w 1887523"/>
              <a:gd name="connsiteY48" fmla="*/ 335560 h 1929468"/>
              <a:gd name="connsiteX49" fmla="*/ 1711354 w 1887523"/>
              <a:gd name="connsiteY49" fmla="*/ 360727 h 1929468"/>
              <a:gd name="connsiteX50" fmla="*/ 1728132 w 1887523"/>
              <a:gd name="connsiteY50" fmla="*/ 385894 h 1929468"/>
              <a:gd name="connsiteX51" fmla="*/ 1761688 w 1887523"/>
              <a:gd name="connsiteY51" fmla="*/ 444617 h 1929468"/>
              <a:gd name="connsiteX52" fmla="*/ 1778466 w 1887523"/>
              <a:gd name="connsiteY52" fmla="*/ 494951 h 1929468"/>
              <a:gd name="connsiteX53" fmla="*/ 1786855 w 1887523"/>
              <a:gd name="connsiteY53" fmla="*/ 520118 h 1929468"/>
              <a:gd name="connsiteX54" fmla="*/ 1812022 w 1887523"/>
              <a:gd name="connsiteY54" fmla="*/ 604008 h 1929468"/>
              <a:gd name="connsiteX55" fmla="*/ 1845578 w 1887523"/>
              <a:gd name="connsiteY55" fmla="*/ 704675 h 1929468"/>
              <a:gd name="connsiteX56" fmla="*/ 1853967 w 1887523"/>
              <a:gd name="connsiteY56" fmla="*/ 729842 h 1929468"/>
              <a:gd name="connsiteX57" fmla="*/ 1879134 w 1887523"/>
              <a:gd name="connsiteY57" fmla="*/ 822121 h 1929468"/>
              <a:gd name="connsiteX58" fmla="*/ 1887523 w 1887523"/>
              <a:gd name="connsiteY58" fmla="*/ 838899 h 192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87523" h="1929468">
                <a:moveTo>
                  <a:pt x="0" y="1929468"/>
                </a:moveTo>
                <a:cubicBezTo>
                  <a:pt x="7035" y="1887261"/>
                  <a:pt x="7442" y="1868682"/>
                  <a:pt x="25167" y="1828800"/>
                </a:cubicBezTo>
                <a:cubicBezTo>
                  <a:pt x="29262" y="1819587"/>
                  <a:pt x="36352" y="1812022"/>
                  <a:pt x="41945" y="1803633"/>
                </a:cubicBezTo>
                <a:cubicBezTo>
                  <a:pt x="63012" y="1719363"/>
                  <a:pt x="51431" y="1758397"/>
                  <a:pt x="75501" y="1686187"/>
                </a:cubicBezTo>
                <a:lnTo>
                  <a:pt x="92279" y="1635853"/>
                </a:lnTo>
                <a:cubicBezTo>
                  <a:pt x="95075" y="1616279"/>
                  <a:pt x="96790" y="1596520"/>
                  <a:pt x="100668" y="1577131"/>
                </a:cubicBezTo>
                <a:cubicBezTo>
                  <a:pt x="120614" y="1477403"/>
                  <a:pt x="96598" y="1643497"/>
                  <a:pt x="117446" y="1518408"/>
                </a:cubicBezTo>
                <a:cubicBezTo>
                  <a:pt x="121152" y="1496170"/>
                  <a:pt x="122129" y="1473534"/>
                  <a:pt x="125835" y="1451296"/>
                </a:cubicBezTo>
                <a:cubicBezTo>
                  <a:pt x="133885" y="1402994"/>
                  <a:pt x="135152" y="1428624"/>
                  <a:pt x="151001" y="1375795"/>
                </a:cubicBezTo>
                <a:cubicBezTo>
                  <a:pt x="155098" y="1362138"/>
                  <a:pt x="155932" y="1347683"/>
                  <a:pt x="159390" y="1333850"/>
                </a:cubicBezTo>
                <a:cubicBezTo>
                  <a:pt x="161535" y="1325271"/>
                  <a:pt x="164983" y="1317072"/>
                  <a:pt x="167779" y="1308683"/>
                </a:cubicBezTo>
                <a:cubicBezTo>
                  <a:pt x="172131" y="1269514"/>
                  <a:pt x="182476" y="1163925"/>
                  <a:pt x="192946" y="1132514"/>
                </a:cubicBezTo>
                <a:lnTo>
                  <a:pt x="201335" y="1107347"/>
                </a:lnTo>
                <a:cubicBezTo>
                  <a:pt x="205364" y="1079143"/>
                  <a:pt x="212293" y="1027389"/>
                  <a:pt x="218113" y="998290"/>
                </a:cubicBezTo>
                <a:cubicBezTo>
                  <a:pt x="220374" y="986984"/>
                  <a:pt x="224241" y="976040"/>
                  <a:pt x="226502" y="964734"/>
                </a:cubicBezTo>
                <a:cubicBezTo>
                  <a:pt x="229838" y="948055"/>
                  <a:pt x="231756" y="931118"/>
                  <a:pt x="234891" y="914400"/>
                </a:cubicBezTo>
                <a:cubicBezTo>
                  <a:pt x="240146" y="886371"/>
                  <a:pt x="246981" y="858639"/>
                  <a:pt x="251669" y="830510"/>
                </a:cubicBezTo>
                <a:cubicBezTo>
                  <a:pt x="252824" y="823578"/>
                  <a:pt x="269306" y="718017"/>
                  <a:pt x="276836" y="687897"/>
                </a:cubicBezTo>
                <a:cubicBezTo>
                  <a:pt x="278981" y="679319"/>
                  <a:pt x="282429" y="671120"/>
                  <a:pt x="285225" y="662731"/>
                </a:cubicBezTo>
                <a:cubicBezTo>
                  <a:pt x="288021" y="645953"/>
                  <a:pt x="290278" y="629076"/>
                  <a:pt x="293614" y="612397"/>
                </a:cubicBezTo>
                <a:cubicBezTo>
                  <a:pt x="302356" y="568688"/>
                  <a:pt x="299731" y="590986"/>
                  <a:pt x="310392" y="553674"/>
                </a:cubicBezTo>
                <a:cubicBezTo>
                  <a:pt x="313559" y="542588"/>
                  <a:pt x="314239" y="530715"/>
                  <a:pt x="318781" y="520118"/>
                </a:cubicBezTo>
                <a:cubicBezTo>
                  <a:pt x="322753" y="510851"/>
                  <a:pt x="331050" y="503969"/>
                  <a:pt x="335559" y="494951"/>
                </a:cubicBezTo>
                <a:cubicBezTo>
                  <a:pt x="345147" y="475775"/>
                  <a:pt x="347551" y="446984"/>
                  <a:pt x="352337" y="427839"/>
                </a:cubicBezTo>
                <a:cubicBezTo>
                  <a:pt x="362880" y="385667"/>
                  <a:pt x="357000" y="418513"/>
                  <a:pt x="377504" y="377505"/>
                </a:cubicBezTo>
                <a:cubicBezTo>
                  <a:pt x="389706" y="353101"/>
                  <a:pt x="383531" y="345660"/>
                  <a:pt x="394282" y="318782"/>
                </a:cubicBezTo>
                <a:cubicBezTo>
                  <a:pt x="401249" y="301365"/>
                  <a:pt x="411831" y="285590"/>
                  <a:pt x="419449" y="268448"/>
                </a:cubicBezTo>
                <a:cubicBezTo>
                  <a:pt x="423040" y="260367"/>
                  <a:pt x="423451" y="250959"/>
                  <a:pt x="427838" y="243281"/>
                </a:cubicBezTo>
                <a:cubicBezTo>
                  <a:pt x="434775" y="231142"/>
                  <a:pt x="444987" y="221179"/>
                  <a:pt x="453005" y="209725"/>
                </a:cubicBezTo>
                <a:cubicBezTo>
                  <a:pt x="464569" y="193205"/>
                  <a:pt x="475376" y="176169"/>
                  <a:pt x="486561" y="159391"/>
                </a:cubicBezTo>
                <a:cubicBezTo>
                  <a:pt x="492154" y="151002"/>
                  <a:pt x="495273" y="140273"/>
                  <a:pt x="503339" y="134224"/>
                </a:cubicBezTo>
                <a:cubicBezTo>
                  <a:pt x="514524" y="125835"/>
                  <a:pt x="526279" y="118156"/>
                  <a:pt x="536895" y="109057"/>
                </a:cubicBezTo>
                <a:cubicBezTo>
                  <a:pt x="545903" y="101336"/>
                  <a:pt x="552001" y="90178"/>
                  <a:pt x="562062" y="83890"/>
                </a:cubicBezTo>
                <a:cubicBezTo>
                  <a:pt x="574832" y="75909"/>
                  <a:pt x="590538" y="73846"/>
                  <a:pt x="604007" y="67112"/>
                </a:cubicBezTo>
                <a:cubicBezTo>
                  <a:pt x="666230" y="36000"/>
                  <a:pt x="579029" y="56435"/>
                  <a:pt x="696286" y="25167"/>
                </a:cubicBezTo>
                <a:cubicBezTo>
                  <a:pt x="715391" y="20072"/>
                  <a:pt x="735555" y="20315"/>
                  <a:pt x="755009" y="16778"/>
                </a:cubicBezTo>
                <a:cubicBezTo>
                  <a:pt x="766353" y="14716"/>
                  <a:pt x="777221" y="10451"/>
                  <a:pt x="788565" y="8389"/>
                </a:cubicBezTo>
                <a:cubicBezTo>
                  <a:pt x="808019" y="4852"/>
                  <a:pt x="827714" y="2796"/>
                  <a:pt x="847288" y="0"/>
                </a:cubicBezTo>
                <a:lnTo>
                  <a:pt x="1275126" y="8389"/>
                </a:lnTo>
                <a:cubicBezTo>
                  <a:pt x="1311568" y="9528"/>
                  <a:pt x="1348169" y="11092"/>
                  <a:pt x="1384183" y="16778"/>
                </a:cubicBezTo>
                <a:cubicBezTo>
                  <a:pt x="1401652" y="19536"/>
                  <a:pt x="1417359" y="29267"/>
                  <a:pt x="1434517" y="33556"/>
                </a:cubicBezTo>
                <a:cubicBezTo>
                  <a:pt x="1445702" y="36352"/>
                  <a:pt x="1456987" y="38778"/>
                  <a:pt x="1468073" y="41945"/>
                </a:cubicBezTo>
                <a:cubicBezTo>
                  <a:pt x="1476576" y="44374"/>
                  <a:pt x="1485510" y="46040"/>
                  <a:pt x="1493240" y="50334"/>
                </a:cubicBezTo>
                <a:cubicBezTo>
                  <a:pt x="1510867" y="60127"/>
                  <a:pt x="1543574" y="83890"/>
                  <a:pt x="1543574" y="83890"/>
                </a:cubicBezTo>
                <a:cubicBezTo>
                  <a:pt x="1549167" y="92279"/>
                  <a:pt x="1553897" y="101312"/>
                  <a:pt x="1560352" y="109057"/>
                </a:cubicBezTo>
                <a:cubicBezTo>
                  <a:pt x="1567947" y="118171"/>
                  <a:pt x="1579301" y="124120"/>
                  <a:pt x="1585519" y="134224"/>
                </a:cubicBezTo>
                <a:cubicBezTo>
                  <a:pt x="1601904" y="160850"/>
                  <a:pt x="1608706" y="193103"/>
                  <a:pt x="1627464" y="218114"/>
                </a:cubicBezTo>
                <a:lnTo>
                  <a:pt x="1677798" y="285226"/>
                </a:lnTo>
                <a:cubicBezTo>
                  <a:pt x="1698884" y="348484"/>
                  <a:pt x="1670440" y="270511"/>
                  <a:pt x="1702965" y="335560"/>
                </a:cubicBezTo>
                <a:cubicBezTo>
                  <a:pt x="1706920" y="343469"/>
                  <a:pt x="1707399" y="352818"/>
                  <a:pt x="1711354" y="360727"/>
                </a:cubicBezTo>
                <a:cubicBezTo>
                  <a:pt x="1715863" y="369745"/>
                  <a:pt x="1723623" y="376876"/>
                  <a:pt x="1728132" y="385894"/>
                </a:cubicBezTo>
                <a:cubicBezTo>
                  <a:pt x="1760158" y="449946"/>
                  <a:pt x="1700833" y="363477"/>
                  <a:pt x="1761688" y="444617"/>
                </a:cubicBezTo>
                <a:lnTo>
                  <a:pt x="1778466" y="494951"/>
                </a:lnTo>
                <a:cubicBezTo>
                  <a:pt x="1781262" y="503340"/>
                  <a:pt x="1784710" y="511539"/>
                  <a:pt x="1786855" y="520118"/>
                </a:cubicBezTo>
                <a:cubicBezTo>
                  <a:pt x="1799533" y="570832"/>
                  <a:pt x="1791598" y="542736"/>
                  <a:pt x="1812022" y="604008"/>
                </a:cubicBezTo>
                <a:lnTo>
                  <a:pt x="1845578" y="704675"/>
                </a:lnTo>
                <a:cubicBezTo>
                  <a:pt x="1848374" y="713064"/>
                  <a:pt x="1851822" y="721263"/>
                  <a:pt x="1853967" y="729842"/>
                </a:cubicBezTo>
                <a:cubicBezTo>
                  <a:pt x="1859259" y="751012"/>
                  <a:pt x="1868680" y="795986"/>
                  <a:pt x="1879134" y="822121"/>
                </a:cubicBezTo>
                <a:cubicBezTo>
                  <a:pt x="1881456" y="827927"/>
                  <a:pt x="1884727" y="833306"/>
                  <a:pt x="1887523" y="838899"/>
                </a:cubicBezTo>
              </a:path>
            </a:pathLst>
          </a:custGeom>
          <a:ln w="38100">
            <a:solidFill>
              <a:schemeClr val="tx1"/>
            </a:solidFill>
            <a:headEnd type="none" w="med" len="med"/>
            <a:tailEnd type="arrow" w="med" len="med"/>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IT"/>
          </a:p>
        </p:txBody>
      </p:sp>
      <p:sp>
        <p:nvSpPr>
          <p:cNvPr id="369723" name="Freeform 369722">
            <a:extLst>
              <a:ext uri="{FF2B5EF4-FFF2-40B4-BE49-F238E27FC236}">
                <a16:creationId xmlns:a16="http://schemas.microsoft.com/office/drawing/2014/main" id="{84DAD53D-D71C-0BD2-7DCF-1F062B42022B}"/>
              </a:ext>
            </a:extLst>
          </p:cNvPr>
          <p:cNvSpPr/>
          <p:nvPr/>
        </p:nvSpPr>
        <p:spPr>
          <a:xfrm>
            <a:off x="964734" y="1686187"/>
            <a:ext cx="662730" cy="964734"/>
          </a:xfrm>
          <a:custGeom>
            <a:avLst/>
            <a:gdLst>
              <a:gd name="connsiteX0" fmla="*/ 662730 w 662730"/>
              <a:gd name="connsiteY0" fmla="*/ 964734 h 964734"/>
              <a:gd name="connsiteX1" fmla="*/ 654341 w 662730"/>
              <a:gd name="connsiteY1" fmla="*/ 746620 h 964734"/>
              <a:gd name="connsiteX2" fmla="*/ 629174 w 662730"/>
              <a:gd name="connsiteY2" fmla="*/ 662730 h 964734"/>
              <a:gd name="connsiteX3" fmla="*/ 620785 w 662730"/>
              <a:gd name="connsiteY3" fmla="*/ 637563 h 964734"/>
              <a:gd name="connsiteX4" fmla="*/ 612396 w 662730"/>
              <a:gd name="connsiteY4" fmla="*/ 604007 h 964734"/>
              <a:gd name="connsiteX5" fmla="*/ 595618 w 662730"/>
              <a:gd name="connsiteY5" fmla="*/ 578841 h 964734"/>
              <a:gd name="connsiteX6" fmla="*/ 578840 w 662730"/>
              <a:gd name="connsiteY6" fmla="*/ 520118 h 964734"/>
              <a:gd name="connsiteX7" fmla="*/ 562062 w 662730"/>
              <a:gd name="connsiteY7" fmla="*/ 469784 h 964734"/>
              <a:gd name="connsiteX8" fmla="*/ 536895 w 662730"/>
              <a:gd name="connsiteY8" fmla="*/ 419450 h 964734"/>
              <a:gd name="connsiteX9" fmla="*/ 520117 w 662730"/>
              <a:gd name="connsiteY9" fmla="*/ 394283 h 964734"/>
              <a:gd name="connsiteX10" fmla="*/ 511728 w 662730"/>
              <a:gd name="connsiteY10" fmla="*/ 369116 h 964734"/>
              <a:gd name="connsiteX11" fmla="*/ 453005 w 662730"/>
              <a:gd name="connsiteY11" fmla="*/ 293615 h 964734"/>
              <a:gd name="connsiteX12" fmla="*/ 411060 w 662730"/>
              <a:gd name="connsiteY12" fmla="*/ 251670 h 964734"/>
              <a:gd name="connsiteX13" fmla="*/ 369116 w 662730"/>
              <a:gd name="connsiteY13" fmla="*/ 201336 h 964734"/>
              <a:gd name="connsiteX14" fmla="*/ 352338 w 662730"/>
              <a:gd name="connsiteY14" fmla="*/ 176169 h 964734"/>
              <a:gd name="connsiteX15" fmla="*/ 318782 w 662730"/>
              <a:gd name="connsiteY15" fmla="*/ 159391 h 964734"/>
              <a:gd name="connsiteX16" fmla="*/ 293615 w 662730"/>
              <a:gd name="connsiteY16" fmla="*/ 142613 h 964734"/>
              <a:gd name="connsiteX17" fmla="*/ 268448 w 662730"/>
              <a:gd name="connsiteY17" fmla="*/ 117446 h 964734"/>
              <a:gd name="connsiteX18" fmla="*/ 218114 w 662730"/>
              <a:gd name="connsiteY18" fmla="*/ 100668 h 964734"/>
              <a:gd name="connsiteX19" fmla="*/ 167780 w 662730"/>
              <a:gd name="connsiteY19" fmla="*/ 67112 h 964734"/>
              <a:gd name="connsiteX20" fmla="*/ 142613 w 662730"/>
              <a:gd name="connsiteY20" fmla="*/ 50334 h 964734"/>
              <a:gd name="connsiteX21" fmla="*/ 67112 w 662730"/>
              <a:gd name="connsiteY21" fmla="*/ 25167 h 964734"/>
              <a:gd name="connsiteX22" fmla="*/ 41945 w 662730"/>
              <a:gd name="connsiteY22" fmla="*/ 16778 h 964734"/>
              <a:gd name="connsiteX23" fmla="*/ 16778 w 662730"/>
              <a:gd name="connsiteY23" fmla="*/ 8389 h 964734"/>
              <a:gd name="connsiteX24" fmla="*/ 0 w 662730"/>
              <a:gd name="connsiteY24" fmla="*/ 0 h 96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2730" h="964734">
                <a:moveTo>
                  <a:pt x="662730" y="964734"/>
                </a:moveTo>
                <a:cubicBezTo>
                  <a:pt x="659934" y="892029"/>
                  <a:pt x="659181" y="819217"/>
                  <a:pt x="654341" y="746620"/>
                </a:cubicBezTo>
                <a:cubicBezTo>
                  <a:pt x="653284" y="730772"/>
                  <a:pt x="631771" y="670521"/>
                  <a:pt x="629174" y="662730"/>
                </a:cubicBezTo>
                <a:cubicBezTo>
                  <a:pt x="626378" y="654341"/>
                  <a:pt x="622930" y="646142"/>
                  <a:pt x="620785" y="637563"/>
                </a:cubicBezTo>
                <a:cubicBezTo>
                  <a:pt x="617989" y="626378"/>
                  <a:pt x="616938" y="614604"/>
                  <a:pt x="612396" y="604007"/>
                </a:cubicBezTo>
                <a:cubicBezTo>
                  <a:pt x="608424" y="594740"/>
                  <a:pt x="601211" y="587230"/>
                  <a:pt x="595618" y="578841"/>
                </a:cubicBezTo>
                <a:cubicBezTo>
                  <a:pt x="567425" y="494262"/>
                  <a:pt x="610441" y="625455"/>
                  <a:pt x="578840" y="520118"/>
                </a:cubicBezTo>
                <a:cubicBezTo>
                  <a:pt x="573758" y="503178"/>
                  <a:pt x="571872" y="484499"/>
                  <a:pt x="562062" y="469784"/>
                </a:cubicBezTo>
                <a:cubicBezTo>
                  <a:pt x="513979" y="397659"/>
                  <a:pt x="571627" y="488914"/>
                  <a:pt x="536895" y="419450"/>
                </a:cubicBezTo>
                <a:cubicBezTo>
                  <a:pt x="532386" y="410432"/>
                  <a:pt x="524626" y="403301"/>
                  <a:pt x="520117" y="394283"/>
                </a:cubicBezTo>
                <a:cubicBezTo>
                  <a:pt x="516162" y="386374"/>
                  <a:pt x="516022" y="376846"/>
                  <a:pt x="511728" y="369116"/>
                </a:cubicBezTo>
                <a:cubicBezTo>
                  <a:pt x="469323" y="292786"/>
                  <a:pt x="493765" y="342527"/>
                  <a:pt x="453005" y="293615"/>
                </a:cubicBezTo>
                <a:cubicBezTo>
                  <a:pt x="418051" y="251670"/>
                  <a:pt x="457200" y="282430"/>
                  <a:pt x="411060" y="251670"/>
                </a:cubicBezTo>
                <a:cubicBezTo>
                  <a:pt x="369411" y="189192"/>
                  <a:pt x="422936" y="265921"/>
                  <a:pt x="369116" y="201336"/>
                </a:cubicBezTo>
                <a:cubicBezTo>
                  <a:pt x="362661" y="193591"/>
                  <a:pt x="360083" y="182624"/>
                  <a:pt x="352338" y="176169"/>
                </a:cubicBezTo>
                <a:cubicBezTo>
                  <a:pt x="342731" y="168163"/>
                  <a:pt x="329640" y="165596"/>
                  <a:pt x="318782" y="159391"/>
                </a:cubicBezTo>
                <a:cubicBezTo>
                  <a:pt x="310028" y="154389"/>
                  <a:pt x="301360" y="149068"/>
                  <a:pt x="293615" y="142613"/>
                </a:cubicBezTo>
                <a:cubicBezTo>
                  <a:pt x="284501" y="135018"/>
                  <a:pt x="278819" y="123208"/>
                  <a:pt x="268448" y="117446"/>
                </a:cubicBezTo>
                <a:cubicBezTo>
                  <a:pt x="252988" y="108857"/>
                  <a:pt x="232829" y="110478"/>
                  <a:pt x="218114" y="100668"/>
                </a:cubicBezTo>
                <a:lnTo>
                  <a:pt x="167780" y="67112"/>
                </a:lnTo>
                <a:cubicBezTo>
                  <a:pt x="159391" y="61519"/>
                  <a:pt x="152178" y="53522"/>
                  <a:pt x="142613" y="50334"/>
                </a:cubicBezTo>
                <a:lnTo>
                  <a:pt x="67112" y="25167"/>
                </a:lnTo>
                <a:lnTo>
                  <a:pt x="41945" y="16778"/>
                </a:lnTo>
                <a:cubicBezTo>
                  <a:pt x="33556" y="13982"/>
                  <a:pt x="24687" y="12344"/>
                  <a:pt x="16778" y="8389"/>
                </a:cubicBezTo>
                <a:lnTo>
                  <a:pt x="0" y="0"/>
                </a:lnTo>
              </a:path>
            </a:pathLst>
          </a:custGeom>
          <a:noFill/>
          <a:ln w="38100">
            <a:solidFill>
              <a:schemeClr val="tx1"/>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2" name="Rectangle 4">
            <a:extLst>
              <a:ext uri="{FF2B5EF4-FFF2-40B4-BE49-F238E27FC236}">
                <a16:creationId xmlns:a16="http://schemas.microsoft.com/office/drawing/2014/main" id="{28589E59-594F-8DC4-6D59-3CEE44F0F9FF}"/>
              </a:ext>
            </a:extLst>
          </p:cNvPr>
          <p:cNvSpPr>
            <a:spLocks noGrp="1" noChangeArrowheads="1"/>
          </p:cNvSpPr>
          <p:nvPr>
            <p:ph type="title"/>
          </p:nvPr>
        </p:nvSpPr>
        <p:spPr/>
        <p:txBody>
          <a:bodyPr/>
          <a:lstStyle/>
          <a:p>
            <a:r>
              <a:rPr lang="it-IT" altLang="en-IT"/>
              <a:t>routing protocols</a:t>
            </a:r>
          </a:p>
        </p:txBody>
      </p:sp>
      <p:sp>
        <p:nvSpPr>
          <p:cNvPr id="258053" name="Rectangle 5">
            <a:extLst>
              <a:ext uri="{FF2B5EF4-FFF2-40B4-BE49-F238E27FC236}">
                <a16:creationId xmlns:a16="http://schemas.microsoft.com/office/drawing/2014/main" id="{6AF8520A-0093-0387-19C2-A96BA30D77A9}"/>
              </a:ext>
            </a:extLst>
          </p:cNvPr>
          <p:cNvSpPr>
            <a:spLocks noGrp="1" noChangeArrowheads="1"/>
          </p:cNvSpPr>
          <p:nvPr>
            <p:ph idx="1"/>
          </p:nvPr>
        </p:nvSpPr>
        <p:spPr>
          <a:xfrm>
            <a:off x="407368" y="1341438"/>
            <a:ext cx="10873208" cy="5041900"/>
          </a:xfrm>
        </p:spPr>
        <p:txBody>
          <a:bodyPr/>
          <a:lstStyle/>
          <a:p>
            <a:r>
              <a:rPr lang="it-IT" altLang="en-IT" dirty="0" err="1"/>
              <a:t>routing</a:t>
            </a:r>
            <a:r>
              <a:rPr lang="it-IT" altLang="en-IT" dirty="0"/>
              <a:t> </a:t>
            </a:r>
            <a:r>
              <a:rPr lang="it-IT" altLang="en-IT" dirty="0" err="1"/>
              <a:t>protocols</a:t>
            </a:r>
            <a:r>
              <a:rPr lang="it-IT" altLang="en-IT" dirty="0"/>
              <a:t> are </a:t>
            </a:r>
            <a:r>
              <a:rPr lang="it-IT" altLang="en-IT" dirty="0" err="1"/>
              <a:t>used</a:t>
            </a:r>
            <a:r>
              <a:rPr lang="it-IT" altLang="en-IT" dirty="0"/>
              <a:t> to</a:t>
            </a:r>
            <a:br>
              <a:rPr lang="it-IT" altLang="en-IT" dirty="0"/>
            </a:br>
            <a:r>
              <a:rPr lang="it-IT" altLang="en-IT" dirty="0" err="1"/>
              <a:t>automatically</a:t>
            </a:r>
            <a:r>
              <a:rPr lang="it-IT" altLang="en-IT" dirty="0"/>
              <a:t> update </a:t>
            </a:r>
            <a:r>
              <a:rPr lang="it-IT" altLang="en-IT" dirty="0" err="1"/>
              <a:t>routing</a:t>
            </a:r>
            <a:br>
              <a:rPr lang="it-IT" altLang="en-IT" dirty="0"/>
            </a:br>
            <a:r>
              <a:rPr lang="it-IT" altLang="en-IT" dirty="0" err="1"/>
              <a:t>tables</a:t>
            </a:r>
            <a:r>
              <a:rPr lang="it-IT" altLang="en-IT" dirty="0"/>
              <a:t>, </a:t>
            </a:r>
            <a:r>
              <a:rPr lang="it-IT" altLang="en-IT" dirty="0" err="1"/>
              <a:t>relieving</a:t>
            </a:r>
            <a:r>
              <a:rPr lang="it-IT" altLang="en-IT" dirty="0"/>
              <a:t> </a:t>
            </a:r>
            <a:r>
              <a:rPr lang="it-IT" altLang="en-IT" dirty="0" err="1"/>
              <a:t>administrators</a:t>
            </a:r>
            <a:br>
              <a:rPr lang="it-IT" altLang="en-IT" dirty="0"/>
            </a:br>
            <a:r>
              <a:rPr lang="it-IT" altLang="en-IT" dirty="0"/>
              <a:t>from the </a:t>
            </a:r>
            <a:r>
              <a:rPr lang="it-IT" altLang="en-IT" dirty="0" err="1"/>
              <a:t>need</a:t>
            </a:r>
            <a:r>
              <a:rPr lang="it-IT" altLang="en-IT" dirty="0"/>
              <a:t> to do </a:t>
            </a:r>
            <a:r>
              <a:rPr lang="it-IT" altLang="en-IT" dirty="0" err="1"/>
              <a:t>it</a:t>
            </a:r>
            <a:r>
              <a:rPr lang="it-IT" altLang="en-IT" dirty="0"/>
              <a:t> </a:t>
            </a:r>
            <a:r>
              <a:rPr lang="it-IT" altLang="en-IT" dirty="0" err="1"/>
              <a:t>manually</a:t>
            </a:r>
            <a:endParaRPr lang="it-IT" altLang="en-IT" dirty="0"/>
          </a:p>
          <a:p>
            <a:r>
              <a:rPr lang="it-IT" altLang="en-IT" dirty="0"/>
              <a:t>routers (i.e., devices </a:t>
            </a:r>
            <a:r>
              <a:rPr lang="it-IT" altLang="en-IT" dirty="0" err="1"/>
              <a:t>that</a:t>
            </a:r>
            <a:r>
              <a:rPr lang="it-IT" altLang="en-IT" dirty="0"/>
              <a:t> </a:t>
            </a:r>
            <a:r>
              <a:rPr lang="it-IT" altLang="en-IT" dirty="0" err="1"/>
              <a:t>run</a:t>
            </a:r>
            <a:r>
              <a:rPr lang="it-IT" altLang="en-IT" dirty="0"/>
              <a:t> </a:t>
            </a:r>
            <a:r>
              <a:rPr lang="it-IT" altLang="en-IT" dirty="0" err="1"/>
              <a:t>routing</a:t>
            </a:r>
            <a:r>
              <a:rPr lang="it-IT" altLang="en-IT" dirty="0"/>
              <a:t> </a:t>
            </a:r>
            <a:r>
              <a:rPr lang="it-IT" altLang="en-IT" dirty="0" err="1"/>
              <a:t>protocols</a:t>
            </a:r>
            <a:r>
              <a:rPr lang="it-IT" altLang="en-IT" dirty="0"/>
              <a:t>) in </a:t>
            </a:r>
            <a:r>
              <a:rPr lang="it-IT" altLang="en-IT" dirty="0" err="1"/>
              <a:t>Kathar</a:t>
            </a:r>
            <a:r>
              <a:rPr lang="en-US" altLang="en-IT" dirty="0" err="1">
                <a:cs typeface="Tahoma" panose="020B0604030504040204" pitchFamily="34" charset="0"/>
              </a:rPr>
              <a:t>á</a:t>
            </a:r>
            <a:r>
              <a:rPr lang="it-IT" altLang="en-IT" dirty="0"/>
              <a:t> are </a:t>
            </a:r>
            <a:r>
              <a:rPr lang="it-IT" altLang="en-IT" dirty="0" err="1"/>
              <a:t>virtual</a:t>
            </a:r>
            <a:r>
              <a:rPr lang="it-IT" altLang="en-IT" dirty="0"/>
              <a:t> machines </a:t>
            </a:r>
            <a:r>
              <a:rPr lang="it-IT" altLang="en-IT" dirty="0" err="1"/>
              <a:t>that</a:t>
            </a:r>
            <a:r>
              <a:rPr lang="it-IT" altLang="en-IT" dirty="0"/>
              <a:t> </a:t>
            </a:r>
            <a:r>
              <a:rPr lang="it-IT" altLang="en-IT" dirty="0" err="1"/>
              <a:t>run</a:t>
            </a:r>
            <a:r>
              <a:rPr lang="it-IT" altLang="en-IT" dirty="0"/>
              <a:t> a </a:t>
            </a:r>
            <a:r>
              <a:rPr lang="it-IT" altLang="en-IT" dirty="0" err="1"/>
              <a:t>specific</a:t>
            </a:r>
            <a:r>
              <a:rPr lang="it-IT" altLang="en-IT" dirty="0"/>
              <a:t> </a:t>
            </a:r>
            <a:r>
              <a:rPr lang="it-IT" altLang="en-IT" dirty="0" err="1"/>
              <a:t>piece</a:t>
            </a:r>
            <a:r>
              <a:rPr lang="it-IT" altLang="en-IT" dirty="0"/>
              <a:t> of software </a:t>
            </a:r>
            <a:r>
              <a:rPr lang="it-IT" altLang="en-IT" dirty="0" err="1"/>
              <a:t>that</a:t>
            </a:r>
            <a:r>
              <a:rPr lang="it-IT" altLang="en-IT" dirty="0"/>
              <a:t> </a:t>
            </a:r>
            <a:r>
              <a:rPr lang="it-IT" altLang="en-IT" dirty="0" err="1"/>
              <a:t>implements</a:t>
            </a:r>
            <a:r>
              <a:rPr lang="it-IT" altLang="en-IT" dirty="0"/>
              <a:t> </a:t>
            </a:r>
            <a:r>
              <a:rPr lang="it-IT" altLang="en-IT" dirty="0" err="1"/>
              <a:t>routing</a:t>
            </a:r>
            <a:r>
              <a:rPr lang="it-IT" altLang="en-IT" dirty="0"/>
              <a:t> </a:t>
            </a:r>
            <a:r>
              <a:rPr lang="it-IT" altLang="en-IT" dirty="0" err="1"/>
              <a:t>protocols</a:t>
            </a:r>
            <a:endParaRPr lang="it-IT" altLang="en-IT" dirty="0"/>
          </a:p>
        </p:txBody>
      </p:sp>
      <p:sp>
        <p:nvSpPr>
          <p:cNvPr id="2" name="Date Placeholder 3">
            <a:extLst>
              <a:ext uri="{FF2B5EF4-FFF2-40B4-BE49-F238E27FC236}">
                <a16:creationId xmlns:a16="http://schemas.microsoft.com/office/drawing/2014/main" id="{F6887BCE-1BB4-C7D5-978B-52BD70C799EE}"/>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E0B8E0BB-698E-C669-18B9-01826C8362FB}"/>
              </a:ext>
            </a:extLst>
          </p:cNvPr>
          <p:cNvSpPr>
            <a:spLocks noGrp="1"/>
          </p:cNvSpPr>
          <p:nvPr>
            <p:ph type="ftr" sz="quarter" idx="11"/>
          </p:nvPr>
        </p:nvSpPr>
        <p:spPr/>
        <p:txBody>
          <a:bodyPr/>
          <a:lstStyle/>
          <a:p>
            <a:r>
              <a:rPr lang="it-IT" altLang="en-IT"/>
              <a:t>kathara – [ lab: frr ]</a:t>
            </a:r>
          </a:p>
        </p:txBody>
      </p:sp>
      <p:pic>
        <p:nvPicPr>
          <p:cNvPr id="258055" name="Picture 7">
            <a:extLst>
              <a:ext uri="{FF2B5EF4-FFF2-40B4-BE49-F238E27FC236}">
                <a16:creationId xmlns:a16="http://schemas.microsoft.com/office/drawing/2014/main" id="{6E062A42-A5B4-E88C-3EE5-CF7D7C4297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99301" y="499792"/>
            <a:ext cx="2581275" cy="25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8054" name="Text Box 6">
            <a:extLst>
              <a:ext uri="{FF2B5EF4-FFF2-40B4-BE49-F238E27FC236}">
                <a16:creationId xmlns:a16="http://schemas.microsoft.com/office/drawing/2014/main" id="{01653F7B-677C-D28C-1265-8D263426CFA9}"/>
              </a:ext>
            </a:extLst>
          </p:cNvPr>
          <p:cNvSpPr txBox="1">
            <a:spLocks noChangeArrowheads="1"/>
          </p:cNvSpPr>
          <p:nvPr/>
        </p:nvSpPr>
        <p:spPr bwMode="auto">
          <a:xfrm>
            <a:off x="4438651" y="5516563"/>
            <a:ext cx="3313113" cy="812800"/>
          </a:xfrm>
          <a:prstGeom prst="rect">
            <a:avLst/>
          </a:prstGeom>
          <a:solidFill>
            <a:schemeClr val="accent2"/>
          </a:solidFill>
          <a:ln>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nchor="ctr"/>
          <a:lstStyle/>
          <a:p>
            <a:pPr algn="ctr">
              <a:spcBef>
                <a:spcPct val="50000"/>
              </a:spcBef>
            </a:pPr>
            <a:r>
              <a:rPr lang="it-IT" altLang="en-IT" sz="3600">
                <a:latin typeface="Tahoma" panose="020B0604030504040204" pitchFamily="34" charset="0"/>
              </a:rPr>
              <a:t>FRRouting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87611-82DA-2A06-8A6F-F680EBF828EB}"/>
              </a:ext>
            </a:extLst>
          </p:cNvPr>
          <p:cNvSpPr>
            <a:spLocks noGrp="1"/>
          </p:cNvSpPr>
          <p:nvPr>
            <p:ph type="title"/>
          </p:nvPr>
        </p:nvSpPr>
        <p:spPr/>
        <p:txBody>
          <a:bodyPr/>
          <a:lstStyle/>
          <a:p>
            <a:r>
              <a:rPr lang="en-IT" dirty="0"/>
              <a:t>The FRRouting Suite</a:t>
            </a:r>
          </a:p>
        </p:txBody>
      </p:sp>
      <p:sp>
        <p:nvSpPr>
          <p:cNvPr id="3" name="Date Placeholder 2">
            <a:extLst>
              <a:ext uri="{FF2B5EF4-FFF2-40B4-BE49-F238E27FC236}">
                <a16:creationId xmlns:a16="http://schemas.microsoft.com/office/drawing/2014/main" id="{81496A07-B721-6C22-BC69-31AB0CA51CFC}"/>
              </a:ext>
            </a:extLst>
          </p:cNvPr>
          <p:cNvSpPr>
            <a:spLocks noGrp="1"/>
          </p:cNvSpPr>
          <p:nvPr>
            <p:ph type="dt" sz="half" idx="10"/>
          </p:nvPr>
        </p:nvSpPr>
        <p:spPr/>
        <p:txBody>
          <a:bodyPr/>
          <a:lstStyle/>
          <a:p>
            <a:r>
              <a:rPr lang="it-IT" altLang="en-IT"/>
              <a:t>last update: Oct 2023</a:t>
            </a:r>
          </a:p>
        </p:txBody>
      </p:sp>
      <p:sp>
        <p:nvSpPr>
          <p:cNvPr id="4" name="Footer Placeholder 3">
            <a:extLst>
              <a:ext uri="{FF2B5EF4-FFF2-40B4-BE49-F238E27FC236}">
                <a16:creationId xmlns:a16="http://schemas.microsoft.com/office/drawing/2014/main" id="{EEA84435-5E82-F375-6864-7E7EF3F0F5BA}"/>
              </a:ext>
            </a:extLst>
          </p:cNvPr>
          <p:cNvSpPr>
            <a:spLocks noGrp="1"/>
          </p:cNvSpPr>
          <p:nvPr>
            <p:ph type="ftr" sz="quarter" idx="11"/>
          </p:nvPr>
        </p:nvSpPr>
        <p:spPr/>
        <p:txBody>
          <a:bodyPr/>
          <a:lstStyle/>
          <a:p>
            <a:r>
              <a:rPr lang="it-IT" altLang="en-IT"/>
              <a:t>kathara – [ lab: frr ]</a:t>
            </a:r>
          </a:p>
        </p:txBody>
      </p:sp>
      <p:sp>
        <p:nvSpPr>
          <p:cNvPr id="5" name="Subtitle 4">
            <a:extLst>
              <a:ext uri="{FF2B5EF4-FFF2-40B4-BE49-F238E27FC236}">
                <a16:creationId xmlns:a16="http://schemas.microsoft.com/office/drawing/2014/main" id="{7F9EE31A-B55C-8AEC-5777-DFF1D5AF727C}"/>
              </a:ext>
            </a:extLst>
          </p:cNvPr>
          <p:cNvSpPr>
            <a:spLocks noGrp="1"/>
          </p:cNvSpPr>
          <p:nvPr>
            <p:ph type="subTitle" idx="1"/>
          </p:nvPr>
        </p:nvSpPr>
        <p:spPr/>
        <p:txBody>
          <a:bodyPr/>
          <a:lstStyle/>
          <a:p>
            <a:r>
              <a:rPr lang="en-US" altLang="en-IT" dirty="0"/>
              <a:t>a free and open-source Internet routing protocol suite for Linux and Unix platforms</a:t>
            </a:r>
            <a:endParaRPr lang="en-IT" dirty="0"/>
          </a:p>
        </p:txBody>
      </p:sp>
    </p:spTree>
    <p:extLst>
      <p:ext uri="{BB962C8B-B14F-4D97-AF65-F5344CB8AC3E}">
        <p14:creationId xmlns:p14="http://schemas.microsoft.com/office/powerpoint/2010/main" val="38204221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4C206-A74E-E71B-E884-380EDFD7A06B}"/>
              </a:ext>
            </a:extLst>
          </p:cNvPr>
          <p:cNvSpPr>
            <a:spLocks noGrp="1"/>
          </p:cNvSpPr>
          <p:nvPr>
            <p:ph type="title"/>
          </p:nvPr>
        </p:nvSpPr>
        <p:spPr/>
        <p:txBody>
          <a:bodyPr/>
          <a:lstStyle/>
          <a:p>
            <a:r>
              <a:rPr lang="en-GB" dirty="0"/>
              <a:t>about</a:t>
            </a:r>
            <a:r>
              <a:rPr lang="en-IT" dirty="0"/>
              <a:t> the FRRouting Suite</a:t>
            </a:r>
          </a:p>
        </p:txBody>
      </p:sp>
      <p:sp>
        <p:nvSpPr>
          <p:cNvPr id="3" name="Content Placeholder 2">
            <a:extLst>
              <a:ext uri="{FF2B5EF4-FFF2-40B4-BE49-F238E27FC236}">
                <a16:creationId xmlns:a16="http://schemas.microsoft.com/office/drawing/2014/main" id="{3E523FFF-3897-44A5-ADA9-62FA1126660B}"/>
              </a:ext>
            </a:extLst>
          </p:cNvPr>
          <p:cNvSpPr>
            <a:spLocks noGrp="1"/>
          </p:cNvSpPr>
          <p:nvPr>
            <p:ph idx="1"/>
          </p:nvPr>
        </p:nvSpPr>
        <p:spPr/>
        <p:txBody>
          <a:bodyPr/>
          <a:lstStyle/>
          <a:p>
            <a:r>
              <a:rPr lang="en-GB" dirty="0"/>
              <a:t>FRR is a software that implements some routing protocols</a:t>
            </a:r>
          </a:p>
          <a:p>
            <a:pPr lvl="1"/>
            <a:r>
              <a:rPr lang="en-GB" dirty="0"/>
              <a:t>rip (v1 and v2), </a:t>
            </a:r>
            <a:r>
              <a:rPr lang="en-GB" dirty="0" err="1"/>
              <a:t>ospf</a:t>
            </a:r>
            <a:r>
              <a:rPr lang="en-GB" dirty="0"/>
              <a:t> (v2 and v3), is-is</a:t>
            </a:r>
          </a:p>
          <a:p>
            <a:pPr lvl="1"/>
            <a:r>
              <a:rPr lang="en-GB" dirty="0" err="1"/>
              <a:t>bgp</a:t>
            </a:r>
            <a:endParaRPr lang="en-GB" dirty="0"/>
          </a:p>
          <a:p>
            <a:pPr lvl="1"/>
            <a:r>
              <a:rPr lang="en-GB" dirty="0" err="1"/>
              <a:t>pim</a:t>
            </a:r>
            <a:r>
              <a:rPr lang="en-GB" dirty="0"/>
              <a:t>, </a:t>
            </a:r>
            <a:r>
              <a:rPr lang="en-GB" dirty="0" err="1"/>
              <a:t>ldp</a:t>
            </a:r>
            <a:r>
              <a:rPr lang="en-GB" dirty="0"/>
              <a:t>, bfd, babel, </a:t>
            </a:r>
            <a:r>
              <a:rPr lang="en-GB" dirty="0" err="1"/>
              <a:t>pbr</a:t>
            </a:r>
            <a:r>
              <a:rPr lang="en-GB" dirty="0"/>
              <a:t>, </a:t>
            </a:r>
            <a:r>
              <a:rPr lang="en-GB" dirty="0" err="1"/>
              <a:t>openfabric</a:t>
            </a:r>
            <a:r>
              <a:rPr lang="en-GB" dirty="0"/>
              <a:t>, </a:t>
            </a:r>
            <a:r>
              <a:rPr lang="en-GB" dirty="0" err="1"/>
              <a:t>vrrp</a:t>
            </a:r>
            <a:r>
              <a:rPr lang="en-GB" dirty="0"/>
              <a:t>, …</a:t>
            </a:r>
          </a:p>
          <a:p>
            <a:r>
              <a:rPr lang="en-GB" dirty="0" err="1"/>
              <a:t>frr</a:t>
            </a:r>
            <a:r>
              <a:rPr lang="en-GB" dirty="0"/>
              <a:t> has its roots in the quagga project</a:t>
            </a:r>
          </a:p>
          <a:p>
            <a:pPr lvl="1"/>
            <a:r>
              <a:rPr lang="en-GB" dirty="0"/>
              <a:t>quagga is no longer supported</a:t>
            </a:r>
          </a:p>
          <a:p>
            <a:r>
              <a:rPr lang="en-GB" dirty="0"/>
              <a:t>in turn, quagga was a community project that originated from (and superseded) the zebra project</a:t>
            </a:r>
          </a:p>
          <a:p>
            <a:endParaRPr lang="en-IT" dirty="0"/>
          </a:p>
        </p:txBody>
      </p:sp>
      <p:sp>
        <p:nvSpPr>
          <p:cNvPr id="4" name="Date Placeholder 3">
            <a:extLst>
              <a:ext uri="{FF2B5EF4-FFF2-40B4-BE49-F238E27FC236}">
                <a16:creationId xmlns:a16="http://schemas.microsoft.com/office/drawing/2014/main" id="{197DBF90-04F6-EF41-3B5D-94F10591F6FD}"/>
              </a:ext>
            </a:extLst>
          </p:cNvPr>
          <p:cNvSpPr>
            <a:spLocks noGrp="1"/>
          </p:cNvSpPr>
          <p:nvPr>
            <p:ph type="dt" sz="half" idx="10"/>
          </p:nvPr>
        </p:nvSpPr>
        <p:spPr/>
        <p:txBody>
          <a:bodyPr/>
          <a:lstStyle/>
          <a:p>
            <a:r>
              <a:rPr lang="it-IT" altLang="en-IT"/>
              <a:t>last update: Oct 2023</a:t>
            </a:r>
          </a:p>
        </p:txBody>
      </p:sp>
      <p:sp>
        <p:nvSpPr>
          <p:cNvPr id="5" name="Footer Placeholder 4">
            <a:extLst>
              <a:ext uri="{FF2B5EF4-FFF2-40B4-BE49-F238E27FC236}">
                <a16:creationId xmlns:a16="http://schemas.microsoft.com/office/drawing/2014/main" id="{78A177A9-D0AC-69E0-394B-C442040408A6}"/>
              </a:ext>
            </a:extLst>
          </p:cNvPr>
          <p:cNvSpPr>
            <a:spLocks noGrp="1"/>
          </p:cNvSpPr>
          <p:nvPr>
            <p:ph type="ftr" sz="quarter" idx="11"/>
          </p:nvPr>
        </p:nvSpPr>
        <p:spPr/>
        <p:txBody>
          <a:bodyPr/>
          <a:lstStyle/>
          <a:p>
            <a:r>
              <a:rPr lang="it-IT" altLang="en-IT"/>
              <a:t>kathara – [ lab: frr ]</a:t>
            </a:r>
          </a:p>
        </p:txBody>
      </p:sp>
    </p:spTree>
    <p:extLst>
      <p:ext uri="{BB962C8B-B14F-4D97-AF65-F5344CB8AC3E}">
        <p14:creationId xmlns:p14="http://schemas.microsoft.com/office/powerpoint/2010/main" val="1130418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137" name="Rectangle 65">
            <a:extLst>
              <a:ext uri="{FF2B5EF4-FFF2-40B4-BE49-F238E27FC236}">
                <a16:creationId xmlns:a16="http://schemas.microsoft.com/office/drawing/2014/main" id="{1124EF66-3B6E-0AFF-CFC9-61ACDF319D3C}"/>
              </a:ext>
            </a:extLst>
          </p:cNvPr>
          <p:cNvSpPr>
            <a:spLocks noGrp="1" noChangeArrowheads="1"/>
          </p:cNvSpPr>
          <p:nvPr>
            <p:ph type="title"/>
          </p:nvPr>
        </p:nvSpPr>
        <p:spPr/>
        <p:txBody>
          <a:bodyPr/>
          <a:lstStyle/>
          <a:p>
            <a:r>
              <a:rPr lang="it-IT" altLang="en-IT"/>
              <a:t>frr is a routing daemon</a:t>
            </a:r>
          </a:p>
        </p:txBody>
      </p:sp>
      <p:sp>
        <p:nvSpPr>
          <p:cNvPr id="2" name="Date Placeholder 2">
            <a:extLst>
              <a:ext uri="{FF2B5EF4-FFF2-40B4-BE49-F238E27FC236}">
                <a16:creationId xmlns:a16="http://schemas.microsoft.com/office/drawing/2014/main" id="{DADB0AA6-F559-3EFE-F00C-818B5C96D1F0}"/>
              </a:ext>
            </a:extLst>
          </p:cNvPr>
          <p:cNvSpPr>
            <a:spLocks noGrp="1"/>
          </p:cNvSpPr>
          <p:nvPr>
            <p:ph type="dt" sz="half" idx="10"/>
          </p:nvPr>
        </p:nvSpPr>
        <p:spPr/>
        <p:txBody>
          <a:bodyPr/>
          <a:lstStyle/>
          <a:p>
            <a:r>
              <a:rPr lang="it-IT" altLang="en-IT"/>
              <a:t>last update: Oct 2023</a:t>
            </a:r>
          </a:p>
        </p:txBody>
      </p:sp>
      <p:sp>
        <p:nvSpPr>
          <p:cNvPr id="3" name="Footer Placeholder 3">
            <a:extLst>
              <a:ext uri="{FF2B5EF4-FFF2-40B4-BE49-F238E27FC236}">
                <a16:creationId xmlns:a16="http://schemas.microsoft.com/office/drawing/2014/main" id="{D794DE89-CC38-0F8A-8D1E-CE17C9E9AD0E}"/>
              </a:ext>
            </a:extLst>
          </p:cNvPr>
          <p:cNvSpPr>
            <a:spLocks noGrp="1"/>
          </p:cNvSpPr>
          <p:nvPr>
            <p:ph type="ftr" sz="quarter" idx="11"/>
          </p:nvPr>
        </p:nvSpPr>
        <p:spPr/>
        <p:txBody>
          <a:bodyPr/>
          <a:lstStyle/>
          <a:p>
            <a:r>
              <a:rPr lang="it-IT" altLang="en-IT"/>
              <a:t>kathara – [ lab: frr ]</a:t>
            </a:r>
          </a:p>
        </p:txBody>
      </p:sp>
      <p:sp>
        <p:nvSpPr>
          <p:cNvPr id="259074" name="Line 2">
            <a:extLst>
              <a:ext uri="{FF2B5EF4-FFF2-40B4-BE49-F238E27FC236}">
                <a16:creationId xmlns:a16="http://schemas.microsoft.com/office/drawing/2014/main" id="{45D6AD3F-C352-DBEA-55DA-6BD817162FBB}"/>
              </a:ext>
            </a:extLst>
          </p:cNvPr>
          <p:cNvSpPr>
            <a:spLocks noChangeShapeType="1"/>
          </p:cNvSpPr>
          <p:nvPr/>
        </p:nvSpPr>
        <p:spPr bwMode="auto">
          <a:xfrm flipH="1">
            <a:off x="4940300" y="4419600"/>
            <a:ext cx="0" cy="1295400"/>
          </a:xfrm>
          <a:prstGeom prst="line">
            <a:avLst/>
          </a:prstGeom>
          <a:noFill/>
          <a:ln w="381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243" name="WordArt 171">
            <a:extLst>
              <a:ext uri="{FF2B5EF4-FFF2-40B4-BE49-F238E27FC236}">
                <a16:creationId xmlns:a16="http://schemas.microsoft.com/office/drawing/2014/main" id="{56389FB4-6CC6-3DFB-F63D-78E56962A916}"/>
              </a:ext>
            </a:extLst>
          </p:cNvPr>
          <p:cNvSpPr>
            <a:spLocks noChangeArrowheads="1" noChangeShapeType="1" noTextEdit="1"/>
          </p:cNvSpPr>
          <p:nvPr/>
        </p:nvSpPr>
        <p:spPr bwMode="auto">
          <a:xfrm rot="1834101">
            <a:off x="1752601" y="5414964"/>
            <a:ext cx="2430463" cy="384175"/>
          </a:xfrm>
          <a:prstGeom prst="rect">
            <a:avLst/>
          </a:prstGeom>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wrap="none" fromWordArt="1">
            <a:prstTxWarp prst="textPlain">
              <a:avLst>
                <a:gd name="adj" fmla="val 38944"/>
              </a:avLst>
            </a:prstTxWarp>
          </a:bodyPr>
          <a:lstStyle/>
          <a:p>
            <a:pPr algn="ctr"/>
            <a:r>
              <a:rPr lang="en-GB" sz="3600" kern="10">
                <a:solidFill>
                  <a:srgbClr val="DDDDDD"/>
                </a:solidFill>
                <a:latin typeface="Tahoma" panose="020B0604030504040204" pitchFamily="34" charset="0"/>
                <a:ea typeface="Tahoma" panose="020B0604030504040204" pitchFamily="34" charset="0"/>
                <a:cs typeface="Tahoma" panose="020B0604030504040204" pitchFamily="34" charset="0"/>
              </a:rPr>
              <a:t>conf &amp; logs</a:t>
            </a:r>
            <a:endParaRPr lang="en-IT" sz="3600" kern="10">
              <a:solidFill>
                <a:srgbClr val="DDDDDD"/>
              </a:solidFill>
              <a:latin typeface="Tahoma" panose="020B0604030504040204" pitchFamily="34" charset="0"/>
              <a:ea typeface="Tahoma" panose="020B0604030504040204" pitchFamily="34" charset="0"/>
              <a:cs typeface="Tahoma" panose="020B0604030504040204" pitchFamily="34" charset="0"/>
            </a:endParaRPr>
          </a:p>
        </p:txBody>
      </p:sp>
      <p:grpSp>
        <p:nvGrpSpPr>
          <p:cNvPr id="259246" name="Group 174">
            <a:extLst>
              <a:ext uri="{FF2B5EF4-FFF2-40B4-BE49-F238E27FC236}">
                <a16:creationId xmlns:a16="http://schemas.microsoft.com/office/drawing/2014/main" id="{4E3E45BF-618F-378A-D1BC-7EEC655D7908}"/>
              </a:ext>
            </a:extLst>
          </p:cNvPr>
          <p:cNvGrpSpPr>
            <a:grpSpLocks/>
          </p:cNvGrpSpPr>
          <p:nvPr/>
        </p:nvGrpSpPr>
        <p:grpSpPr bwMode="auto">
          <a:xfrm>
            <a:off x="3784600" y="3860800"/>
            <a:ext cx="1879600" cy="711200"/>
            <a:chOff x="1664" y="2432"/>
            <a:chExt cx="1184" cy="448"/>
          </a:xfrm>
        </p:grpSpPr>
        <p:sp>
          <p:nvSpPr>
            <p:cNvPr id="259081" name="Rectangle 9">
              <a:extLst>
                <a:ext uri="{FF2B5EF4-FFF2-40B4-BE49-F238E27FC236}">
                  <a16:creationId xmlns:a16="http://schemas.microsoft.com/office/drawing/2014/main" id="{9AAAB71E-90DE-D4CD-037E-0C95729CCB53}"/>
                </a:ext>
              </a:extLst>
            </p:cNvPr>
            <p:cNvSpPr>
              <a:spLocks noChangeArrowheads="1"/>
            </p:cNvSpPr>
            <p:nvPr/>
          </p:nvSpPr>
          <p:spPr bwMode="auto">
            <a:xfrm>
              <a:off x="1664" y="2499"/>
              <a:ext cx="1184" cy="344"/>
            </a:xfrm>
            <a:prstGeom prst="rect">
              <a:avLst/>
            </a:prstGeom>
            <a:solidFill>
              <a:srgbClr val="FFFFFF"/>
            </a:solidFill>
            <a:ln w="9525">
              <a:miter lim="800000"/>
              <a:headEnd/>
              <a:tailEnd/>
            </a:ln>
            <a:effectLst/>
            <a:scene3d>
              <a:camera prst="legacyPerspectiveFront">
                <a:rot lat="1500000" lon="3300000" rev="0"/>
              </a:camera>
              <a:lightRig rig="legacyFlat2" dir="b"/>
            </a:scene3d>
            <a:sp3d extrusionH="430200" prstMaterial="legacyMatte">
              <a:bevelT w="13500" h="13500" prst="angle"/>
              <a:bevelB w="13500" h="13500" prst="angle"/>
              <a:extrusionClr>
                <a:srgbClr val="FFFFFF"/>
              </a:extrusionClr>
              <a:contourClr>
                <a:srgbClr val="FFFFFF"/>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eaLnBrk="0" hangingPunct="0"/>
              <a:endParaRPr lang="it-IT" altLang="en-IT" sz="2000">
                <a:latin typeface="Tahoma" panose="020B0604030504040204" pitchFamily="34" charset="0"/>
              </a:endParaRPr>
            </a:p>
          </p:txBody>
        </p:sp>
        <p:sp>
          <p:nvSpPr>
            <p:cNvPr id="259245" name="WordArt 173">
              <a:extLst>
                <a:ext uri="{FF2B5EF4-FFF2-40B4-BE49-F238E27FC236}">
                  <a16:creationId xmlns:a16="http://schemas.microsoft.com/office/drawing/2014/main" id="{DA448D12-FC48-7469-26D1-6DE0059C587C}"/>
                </a:ext>
              </a:extLst>
            </p:cNvPr>
            <p:cNvSpPr>
              <a:spLocks noChangeArrowheads="1" noChangeShapeType="1" noTextEdit="1"/>
            </p:cNvSpPr>
            <p:nvPr/>
          </p:nvSpPr>
          <p:spPr bwMode="auto">
            <a:xfrm>
              <a:off x="2027" y="2432"/>
              <a:ext cx="458" cy="448"/>
            </a:xfrm>
            <a:prstGeom prst="rect">
              <a:avLst/>
            </a:prstGeom>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wrap="none" fromWordArt="1">
              <a:prstTxWarp prst="textSlantDown">
                <a:avLst>
                  <a:gd name="adj" fmla="val 43750"/>
                </a:avLst>
              </a:prstTxWarp>
            </a:bodyPr>
            <a:lstStyle/>
            <a:p>
              <a:pPr algn="ctr"/>
              <a:r>
                <a:rPr lang="en-GB" sz="3600" kern="10">
                  <a:latin typeface="Tahoma" panose="020B0604030504040204" pitchFamily="34" charset="0"/>
                  <a:ea typeface="Tahoma" panose="020B0604030504040204" pitchFamily="34" charset="0"/>
                  <a:cs typeface="Tahoma" panose="020B0604030504040204" pitchFamily="34" charset="0"/>
                </a:rPr>
                <a:t>zebra</a:t>
              </a:r>
              <a:endParaRPr lang="en-IT" sz="3600" kern="10">
                <a:latin typeface="Tahoma" panose="020B0604030504040204" pitchFamily="34" charset="0"/>
                <a:ea typeface="Tahoma" panose="020B0604030504040204" pitchFamily="34" charset="0"/>
                <a:cs typeface="Tahoma" panose="020B0604030504040204" pitchFamily="34" charset="0"/>
              </a:endParaRPr>
            </a:p>
          </p:txBody>
        </p:sp>
      </p:grpSp>
      <p:sp>
        <p:nvSpPr>
          <p:cNvPr id="259075" name="Line 3">
            <a:extLst>
              <a:ext uri="{FF2B5EF4-FFF2-40B4-BE49-F238E27FC236}">
                <a16:creationId xmlns:a16="http://schemas.microsoft.com/office/drawing/2014/main" id="{7C963400-F0A8-A375-72F8-4CC7FC8288F6}"/>
              </a:ext>
            </a:extLst>
          </p:cNvPr>
          <p:cNvSpPr>
            <a:spLocks noChangeShapeType="1"/>
          </p:cNvSpPr>
          <p:nvPr/>
        </p:nvSpPr>
        <p:spPr bwMode="auto">
          <a:xfrm flipV="1">
            <a:off x="8407400" y="1676400"/>
            <a:ext cx="2641600" cy="1371600"/>
          </a:xfrm>
          <a:prstGeom prst="line">
            <a:avLst/>
          </a:prstGeom>
          <a:noFill/>
          <a:ln w="57150">
            <a:solidFill>
              <a:srgbClr val="C0C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76" name="Line 4">
            <a:extLst>
              <a:ext uri="{FF2B5EF4-FFF2-40B4-BE49-F238E27FC236}">
                <a16:creationId xmlns:a16="http://schemas.microsoft.com/office/drawing/2014/main" id="{C2B3F37F-F214-C1D0-50D5-6E5E4C2BFDB2}"/>
              </a:ext>
            </a:extLst>
          </p:cNvPr>
          <p:cNvSpPr>
            <a:spLocks noChangeShapeType="1"/>
          </p:cNvSpPr>
          <p:nvPr/>
        </p:nvSpPr>
        <p:spPr bwMode="auto">
          <a:xfrm flipV="1">
            <a:off x="7086600" y="0"/>
            <a:ext cx="3384550" cy="2286000"/>
          </a:xfrm>
          <a:prstGeom prst="line">
            <a:avLst/>
          </a:prstGeom>
          <a:noFill/>
          <a:ln w="57150">
            <a:solidFill>
              <a:srgbClr val="C0C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77" name="Line 5">
            <a:extLst>
              <a:ext uri="{FF2B5EF4-FFF2-40B4-BE49-F238E27FC236}">
                <a16:creationId xmlns:a16="http://schemas.microsoft.com/office/drawing/2014/main" id="{8E38C4AB-565A-1F62-0126-F7BF4A4794EE}"/>
              </a:ext>
            </a:extLst>
          </p:cNvPr>
          <p:cNvSpPr>
            <a:spLocks noChangeShapeType="1"/>
          </p:cNvSpPr>
          <p:nvPr/>
        </p:nvSpPr>
        <p:spPr bwMode="auto">
          <a:xfrm flipV="1">
            <a:off x="5848350" y="0"/>
            <a:ext cx="2063750" cy="1676400"/>
          </a:xfrm>
          <a:prstGeom prst="line">
            <a:avLst/>
          </a:prstGeom>
          <a:noFill/>
          <a:ln w="57150">
            <a:solidFill>
              <a:srgbClr val="C0C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78" name="Oval 6">
            <a:extLst>
              <a:ext uri="{FF2B5EF4-FFF2-40B4-BE49-F238E27FC236}">
                <a16:creationId xmlns:a16="http://schemas.microsoft.com/office/drawing/2014/main" id="{73E16325-E64A-9431-3BFF-B7829DA75A4E}"/>
              </a:ext>
            </a:extLst>
          </p:cNvPr>
          <p:cNvSpPr>
            <a:spLocks noChangeArrowheads="1"/>
          </p:cNvSpPr>
          <p:nvPr/>
        </p:nvSpPr>
        <p:spPr bwMode="auto">
          <a:xfrm>
            <a:off x="4610100" y="1447800"/>
            <a:ext cx="1568450" cy="1447800"/>
          </a:xfrm>
          <a:prstGeom prst="ellipse">
            <a:avLst/>
          </a:prstGeom>
          <a:gradFill rotWithShape="0">
            <a:gsLst>
              <a:gs pos="0">
                <a:srgbClr val="FFFFFF"/>
              </a:gs>
              <a:gs pos="100000">
                <a:srgbClr val="FFFFFF">
                  <a:gamma/>
                  <a:shade val="80000"/>
                  <a:invGamma/>
                </a:srgbClr>
              </a:gs>
            </a:gsLst>
            <a:path path="shape">
              <a:fillToRect l="50000" t="50000" r="50000" b="50000"/>
            </a:path>
          </a:gradFill>
          <a:ln w="9525">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it-IT" altLang="en-IT" sz="2400">
                <a:latin typeface="Tahoma" panose="020B0604030504040204" pitchFamily="34" charset="0"/>
              </a:rPr>
              <a:t>bgpd</a:t>
            </a:r>
          </a:p>
        </p:txBody>
      </p:sp>
      <p:sp>
        <p:nvSpPr>
          <p:cNvPr id="259079" name="Oval 7">
            <a:extLst>
              <a:ext uri="{FF2B5EF4-FFF2-40B4-BE49-F238E27FC236}">
                <a16:creationId xmlns:a16="http://schemas.microsoft.com/office/drawing/2014/main" id="{C81334B5-E57B-A804-DF69-46E644D9B3CA}"/>
              </a:ext>
            </a:extLst>
          </p:cNvPr>
          <p:cNvSpPr>
            <a:spLocks noChangeArrowheads="1"/>
          </p:cNvSpPr>
          <p:nvPr/>
        </p:nvSpPr>
        <p:spPr bwMode="auto">
          <a:xfrm>
            <a:off x="5683250" y="2057400"/>
            <a:ext cx="1651000" cy="1524000"/>
          </a:xfrm>
          <a:prstGeom prst="ellipse">
            <a:avLst/>
          </a:prstGeom>
          <a:gradFill rotWithShape="0">
            <a:gsLst>
              <a:gs pos="0">
                <a:srgbClr val="FFFFFF"/>
              </a:gs>
              <a:gs pos="100000">
                <a:srgbClr val="FFFFFF">
                  <a:gamma/>
                  <a:shade val="80000"/>
                  <a:invGamma/>
                </a:srgbClr>
              </a:gs>
            </a:gsLst>
            <a:path path="shape">
              <a:fillToRect l="50000" t="50000" r="50000" b="50000"/>
            </a:path>
          </a:gradFill>
          <a:ln w="9525">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it-IT" altLang="en-IT" sz="2400">
                <a:latin typeface="Tahoma" panose="020B0604030504040204" pitchFamily="34" charset="0"/>
              </a:rPr>
              <a:t>ripd</a:t>
            </a:r>
          </a:p>
        </p:txBody>
      </p:sp>
      <p:sp>
        <p:nvSpPr>
          <p:cNvPr id="259080" name="Oval 8">
            <a:extLst>
              <a:ext uri="{FF2B5EF4-FFF2-40B4-BE49-F238E27FC236}">
                <a16:creationId xmlns:a16="http://schemas.microsoft.com/office/drawing/2014/main" id="{52276BD7-476A-10A7-EDE4-066F5A6003F2}"/>
              </a:ext>
            </a:extLst>
          </p:cNvPr>
          <p:cNvSpPr>
            <a:spLocks noChangeArrowheads="1"/>
          </p:cNvSpPr>
          <p:nvPr/>
        </p:nvSpPr>
        <p:spPr bwMode="auto">
          <a:xfrm>
            <a:off x="6838950" y="2667000"/>
            <a:ext cx="1733550" cy="1600200"/>
          </a:xfrm>
          <a:prstGeom prst="ellipse">
            <a:avLst/>
          </a:prstGeom>
          <a:gradFill rotWithShape="0">
            <a:gsLst>
              <a:gs pos="0">
                <a:srgbClr val="FFFFFF"/>
              </a:gs>
              <a:gs pos="100000">
                <a:srgbClr val="FFFFFF">
                  <a:gamma/>
                  <a:shade val="80000"/>
                  <a:invGamma/>
                </a:srgbClr>
              </a:gs>
            </a:gsLst>
            <a:path path="shape">
              <a:fillToRect l="50000" t="50000" r="50000" b="50000"/>
            </a:path>
          </a:gradFill>
          <a:ln w="9525">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it-IT" altLang="en-IT" sz="2400">
                <a:latin typeface="Tahoma" panose="020B0604030504040204" pitchFamily="34" charset="0"/>
              </a:rPr>
              <a:t>ospfd</a:t>
            </a:r>
          </a:p>
        </p:txBody>
      </p:sp>
      <p:sp>
        <p:nvSpPr>
          <p:cNvPr id="259082" name="AutoShape 10">
            <a:extLst>
              <a:ext uri="{FF2B5EF4-FFF2-40B4-BE49-F238E27FC236}">
                <a16:creationId xmlns:a16="http://schemas.microsoft.com/office/drawing/2014/main" id="{F10CDC65-6238-42FC-4754-BD45623ED0C3}"/>
              </a:ext>
            </a:extLst>
          </p:cNvPr>
          <p:cNvSpPr>
            <a:spLocks noChangeArrowheads="1"/>
          </p:cNvSpPr>
          <p:nvPr/>
        </p:nvSpPr>
        <p:spPr bwMode="auto">
          <a:xfrm>
            <a:off x="2381250" y="4573071"/>
            <a:ext cx="184731" cy="455057"/>
          </a:xfrm>
          <a:prstGeom prst="can">
            <a:avLst>
              <a:gd name="adj" fmla="val 30769"/>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59083" name="AutoShape 11">
            <a:extLst>
              <a:ext uri="{FF2B5EF4-FFF2-40B4-BE49-F238E27FC236}">
                <a16:creationId xmlns:a16="http://schemas.microsoft.com/office/drawing/2014/main" id="{2AED745C-003C-714D-E326-6C6252524A02}"/>
              </a:ext>
            </a:extLst>
          </p:cNvPr>
          <p:cNvSpPr>
            <a:spLocks noChangeArrowheads="1"/>
          </p:cNvSpPr>
          <p:nvPr/>
        </p:nvSpPr>
        <p:spPr bwMode="auto">
          <a:xfrm>
            <a:off x="2711450" y="4801671"/>
            <a:ext cx="184731" cy="455057"/>
          </a:xfrm>
          <a:prstGeom prst="can">
            <a:avLst>
              <a:gd name="adj" fmla="val 30769"/>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59084" name="AutoShape 12">
            <a:extLst>
              <a:ext uri="{FF2B5EF4-FFF2-40B4-BE49-F238E27FC236}">
                <a16:creationId xmlns:a16="http://schemas.microsoft.com/office/drawing/2014/main" id="{2BAFAE42-6CDD-4FAD-BC8C-4764CECFE64F}"/>
              </a:ext>
            </a:extLst>
          </p:cNvPr>
          <p:cNvSpPr>
            <a:spLocks noChangeArrowheads="1"/>
          </p:cNvSpPr>
          <p:nvPr/>
        </p:nvSpPr>
        <p:spPr bwMode="auto">
          <a:xfrm>
            <a:off x="3041650" y="5030271"/>
            <a:ext cx="184731" cy="455057"/>
          </a:xfrm>
          <a:prstGeom prst="can">
            <a:avLst>
              <a:gd name="adj" fmla="val 30769"/>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59085" name="AutoShape 13">
            <a:extLst>
              <a:ext uri="{FF2B5EF4-FFF2-40B4-BE49-F238E27FC236}">
                <a16:creationId xmlns:a16="http://schemas.microsoft.com/office/drawing/2014/main" id="{E751ED43-113C-3E7F-DF03-FEAA7FE2C8A1}"/>
              </a:ext>
            </a:extLst>
          </p:cNvPr>
          <p:cNvSpPr>
            <a:spLocks noChangeArrowheads="1"/>
          </p:cNvSpPr>
          <p:nvPr/>
        </p:nvSpPr>
        <p:spPr bwMode="auto">
          <a:xfrm>
            <a:off x="3371850" y="5258871"/>
            <a:ext cx="184731" cy="455057"/>
          </a:xfrm>
          <a:prstGeom prst="can">
            <a:avLst>
              <a:gd name="adj" fmla="val 30769"/>
            </a:avLst>
          </a:prstGeom>
          <a:gradFill rotWithShape="0">
            <a:gsLst>
              <a:gs pos="0">
                <a:schemeClr val="hlink">
                  <a:gamma/>
                  <a:shade val="46275"/>
                  <a:invGamma/>
                </a:schemeClr>
              </a:gs>
              <a:gs pos="50000">
                <a:schemeClr val="hlink"/>
              </a:gs>
              <a:gs pos="100000">
                <a:schemeClr val="hlink">
                  <a:gamma/>
                  <a:shade val="46275"/>
                  <a:invGamma/>
                </a:schemeClr>
              </a:gs>
            </a:gsLst>
            <a:lin ang="0" scaled="1"/>
          </a:gra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59088" name="Line 16">
            <a:extLst>
              <a:ext uri="{FF2B5EF4-FFF2-40B4-BE49-F238E27FC236}">
                <a16:creationId xmlns:a16="http://schemas.microsoft.com/office/drawing/2014/main" id="{A1504D55-23CB-4880-932B-4A578A662D11}"/>
              </a:ext>
            </a:extLst>
          </p:cNvPr>
          <p:cNvSpPr>
            <a:spLocks noChangeShapeType="1"/>
          </p:cNvSpPr>
          <p:nvPr/>
        </p:nvSpPr>
        <p:spPr bwMode="auto">
          <a:xfrm flipH="1">
            <a:off x="2628900" y="2514600"/>
            <a:ext cx="2228850" cy="2057400"/>
          </a:xfrm>
          <a:prstGeom prst="line">
            <a:avLst/>
          </a:prstGeom>
          <a:noFill/>
          <a:ln w="12700">
            <a:solidFill>
              <a:schemeClr val="tx1"/>
            </a:solidFill>
            <a:prstDash val="dash"/>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89" name="Line 17">
            <a:extLst>
              <a:ext uri="{FF2B5EF4-FFF2-40B4-BE49-F238E27FC236}">
                <a16:creationId xmlns:a16="http://schemas.microsoft.com/office/drawing/2014/main" id="{CC42ADB4-A8D9-77FF-4EDE-841B6527C64B}"/>
              </a:ext>
            </a:extLst>
          </p:cNvPr>
          <p:cNvSpPr>
            <a:spLocks noChangeShapeType="1"/>
          </p:cNvSpPr>
          <p:nvPr/>
        </p:nvSpPr>
        <p:spPr bwMode="auto">
          <a:xfrm flipH="1">
            <a:off x="2959100" y="3048000"/>
            <a:ext cx="2971800" cy="1752600"/>
          </a:xfrm>
          <a:prstGeom prst="line">
            <a:avLst/>
          </a:prstGeom>
          <a:noFill/>
          <a:ln w="12700">
            <a:solidFill>
              <a:schemeClr val="tx1"/>
            </a:solidFill>
            <a:prstDash val="dash"/>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90" name="Line 18">
            <a:extLst>
              <a:ext uri="{FF2B5EF4-FFF2-40B4-BE49-F238E27FC236}">
                <a16:creationId xmlns:a16="http://schemas.microsoft.com/office/drawing/2014/main" id="{EB80A576-7ED9-AB6C-9F63-506E28465F7D}"/>
              </a:ext>
            </a:extLst>
          </p:cNvPr>
          <p:cNvSpPr>
            <a:spLocks noChangeShapeType="1"/>
          </p:cNvSpPr>
          <p:nvPr/>
        </p:nvSpPr>
        <p:spPr bwMode="auto">
          <a:xfrm flipH="1">
            <a:off x="3289301" y="4365626"/>
            <a:ext cx="1222375" cy="663575"/>
          </a:xfrm>
          <a:prstGeom prst="line">
            <a:avLst/>
          </a:prstGeom>
          <a:noFill/>
          <a:ln w="12700">
            <a:solidFill>
              <a:schemeClr val="tx1"/>
            </a:solidFill>
            <a:prstDash val="dash"/>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93" name="Line 21">
            <a:extLst>
              <a:ext uri="{FF2B5EF4-FFF2-40B4-BE49-F238E27FC236}">
                <a16:creationId xmlns:a16="http://schemas.microsoft.com/office/drawing/2014/main" id="{9712DAFF-AE09-CD07-EC9A-381A45B49F36}"/>
              </a:ext>
            </a:extLst>
          </p:cNvPr>
          <p:cNvSpPr>
            <a:spLocks noChangeShapeType="1"/>
          </p:cNvSpPr>
          <p:nvPr/>
        </p:nvSpPr>
        <p:spPr bwMode="auto">
          <a:xfrm flipH="1">
            <a:off x="4940300" y="2590800"/>
            <a:ext cx="165100" cy="12954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59094" name="Line 22">
            <a:extLst>
              <a:ext uri="{FF2B5EF4-FFF2-40B4-BE49-F238E27FC236}">
                <a16:creationId xmlns:a16="http://schemas.microsoft.com/office/drawing/2014/main" id="{5EC7D832-D501-C76F-6AF2-9872206A0B67}"/>
              </a:ext>
            </a:extLst>
          </p:cNvPr>
          <p:cNvSpPr>
            <a:spLocks noChangeShapeType="1"/>
          </p:cNvSpPr>
          <p:nvPr/>
        </p:nvSpPr>
        <p:spPr bwMode="auto">
          <a:xfrm flipH="1">
            <a:off x="5105400" y="3200400"/>
            <a:ext cx="990600" cy="7620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95" name="Line 23">
            <a:extLst>
              <a:ext uri="{FF2B5EF4-FFF2-40B4-BE49-F238E27FC236}">
                <a16:creationId xmlns:a16="http://schemas.microsoft.com/office/drawing/2014/main" id="{49EEB59E-681C-4DEC-E72F-DF696651895C}"/>
              </a:ext>
            </a:extLst>
          </p:cNvPr>
          <p:cNvSpPr>
            <a:spLocks noChangeShapeType="1"/>
          </p:cNvSpPr>
          <p:nvPr/>
        </p:nvSpPr>
        <p:spPr bwMode="auto">
          <a:xfrm flipH="1">
            <a:off x="5270500" y="3733800"/>
            <a:ext cx="1733550" cy="30480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96" name="AutoShape 24">
            <a:extLst>
              <a:ext uri="{FF2B5EF4-FFF2-40B4-BE49-F238E27FC236}">
                <a16:creationId xmlns:a16="http://schemas.microsoft.com/office/drawing/2014/main" id="{D97D2492-0F51-90DF-50E0-2A4639D52B02}"/>
              </a:ext>
            </a:extLst>
          </p:cNvPr>
          <p:cNvSpPr>
            <a:spLocks noChangeArrowheads="1"/>
          </p:cNvSpPr>
          <p:nvPr/>
        </p:nvSpPr>
        <p:spPr bwMode="auto">
          <a:xfrm rot="1821568" flipH="1">
            <a:off x="773112" y="5622608"/>
            <a:ext cx="3533776" cy="451485"/>
          </a:xfrm>
          <a:prstGeom prst="parallelogram">
            <a:avLst>
              <a:gd name="adj" fmla="val 20817"/>
            </a:avLst>
          </a:prstGeom>
          <a:solidFill>
            <a:srgbClr val="C0C0C0"/>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97" name="AutoShape 25">
            <a:extLst>
              <a:ext uri="{FF2B5EF4-FFF2-40B4-BE49-F238E27FC236}">
                <a16:creationId xmlns:a16="http://schemas.microsoft.com/office/drawing/2014/main" id="{E01A3791-C3C1-C2CC-04B5-056077687DDE}"/>
              </a:ext>
            </a:extLst>
          </p:cNvPr>
          <p:cNvSpPr>
            <a:spLocks noChangeArrowheads="1"/>
          </p:cNvSpPr>
          <p:nvPr/>
        </p:nvSpPr>
        <p:spPr bwMode="auto">
          <a:xfrm rot="20665557">
            <a:off x="3841750" y="5517833"/>
            <a:ext cx="7429500" cy="451485"/>
          </a:xfrm>
          <a:prstGeom prst="parallelogram">
            <a:avLst>
              <a:gd name="adj" fmla="val 45590"/>
            </a:avLst>
          </a:prstGeom>
          <a:solidFill>
            <a:srgbClr val="FFFFFF"/>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098" name="WordArt 26">
            <a:extLst>
              <a:ext uri="{FF2B5EF4-FFF2-40B4-BE49-F238E27FC236}">
                <a16:creationId xmlns:a16="http://schemas.microsoft.com/office/drawing/2014/main" id="{FCC3115C-4B25-46E2-6464-77BD4A141A7C}"/>
              </a:ext>
            </a:extLst>
          </p:cNvPr>
          <p:cNvSpPr>
            <a:spLocks noChangeArrowheads="1" noChangeShapeType="1" noTextEdit="1"/>
          </p:cNvSpPr>
          <p:nvPr/>
        </p:nvSpPr>
        <p:spPr bwMode="auto">
          <a:xfrm rot="20673943">
            <a:off x="3970338" y="5084763"/>
            <a:ext cx="6240462" cy="55245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5880"/>
              </a:avLst>
            </a:prstTxWarp>
          </a:bodyPr>
          <a:lstStyle/>
          <a:p>
            <a:pPr algn="ctr"/>
            <a:r>
              <a:rPr lang="en-GB" sz="3600" kern="10">
                <a:ln w="9525">
                  <a:solidFill>
                    <a:srgbClr val="C0C0C0"/>
                  </a:solidFill>
                  <a:round/>
                  <a:headEnd/>
                  <a:tailEnd/>
                </a:ln>
                <a:solidFill>
                  <a:srgbClr val="C0C0C0"/>
                </a:solidFill>
                <a:latin typeface="Tahoma" panose="020B0604030504040204" pitchFamily="34" charset="0"/>
                <a:ea typeface="Tahoma" panose="020B0604030504040204" pitchFamily="34" charset="0"/>
                <a:cs typeface="Tahoma" panose="020B0604030504040204" pitchFamily="34" charset="0"/>
              </a:rPr>
              <a:t>kernel</a:t>
            </a:r>
            <a:endParaRPr lang="en-IT" sz="3600" kern="10">
              <a:ln w="9525">
                <a:solidFill>
                  <a:srgbClr val="C0C0C0"/>
                </a:solidFill>
                <a:round/>
                <a:headEnd/>
                <a:tailEnd/>
              </a:ln>
              <a:solidFill>
                <a:srgbClr val="C0C0C0"/>
              </a:solidFill>
              <a:latin typeface="Tahoma" panose="020B0604030504040204" pitchFamily="34" charset="0"/>
              <a:ea typeface="Tahoma" panose="020B0604030504040204" pitchFamily="34" charset="0"/>
              <a:cs typeface="Tahoma" panose="020B0604030504040204" pitchFamily="34" charset="0"/>
            </a:endParaRPr>
          </a:p>
        </p:txBody>
      </p:sp>
      <p:grpSp>
        <p:nvGrpSpPr>
          <p:cNvPr id="259241" name="Group 169">
            <a:extLst>
              <a:ext uri="{FF2B5EF4-FFF2-40B4-BE49-F238E27FC236}">
                <a16:creationId xmlns:a16="http://schemas.microsoft.com/office/drawing/2014/main" id="{38E0C695-3A85-B2CD-E461-11AAFE675590}"/>
              </a:ext>
            </a:extLst>
          </p:cNvPr>
          <p:cNvGrpSpPr>
            <a:grpSpLocks/>
          </p:cNvGrpSpPr>
          <p:nvPr/>
        </p:nvGrpSpPr>
        <p:grpSpPr bwMode="auto">
          <a:xfrm>
            <a:off x="1412876" y="1430338"/>
            <a:ext cx="2379663" cy="825500"/>
            <a:chOff x="170" y="901"/>
            <a:chExt cx="1499" cy="520"/>
          </a:xfrm>
        </p:grpSpPr>
        <p:sp>
          <p:nvSpPr>
            <p:cNvPr id="259100" name="Text Box 28">
              <a:extLst>
                <a:ext uri="{FF2B5EF4-FFF2-40B4-BE49-F238E27FC236}">
                  <a16:creationId xmlns:a16="http://schemas.microsoft.com/office/drawing/2014/main" id="{D639727F-FF18-EEFE-B18C-BBFEE11644B1}"/>
                </a:ext>
              </a:extLst>
            </p:cNvPr>
            <p:cNvSpPr txBox="1">
              <a:spLocks noChangeArrowheads="1"/>
            </p:cNvSpPr>
            <p:nvPr/>
          </p:nvSpPr>
          <p:spPr bwMode="auto">
            <a:xfrm>
              <a:off x="170" y="901"/>
              <a:ext cx="1004" cy="5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eaLnBrk="0" hangingPunct="0"/>
              <a:r>
                <a:rPr lang="it-IT" altLang="en-IT" sz="1600">
                  <a:latin typeface="Tahoma" panose="020B0604030504040204" pitchFamily="34" charset="0"/>
                </a:rPr>
                <a:t>file access </a:t>
              </a:r>
            </a:p>
            <a:p>
              <a:pPr algn="r" eaLnBrk="0" hangingPunct="0"/>
              <a:r>
                <a:rPr lang="it-IT" altLang="en-IT" sz="1600">
                  <a:latin typeface="Tahoma" panose="020B0604030504040204" pitchFamily="34" charset="0"/>
                </a:rPr>
                <a:t>connections</a:t>
              </a:r>
            </a:p>
            <a:p>
              <a:pPr algn="r" eaLnBrk="0" hangingPunct="0"/>
              <a:r>
                <a:rPr lang="it-IT" altLang="en-IT" sz="1600">
                  <a:latin typeface="Tahoma" panose="020B0604030504040204" pitchFamily="34" charset="0"/>
                </a:rPr>
                <a:t>routing updates</a:t>
              </a:r>
            </a:p>
          </p:txBody>
        </p:sp>
        <p:sp>
          <p:nvSpPr>
            <p:cNvPr id="259101" name="Line 29">
              <a:extLst>
                <a:ext uri="{FF2B5EF4-FFF2-40B4-BE49-F238E27FC236}">
                  <a16:creationId xmlns:a16="http://schemas.microsoft.com/office/drawing/2014/main" id="{CC75D71E-9A71-039F-03BE-FE5FDBEC587D}"/>
                </a:ext>
              </a:extLst>
            </p:cNvPr>
            <p:cNvSpPr>
              <a:spLocks noChangeShapeType="1"/>
            </p:cNvSpPr>
            <p:nvPr/>
          </p:nvSpPr>
          <p:spPr bwMode="auto">
            <a:xfrm flipV="1">
              <a:off x="1200" y="1176"/>
              <a:ext cx="469" cy="0"/>
            </a:xfrm>
            <a:prstGeom prst="line">
              <a:avLst/>
            </a:prstGeom>
            <a:noFill/>
            <a:ln w="57150">
              <a:solidFill>
                <a:srgbClr val="C0C0C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102" name="Line 30">
              <a:extLst>
                <a:ext uri="{FF2B5EF4-FFF2-40B4-BE49-F238E27FC236}">
                  <a16:creationId xmlns:a16="http://schemas.microsoft.com/office/drawing/2014/main" id="{94172A7B-CB2A-5031-582C-D2C14E8344E2}"/>
                </a:ext>
              </a:extLst>
            </p:cNvPr>
            <p:cNvSpPr>
              <a:spLocks noChangeShapeType="1"/>
            </p:cNvSpPr>
            <p:nvPr/>
          </p:nvSpPr>
          <p:spPr bwMode="auto">
            <a:xfrm flipV="1">
              <a:off x="1200" y="1008"/>
              <a:ext cx="468" cy="0"/>
            </a:xfrm>
            <a:prstGeom prst="line">
              <a:avLst/>
            </a:prstGeom>
            <a:noFill/>
            <a:ln w="12700">
              <a:solidFill>
                <a:schemeClr val="tx1"/>
              </a:solidFill>
              <a:prstDash val="dash"/>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59103" name="Line 31">
              <a:extLst>
                <a:ext uri="{FF2B5EF4-FFF2-40B4-BE49-F238E27FC236}">
                  <a16:creationId xmlns:a16="http://schemas.microsoft.com/office/drawing/2014/main" id="{0B56FEDA-8554-A8EE-EDE3-2D281DE715D2}"/>
                </a:ext>
              </a:extLst>
            </p:cNvPr>
            <p:cNvSpPr>
              <a:spLocks noChangeShapeType="1"/>
            </p:cNvSpPr>
            <p:nvPr/>
          </p:nvSpPr>
          <p:spPr bwMode="auto">
            <a:xfrm flipV="1">
              <a:off x="1200" y="1344"/>
              <a:ext cx="468" cy="0"/>
            </a:xfrm>
            <a:prstGeom prst="line">
              <a:avLst/>
            </a:prstGeom>
            <a:noFill/>
            <a:ln w="2857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sp>
        <p:nvSpPr>
          <p:cNvPr id="259136" name="Line 64">
            <a:extLst>
              <a:ext uri="{FF2B5EF4-FFF2-40B4-BE49-F238E27FC236}">
                <a16:creationId xmlns:a16="http://schemas.microsoft.com/office/drawing/2014/main" id="{99E6D29E-DEF5-A098-87F9-522B31F10DE8}"/>
              </a:ext>
            </a:extLst>
          </p:cNvPr>
          <p:cNvSpPr>
            <a:spLocks noChangeShapeType="1"/>
          </p:cNvSpPr>
          <p:nvPr/>
        </p:nvSpPr>
        <p:spPr bwMode="auto">
          <a:xfrm flipH="1">
            <a:off x="3702050" y="3810000"/>
            <a:ext cx="3549650" cy="1447800"/>
          </a:xfrm>
          <a:prstGeom prst="line">
            <a:avLst/>
          </a:prstGeom>
          <a:noFill/>
          <a:ln w="12700">
            <a:solidFill>
              <a:schemeClr val="tx1"/>
            </a:solidFill>
            <a:prstDash val="dash"/>
            <a:round/>
            <a:headEnd type="oval" w="med" len="me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nvGrpSpPr>
          <p:cNvPr id="259164" name="Group 92">
            <a:extLst>
              <a:ext uri="{FF2B5EF4-FFF2-40B4-BE49-F238E27FC236}">
                <a16:creationId xmlns:a16="http://schemas.microsoft.com/office/drawing/2014/main" id="{BAE87427-4352-530C-06B7-E0652B2423DE}"/>
              </a:ext>
            </a:extLst>
          </p:cNvPr>
          <p:cNvGrpSpPr>
            <a:grpSpLocks/>
          </p:cNvGrpSpPr>
          <p:nvPr/>
        </p:nvGrpSpPr>
        <p:grpSpPr bwMode="auto">
          <a:xfrm>
            <a:off x="4440239" y="1268413"/>
            <a:ext cx="968375" cy="576262"/>
            <a:chOff x="1467" y="2568"/>
            <a:chExt cx="610" cy="363"/>
          </a:xfrm>
        </p:grpSpPr>
        <p:sp>
          <p:nvSpPr>
            <p:cNvPr id="259139" name="Rectangle 67">
              <a:extLst>
                <a:ext uri="{FF2B5EF4-FFF2-40B4-BE49-F238E27FC236}">
                  <a16:creationId xmlns:a16="http://schemas.microsoft.com/office/drawing/2014/main" id="{BBE20DB6-F931-3FF2-3C36-9DCD45EF4636}"/>
                </a:ext>
              </a:extLst>
            </p:cNvPr>
            <p:cNvSpPr>
              <a:spLocks noChangeArrowheads="1"/>
            </p:cNvSpPr>
            <p:nvPr/>
          </p:nvSpPr>
          <p:spPr bwMode="auto">
            <a:xfrm>
              <a:off x="1467" y="2614"/>
              <a:ext cx="610" cy="317"/>
            </a:xfrm>
            <a:prstGeom prst="rect">
              <a:avLst/>
            </a:prstGeom>
            <a:solidFill>
              <a:schemeClr val="bg1"/>
            </a:solidFill>
            <a:ln w="38100">
              <a:solidFill>
                <a:srgbClr val="0095B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it-IT" altLang="en-IT"/>
            </a:p>
          </p:txBody>
        </p:sp>
        <p:sp>
          <p:nvSpPr>
            <p:cNvPr id="259140" name="Text Box 68">
              <a:extLst>
                <a:ext uri="{FF2B5EF4-FFF2-40B4-BE49-F238E27FC236}">
                  <a16:creationId xmlns:a16="http://schemas.microsoft.com/office/drawing/2014/main" id="{7BA7E66E-5A59-4118-009A-D6D7B90A869E}"/>
                </a:ext>
              </a:extLst>
            </p:cNvPr>
            <p:cNvSpPr txBox="1">
              <a:spLocks noChangeArrowheads="1"/>
            </p:cNvSpPr>
            <p:nvPr/>
          </p:nvSpPr>
          <p:spPr bwMode="auto">
            <a:xfrm>
              <a:off x="1474" y="2704"/>
              <a:ext cx="603" cy="18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72000" bIns="36000"/>
            <a:lstStyle/>
            <a:p>
              <a:r>
                <a:rPr lang="it-IT" altLang="en-IT" sz="1400" b="1">
                  <a:latin typeface="Lucida Console" panose="020B0609040504020204" pitchFamily="49" charset="0"/>
                </a:rPr>
                <a:t>bgpd&gt;█</a:t>
              </a:r>
            </a:p>
          </p:txBody>
        </p:sp>
        <p:grpSp>
          <p:nvGrpSpPr>
            <p:cNvPr id="259163" name="Group 91">
              <a:extLst>
                <a:ext uri="{FF2B5EF4-FFF2-40B4-BE49-F238E27FC236}">
                  <a16:creationId xmlns:a16="http://schemas.microsoft.com/office/drawing/2014/main" id="{A175B04A-13E7-221A-BABE-AFDA3866CCF4}"/>
                </a:ext>
              </a:extLst>
            </p:cNvPr>
            <p:cNvGrpSpPr>
              <a:grpSpLocks/>
            </p:cNvGrpSpPr>
            <p:nvPr/>
          </p:nvGrpSpPr>
          <p:grpSpPr bwMode="auto">
            <a:xfrm>
              <a:off x="1467" y="2568"/>
              <a:ext cx="610" cy="120"/>
              <a:chOff x="1467" y="2568"/>
              <a:chExt cx="1154" cy="227"/>
            </a:xfrm>
          </p:grpSpPr>
          <p:sp>
            <p:nvSpPr>
              <p:cNvPr id="259141" name="AutoShape 69">
                <a:extLst>
                  <a:ext uri="{FF2B5EF4-FFF2-40B4-BE49-F238E27FC236}">
                    <a16:creationId xmlns:a16="http://schemas.microsoft.com/office/drawing/2014/main" id="{89362A69-5E95-C7CF-3E8F-20C26AEC222A}"/>
                  </a:ext>
                </a:extLst>
              </p:cNvPr>
              <p:cNvSpPr>
                <a:spLocks noChangeArrowheads="1"/>
              </p:cNvSpPr>
              <p:nvPr/>
            </p:nvSpPr>
            <p:spPr bwMode="auto">
              <a:xfrm>
                <a:off x="1467" y="2568"/>
                <a:ext cx="1154" cy="227"/>
              </a:xfrm>
              <a:prstGeom prst="roundRect">
                <a:avLst>
                  <a:gd name="adj" fmla="val 43093"/>
                </a:avLst>
              </a:prstGeom>
              <a:gradFill rotWithShape="1">
                <a:gsLst>
                  <a:gs pos="0">
                    <a:srgbClr val="00C1EE"/>
                  </a:gs>
                  <a:gs pos="100000">
                    <a:srgbClr val="00C1EE">
                      <a:gamma/>
                      <a:shade val="36078"/>
                      <a:invGamma/>
                    </a:srgbClr>
                  </a:gs>
                </a:gsLst>
                <a:lin ang="5400000" scaled="1"/>
              </a:gra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42" name="Group 70">
                <a:extLst>
                  <a:ext uri="{FF2B5EF4-FFF2-40B4-BE49-F238E27FC236}">
                    <a16:creationId xmlns:a16="http://schemas.microsoft.com/office/drawing/2014/main" id="{B6A40FD3-23A9-6A1D-6A07-F334980F93E4}"/>
                  </a:ext>
                </a:extLst>
              </p:cNvPr>
              <p:cNvGrpSpPr>
                <a:grpSpLocks/>
              </p:cNvGrpSpPr>
              <p:nvPr/>
            </p:nvGrpSpPr>
            <p:grpSpPr bwMode="auto">
              <a:xfrm>
                <a:off x="1535" y="2613"/>
                <a:ext cx="141" cy="142"/>
                <a:chOff x="2440" y="2568"/>
                <a:chExt cx="151" cy="152"/>
              </a:xfrm>
            </p:grpSpPr>
            <p:sp>
              <p:nvSpPr>
                <p:cNvPr id="259143" name="Oval 71">
                  <a:extLst>
                    <a:ext uri="{FF2B5EF4-FFF2-40B4-BE49-F238E27FC236}">
                      <a16:creationId xmlns:a16="http://schemas.microsoft.com/office/drawing/2014/main" id="{6333A894-3259-041F-8E6A-263EABC17655}"/>
                    </a:ext>
                  </a:extLst>
                </p:cNvPr>
                <p:cNvSpPr>
                  <a:spLocks noChangeArrowheads="1"/>
                </p:cNvSpPr>
                <p:nvPr/>
              </p:nvSpPr>
              <p:spPr bwMode="auto">
                <a:xfrm>
                  <a:off x="2455" y="2584"/>
                  <a:ext cx="136" cy="136"/>
                </a:xfrm>
                <a:prstGeom prst="ellipse">
                  <a:avLst/>
                </a:pr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44" name="Oval 72">
                  <a:extLst>
                    <a:ext uri="{FF2B5EF4-FFF2-40B4-BE49-F238E27FC236}">
                      <a16:creationId xmlns:a16="http://schemas.microsoft.com/office/drawing/2014/main" id="{7AFB4366-CC24-CE97-3878-80037E62DB33}"/>
                    </a:ext>
                  </a:extLst>
                </p:cNvPr>
                <p:cNvSpPr>
                  <a:spLocks noChangeArrowheads="1"/>
                </p:cNvSpPr>
                <p:nvPr/>
              </p:nvSpPr>
              <p:spPr bwMode="auto">
                <a:xfrm>
                  <a:off x="2440" y="2568"/>
                  <a:ext cx="136" cy="136"/>
                </a:xfrm>
                <a:prstGeom prst="ellipse">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45" name="AutoShape 73">
                  <a:extLst>
                    <a:ext uri="{FF2B5EF4-FFF2-40B4-BE49-F238E27FC236}">
                      <a16:creationId xmlns:a16="http://schemas.microsoft.com/office/drawing/2014/main" id="{2A90B8DF-9F26-3E9D-185D-89DAE1832012}"/>
                    </a:ext>
                  </a:extLst>
                </p:cNvPr>
                <p:cNvSpPr>
                  <a:spLocks noChangeArrowheads="1"/>
                </p:cNvSpPr>
                <p:nvPr/>
              </p:nvSpPr>
              <p:spPr bwMode="auto">
                <a:xfrm flipV="1">
                  <a:off x="2474" y="2607"/>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nvGrpSpPr>
              <p:cNvPr id="259146" name="Group 74">
                <a:extLst>
                  <a:ext uri="{FF2B5EF4-FFF2-40B4-BE49-F238E27FC236}">
                    <a16:creationId xmlns:a16="http://schemas.microsoft.com/office/drawing/2014/main" id="{EE3CA416-1C2B-88A0-1433-52548D415110}"/>
                  </a:ext>
                </a:extLst>
              </p:cNvPr>
              <p:cNvGrpSpPr>
                <a:grpSpLocks/>
              </p:cNvGrpSpPr>
              <p:nvPr/>
            </p:nvGrpSpPr>
            <p:grpSpPr bwMode="auto">
              <a:xfrm>
                <a:off x="2076" y="2614"/>
                <a:ext cx="136" cy="142"/>
                <a:chOff x="3359" y="2621"/>
                <a:chExt cx="138" cy="145"/>
              </a:xfrm>
            </p:grpSpPr>
            <p:sp>
              <p:nvSpPr>
                <p:cNvPr id="259147" name="Rectangle 75">
                  <a:extLst>
                    <a:ext uri="{FF2B5EF4-FFF2-40B4-BE49-F238E27FC236}">
                      <a16:creationId xmlns:a16="http://schemas.microsoft.com/office/drawing/2014/main" id="{3B4B9534-170B-13A5-8D11-0F1A5235E068}"/>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48" name="Rectangle 76">
                  <a:extLst>
                    <a:ext uri="{FF2B5EF4-FFF2-40B4-BE49-F238E27FC236}">
                      <a16:creationId xmlns:a16="http://schemas.microsoft.com/office/drawing/2014/main" id="{8377B1E5-DEAF-44CD-F93A-DA3B508114E1}"/>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49" name="Line 77">
                  <a:extLst>
                    <a:ext uri="{FF2B5EF4-FFF2-40B4-BE49-F238E27FC236}">
                      <a16:creationId xmlns:a16="http://schemas.microsoft.com/office/drawing/2014/main" id="{DEFF7EAF-5CFA-E537-7DDA-F162A8D0333C}"/>
                    </a:ext>
                  </a:extLst>
                </p:cNvPr>
                <p:cNvSpPr>
                  <a:spLocks noChangeShapeType="1"/>
                </p:cNvSpPr>
                <p:nvPr/>
              </p:nvSpPr>
              <p:spPr bwMode="auto">
                <a:xfrm rot="5400000" flipV="1">
                  <a:off x="3421" y="2679"/>
                  <a:ext cx="0" cy="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nvGrpSpPr>
              <p:cNvPr id="259150" name="Group 78">
                <a:extLst>
                  <a:ext uri="{FF2B5EF4-FFF2-40B4-BE49-F238E27FC236}">
                    <a16:creationId xmlns:a16="http://schemas.microsoft.com/office/drawing/2014/main" id="{60664EA6-3B12-7DFD-8133-A1263DFAAA2F}"/>
                  </a:ext>
                </a:extLst>
              </p:cNvPr>
              <p:cNvGrpSpPr>
                <a:grpSpLocks/>
              </p:cNvGrpSpPr>
              <p:nvPr/>
            </p:nvGrpSpPr>
            <p:grpSpPr bwMode="auto">
              <a:xfrm>
                <a:off x="2394" y="2614"/>
                <a:ext cx="136" cy="142"/>
                <a:chOff x="3359" y="2621"/>
                <a:chExt cx="138" cy="145"/>
              </a:xfrm>
            </p:grpSpPr>
            <p:sp>
              <p:nvSpPr>
                <p:cNvPr id="259151" name="Rectangle 79">
                  <a:extLst>
                    <a:ext uri="{FF2B5EF4-FFF2-40B4-BE49-F238E27FC236}">
                      <a16:creationId xmlns:a16="http://schemas.microsoft.com/office/drawing/2014/main" id="{95BA5387-052A-2809-066F-A2406B3B8443}"/>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52" name="Rectangle 80">
                  <a:extLst>
                    <a:ext uri="{FF2B5EF4-FFF2-40B4-BE49-F238E27FC236}">
                      <a16:creationId xmlns:a16="http://schemas.microsoft.com/office/drawing/2014/main" id="{0A6479DF-EA05-3DEA-4A63-A18ACC0C6EDB}"/>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53" name="Group 81">
                  <a:extLst>
                    <a:ext uri="{FF2B5EF4-FFF2-40B4-BE49-F238E27FC236}">
                      <a16:creationId xmlns:a16="http://schemas.microsoft.com/office/drawing/2014/main" id="{DF88FB69-1CCE-63F0-E899-61F03B86E14B}"/>
                    </a:ext>
                  </a:extLst>
                </p:cNvPr>
                <p:cNvGrpSpPr>
                  <a:grpSpLocks/>
                </p:cNvGrpSpPr>
                <p:nvPr/>
              </p:nvGrpSpPr>
              <p:grpSpPr bwMode="auto">
                <a:xfrm>
                  <a:off x="3388" y="2655"/>
                  <a:ext cx="62" cy="62"/>
                  <a:chOff x="2712" y="2758"/>
                  <a:chExt cx="90" cy="90"/>
                </a:xfrm>
              </p:grpSpPr>
              <p:sp>
                <p:nvSpPr>
                  <p:cNvPr id="259154" name="Line 82">
                    <a:extLst>
                      <a:ext uri="{FF2B5EF4-FFF2-40B4-BE49-F238E27FC236}">
                        <a16:creationId xmlns:a16="http://schemas.microsoft.com/office/drawing/2014/main" id="{9E46D547-C61D-82E6-D933-6FE44A37F844}"/>
                      </a:ext>
                    </a:extLst>
                  </p:cNvPr>
                  <p:cNvSpPr>
                    <a:spLocks noChangeShapeType="1"/>
                  </p:cNvSpPr>
                  <p:nvPr/>
                </p:nvSpPr>
                <p:spPr bwMode="auto">
                  <a:xfrm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155" name="Line 83">
                    <a:extLst>
                      <a:ext uri="{FF2B5EF4-FFF2-40B4-BE49-F238E27FC236}">
                        <a16:creationId xmlns:a16="http://schemas.microsoft.com/office/drawing/2014/main" id="{FA9AC94D-E09E-888E-933D-7DD25FE87ECB}"/>
                      </a:ext>
                    </a:extLst>
                  </p:cNvPr>
                  <p:cNvSpPr>
                    <a:spLocks noChangeShapeType="1"/>
                  </p:cNvSpPr>
                  <p:nvPr/>
                </p:nvSpPr>
                <p:spPr bwMode="auto">
                  <a:xfrm rot="5400000"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grpSp>
            <p:nvGrpSpPr>
              <p:cNvPr id="259156" name="Group 84">
                <a:extLst>
                  <a:ext uri="{FF2B5EF4-FFF2-40B4-BE49-F238E27FC236}">
                    <a16:creationId xmlns:a16="http://schemas.microsoft.com/office/drawing/2014/main" id="{9F24A351-E367-7F7B-F560-C174F91BDD0C}"/>
                  </a:ext>
                </a:extLst>
              </p:cNvPr>
              <p:cNvGrpSpPr>
                <a:grpSpLocks/>
              </p:cNvGrpSpPr>
              <p:nvPr/>
            </p:nvGrpSpPr>
            <p:grpSpPr bwMode="auto">
              <a:xfrm>
                <a:off x="2236" y="2613"/>
                <a:ext cx="134" cy="138"/>
                <a:chOff x="3936" y="2011"/>
                <a:chExt cx="109" cy="112"/>
              </a:xfrm>
            </p:grpSpPr>
            <p:sp>
              <p:nvSpPr>
                <p:cNvPr id="259157" name="Rectangle 85">
                  <a:extLst>
                    <a:ext uri="{FF2B5EF4-FFF2-40B4-BE49-F238E27FC236}">
                      <a16:creationId xmlns:a16="http://schemas.microsoft.com/office/drawing/2014/main" id="{E12A99CA-BA90-0112-BB22-DBE005DFC31D}"/>
                    </a:ext>
                  </a:extLst>
                </p:cNvPr>
                <p:cNvSpPr>
                  <a:spLocks noChangeArrowheads="1"/>
                </p:cNvSpPr>
                <p:nvPr/>
              </p:nvSpPr>
              <p:spPr bwMode="auto">
                <a:xfrm>
                  <a:off x="3951" y="2020"/>
                  <a:ext cx="94" cy="103"/>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58" name="Rectangle 86">
                  <a:extLst>
                    <a:ext uri="{FF2B5EF4-FFF2-40B4-BE49-F238E27FC236}">
                      <a16:creationId xmlns:a16="http://schemas.microsoft.com/office/drawing/2014/main" id="{ED791899-48F2-31EA-DA06-276EEF079468}"/>
                    </a:ext>
                  </a:extLst>
                </p:cNvPr>
                <p:cNvSpPr>
                  <a:spLocks noChangeArrowheads="1"/>
                </p:cNvSpPr>
                <p:nvPr/>
              </p:nvSpPr>
              <p:spPr bwMode="auto">
                <a:xfrm>
                  <a:off x="3936" y="2011"/>
                  <a:ext cx="94" cy="103"/>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59" name="Group 87">
                  <a:extLst>
                    <a:ext uri="{FF2B5EF4-FFF2-40B4-BE49-F238E27FC236}">
                      <a16:creationId xmlns:a16="http://schemas.microsoft.com/office/drawing/2014/main" id="{CCE9C743-E6B8-5D93-B0CA-0F020F1AACF6}"/>
                    </a:ext>
                  </a:extLst>
                </p:cNvPr>
                <p:cNvGrpSpPr>
                  <a:grpSpLocks/>
                </p:cNvGrpSpPr>
                <p:nvPr/>
              </p:nvGrpSpPr>
              <p:grpSpPr bwMode="auto">
                <a:xfrm>
                  <a:off x="3956" y="2032"/>
                  <a:ext cx="54" cy="61"/>
                  <a:chOff x="2530" y="2399"/>
                  <a:chExt cx="68" cy="77"/>
                </a:xfrm>
              </p:grpSpPr>
              <p:sp>
                <p:nvSpPr>
                  <p:cNvPr id="259160" name="Line 88">
                    <a:extLst>
                      <a:ext uri="{FF2B5EF4-FFF2-40B4-BE49-F238E27FC236}">
                        <a16:creationId xmlns:a16="http://schemas.microsoft.com/office/drawing/2014/main" id="{E07CADDF-0CCB-C946-02AC-D887680B3C96}"/>
                      </a:ext>
                    </a:extLst>
                  </p:cNvPr>
                  <p:cNvSpPr>
                    <a:spLocks noChangeShapeType="1"/>
                  </p:cNvSpPr>
                  <p:nvPr/>
                </p:nvSpPr>
                <p:spPr bwMode="auto">
                  <a:xfrm rot="5400000" flipV="1">
                    <a:off x="2564" y="2442"/>
                    <a:ext cx="0" cy="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161" name="AutoShape 89">
                    <a:extLst>
                      <a:ext uri="{FF2B5EF4-FFF2-40B4-BE49-F238E27FC236}">
                        <a16:creationId xmlns:a16="http://schemas.microsoft.com/office/drawing/2014/main" id="{52C16BCA-96C3-7584-AA6A-C1CAF1FFDC8F}"/>
                      </a:ext>
                    </a:extLst>
                  </p:cNvPr>
                  <p:cNvSpPr>
                    <a:spLocks noChangeArrowheads="1"/>
                  </p:cNvSpPr>
                  <p:nvPr/>
                </p:nvSpPr>
                <p:spPr bwMode="auto">
                  <a:xfrm>
                    <a:off x="2530" y="2399"/>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grpSp>
      </p:grpSp>
      <p:grpSp>
        <p:nvGrpSpPr>
          <p:cNvPr id="259165" name="Group 93">
            <a:extLst>
              <a:ext uri="{FF2B5EF4-FFF2-40B4-BE49-F238E27FC236}">
                <a16:creationId xmlns:a16="http://schemas.microsoft.com/office/drawing/2014/main" id="{F626DCEC-76AA-52C6-6DEA-A1798666EE7C}"/>
              </a:ext>
            </a:extLst>
          </p:cNvPr>
          <p:cNvGrpSpPr>
            <a:grpSpLocks/>
          </p:cNvGrpSpPr>
          <p:nvPr/>
        </p:nvGrpSpPr>
        <p:grpSpPr bwMode="auto">
          <a:xfrm>
            <a:off x="5880101" y="1773238"/>
            <a:ext cx="969963" cy="576262"/>
            <a:chOff x="1467" y="2568"/>
            <a:chExt cx="610" cy="363"/>
          </a:xfrm>
        </p:grpSpPr>
        <p:sp>
          <p:nvSpPr>
            <p:cNvPr id="259166" name="Rectangle 94">
              <a:extLst>
                <a:ext uri="{FF2B5EF4-FFF2-40B4-BE49-F238E27FC236}">
                  <a16:creationId xmlns:a16="http://schemas.microsoft.com/office/drawing/2014/main" id="{18901A50-E375-C8ED-90A1-31E62532CBCD}"/>
                </a:ext>
              </a:extLst>
            </p:cNvPr>
            <p:cNvSpPr>
              <a:spLocks noChangeArrowheads="1"/>
            </p:cNvSpPr>
            <p:nvPr/>
          </p:nvSpPr>
          <p:spPr bwMode="auto">
            <a:xfrm>
              <a:off x="1467" y="2614"/>
              <a:ext cx="610" cy="317"/>
            </a:xfrm>
            <a:prstGeom prst="rect">
              <a:avLst/>
            </a:prstGeom>
            <a:solidFill>
              <a:schemeClr val="bg1"/>
            </a:solidFill>
            <a:ln w="38100">
              <a:solidFill>
                <a:srgbClr val="0095B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it-IT" altLang="en-IT"/>
            </a:p>
          </p:txBody>
        </p:sp>
        <p:sp>
          <p:nvSpPr>
            <p:cNvPr id="259167" name="Text Box 95">
              <a:extLst>
                <a:ext uri="{FF2B5EF4-FFF2-40B4-BE49-F238E27FC236}">
                  <a16:creationId xmlns:a16="http://schemas.microsoft.com/office/drawing/2014/main" id="{1C67FF7E-F992-814D-C367-91844C7231E8}"/>
                </a:ext>
              </a:extLst>
            </p:cNvPr>
            <p:cNvSpPr txBox="1">
              <a:spLocks noChangeArrowheads="1"/>
            </p:cNvSpPr>
            <p:nvPr/>
          </p:nvSpPr>
          <p:spPr bwMode="auto">
            <a:xfrm>
              <a:off x="1474" y="2704"/>
              <a:ext cx="603" cy="18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72000" bIns="36000"/>
            <a:lstStyle/>
            <a:p>
              <a:r>
                <a:rPr lang="it-IT" altLang="en-IT" sz="1400" b="1">
                  <a:latin typeface="Lucida Console" panose="020B0609040504020204" pitchFamily="49" charset="0"/>
                </a:rPr>
                <a:t>ripd&gt;█</a:t>
              </a:r>
            </a:p>
          </p:txBody>
        </p:sp>
        <p:grpSp>
          <p:nvGrpSpPr>
            <p:cNvPr id="259168" name="Group 96">
              <a:extLst>
                <a:ext uri="{FF2B5EF4-FFF2-40B4-BE49-F238E27FC236}">
                  <a16:creationId xmlns:a16="http://schemas.microsoft.com/office/drawing/2014/main" id="{5C78BC0B-E3C4-4757-F4AE-8AD7C3FB4908}"/>
                </a:ext>
              </a:extLst>
            </p:cNvPr>
            <p:cNvGrpSpPr>
              <a:grpSpLocks/>
            </p:cNvGrpSpPr>
            <p:nvPr/>
          </p:nvGrpSpPr>
          <p:grpSpPr bwMode="auto">
            <a:xfrm>
              <a:off x="1467" y="2568"/>
              <a:ext cx="610" cy="120"/>
              <a:chOff x="1467" y="2568"/>
              <a:chExt cx="1154" cy="227"/>
            </a:xfrm>
          </p:grpSpPr>
          <p:sp>
            <p:nvSpPr>
              <p:cNvPr id="259169" name="AutoShape 97">
                <a:extLst>
                  <a:ext uri="{FF2B5EF4-FFF2-40B4-BE49-F238E27FC236}">
                    <a16:creationId xmlns:a16="http://schemas.microsoft.com/office/drawing/2014/main" id="{9F5DF33A-15B2-D2C8-A681-9780C3981FB7}"/>
                  </a:ext>
                </a:extLst>
              </p:cNvPr>
              <p:cNvSpPr>
                <a:spLocks noChangeArrowheads="1"/>
              </p:cNvSpPr>
              <p:nvPr/>
            </p:nvSpPr>
            <p:spPr bwMode="auto">
              <a:xfrm>
                <a:off x="1467" y="2568"/>
                <a:ext cx="1154" cy="227"/>
              </a:xfrm>
              <a:prstGeom prst="roundRect">
                <a:avLst>
                  <a:gd name="adj" fmla="val 43093"/>
                </a:avLst>
              </a:prstGeom>
              <a:gradFill rotWithShape="1">
                <a:gsLst>
                  <a:gs pos="0">
                    <a:srgbClr val="00C1EE"/>
                  </a:gs>
                  <a:gs pos="100000">
                    <a:srgbClr val="00C1EE">
                      <a:gamma/>
                      <a:shade val="36078"/>
                      <a:invGamma/>
                    </a:srgbClr>
                  </a:gs>
                </a:gsLst>
                <a:lin ang="5400000" scaled="1"/>
              </a:gra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70" name="Group 98">
                <a:extLst>
                  <a:ext uri="{FF2B5EF4-FFF2-40B4-BE49-F238E27FC236}">
                    <a16:creationId xmlns:a16="http://schemas.microsoft.com/office/drawing/2014/main" id="{792A927D-F529-9643-E524-3F8174DFF8FE}"/>
                  </a:ext>
                </a:extLst>
              </p:cNvPr>
              <p:cNvGrpSpPr>
                <a:grpSpLocks/>
              </p:cNvGrpSpPr>
              <p:nvPr/>
            </p:nvGrpSpPr>
            <p:grpSpPr bwMode="auto">
              <a:xfrm>
                <a:off x="1535" y="2613"/>
                <a:ext cx="141" cy="142"/>
                <a:chOff x="2440" y="2568"/>
                <a:chExt cx="151" cy="152"/>
              </a:xfrm>
            </p:grpSpPr>
            <p:sp>
              <p:nvSpPr>
                <p:cNvPr id="259171" name="Oval 99">
                  <a:extLst>
                    <a:ext uri="{FF2B5EF4-FFF2-40B4-BE49-F238E27FC236}">
                      <a16:creationId xmlns:a16="http://schemas.microsoft.com/office/drawing/2014/main" id="{22B91A6A-96A5-E2BE-3BA9-AD404263C801}"/>
                    </a:ext>
                  </a:extLst>
                </p:cNvPr>
                <p:cNvSpPr>
                  <a:spLocks noChangeArrowheads="1"/>
                </p:cNvSpPr>
                <p:nvPr/>
              </p:nvSpPr>
              <p:spPr bwMode="auto">
                <a:xfrm>
                  <a:off x="2455" y="2584"/>
                  <a:ext cx="136" cy="136"/>
                </a:xfrm>
                <a:prstGeom prst="ellipse">
                  <a:avLst/>
                </a:pr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72" name="Oval 100">
                  <a:extLst>
                    <a:ext uri="{FF2B5EF4-FFF2-40B4-BE49-F238E27FC236}">
                      <a16:creationId xmlns:a16="http://schemas.microsoft.com/office/drawing/2014/main" id="{13EA3758-4E1F-E586-1F87-BFE2137758FD}"/>
                    </a:ext>
                  </a:extLst>
                </p:cNvPr>
                <p:cNvSpPr>
                  <a:spLocks noChangeArrowheads="1"/>
                </p:cNvSpPr>
                <p:nvPr/>
              </p:nvSpPr>
              <p:spPr bwMode="auto">
                <a:xfrm>
                  <a:off x="2440" y="2568"/>
                  <a:ext cx="136" cy="136"/>
                </a:xfrm>
                <a:prstGeom prst="ellipse">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73" name="AutoShape 101">
                  <a:extLst>
                    <a:ext uri="{FF2B5EF4-FFF2-40B4-BE49-F238E27FC236}">
                      <a16:creationId xmlns:a16="http://schemas.microsoft.com/office/drawing/2014/main" id="{BB2746E5-F0B9-3ACB-4603-DEE07B12B531}"/>
                    </a:ext>
                  </a:extLst>
                </p:cNvPr>
                <p:cNvSpPr>
                  <a:spLocks noChangeArrowheads="1"/>
                </p:cNvSpPr>
                <p:nvPr/>
              </p:nvSpPr>
              <p:spPr bwMode="auto">
                <a:xfrm flipV="1">
                  <a:off x="2474" y="2607"/>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nvGrpSpPr>
              <p:cNvPr id="259174" name="Group 102">
                <a:extLst>
                  <a:ext uri="{FF2B5EF4-FFF2-40B4-BE49-F238E27FC236}">
                    <a16:creationId xmlns:a16="http://schemas.microsoft.com/office/drawing/2014/main" id="{38EBE962-5F9C-6B9F-3E69-4B954B12A5AA}"/>
                  </a:ext>
                </a:extLst>
              </p:cNvPr>
              <p:cNvGrpSpPr>
                <a:grpSpLocks/>
              </p:cNvGrpSpPr>
              <p:nvPr/>
            </p:nvGrpSpPr>
            <p:grpSpPr bwMode="auto">
              <a:xfrm>
                <a:off x="2076" y="2614"/>
                <a:ext cx="136" cy="142"/>
                <a:chOff x="3359" y="2621"/>
                <a:chExt cx="138" cy="145"/>
              </a:xfrm>
            </p:grpSpPr>
            <p:sp>
              <p:nvSpPr>
                <p:cNvPr id="259175" name="Rectangle 103">
                  <a:extLst>
                    <a:ext uri="{FF2B5EF4-FFF2-40B4-BE49-F238E27FC236}">
                      <a16:creationId xmlns:a16="http://schemas.microsoft.com/office/drawing/2014/main" id="{177B731C-3FE5-B084-F2A3-A9F46CE42E4C}"/>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76" name="Rectangle 104">
                  <a:extLst>
                    <a:ext uri="{FF2B5EF4-FFF2-40B4-BE49-F238E27FC236}">
                      <a16:creationId xmlns:a16="http://schemas.microsoft.com/office/drawing/2014/main" id="{A256E7BE-1A15-7778-5188-A2200F686714}"/>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77" name="Line 105">
                  <a:extLst>
                    <a:ext uri="{FF2B5EF4-FFF2-40B4-BE49-F238E27FC236}">
                      <a16:creationId xmlns:a16="http://schemas.microsoft.com/office/drawing/2014/main" id="{C603A3BA-08C0-21FE-EFEF-2BC90DDA9CD4}"/>
                    </a:ext>
                  </a:extLst>
                </p:cNvPr>
                <p:cNvSpPr>
                  <a:spLocks noChangeShapeType="1"/>
                </p:cNvSpPr>
                <p:nvPr/>
              </p:nvSpPr>
              <p:spPr bwMode="auto">
                <a:xfrm rot="5400000" flipV="1">
                  <a:off x="3421" y="2679"/>
                  <a:ext cx="0" cy="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nvGrpSpPr>
              <p:cNvPr id="259178" name="Group 106">
                <a:extLst>
                  <a:ext uri="{FF2B5EF4-FFF2-40B4-BE49-F238E27FC236}">
                    <a16:creationId xmlns:a16="http://schemas.microsoft.com/office/drawing/2014/main" id="{F0E9B433-8D68-9CE5-C8C5-E7D90729F757}"/>
                  </a:ext>
                </a:extLst>
              </p:cNvPr>
              <p:cNvGrpSpPr>
                <a:grpSpLocks/>
              </p:cNvGrpSpPr>
              <p:nvPr/>
            </p:nvGrpSpPr>
            <p:grpSpPr bwMode="auto">
              <a:xfrm>
                <a:off x="2394" y="2614"/>
                <a:ext cx="136" cy="142"/>
                <a:chOff x="3359" y="2621"/>
                <a:chExt cx="138" cy="145"/>
              </a:xfrm>
            </p:grpSpPr>
            <p:sp>
              <p:nvSpPr>
                <p:cNvPr id="259179" name="Rectangle 107">
                  <a:extLst>
                    <a:ext uri="{FF2B5EF4-FFF2-40B4-BE49-F238E27FC236}">
                      <a16:creationId xmlns:a16="http://schemas.microsoft.com/office/drawing/2014/main" id="{011672E4-F40A-7DF4-F54D-336F829C4E1C}"/>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80" name="Rectangle 108">
                  <a:extLst>
                    <a:ext uri="{FF2B5EF4-FFF2-40B4-BE49-F238E27FC236}">
                      <a16:creationId xmlns:a16="http://schemas.microsoft.com/office/drawing/2014/main" id="{3DB7A1FF-1777-9C87-E113-260D38D4F449}"/>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81" name="Group 109">
                  <a:extLst>
                    <a:ext uri="{FF2B5EF4-FFF2-40B4-BE49-F238E27FC236}">
                      <a16:creationId xmlns:a16="http://schemas.microsoft.com/office/drawing/2014/main" id="{2F9DA10C-176F-4C19-66D1-C76B311EFA8D}"/>
                    </a:ext>
                  </a:extLst>
                </p:cNvPr>
                <p:cNvGrpSpPr>
                  <a:grpSpLocks/>
                </p:cNvGrpSpPr>
                <p:nvPr/>
              </p:nvGrpSpPr>
              <p:grpSpPr bwMode="auto">
                <a:xfrm>
                  <a:off x="3388" y="2655"/>
                  <a:ext cx="62" cy="62"/>
                  <a:chOff x="2712" y="2758"/>
                  <a:chExt cx="90" cy="90"/>
                </a:xfrm>
              </p:grpSpPr>
              <p:sp>
                <p:nvSpPr>
                  <p:cNvPr id="259182" name="Line 110">
                    <a:extLst>
                      <a:ext uri="{FF2B5EF4-FFF2-40B4-BE49-F238E27FC236}">
                        <a16:creationId xmlns:a16="http://schemas.microsoft.com/office/drawing/2014/main" id="{C75C386A-6101-29D7-98E1-C78504940CE6}"/>
                      </a:ext>
                    </a:extLst>
                  </p:cNvPr>
                  <p:cNvSpPr>
                    <a:spLocks noChangeShapeType="1"/>
                  </p:cNvSpPr>
                  <p:nvPr/>
                </p:nvSpPr>
                <p:spPr bwMode="auto">
                  <a:xfrm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183" name="Line 111">
                    <a:extLst>
                      <a:ext uri="{FF2B5EF4-FFF2-40B4-BE49-F238E27FC236}">
                        <a16:creationId xmlns:a16="http://schemas.microsoft.com/office/drawing/2014/main" id="{C100EB22-97A6-6279-DC08-3E450F4FF3C7}"/>
                      </a:ext>
                    </a:extLst>
                  </p:cNvPr>
                  <p:cNvSpPr>
                    <a:spLocks noChangeShapeType="1"/>
                  </p:cNvSpPr>
                  <p:nvPr/>
                </p:nvSpPr>
                <p:spPr bwMode="auto">
                  <a:xfrm rot="5400000"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grpSp>
            <p:nvGrpSpPr>
              <p:cNvPr id="259184" name="Group 112">
                <a:extLst>
                  <a:ext uri="{FF2B5EF4-FFF2-40B4-BE49-F238E27FC236}">
                    <a16:creationId xmlns:a16="http://schemas.microsoft.com/office/drawing/2014/main" id="{76EB0AB5-59F9-EB66-EFE8-FC38A8BC7680}"/>
                  </a:ext>
                </a:extLst>
              </p:cNvPr>
              <p:cNvGrpSpPr>
                <a:grpSpLocks/>
              </p:cNvGrpSpPr>
              <p:nvPr/>
            </p:nvGrpSpPr>
            <p:grpSpPr bwMode="auto">
              <a:xfrm>
                <a:off x="2236" y="2613"/>
                <a:ext cx="134" cy="138"/>
                <a:chOff x="3936" y="2011"/>
                <a:chExt cx="109" cy="112"/>
              </a:xfrm>
            </p:grpSpPr>
            <p:sp>
              <p:nvSpPr>
                <p:cNvPr id="259185" name="Rectangle 113">
                  <a:extLst>
                    <a:ext uri="{FF2B5EF4-FFF2-40B4-BE49-F238E27FC236}">
                      <a16:creationId xmlns:a16="http://schemas.microsoft.com/office/drawing/2014/main" id="{D7FB060D-9743-1B5A-8F8E-B32B27A81D0B}"/>
                    </a:ext>
                  </a:extLst>
                </p:cNvPr>
                <p:cNvSpPr>
                  <a:spLocks noChangeArrowheads="1"/>
                </p:cNvSpPr>
                <p:nvPr/>
              </p:nvSpPr>
              <p:spPr bwMode="auto">
                <a:xfrm>
                  <a:off x="3951" y="2020"/>
                  <a:ext cx="94" cy="103"/>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86" name="Rectangle 114">
                  <a:extLst>
                    <a:ext uri="{FF2B5EF4-FFF2-40B4-BE49-F238E27FC236}">
                      <a16:creationId xmlns:a16="http://schemas.microsoft.com/office/drawing/2014/main" id="{FF267473-C0B6-A820-1511-022FBC0BA520}"/>
                    </a:ext>
                  </a:extLst>
                </p:cNvPr>
                <p:cNvSpPr>
                  <a:spLocks noChangeArrowheads="1"/>
                </p:cNvSpPr>
                <p:nvPr/>
              </p:nvSpPr>
              <p:spPr bwMode="auto">
                <a:xfrm>
                  <a:off x="3936" y="2011"/>
                  <a:ext cx="94" cy="103"/>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87" name="Group 115">
                  <a:extLst>
                    <a:ext uri="{FF2B5EF4-FFF2-40B4-BE49-F238E27FC236}">
                      <a16:creationId xmlns:a16="http://schemas.microsoft.com/office/drawing/2014/main" id="{E0E15A7F-9A92-0432-DE1E-270AD193F58B}"/>
                    </a:ext>
                  </a:extLst>
                </p:cNvPr>
                <p:cNvGrpSpPr>
                  <a:grpSpLocks/>
                </p:cNvGrpSpPr>
                <p:nvPr/>
              </p:nvGrpSpPr>
              <p:grpSpPr bwMode="auto">
                <a:xfrm>
                  <a:off x="3956" y="2032"/>
                  <a:ext cx="54" cy="61"/>
                  <a:chOff x="2530" y="2399"/>
                  <a:chExt cx="68" cy="77"/>
                </a:xfrm>
              </p:grpSpPr>
              <p:sp>
                <p:nvSpPr>
                  <p:cNvPr id="259188" name="Line 116">
                    <a:extLst>
                      <a:ext uri="{FF2B5EF4-FFF2-40B4-BE49-F238E27FC236}">
                        <a16:creationId xmlns:a16="http://schemas.microsoft.com/office/drawing/2014/main" id="{2C223B99-2E9D-EDCF-0BDE-DF2533679ED0}"/>
                      </a:ext>
                    </a:extLst>
                  </p:cNvPr>
                  <p:cNvSpPr>
                    <a:spLocks noChangeShapeType="1"/>
                  </p:cNvSpPr>
                  <p:nvPr/>
                </p:nvSpPr>
                <p:spPr bwMode="auto">
                  <a:xfrm rot="5400000" flipV="1">
                    <a:off x="2564" y="2442"/>
                    <a:ext cx="0" cy="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189" name="AutoShape 117">
                    <a:extLst>
                      <a:ext uri="{FF2B5EF4-FFF2-40B4-BE49-F238E27FC236}">
                        <a16:creationId xmlns:a16="http://schemas.microsoft.com/office/drawing/2014/main" id="{E3F54DD2-0A1B-1C10-81A0-0A37BAF6EA32}"/>
                      </a:ext>
                    </a:extLst>
                  </p:cNvPr>
                  <p:cNvSpPr>
                    <a:spLocks noChangeArrowheads="1"/>
                  </p:cNvSpPr>
                  <p:nvPr/>
                </p:nvSpPr>
                <p:spPr bwMode="auto">
                  <a:xfrm>
                    <a:off x="2530" y="2399"/>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grpSp>
      </p:grpSp>
      <p:grpSp>
        <p:nvGrpSpPr>
          <p:cNvPr id="259190" name="Group 118">
            <a:extLst>
              <a:ext uri="{FF2B5EF4-FFF2-40B4-BE49-F238E27FC236}">
                <a16:creationId xmlns:a16="http://schemas.microsoft.com/office/drawing/2014/main" id="{B00D5E6E-43C5-8850-4255-A6B5F2F6D9C2}"/>
              </a:ext>
            </a:extLst>
          </p:cNvPr>
          <p:cNvGrpSpPr>
            <a:grpSpLocks/>
          </p:cNvGrpSpPr>
          <p:nvPr/>
        </p:nvGrpSpPr>
        <p:grpSpPr bwMode="auto">
          <a:xfrm>
            <a:off x="6816726" y="2492376"/>
            <a:ext cx="968375" cy="576263"/>
            <a:chOff x="1467" y="2568"/>
            <a:chExt cx="610" cy="363"/>
          </a:xfrm>
        </p:grpSpPr>
        <p:sp>
          <p:nvSpPr>
            <p:cNvPr id="259191" name="Rectangle 119">
              <a:extLst>
                <a:ext uri="{FF2B5EF4-FFF2-40B4-BE49-F238E27FC236}">
                  <a16:creationId xmlns:a16="http://schemas.microsoft.com/office/drawing/2014/main" id="{50706EAB-36BC-A6E1-064C-5BD78EA4DF4C}"/>
                </a:ext>
              </a:extLst>
            </p:cNvPr>
            <p:cNvSpPr>
              <a:spLocks noChangeArrowheads="1"/>
            </p:cNvSpPr>
            <p:nvPr/>
          </p:nvSpPr>
          <p:spPr bwMode="auto">
            <a:xfrm>
              <a:off x="1467" y="2614"/>
              <a:ext cx="610" cy="317"/>
            </a:xfrm>
            <a:prstGeom prst="rect">
              <a:avLst/>
            </a:prstGeom>
            <a:solidFill>
              <a:schemeClr val="bg1"/>
            </a:solidFill>
            <a:ln w="38100">
              <a:solidFill>
                <a:srgbClr val="0095B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it-IT" altLang="en-IT"/>
            </a:p>
          </p:txBody>
        </p:sp>
        <p:sp>
          <p:nvSpPr>
            <p:cNvPr id="259192" name="Text Box 120">
              <a:extLst>
                <a:ext uri="{FF2B5EF4-FFF2-40B4-BE49-F238E27FC236}">
                  <a16:creationId xmlns:a16="http://schemas.microsoft.com/office/drawing/2014/main" id="{394A62A0-E6F8-DFA1-BD30-B619D7840D6C}"/>
                </a:ext>
              </a:extLst>
            </p:cNvPr>
            <p:cNvSpPr txBox="1">
              <a:spLocks noChangeArrowheads="1"/>
            </p:cNvSpPr>
            <p:nvPr/>
          </p:nvSpPr>
          <p:spPr bwMode="auto">
            <a:xfrm>
              <a:off x="1474" y="2704"/>
              <a:ext cx="603" cy="18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72000" bIns="36000"/>
            <a:lstStyle/>
            <a:p>
              <a:r>
                <a:rPr lang="it-IT" altLang="en-IT" sz="1400" b="1">
                  <a:latin typeface="Lucida Console" panose="020B0609040504020204" pitchFamily="49" charset="0"/>
                </a:rPr>
                <a:t>ospfd&gt;█</a:t>
              </a:r>
            </a:p>
          </p:txBody>
        </p:sp>
        <p:grpSp>
          <p:nvGrpSpPr>
            <p:cNvPr id="259193" name="Group 121">
              <a:extLst>
                <a:ext uri="{FF2B5EF4-FFF2-40B4-BE49-F238E27FC236}">
                  <a16:creationId xmlns:a16="http://schemas.microsoft.com/office/drawing/2014/main" id="{DE1A00C3-5E69-01A6-71C4-45CE40363218}"/>
                </a:ext>
              </a:extLst>
            </p:cNvPr>
            <p:cNvGrpSpPr>
              <a:grpSpLocks/>
            </p:cNvGrpSpPr>
            <p:nvPr/>
          </p:nvGrpSpPr>
          <p:grpSpPr bwMode="auto">
            <a:xfrm>
              <a:off x="1467" y="2568"/>
              <a:ext cx="610" cy="120"/>
              <a:chOff x="1467" y="2568"/>
              <a:chExt cx="1154" cy="227"/>
            </a:xfrm>
          </p:grpSpPr>
          <p:sp>
            <p:nvSpPr>
              <p:cNvPr id="259194" name="AutoShape 122">
                <a:extLst>
                  <a:ext uri="{FF2B5EF4-FFF2-40B4-BE49-F238E27FC236}">
                    <a16:creationId xmlns:a16="http://schemas.microsoft.com/office/drawing/2014/main" id="{C7C13C54-CFE8-CCDB-B246-FCF942EF7D6C}"/>
                  </a:ext>
                </a:extLst>
              </p:cNvPr>
              <p:cNvSpPr>
                <a:spLocks noChangeArrowheads="1"/>
              </p:cNvSpPr>
              <p:nvPr/>
            </p:nvSpPr>
            <p:spPr bwMode="auto">
              <a:xfrm>
                <a:off x="1467" y="2568"/>
                <a:ext cx="1154" cy="227"/>
              </a:xfrm>
              <a:prstGeom prst="roundRect">
                <a:avLst>
                  <a:gd name="adj" fmla="val 43093"/>
                </a:avLst>
              </a:prstGeom>
              <a:gradFill rotWithShape="1">
                <a:gsLst>
                  <a:gs pos="0">
                    <a:srgbClr val="00C1EE"/>
                  </a:gs>
                  <a:gs pos="100000">
                    <a:srgbClr val="00C1EE">
                      <a:gamma/>
                      <a:shade val="36078"/>
                      <a:invGamma/>
                    </a:srgbClr>
                  </a:gs>
                </a:gsLst>
                <a:lin ang="5400000" scaled="1"/>
              </a:gra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195" name="Group 123">
                <a:extLst>
                  <a:ext uri="{FF2B5EF4-FFF2-40B4-BE49-F238E27FC236}">
                    <a16:creationId xmlns:a16="http://schemas.microsoft.com/office/drawing/2014/main" id="{D06B1304-6536-AFD1-FB0A-E628CFF8B0AE}"/>
                  </a:ext>
                </a:extLst>
              </p:cNvPr>
              <p:cNvGrpSpPr>
                <a:grpSpLocks/>
              </p:cNvGrpSpPr>
              <p:nvPr/>
            </p:nvGrpSpPr>
            <p:grpSpPr bwMode="auto">
              <a:xfrm>
                <a:off x="1535" y="2613"/>
                <a:ext cx="141" cy="142"/>
                <a:chOff x="2440" y="2568"/>
                <a:chExt cx="151" cy="152"/>
              </a:xfrm>
            </p:grpSpPr>
            <p:sp>
              <p:nvSpPr>
                <p:cNvPr id="259196" name="Oval 124">
                  <a:extLst>
                    <a:ext uri="{FF2B5EF4-FFF2-40B4-BE49-F238E27FC236}">
                      <a16:creationId xmlns:a16="http://schemas.microsoft.com/office/drawing/2014/main" id="{5CA30BAD-A349-5264-1B44-D8726506FA04}"/>
                    </a:ext>
                  </a:extLst>
                </p:cNvPr>
                <p:cNvSpPr>
                  <a:spLocks noChangeArrowheads="1"/>
                </p:cNvSpPr>
                <p:nvPr/>
              </p:nvSpPr>
              <p:spPr bwMode="auto">
                <a:xfrm>
                  <a:off x="2455" y="2584"/>
                  <a:ext cx="136" cy="136"/>
                </a:xfrm>
                <a:prstGeom prst="ellipse">
                  <a:avLst/>
                </a:pr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97" name="Oval 125">
                  <a:extLst>
                    <a:ext uri="{FF2B5EF4-FFF2-40B4-BE49-F238E27FC236}">
                      <a16:creationId xmlns:a16="http://schemas.microsoft.com/office/drawing/2014/main" id="{083476A2-AFC9-FCB6-9A82-5970ECAE7CD9}"/>
                    </a:ext>
                  </a:extLst>
                </p:cNvPr>
                <p:cNvSpPr>
                  <a:spLocks noChangeArrowheads="1"/>
                </p:cNvSpPr>
                <p:nvPr/>
              </p:nvSpPr>
              <p:spPr bwMode="auto">
                <a:xfrm>
                  <a:off x="2440" y="2568"/>
                  <a:ext cx="136" cy="136"/>
                </a:xfrm>
                <a:prstGeom prst="ellipse">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198" name="AutoShape 126">
                  <a:extLst>
                    <a:ext uri="{FF2B5EF4-FFF2-40B4-BE49-F238E27FC236}">
                      <a16:creationId xmlns:a16="http://schemas.microsoft.com/office/drawing/2014/main" id="{0FAE008C-51CE-32B6-9D4F-5D278BBF1223}"/>
                    </a:ext>
                  </a:extLst>
                </p:cNvPr>
                <p:cNvSpPr>
                  <a:spLocks noChangeArrowheads="1"/>
                </p:cNvSpPr>
                <p:nvPr/>
              </p:nvSpPr>
              <p:spPr bwMode="auto">
                <a:xfrm flipV="1">
                  <a:off x="2474" y="2607"/>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nvGrpSpPr>
              <p:cNvPr id="259199" name="Group 127">
                <a:extLst>
                  <a:ext uri="{FF2B5EF4-FFF2-40B4-BE49-F238E27FC236}">
                    <a16:creationId xmlns:a16="http://schemas.microsoft.com/office/drawing/2014/main" id="{E0DADDD3-BDA6-0580-CF3C-70BC81E5AB89}"/>
                  </a:ext>
                </a:extLst>
              </p:cNvPr>
              <p:cNvGrpSpPr>
                <a:grpSpLocks/>
              </p:cNvGrpSpPr>
              <p:nvPr/>
            </p:nvGrpSpPr>
            <p:grpSpPr bwMode="auto">
              <a:xfrm>
                <a:off x="2076" y="2614"/>
                <a:ext cx="136" cy="142"/>
                <a:chOff x="3359" y="2621"/>
                <a:chExt cx="138" cy="145"/>
              </a:xfrm>
            </p:grpSpPr>
            <p:sp>
              <p:nvSpPr>
                <p:cNvPr id="259200" name="Rectangle 128">
                  <a:extLst>
                    <a:ext uri="{FF2B5EF4-FFF2-40B4-BE49-F238E27FC236}">
                      <a16:creationId xmlns:a16="http://schemas.microsoft.com/office/drawing/2014/main" id="{17AACAE1-9EFD-373E-AD35-F908F0B8C679}"/>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01" name="Rectangle 129">
                  <a:extLst>
                    <a:ext uri="{FF2B5EF4-FFF2-40B4-BE49-F238E27FC236}">
                      <a16:creationId xmlns:a16="http://schemas.microsoft.com/office/drawing/2014/main" id="{77F15EC5-64E3-D660-328A-85E1EA39C511}"/>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02" name="Line 130">
                  <a:extLst>
                    <a:ext uri="{FF2B5EF4-FFF2-40B4-BE49-F238E27FC236}">
                      <a16:creationId xmlns:a16="http://schemas.microsoft.com/office/drawing/2014/main" id="{CA1AE731-0A03-8E38-67AC-5406F3D07299}"/>
                    </a:ext>
                  </a:extLst>
                </p:cNvPr>
                <p:cNvSpPr>
                  <a:spLocks noChangeShapeType="1"/>
                </p:cNvSpPr>
                <p:nvPr/>
              </p:nvSpPr>
              <p:spPr bwMode="auto">
                <a:xfrm rot="5400000" flipV="1">
                  <a:off x="3421" y="2679"/>
                  <a:ext cx="0" cy="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nvGrpSpPr>
              <p:cNvPr id="259203" name="Group 131">
                <a:extLst>
                  <a:ext uri="{FF2B5EF4-FFF2-40B4-BE49-F238E27FC236}">
                    <a16:creationId xmlns:a16="http://schemas.microsoft.com/office/drawing/2014/main" id="{C9282204-6DB4-1C5A-CB59-084AB2E7E652}"/>
                  </a:ext>
                </a:extLst>
              </p:cNvPr>
              <p:cNvGrpSpPr>
                <a:grpSpLocks/>
              </p:cNvGrpSpPr>
              <p:nvPr/>
            </p:nvGrpSpPr>
            <p:grpSpPr bwMode="auto">
              <a:xfrm>
                <a:off x="2394" y="2614"/>
                <a:ext cx="136" cy="142"/>
                <a:chOff x="3359" y="2621"/>
                <a:chExt cx="138" cy="145"/>
              </a:xfrm>
            </p:grpSpPr>
            <p:sp>
              <p:nvSpPr>
                <p:cNvPr id="259204" name="Rectangle 132">
                  <a:extLst>
                    <a:ext uri="{FF2B5EF4-FFF2-40B4-BE49-F238E27FC236}">
                      <a16:creationId xmlns:a16="http://schemas.microsoft.com/office/drawing/2014/main" id="{97B1EF45-E66D-C6C0-2D0E-4EB14294A6DC}"/>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05" name="Rectangle 133">
                  <a:extLst>
                    <a:ext uri="{FF2B5EF4-FFF2-40B4-BE49-F238E27FC236}">
                      <a16:creationId xmlns:a16="http://schemas.microsoft.com/office/drawing/2014/main" id="{CB6840A9-433E-14E1-3961-60479E09C83C}"/>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206" name="Group 134">
                  <a:extLst>
                    <a:ext uri="{FF2B5EF4-FFF2-40B4-BE49-F238E27FC236}">
                      <a16:creationId xmlns:a16="http://schemas.microsoft.com/office/drawing/2014/main" id="{BB580B82-B975-A8C8-B846-538574FE98FD}"/>
                    </a:ext>
                  </a:extLst>
                </p:cNvPr>
                <p:cNvGrpSpPr>
                  <a:grpSpLocks/>
                </p:cNvGrpSpPr>
                <p:nvPr/>
              </p:nvGrpSpPr>
              <p:grpSpPr bwMode="auto">
                <a:xfrm>
                  <a:off x="3388" y="2655"/>
                  <a:ext cx="62" cy="62"/>
                  <a:chOff x="2712" y="2758"/>
                  <a:chExt cx="90" cy="90"/>
                </a:xfrm>
              </p:grpSpPr>
              <p:sp>
                <p:nvSpPr>
                  <p:cNvPr id="259207" name="Line 135">
                    <a:extLst>
                      <a:ext uri="{FF2B5EF4-FFF2-40B4-BE49-F238E27FC236}">
                        <a16:creationId xmlns:a16="http://schemas.microsoft.com/office/drawing/2014/main" id="{2384B086-5D88-9C5C-59EA-5A9116160F4C}"/>
                      </a:ext>
                    </a:extLst>
                  </p:cNvPr>
                  <p:cNvSpPr>
                    <a:spLocks noChangeShapeType="1"/>
                  </p:cNvSpPr>
                  <p:nvPr/>
                </p:nvSpPr>
                <p:spPr bwMode="auto">
                  <a:xfrm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208" name="Line 136">
                    <a:extLst>
                      <a:ext uri="{FF2B5EF4-FFF2-40B4-BE49-F238E27FC236}">
                        <a16:creationId xmlns:a16="http://schemas.microsoft.com/office/drawing/2014/main" id="{FAA5C26B-1D68-C829-1393-6013E2C58E63}"/>
                      </a:ext>
                    </a:extLst>
                  </p:cNvPr>
                  <p:cNvSpPr>
                    <a:spLocks noChangeShapeType="1"/>
                  </p:cNvSpPr>
                  <p:nvPr/>
                </p:nvSpPr>
                <p:spPr bwMode="auto">
                  <a:xfrm rot="5400000"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grpSp>
            <p:nvGrpSpPr>
              <p:cNvPr id="259209" name="Group 137">
                <a:extLst>
                  <a:ext uri="{FF2B5EF4-FFF2-40B4-BE49-F238E27FC236}">
                    <a16:creationId xmlns:a16="http://schemas.microsoft.com/office/drawing/2014/main" id="{9264E0AE-67E2-13B8-1FA2-1BC63ADBB5D2}"/>
                  </a:ext>
                </a:extLst>
              </p:cNvPr>
              <p:cNvGrpSpPr>
                <a:grpSpLocks/>
              </p:cNvGrpSpPr>
              <p:nvPr/>
            </p:nvGrpSpPr>
            <p:grpSpPr bwMode="auto">
              <a:xfrm>
                <a:off x="2236" y="2613"/>
                <a:ext cx="134" cy="138"/>
                <a:chOff x="3936" y="2011"/>
                <a:chExt cx="109" cy="112"/>
              </a:xfrm>
            </p:grpSpPr>
            <p:sp>
              <p:nvSpPr>
                <p:cNvPr id="259210" name="Rectangle 138">
                  <a:extLst>
                    <a:ext uri="{FF2B5EF4-FFF2-40B4-BE49-F238E27FC236}">
                      <a16:creationId xmlns:a16="http://schemas.microsoft.com/office/drawing/2014/main" id="{0F5617C7-D9FE-9288-3D2D-7D036326A872}"/>
                    </a:ext>
                  </a:extLst>
                </p:cNvPr>
                <p:cNvSpPr>
                  <a:spLocks noChangeArrowheads="1"/>
                </p:cNvSpPr>
                <p:nvPr/>
              </p:nvSpPr>
              <p:spPr bwMode="auto">
                <a:xfrm>
                  <a:off x="3951" y="2020"/>
                  <a:ext cx="94" cy="103"/>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11" name="Rectangle 139">
                  <a:extLst>
                    <a:ext uri="{FF2B5EF4-FFF2-40B4-BE49-F238E27FC236}">
                      <a16:creationId xmlns:a16="http://schemas.microsoft.com/office/drawing/2014/main" id="{7E1761C5-E3DB-945E-2BBF-B27A3F45C734}"/>
                    </a:ext>
                  </a:extLst>
                </p:cNvPr>
                <p:cNvSpPr>
                  <a:spLocks noChangeArrowheads="1"/>
                </p:cNvSpPr>
                <p:nvPr/>
              </p:nvSpPr>
              <p:spPr bwMode="auto">
                <a:xfrm>
                  <a:off x="3936" y="2011"/>
                  <a:ext cx="94" cy="103"/>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212" name="Group 140">
                  <a:extLst>
                    <a:ext uri="{FF2B5EF4-FFF2-40B4-BE49-F238E27FC236}">
                      <a16:creationId xmlns:a16="http://schemas.microsoft.com/office/drawing/2014/main" id="{0473FA8D-DB03-49E7-F0CA-7ED25C6386E1}"/>
                    </a:ext>
                  </a:extLst>
                </p:cNvPr>
                <p:cNvGrpSpPr>
                  <a:grpSpLocks/>
                </p:cNvGrpSpPr>
                <p:nvPr/>
              </p:nvGrpSpPr>
              <p:grpSpPr bwMode="auto">
                <a:xfrm>
                  <a:off x="3956" y="2032"/>
                  <a:ext cx="54" cy="61"/>
                  <a:chOff x="2530" y="2399"/>
                  <a:chExt cx="68" cy="77"/>
                </a:xfrm>
              </p:grpSpPr>
              <p:sp>
                <p:nvSpPr>
                  <p:cNvPr id="259213" name="Line 141">
                    <a:extLst>
                      <a:ext uri="{FF2B5EF4-FFF2-40B4-BE49-F238E27FC236}">
                        <a16:creationId xmlns:a16="http://schemas.microsoft.com/office/drawing/2014/main" id="{63764423-55A6-0410-521A-63C799ADD266}"/>
                      </a:ext>
                    </a:extLst>
                  </p:cNvPr>
                  <p:cNvSpPr>
                    <a:spLocks noChangeShapeType="1"/>
                  </p:cNvSpPr>
                  <p:nvPr/>
                </p:nvSpPr>
                <p:spPr bwMode="auto">
                  <a:xfrm rot="5400000" flipV="1">
                    <a:off x="2564" y="2442"/>
                    <a:ext cx="0" cy="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214" name="AutoShape 142">
                    <a:extLst>
                      <a:ext uri="{FF2B5EF4-FFF2-40B4-BE49-F238E27FC236}">
                        <a16:creationId xmlns:a16="http://schemas.microsoft.com/office/drawing/2014/main" id="{4BE2642B-BA08-22AB-0147-C1665722175C}"/>
                      </a:ext>
                    </a:extLst>
                  </p:cNvPr>
                  <p:cNvSpPr>
                    <a:spLocks noChangeArrowheads="1"/>
                  </p:cNvSpPr>
                  <p:nvPr/>
                </p:nvSpPr>
                <p:spPr bwMode="auto">
                  <a:xfrm>
                    <a:off x="2530" y="2399"/>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grpSp>
      </p:grpSp>
      <p:grpSp>
        <p:nvGrpSpPr>
          <p:cNvPr id="259215" name="Group 143">
            <a:extLst>
              <a:ext uri="{FF2B5EF4-FFF2-40B4-BE49-F238E27FC236}">
                <a16:creationId xmlns:a16="http://schemas.microsoft.com/office/drawing/2014/main" id="{7E131A31-C692-0E44-648D-32468D04B8CC}"/>
              </a:ext>
            </a:extLst>
          </p:cNvPr>
          <p:cNvGrpSpPr>
            <a:grpSpLocks/>
          </p:cNvGrpSpPr>
          <p:nvPr/>
        </p:nvGrpSpPr>
        <p:grpSpPr bwMode="auto">
          <a:xfrm>
            <a:off x="5375276" y="4437063"/>
            <a:ext cx="968375" cy="576262"/>
            <a:chOff x="1467" y="2568"/>
            <a:chExt cx="610" cy="363"/>
          </a:xfrm>
        </p:grpSpPr>
        <p:sp>
          <p:nvSpPr>
            <p:cNvPr id="259216" name="Rectangle 144">
              <a:extLst>
                <a:ext uri="{FF2B5EF4-FFF2-40B4-BE49-F238E27FC236}">
                  <a16:creationId xmlns:a16="http://schemas.microsoft.com/office/drawing/2014/main" id="{459FC3BC-78B7-F1AD-BF20-389BF48B68D5}"/>
                </a:ext>
              </a:extLst>
            </p:cNvPr>
            <p:cNvSpPr>
              <a:spLocks noChangeArrowheads="1"/>
            </p:cNvSpPr>
            <p:nvPr/>
          </p:nvSpPr>
          <p:spPr bwMode="auto">
            <a:xfrm>
              <a:off x="1467" y="2614"/>
              <a:ext cx="610" cy="317"/>
            </a:xfrm>
            <a:prstGeom prst="rect">
              <a:avLst/>
            </a:prstGeom>
            <a:solidFill>
              <a:schemeClr val="bg1"/>
            </a:solidFill>
            <a:ln w="38100">
              <a:solidFill>
                <a:srgbClr val="0095B8"/>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it-IT" altLang="en-IT"/>
            </a:p>
          </p:txBody>
        </p:sp>
        <p:sp>
          <p:nvSpPr>
            <p:cNvPr id="259217" name="Text Box 145">
              <a:extLst>
                <a:ext uri="{FF2B5EF4-FFF2-40B4-BE49-F238E27FC236}">
                  <a16:creationId xmlns:a16="http://schemas.microsoft.com/office/drawing/2014/main" id="{FB3AAB72-F2F6-5B0E-EF5B-221B12DB03A6}"/>
                </a:ext>
              </a:extLst>
            </p:cNvPr>
            <p:cNvSpPr txBox="1">
              <a:spLocks noChangeArrowheads="1"/>
            </p:cNvSpPr>
            <p:nvPr/>
          </p:nvSpPr>
          <p:spPr bwMode="auto">
            <a:xfrm>
              <a:off x="1474" y="2704"/>
              <a:ext cx="603" cy="18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36000" rIns="72000" bIns="36000"/>
            <a:lstStyle/>
            <a:p>
              <a:r>
                <a:rPr lang="it-IT" altLang="en-IT" sz="1400" b="1">
                  <a:latin typeface="Lucida Console" panose="020B0609040504020204" pitchFamily="49" charset="0"/>
                </a:rPr>
                <a:t>zebra&gt;█</a:t>
              </a:r>
            </a:p>
          </p:txBody>
        </p:sp>
        <p:grpSp>
          <p:nvGrpSpPr>
            <p:cNvPr id="259218" name="Group 146">
              <a:extLst>
                <a:ext uri="{FF2B5EF4-FFF2-40B4-BE49-F238E27FC236}">
                  <a16:creationId xmlns:a16="http://schemas.microsoft.com/office/drawing/2014/main" id="{8CF443D3-FA76-F092-80DE-A41E2AC1E602}"/>
                </a:ext>
              </a:extLst>
            </p:cNvPr>
            <p:cNvGrpSpPr>
              <a:grpSpLocks/>
            </p:cNvGrpSpPr>
            <p:nvPr/>
          </p:nvGrpSpPr>
          <p:grpSpPr bwMode="auto">
            <a:xfrm>
              <a:off x="1467" y="2568"/>
              <a:ext cx="610" cy="120"/>
              <a:chOff x="1467" y="2568"/>
              <a:chExt cx="1154" cy="227"/>
            </a:xfrm>
          </p:grpSpPr>
          <p:sp>
            <p:nvSpPr>
              <p:cNvPr id="259219" name="AutoShape 147">
                <a:extLst>
                  <a:ext uri="{FF2B5EF4-FFF2-40B4-BE49-F238E27FC236}">
                    <a16:creationId xmlns:a16="http://schemas.microsoft.com/office/drawing/2014/main" id="{EA17FD48-3587-C75B-C74E-1F7FD8B06D05}"/>
                  </a:ext>
                </a:extLst>
              </p:cNvPr>
              <p:cNvSpPr>
                <a:spLocks noChangeArrowheads="1"/>
              </p:cNvSpPr>
              <p:nvPr/>
            </p:nvSpPr>
            <p:spPr bwMode="auto">
              <a:xfrm>
                <a:off x="1467" y="2568"/>
                <a:ext cx="1154" cy="227"/>
              </a:xfrm>
              <a:prstGeom prst="roundRect">
                <a:avLst>
                  <a:gd name="adj" fmla="val 43093"/>
                </a:avLst>
              </a:prstGeom>
              <a:gradFill rotWithShape="1">
                <a:gsLst>
                  <a:gs pos="0">
                    <a:srgbClr val="00C1EE"/>
                  </a:gs>
                  <a:gs pos="100000">
                    <a:srgbClr val="00C1EE">
                      <a:gamma/>
                      <a:shade val="36078"/>
                      <a:invGamma/>
                    </a:srgbClr>
                  </a:gs>
                </a:gsLst>
                <a:lin ang="5400000" scaled="1"/>
              </a:gradFill>
              <a:ln w="2857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220" name="Group 148">
                <a:extLst>
                  <a:ext uri="{FF2B5EF4-FFF2-40B4-BE49-F238E27FC236}">
                    <a16:creationId xmlns:a16="http://schemas.microsoft.com/office/drawing/2014/main" id="{85C9D0FD-C9FB-CDCB-38ED-4B437EC7A122}"/>
                  </a:ext>
                </a:extLst>
              </p:cNvPr>
              <p:cNvGrpSpPr>
                <a:grpSpLocks/>
              </p:cNvGrpSpPr>
              <p:nvPr/>
            </p:nvGrpSpPr>
            <p:grpSpPr bwMode="auto">
              <a:xfrm>
                <a:off x="1535" y="2613"/>
                <a:ext cx="141" cy="142"/>
                <a:chOff x="2440" y="2568"/>
                <a:chExt cx="151" cy="152"/>
              </a:xfrm>
            </p:grpSpPr>
            <p:sp>
              <p:nvSpPr>
                <p:cNvPr id="259221" name="Oval 149">
                  <a:extLst>
                    <a:ext uri="{FF2B5EF4-FFF2-40B4-BE49-F238E27FC236}">
                      <a16:creationId xmlns:a16="http://schemas.microsoft.com/office/drawing/2014/main" id="{02786AD9-309F-E10C-EFF4-44B84F68113F}"/>
                    </a:ext>
                  </a:extLst>
                </p:cNvPr>
                <p:cNvSpPr>
                  <a:spLocks noChangeArrowheads="1"/>
                </p:cNvSpPr>
                <p:nvPr/>
              </p:nvSpPr>
              <p:spPr bwMode="auto">
                <a:xfrm>
                  <a:off x="2455" y="2584"/>
                  <a:ext cx="136" cy="136"/>
                </a:xfrm>
                <a:prstGeom prst="ellipse">
                  <a:avLst/>
                </a:prstGeom>
                <a:solidFill>
                  <a:srgbClr val="4D4D4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22" name="Oval 150">
                  <a:extLst>
                    <a:ext uri="{FF2B5EF4-FFF2-40B4-BE49-F238E27FC236}">
                      <a16:creationId xmlns:a16="http://schemas.microsoft.com/office/drawing/2014/main" id="{A730B5FC-2462-54AF-F0A0-98A3FADD1675}"/>
                    </a:ext>
                  </a:extLst>
                </p:cNvPr>
                <p:cNvSpPr>
                  <a:spLocks noChangeArrowheads="1"/>
                </p:cNvSpPr>
                <p:nvPr/>
              </p:nvSpPr>
              <p:spPr bwMode="auto">
                <a:xfrm>
                  <a:off x="2440" y="2568"/>
                  <a:ext cx="136" cy="136"/>
                </a:xfrm>
                <a:prstGeom prst="ellipse">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23" name="AutoShape 151">
                  <a:extLst>
                    <a:ext uri="{FF2B5EF4-FFF2-40B4-BE49-F238E27FC236}">
                      <a16:creationId xmlns:a16="http://schemas.microsoft.com/office/drawing/2014/main" id="{24A43584-328C-9E83-40E9-DCCFB80BB9F6}"/>
                    </a:ext>
                  </a:extLst>
                </p:cNvPr>
                <p:cNvSpPr>
                  <a:spLocks noChangeArrowheads="1"/>
                </p:cNvSpPr>
                <p:nvPr/>
              </p:nvSpPr>
              <p:spPr bwMode="auto">
                <a:xfrm flipV="1">
                  <a:off x="2474" y="2607"/>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nvGrpSpPr>
              <p:cNvPr id="259224" name="Group 152">
                <a:extLst>
                  <a:ext uri="{FF2B5EF4-FFF2-40B4-BE49-F238E27FC236}">
                    <a16:creationId xmlns:a16="http://schemas.microsoft.com/office/drawing/2014/main" id="{225930D0-DC06-B52E-947E-1761FFA99140}"/>
                  </a:ext>
                </a:extLst>
              </p:cNvPr>
              <p:cNvGrpSpPr>
                <a:grpSpLocks/>
              </p:cNvGrpSpPr>
              <p:nvPr/>
            </p:nvGrpSpPr>
            <p:grpSpPr bwMode="auto">
              <a:xfrm>
                <a:off x="2076" y="2614"/>
                <a:ext cx="136" cy="142"/>
                <a:chOff x="3359" y="2621"/>
                <a:chExt cx="138" cy="145"/>
              </a:xfrm>
            </p:grpSpPr>
            <p:sp>
              <p:nvSpPr>
                <p:cNvPr id="259225" name="Rectangle 153">
                  <a:extLst>
                    <a:ext uri="{FF2B5EF4-FFF2-40B4-BE49-F238E27FC236}">
                      <a16:creationId xmlns:a16="http://schemas.microsoft.com/office/drawing/2014/main" id="{100A748F-1B9F-243F-792D-ED8862C8A97B}"/>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26" name="Rectangle 154">
                  <a:extLst>
                    <a:ext uri="{FF2B5EF4-FFF2-40B4-BE49-F238E27FC236}">
                      <a16:creationId xmlns:a16="http://schemas.microsoft.com/office/drawing/2014/main" id="{B3D84971-37ED-1F37-291F-71A8253686F7}"/>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27" name="Line 155">
                  <a:extLst>
                    <a:ext uri="{FF2B5EF4-FFF2-40B4-BE49-F238E27FC236}">
                      <a16:creationId xmlns:a16="http://schemas.microsoft.com/office/drawing/2014/main" id="{8C04D71F-BCCF-DF2B-F043-21FAF9C2A41B}"/>
                    </a:ext>
                  </a:extLst>
                </p:cNvPr>
                <p:cNvSpPr>
                  <a:spLocks noChangeShapeType="1"/>
                </p:cNvSpPr>
                <p:nvPr/>
              </p:nvSpPr>
              <p:spPr bwMode="auto">
                <a:xfrm rot="5400000" flipV="1">
                  <a:off x="3421" y="2679"/>
                  <a:ext cx="0" cy="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nvGrpSpPr>
              <p:cNvPr id="259228" name="Group 156">
                <a:extLst>
                  <a:ext uri="{FF2B5EF4-FFF2-40B4-BE49-F238E27FC236}">
                    <a16:creationId xmlns:a16="http://schemas.microsoft.com/office/drawing/2014/main" id="{02CA5B05-A8F9-B755-EDBC-568D476EF48E}"/>
                  </a:ext>
                </a:extLst>
              </p:cNvPr>
              <p:cNvGrpSpPr>
                <a:grpSpLocks/>
              </p:cNvGrpSpPr>
              <p:nvPr/>
            </p:nvGrpSpPr>
            <p:grpSpPr bwMode="auto">
              <a:xfrm>
                <a:off x="2394" y="2614"/>
                <a:ext cx="136" cy="142"/>
                <a:chOff x="3359" y="2621"/>
                <a:chExt cx="138" cy="145"/>
              </a:xfrm>
            </p:grpSpPr>
            <p:sp>
              <p:nvSpPr>
                <p:cNvPr id="259229" name="Rectangle 157">
                  <a:extLst>
                    <a:ext uri="{FF2B5EF4-FFF2-40B4-BE49-F238E27FC236}">
                      <a16:creationId xmlns:a16="http://schemas.microsoft.com/office/drawing/2014/main" id="{9FA5F641-10C9-3D7E-63B5-D7438464F70D}"/>
                    </a:ext>
                  </a:extLst>
                </p:cNvPr>
                <p:cNvSpPr>
                  <a:spLocks noChangeArrowheads="1"/>
                </p:cNvSpPr>
                <p:nvPr/>
              </p:nvSpPr>
              <p:spPr bwMode="auto">
                <a:xfrm>
                  <a:off x="3378" y="2637"/>
                  <a:ext cx="119" cy="129"/>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30" name="Rectangle 158">
                  <a:extLst>
                    <a:ext uri="{FF2B5EF4-FFF2-40B4-BE49-F238E27FC236}">
                      <a16:creationId xmlns:a16="http://schemas.microsoft.com/office/drawing/2014/main" id="{C1D7F407-7BAC-48E1-FB8A-61A1FA51559C}"/>
                    </a:ext>
                  </a:extLst>
                </p:cNvPr>
                <p:cNvSpPr>
                  <a:spLocks noChangeArrowheads="1"/>
                </p:cNvSpPr>
                <p:nvPr/>
              </p:nvSpPr>
              <p:spPr bwMode="auto">
                <a:xfrm>
                  <a:off x="3359" y="2621"/>
                  <a:ext cx="119" cy="129"/>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231" name="Group 159">
                  <a:extLst>
                    <a:ext uri="{FF2B5EF4-FFF2-40B4-BE49-F238E27FC236}">
                      <a16:creationId xmlns:a16="http://schemas.microsoft.com/office/drawing/2014/main" id="{3A746B4E-343F-CC54-D7C0-D1BDBC2FEF44}"/>
                    </a:ext>
                  </a:extLst>
                </p:cNvPr>
                <p:cNvGrpSpPr>
                  <a:grpSpLocks/>
                </p:cNvGrpSpPr>
                <p:nvPr/>
              </p:nvGrpSpPr>
              <p:grpSpPr bwMode="auto">
                <a:xfrm>
                  <a:off x="3388" y="2655"/>
                  <a:ext cx="62" cy="62"/>
                  <a:chOff x="2712" y="2758"/>
                  <a:chExt cx="90" cy="90"/>
                </a:xfrm>
              </p:grpSpPr>
              <p:sp>
                <p:nvSpPr>
                  <p:cNvPr id="259232" name="Line 160">
                    <a:extLst>
                      <a:ext uri="{FF2B5EF4-FFF2-40B4-BE49-F238E27FC236}">
                        <a16:creationId xmlns:a16="http://schemas.microsoft.com/office/drawing/2014/main" id="{48D53B76-45BF-14B3-B201-FDC9580B5FDA}"/>
                      </a:ext>
                    </a:extLst>
                  </p:cNvPr>
                  <p:cNvSpPr>
                    <a:spLocks noChangeShapeType="1"/>
                  </p:cNvSpPr>
                  <p:nvPr/>
                </p:nvSpPr>
                <p:spPr bwMode="auto">
                  <a:xfrm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233" name="Line 161">
                    <a:extLst>
                      <a:ext uri="{FF2B5EF4-FFF2-40B4-BE49-F238E27FC236}">
                        <a16:creationId xmlns:a16="http://schemas.microsoft.com/office/drawing/2014/main" id="{287FC7A5-961C-5711-7254-A6A7F7BD5ADB}"/>
                      </a:ext>
                    </a:extLst>
                  </p:cNvPr>
                  <p:cNvSpPr>
                    <a:spLocks noChangeShapeType="1"/>
                  </p:cNvSpPr>
                  <p:nvPr/>
                </p:nvSpPr>
                <p:spPr bwMode="auto">
                  <a:xfrm rot="5400000" flipV="1">
                    <a:off x="2712" y="2758"/>
                    <a:ext cx="90" cy="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grpSp>
          <p:grpSp>
            <p:nvGrpSpPr>
              <p:cNvPr id="259234" name="Group 162">
                <a:extLst>
                  <a:ext uri="{FF2B5EF4-FFF2-40B4-BE49-F238E27FC236}">
                    <a16:creationId xmlns:a16="http://schemas.microsoft.com/office/drawing/2014/main" id="{974F7AF8-26D7-C27D-1578-85060F6966BF}"/>
                  </a:ext>
                </a:extLst>
              </p:cNvPr>
              <p:cNvGrpSpPr>
                <a:grpSpLocks/>
              </p:cNvGrpSpPr>
              <p:nvPr/>
            </p:nvGrpSpPr>
            <p:grpSpPr bwMode="auto">
              <a:xfrm>
                <a:off x="2236" y="2613"/>
                <a:ext cx="134" cy="138"/>
                <a:chOff x="3936" y="2011"/>
                <a:chExt cx="109" cy="112"/>
              </a:xfrm>
            </p:grpSpPr>
            <p:sp>
              <p:nvSpPr>
                <p:cNvPr id="259235" name="Rectangle 163">
                  <a:extLst>
                    <a:ext uri="{FF2B5EF4-FFF2-40B4-BE49-F238E27FC236}">
                      <a16:creationId xmlns:a16="http://schemas.microsoft.com/office/drawing/2014/main" id="{DB9C8B6A-B363-B510-813D-C1FD7E7AED71}"/>
                    </a:ext>
                  </a:extLst>
                </p:cNvPr>
                <p:cNvSpPr>
                  <a:spLocks noChangeArrowheads="1"/>
                </p:cNvSpPr>
                <p:nvPr/>
              </p:nvSpPr>
              <p:spPr bwMode="auto">
                <a:xfrm>
                  <a:off x="3951" y="2020"/>
                  <a:ext cx="94" cy="103"/>
                </a:xfrm>
                <a:prstGeom prst="rect">
                  <a:avLst/>
                </a:prstGeom>
                <a:solidFill>
                  <a:srgbClr val="4D4D4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59236" name="Rectangle 164">
                  <a:extLst>
                    <a:ext uri="{FF2B5EF4-FFF2-40B4-BE49-F238E27FC236}">
                      <a16:creationId xmlns:a16="http://schemas.microsoft.com/office/drawing/2014/main" id="{FC50E624-5F75-3E45-77B3-AF10E7CCA990}"/>
                    </a:ext>
                  </a:extLst>
                </p:cNvPr>
                <p:cNvSpPr>
                  <a:spLocks noChangeArrowheads="1"/>
                </p:cNvSpPr>
                <p:nvPr/>
              </p:nvSpPr>
              <p:spPr bwMode="auto">
                <a:xfrm>
                  <a:off x="3936" y="2011"/>
                  <a:ext cx="94" cy="103"/>
                </a:xfrm>
                <a:prstGeom prst="rect">
                  <a:avLst/>
                </a:prstGeom>
                <a:gradFill rotWithShape="1">
                  <a:gsLst>
                    <a:gs pos="0">
                      <a:srgbClr val="B2B2B2">
                        <a:gamma/>
                        <a:tint val="0"/>
                        <a:invGamma/>
                      </a:srgbClr>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59237" name="Group 165">
                  <a:extLst>
                    <a:ext uri="{FF2B5EF4-FFF2-40B4-BE49-F238E27FC236}">
                      <a16:creationId xmlns:a16="http://schemas.microsoft.com/office/drawing/2014/main" id="{919C562E-409A-2E45-EB1C-20D99587A38A}"/>
                    </a:ext>
                  </a:extLst>
                </p:cNvPr>
                <p:cNvGrpSpPr>
                  <a:grpSpLocks/>
                </p:cNvGrpSpPr>
                <p:nvPr/>
              </p:nvGrpSpPr>
              <p:grpSpPr bwMode="auto">
                <a:xfrm>
                  <a:off x="3956" y="2032"/>
                  <a:ext cx="54" cy="61"/>
                  <a:chOff x="2530" y="2399"/>
                  <a:chExt cx="68" cy="77"/>
                </a:xfrm>
              </p:grpSpPr>
              <p:sp>
                <p:nvSpPr>
                  <p:cNvPr id="259238" name="Line 166">
                    <a:extLst>
                      <a:ext uri="{FF2B5EF4-FFF2-40B4-BE49-F238E27FC236}">
                        <a16:creationId xmlns:a16="http://schemas.microsoft.com/office/drawing/2014/main" id="{E1837B74-FA71-C831-4BD5-BEEAB8AE2BB7}"/>
                      </a:ext>
                    </a:extLst>
                  </p:cNvPr>
                  <p:cNvSpPr>
                    <a:spLocks noChangeShapeType="1"/>
                  </p:cNvSpPr>
                  <p:nvPr/>
                </p:nvSpPr>
                <p:spPr bwMode="auto">
                  <a:xfrm rot="5400000" flipV="1">
                    <a:off x="2564" y="2442"/>
                    <a:ext cx="0" cy="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59239" name="AutoShape 167">
                    <a:extLst>
                      <a:ext uri="{FF2B5EF4-FFF2-40B4-BE49-F238E27FC236}">
                        <a16:creationId xmlns:a16="http://schemas.microsoft.com/office/drawing/2014/main" id="{5A03A156-1DCD-46AD-176A-BF10F7CDB5C2}"/>
                      </a:ext>
                    </a:extLst>
                  </p:cNvPr>
                  <p:cNvSpPr>
                    <a:spLocks noChangeArrowheads="1"/>
                  </p:cNvSpPr>
                  <p:nvPr/>
                </p:nvSpPr>
                <p:spPr bwMode="auto">
                  <a:xfrm>
                    <a:off x="2530" y="2399"/>
                    <a:ext cx="68" cy="59"/>
                  </a:xfrm>
                  <a:prstGeom prst="triangle">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grpSp>
        </p:grpSp>
      </p:grpSp>
      <p:sp>
        <p:nvSpPr>
          <p:cNvPr id="259242" name="WordArt 170">
            <a:extLst>
              <a:ext uri="{FF2B5EF4-FFF2-40B4-BE49-F238E27FC236}">
                <a16:creationId xmlns:a16="http://schemas.microsoft.com/office/drawing/2014/main" id="{E11DCA0E-7658-6F5A-B753-86CACFF72D5C}"/>
              </a:ext>
            </a:extLst>
          </p:cNvPr>
          <p:cNvSpPr>
            <a:spLocks noChangeArrowheads="1" noChangeShapeType="1" noTextEdit="1"/>
          </p:cNvSpPr>
          <p:nvPr/>
        </p:nvSpPr>
        <p:spPr bwMode="auto">
          <a:xfrm>
            <a:off x="1933575" y="4821238"/>
            <a:ext cx="1657350" cy="1344612"/>
          </a:xfrm>
          <a:prstGeom prst="rect">
            <a:avLst/>
          </a:prstGeom>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14:hiddenEffects>
            </a:ext>
          </a:extLst>
        </p:spPr>
        <p:txBody>
          <a:bodyPr wrap="none" fromWordArt="1">
            <a:prstTxWarp prst="textSlantDown">
              <a:avLst>
                <a:gd name="adj" fmla="val 28569"/>
              </a:avLst>
            </a:prstTxWarp>
          </a:bodyPr>
          <a:lstStyle/>
          <a:p>
            <a:pPr algn="ctr"/>
            <a:r>
              <a:rPr lang="en-GB" sz="3600" kern="10">
                <a:latin typeface="Tahoma" panose="020B0604030504040204" pitchFamily="34" charset="0"/>
                <a:ea typeface="Tahoma" panose="020B0604030504040204" pitchFamily="34" charset="0"/>
                <a:cs typeface="Tahoma" panose="020B0604030504040204" pitchFamily="34" charset="0"/>
              </a:rPr>
              <a:t>conf &amp; logs</a:t>
            </a:r>
            <a:endParaRPr lang="en-IT" sz="3600" kern="1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92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2" fill="hold" nodeType="clickEffect">
                                  <p:stCondLst>
                                    <p:cond delay="0"/>
                                  </p:stCondLst>
                                  <p:childTnLst>
                                    <p:set>
                                      <p:cBhvr>
                                        <p:cTn id="10" dur="1" fill="hold">
                                          <p:stCondLst>
                                            <p:cond delay="0"/>
                                          </p:stCondLst>
                                        </p:cTn>
                                        <p:tgtEl>
                                          <p:spTgt spid="259090"/>
                                        </p:tgtEl>
                                        <p:attrNameLst>
                                          <p:attrName>style.visibility</p:attrName>
                                        </p:attrNameLst>
                                      </p:cBhvr>
                                      <p:to>
                                        <p:strVal val="visible"/>
                                      </p:to>
                                    </p:set>
                                    <p:animEffect transition="in" filter="wipe(right)">
                                      <p:cBhvr>
                                        <p:cTn id="11" dur="500"/>
                                        <p:tgtEl>
                                          <p:spTgt spid="259090"/>
                                        </p:tgtEl>
                                      </p:cBhvr>
                                    </p:animEffect>
                                  </p:childTnLst>
                                </p:cTn>
                              </p:par>
                            </p:childTnLst>
                          </p:cTn>
                        </p:par>
                        <p:par>
                          <p:cTn id="12" fill="hold" nodeType="afterGroup">
                            <p:stCondLst>
                              <p:cond delay="500"/>
                            </p:stCondLst>
                            <p:childTnLst>
                              <p:par>
                                <p:cTn id="13" presetID="22" presetClass="entr" presetSubtype="1" fill="hold" nodeType="afterEffect">
                                  <p:stCondLst>
                                    <p:cond delay="0"/>
                                  </p:stCondLst>
                                  <p:childTnLst>
                                    <p:set>
                                      <p:cBhvr>
                                        <p:cTn id="14" dur="1" fill="hold">
                                          <p:stCondLst>
                                            <p:cond delay="0"/>
                                          </p:stCondLst>
                                        </p:cTn>
                                        <p:tgtEl>
                                          <p:spTgt spid="259084"/>
                                        </p:tgtEl>
                                        <p:attrNameLst>
                                          <p:attrName>style.visibility</p:attrName>
                                        </p:attrNameLst>
                                      </p:cBhvr>
                                      <p:to>
                                        <p:strVal val="visible"/>
                                      </p:to>
                                    </p:set>
                                    <p:animEffect transition="in" filter="wipe(up)">
                                      <p:cBhvr>
                                        <p:cTn id="15" dur="500"/>
                                        <p:tgtEl>
                                          <p:spTgt spid="259084"/>
                                        </p:tgtEl>
                                      </p:cBhvr>
                                    </p:animEffect>
                                  </p:childTnLst>
                                </p:cTn>
                              </p:par>
                            </p:childTnLst>
                          </p:cTn>
                        </p:par>
                        <p:par>
                          <p:cTn id="16" fill="hold" nodeType="afterGroup">
                            <p:stCondLst>
                              <p:cond delay="1000"/>
                            </p:stCondLst>
                            <p:childTnLst>
                              <p:par>
                                <p:cTn id="17" presetID="3" presetClass="entr" presetSubtype="0" fill="hold" nodeType="afterEffect">
                                  <p:stCondLst>
                                    <p:cond delay="0"/>
                                  </p:stCondLst>
                                  <p:childTnLst>
                                    <p:set>
                                      <p:cBhvr>
                                        <p:cTn id="18" dur="1" fill="hold">
                                          <p:stCondLst>
                                            <p:cond delay="0"/>
                                          </p:stCondLst>
                                        </p:cTn>
                                        <p:tgtEl>
                                          <p:spTgt spid="259242"/>
                                        </p:tgtEl>
                                        <p:attrNameLst>
                                          <p:attrName>style.visibility</p:attrName>
                                        </p:attrNameLst>
                                      </p:cBhvr>
                                      <p:to>
                                        <p:strVal val="visible"/>
                                      </p:to>
                                    </p:set>
                                  </p:childTnLst>
                                </p:cTn>
                              </p:par>
                              <p:par>
                                <p:cTn id="19" presetID="3" presetClass="entr" presetSubtype="0" fill="hold" nodeType="withEffect">
                                  <p:stCondLst>
                                    <p:cond delay="0"/>
                                  </p:stCondLst>
                                  <p:childTnLst>
                                    <p:set>
                                      <p:cBhvr>
                                        <p:cTn id="20" dur="1" fill="hold">
                                          <p:stCondLst>
                                            <p:cond delay="0"/>
                                          </p:stCondLst>
                                        </p:cTn>
                                        <p:tgtEl>
                                          <p:spTgt spid="25924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5907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nodeType="clickEffect">
                                  <p:stCondLst>
                                    <p:cond delay="0"/>
                                  </p:stCondLst>
                                  <p:childTnLst>
                                    <p:set>
                                      <p:cBhvr>
                                        <p:cTn id="28" dur="1" fill="hold">
                                          <p:stCondLst>
                                            <p:cond delay="0"/>
                                          </p:stCondLst>
                                        </p:cTn>
                                        <p:tgtEl>
                                          <p:spTgt spid="259088"/>
                                        </p:tgtEl>
                                        <p:attrNameLst>
                                          <p:attrName>style.visibility</p:attrName>
                                        </p:attrNameLst>
                                      </p:cBhvr>
                                      <p:to>
                                        <p:strVal val="visible"/>
                                      </p:to>
                                    </p:set>
                                    <p:animEffect transition="in" filter="wipe(right)">
                                      <p:cBhvr>
                                        <p:cTn id="29" dur="500"/>
                                        <p:tgtEl>
                                          <p:spTgt spid="259088"/>
                                        </p:tgtEl>
                                      </p:cBhvr>
                                    </p:animEffect>
                                  </p:childTnLst>
                                </p:cTn>
                              </p:par>
                            </p:childTnLst>
                          </p:cTn>
                        </p:par>
                        <p:par>
                          <p:cTn id="30" fill="hold" nodeType="afterGroup">
                            <p:stCondLst>
                              <p:cond delay="500"/>
                            </p:stCondLst>
                            <p:childTnLst>
                              <p:par>
                                <p:cTn id="31" presetID="22" presetClass="entr" presetSubtype="1" fill="hold" nodeType="afterEffect">
                                  <p:stCondLst>
                                    <p:cond delay="0"/>
                                  </p:stCondLst>
                                  <p:childTnLst>
                                    <p:set>
                                      <p:cBhvr>
                                        <p:cTn id="32" dur="1" fill="hold">
                                          <p:stCondLst>
                                            <p:cond delay="0"/>
                                          </p:stCondLst>
                                        </p:cTn>
                                        <p:tgtEl>
                                          <p:spTgt spid="259082"/>
                                        </p:tgtEl>
                                        <p:attrNameLst>
                                          <p:attrName>style.visibility</p:attrName>
                                        </p:attrNameLst>
                                      </p:cBhvr>
                                      <p:to>
                                        <p:strVal val="visible"/>
                                      </p:to>
                                    </p:set>
                                    <p:animEffect transition="in" filter="wipe(up)">
                                      <p:cBhvr>
                                        <p:cTn id="33" dur="500"/>
                                        <p:tgtEl>
                                          <p:spTgt spid="25908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0"/>
                                          </p:stCondLst>
                                        </p:cTn>
                                        <p:tgtEl>
                                          <p:spTgt spid="259079"/>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2" fill="hold" nodeType="clickEffect">
                                  <p:stCondLst>
                                    <p:cond delay="0"/>
                                  </p:stCondLst>
                                  <p:childTnLst>
                                    <p:set>
                                      <p:cBhvr>
                                        <p:cTn id="41" dur="1" fill="hold">
                                          <p:stCondLst>
                                            <p:cond delay="0"/>
                                          </p:stCondLst>
                                        </p:cTn>
                                        <p:tgtEl>
                                          <p:spTgt spid="259089"/>
                                        </p:tgtEl>
                                        <p:attrNameLst>
                                          <p:attrName>style.visibility</p:attrName>
                                        </p:attrNameLst>
                                      </p:cBhvr>
                                      <p:to>
                                        <p:strVal val="visible"/>
                                      </p:to>
                                    </p:set>
                                    <p:animEffect transition="in" filter="wipe(right)">
                                      <p:cBhvr>
                                        <p:cTn id="42" dur="500"/>
                                        <p:tgtEl>
                                          <p:spTgt spid="259089"/>
                                        </p:tgtEl>
                                      </p:cBhvr>
                                    </p:animEffect>
                                  </p:childTnLst>
                                </p:cTn>
                              </p:par>
                            </p:childTnLst>
                          </p:cTn>
                        </p:par>
                        <p:par>
                          <p:cTn id="43" fill="hold" nodeType="afterGroup">
                            <p:stCondLst>
                              <p:cond delay="500"/>
                            </p:stCondLst>
                            <p:childTnLst>
                              <p:par>
                                <p:cTn id="44" presetID="22" presetClass="entr" presetSubtype="1" fill="hold" nodeType="afterEffect">
                                  <p:stCondLst>
                                    <p:cond delay="0"/>
                                  </p:stCondLst>
                                  <p:childTnLst>
                                    <p:set>
                                      <p:cBhvr>
                                        <p:cTn id="45" dur="1" fill="hold">
                                          <p:stCondLst>
                                            <p:cond delay="0"/>
                                          </p:stCondLst>
                                        </p:cTn>
                                        <p:tgtEl>
                                          <p:spTgt spid="259083"/>
                                        </p:tgtEl>
                                        <p:attrNameLst>
                                          <p:attrName>style.visibility</p:attrName>
                                        </p:attrNameLst>
                                      </p:cBhvr>
                                      <p:to>
                                        <p:strVal val="visible"/>
                                      </p:to>
                                    </p:set>
                                    <p:animEffect transition="in" filter="wipe(up)">
                                      <p:cBhvr>
                                        <p:cTn id="46" dur="500"/>
                                        <p:tgtEl>
                                          <p:spTgt spid="25908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25908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nodeType="clickEffect">
                                  <p:stCondLst>
                                    <p:cond delay="0"/>
                                  </p:stCondLst>
                                  <p:childTnLst>
                                    <p:set>
                                      <p:cBhvr>
                                        <p:cTn id="54" dur="1" fill="hold">
                                          <p:stCondLst>
                                            <p:cond delay="0"/>
                                          </p:stCondLst>
                                        </p:cTn>
                                        <p:tgtEl>
                                          <p:spTgt spid="259136"/>
                                        </p:tgtEl>
                                        <p:attrNameLst>
                                          <p:attrName>style.visibility</p:attrName>
                                        </p:attrNameLst>
                                      </p:cBhvr>
                                      <p:to>
                                        <p:strVal val="visible"/>
                                      </p:to>
                                    </p:set>
                                    <p:animEffect transition="in" filter="wipe(right)">
                                      <p:cBhvr>
                                        <p:cTn id="55" dur="500"/>
                                        <p:tgtEl>
                                          <p:spTgt spid="259136"/>
                                        </p:tgtEl>
                                      </p:cBhvr>
                                    </p:animEffect>
                                  </p:childTnLst>
                                </p:cTn>
                              </p:par>
                            </p:childTnLst>
                          </p:cTn>
                        </p:par>
                        <p:par>
                          <p:cTn id="56" fill="hold" nodeType="afterGroup">
                            <p:stCondLst>
                              <p:cond delay="500"/>
                            </p:stCondLst>
                            <p:childTnLst>
                              <p:par>
                                <p:cTn id="57" presetID="22" presetClass="entr" presetSubtype="1" fill="hold" nodeType="afterEffect">
                                  <p:stCondLst>
                                    <p:cond delay="0"/>
                                  </p:stCondLst>
                                  <p:childTnLst>
                                    <p:set>
                                      <p:cBhvr>
                                        <p:cTn id="58" dur="1" fill="hold">
                                          <p:stCondLst>
                                            <p:cond delay="0"/>
                                          </p:stCondLst>
                                        </p:cTn>
                                        <p:tgtEl>
                                          <p:spTgt spid="259085"/>
                                        </p:tgtEl>
                                        <p:attrNameLst>
                                          <p:attrName>style.visibility</p:attrName>
                                        </p:attrNameLst>
                                      </p:cBhvr>
                                      <p:to>
                                        <p:strVal val="visible"/>
                                      </p:to>
                                    </p:set>
                                    <p:animEffect transition="in" filter="wipe(up)">
                                      <p:cBhvr>
                                        <p:cTn id="59" dur="500"/>
                                        <p:tgtEl>
                                          <p:spTgt spid="25908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259093"/>
                                        </p:tgtEl>
                                        <p:attrNameLst>
                                          <p:attrName>style.visibility</p:attrName>
                                        </p:attrNameLst>
                                      </p:cBhvr>
                                      <p:to>
                                        <p:strVal val="visible"/>
                                      </p:to>
                                    </p:set>
                                    <p:animEffect transition="in" filter="wipe(up)">
                                      <p:cBhvr>
                                        <p:cTn id="64" dur="500"/>
                                        <p:tgtEl>
                                          <p:spTgt spid="259093"/>
                                        </p:tgtEl>
                                      </p:cBhvr>
                                    </p:animEffect>
                                  </p:childTnLst>
                                </p:cTn>
                              </p:par>
                            </p:childTnLst>
                          </p:cTn>
                        </p:par>
                        <p:par>
                          <p:cTn id="65" fill="hold" nodeType="afterGroup">
                            <p:stCondLst>
                              <p:cond delay="500"/>
                            </p:stCondLst>
                            <p:childTnLst>
                              <p:par>
                                <p:cTn id="66" presetID="22" presetClass="entr" presetSubtype="2" fill="hold" nodeType="afterEffect">
                                  <p:stCondLst>
                                    <p:cond delay="0"/>
                                  </p:stCondLst>
                                  <p:childTnLst>
                                    <p:set>
                                      <p:cBhvr>
                                        <p:cTn id="67" dur="1" fill="hold">
                                          <p:stCondLst>
                                            <p:cond delay="0"/>
                                          </p:stCondLst>
                                        </p:cTn>
                                        <p:tgtEl>
                                          <p:spTgt spid="259094"/>
                                        </p:tgtEl>
                                        <p:attrNameLst>
                                          <p:attrName>style.visibility</p:attrName>
                                        </p:attrNameLst>
                                      </p:cBhvr>
                                      <p:to>
                                        <p:strVal val="visible"/>
                                      </p:to>
                                    </p:set>
                                    <p:animEffect transition="in" filter="wipe(right)">
                                      <p:cBhvr>
                                        <p:cTn id="68" dur="500"/>
                                        <p:tgtEl>
                                          <p:spTgt spid="259094"/>
                                        </p:tgtEl>
                                      </p:cBhvr>
                                    </p:animEffect>
                                  </p:childTnLst>
                                </p:cTn>
                              </p:par>
                            </p:childTnLst>
                          </p:cTn>
                        </p:par>
                        <p:par>
                          <p:cTn id="69" fill="hold" nodeType="afterGroup">
                            <p:stCondLst>
                              <p:cond delay="1000"/>
                            </p:stCondLst>
                            <p:childTnLst>
                              <p:par>
                                <p:cTn id="70" presetID="22" presetClass="entr" presetSubtype="2" fill="hold" nodeType="afterEffect">
                                  <p:stCondLst>
                                    <p:cond delay="0"/>
                                  </p:stCondLst>
                                  <p:childTnLst>
                                    <p:set>
                                      <p:cBhvr>
                                        <p:cTn id="71" dur="1" fill="hold">
                                          <p:stCondLst>
                                            <p:cond delay="0"/>
                                          </p:stCondLst>
                                        </p:cTn>
                                        <p:tgtEl>
                                          <p:spTgt spid="259095"/>
                                        </p:tgtEl>
                                        <p:attrNameLst>
                                          <p:attrName>style.visibility</p:attrName>
                                        </p:attrNameLst>
                                      </p:cBhvr>
                                      <p:to>
                                        <p:strVal val="visible"/>
                                      </p:to>
                                    </p:set>
                                    <p:animEffect transition="in" filter="wipe(right)">
                                      <p:cBhvr>
                                        <p:cTn id="72" dur="500"/>
                                        <p:tgtEl>
                                          <p:spTgt spid="25909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1" fill="hold" nodeType="clickEffect">
                                  <p:stCondLst>
                                    <p:cond delay="0"/>
                                  </p:stCondLst>
                                  <p:childTnLst>
                                    <p:set>
                                      <p:cBhvr>
                                        <p:cTn id="76" dur="1" fill="hold">
                                          <p:stCondLst>
                                            <p:cond delay="0"/>
                                          </p:stCondLst>
                                        </p:cTn>
                                        <p:tgtEl>
                                          <p:spTgt spid="259074"/>
                                        </p:tgtEl>
                                        <p:attrNameLst>
                                          <p:attrName>style.visibility</p:attrName>
                                        </p:attrNameLst>
                                      </p:cBhvr>
                                      <p:to>
                                        <p:strVal val="visible"/>
                                      </p:to>
                                    </p:set>
                                    <p:animEffect transition="in" filter="wipe(up)">
                                      <p:cBhvr>
                                        <p:cTn id="77" dur="500"/>
                                        <p:tgtEl>
                                          <p:spTgt spid="25907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259077"/>
                                        </p:tgtEl>
                                        <p:attrNameLst>
                                          <p:attrName>style.visibility</p:attrName>
                                        </p:attrNameLst>
                                      </p:cBhvr>
                                      <p:to>
                                        <p:strVal val="visible"/>
                                      </p:to>
                                    </p:set>
                                    <p:animEffect transition="in" filter="wipe(left)">
                                      <p:cBhvr>
                                        <p:cTn id="82" dur="500"/>
                                        <p:tgtEl>
                                          <p:spTgt spid="259077"/>
                                        </p:tgtEl>
                                      </p:cBhvr>
                                    </p:animEffect>
                                  </p:childTnLst>
                                </p:cTn>
                              </p:par>
                            </p:childTnLst>
                          </p:cTn>
                        </p:par>
                        <p:par>
                          <p:cTn id="83" fill="hold" nodeType="afterGroup">
                            <p:stCondLst>
                              <p:cond delay="500"/>
                            </p:stCondLst>
                            <p:childTnLst>
                              <p:par>
                                <p:cTn id="84" presetID="22" presetClass="entr" presetSubtype="8" fill="hold" nodeType="afterEffect">
                                  <p:stCondLst>
                                    <p:cond delay="0"/>
                                  </p:stCondLst>
                                  <p:childTnLst>
                                    <p:set>
                                      <p:cBhvr>
                                        <p:cTn id="85" dur="1" fill="hold">
                                          <p:stCondLst>
                                            <p:cond delay="0"/>
                                          </p:stCondLst>
                                        </p:cTn>
                                        <p:tgtEl>
                                          <p:spTgt spid="259076"/>
                                        </p:tgtEl>
                                        <p:attrNameLst>
                                          <p:attrName>style.visibility</p:attrName>
                                        </p:attrNameLst>
                                      </p:cBhvr>
                                      <p:to>
                                        <p:strVal val="visible"/>
                                      </p:to>
                                    </p:set>
                                    <p:animEffect transition="in" filter="wipe(left)">
                                      <p:cBhvr>
                                        <p:cTn id="86" dur="500"/>
                                        <p:tgtEl>
                                          <p:spTgt spid="259076"/>
                                        </p:tgtEl>
                                      </p:cBhvr>
                                    </p:animEffect>
                                  </p:childTnLst>
                                </p:cTn>
                              </p:par>
                            </p:childTnLst>
                          </p:cTn>
                        </p:par>
                        <p:par>
                          <p:cTn id="87" fill="hold" nodeType="afterGroup">
                            <p:stCondLst>
                              <p:cond delay="1000"/>
                            </p:stCondLst>
                            <p:childTnLst>
                              <p:par>
                                <p:cTn id="88" presetID="22" presetClass="entr" presetSubtype="8" fill="hold" nodeType="afterEffect">
                                  <p:stCondLst>
                                    <p:cond delay="0"/>
                                  </p:stCondLst>
                                  <p:childTnLst>
                                    <p:set>
                                      <p:cBhvr>
                                        <p:cTn id="89" dur="1" fill="hold">
                                          <p:stCondLst>
                                            <p:cond delay="0"/>
                                          </p:stCondLst>
                                        </p:cTn>
                                        <p:tgtEl>
                                          <p:spTgt spid="259075"/>
                                        </p:tgtEl>
                                        <p:attrNameLst>
                                          <p:attrName>style.visibility</p:attrName>
                                        </p:attrNameLst>
                                      </p:cBhvr>
                                      <p:to>
                                        <p:strVal val="visible"/>
                                      </p:to>
                                    </p:set>
                                    <p:animEffect transition="in" filter="wipe(left)">
                                      <p:cBhvr>
                                        <p:cTn id="90" dur="500"/>
                                        <p:tgtEl>
                                          <p:spTgt spid="259075"/>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12" presetClass="entr" presetSubtype="8" fill="hold" nodeType="clickEffect">
                                  <p:stCondLst>
                                    <p:cond delay="0"/>
                                  </p:stCondLst>
                                  <p:childTnLst>
                                    <p:set>
                                      <p:cBhvr>
                                        <p:cTn id="94" dur="1" fill="hold">
                                          <p:stCondLst>
                                            <p:cond delay="0"/>
                                          </p:stCondLst>
                                        </p:cTn>
                                        <p:tgtEl>
                                          <p:spTgt spid="259164"/>
                                        </p:tgtEl>
                                        <p:attrNameLst>
                                          <p:attrName>style.visibility</p:attrName>
                                        </p:attrNameLst>
                                      </p:cBhvr>
                                      <p:to>
                                        <p:strVal val="visible"/>
                                      </p:to>
                                    </p:set>
                                    <p:animEffect transition="in" filter="slide(fromLeft)">
                                      <p:cBhvr>
                                        <p:cTn id="95" dur="500"/>
                                        <p:tgtEl>
                                          <p:spTgt spid="259164"/>
                                        </p:tgtEl>
                                      </p:cBhvr>
                                    </p:animEffect>
                                  </p:childTnLst>
                                </p:cTn>
                              </p:par>
                            </p:childTnLst>
                          </p:cTn>
                        </p:par>
                        <p:par>
                          <p:cTn id="96" fill="hold" nodeType="afterGroup">
                            <p:stCondLst>
                              <p:cond delay="500"/>
                            </p:stCondLst>
                            <p:childTnLst>
                              <p:par>
                                <p:cTn id="97" presetID="12" presetClass="entr" presetSubtype="8" fill="hold" nodeType="afterEffect">
                                  <p:stCondLst>
                                    <p:cond delay="0"/>
                                  </p:stCondLst>
                                  <p:childTnLst>
                                    <p:set>
                                      <p:cBhvr>
                                        <p:cTn id="98" dur="1" fill="hold">
                                          <p:stCondLst>
                                            <p:cond delay="0"/>
                                          </p:stCondLst>
                                        </p:cTn>
                                        <p:tgtEl>
                                          <p:spTgt spid="259165"/>
                                        </p:tgtEl>
                                        <p:attrNameLst>
                                          <p:attrName>style.visibility</p:attrName>
                                        </p:attrNameLst>
                                      </p:cBhvr>
                                      <p:to>
                                        <p:strVal val="visible"/>
                                      </p:to>
                                    </p:set>
                                    <p:animEffect transition="in" filter="slide(fromLeft)">
                                      <p:cBhvr>
                                        <p:cTn id="99" dur="500"/>
                                        <p:tgtEl>
                                          <p:spTgt spid="259165"/>
                                        </p:tgtEl>
                                      </p:cBhvr>
                                    </p:animEffect>
                                  </p:childTnLst>
                                </p:cTn>
                              </p:par>
                            </p:childTnLst>
                          </p:cTn>
                        </p:par>
                        <p:par>
                          <p:cTn id="100" fill="hold" nodeType="afterGroup">
                            <p:stCondLst>
                              <p:cond delay="1000"/>
                            </p:stCondLst>
                            <p:childTnLst>
                              <p:par>
                                <p:cTn id="101" presetID="12" presetClass="entr" presetSubtype="8" fill="hold" nodeType="afterEffect">
                                  <p:stCondLst>
                                    <p:cond delay="0"/>
                                  </p:stCondLst>
                                  <p:childTnLst>
                                    <p:set>
                                      <p:cBhvr>
                                        <p:cTn id="102" dur="1" fill="hold">
                                          <p:stCondLst>
                                            <p:cond delay="0"/>
                                          </p:stCondLst>
                                        </p:cTn>
                                        <p:tgtEl>
                                          <p:spTgt spid="259190"/>
                                        </p:tgtEl>
                                        <p:attrNameLst>
                                          <p:attrName>style.visibility</p:attrName>
                                        </p:attrNameLst>
                                      </p:cBhvr>
                                      <p:to>
                                        <p:strVal val="visible"/>
                                      </p:to>
                                    </p:set>
                                    <p:animEffect transition="in" filter="slide(fromLeft)">
                                      <p:cBhvr>
                                        <p:cTn id="103" dur="500"/>
                                        <p:tgtEl>
                                          <p:spTgt spid="259190"/>
                                        </p:tgtEl>
                                      </p:cBhvr>
                                    </p:animEffect>
                                  </p:childTnLst>
                                </p:cTn>
                              </p:par>
                            </p:childTnLst>
                          </p:cTn>
                        </p:par>
                        <p:par>
                          <p:cTn id="104" fill="hold" nodeType="afterGroup">
                            <p:stCondLst>
                              <p:cond delay="1500"/>
                            </p:stCondLst>
                            <p:childTnLst>
                              <p:par>
                                <p:cTn id="105" presetID="12" presetClass="entr" presetSubtype="8" fill="hold" nodeType="afterEffect">
                                  <p:stCondLst>
                                    <p:cond delay="0"/>
                                  </p:stCondLst>
                                  <p:childTnLst>
                                    <p:set>
                                      <p:cBhvr>
                                        <p:cTn id="106" dur="1" fill="hold">
                                          <p:stCondLst>
                                            <p:cond delay="0"/>
                                          </p:stCondLst>
                                        </p:cTn>
                                        <p:tgtEl>
                                          <p:spTgt spid="259215"/>
                                        </p:tgtEl>
                                        <p:attrNameLst>
                                          <p:attrName>style.visibility</p:attrName>
                                        </p:attrNameLst>
                                      </p:cBhvr>
                                      <p:to>
                                        <p:strVal val="visible"/>
                                      </p:to>
                                    </p:set>
                                    <p:animEffect transition="in" filter="slide(fromLeft)">
                                      <p:cBhvr>
                                        <p:cTn id="107" dur="500"/>
                                        <p:tgtEl>
                                          <p:spTgt spid="259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8" grpId="0" animBg="1" autoUpdateAnimBg="0"/>
      <p:bldP spid="259079" grpId="0" animBg="1" autoUpdateAnimBg="0"/>
      <p:bldP spid="259080"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4CD1CCC-1458-0E28-8AAF-14C9205ABCD8}"/>
              </a:ext>
            </a:extLst>
          </p:cNvPr>
          <p:cNvGrpSpPr/>
          <p:nvPr/>
        </p:nvGrpSpPr>
        <p:grpSpPr>
          <a:xfrm>
            <a:off x="2078427" y="1628800"/>
            <a:ext cx="8035145" cy="4222298"/>
            <a:chOff x="2039933" y="1347406"/>
            <a:chExt cx="8035145" cy="4222298"/>
          </a:xfrm>
        </p:grpSpPr>
        <p:grpSp>
          <p:nvGrpSpPr>
            <p:cNvPr id="5" name="Group 4">
              <a:extLst>
                <a:ext uri="{FF2B5EF4-FFF2-40B4-BE49-F238E27FC236}">
                  <a16:creationId xmlns:a16="http://schemas.microsoft.com/office/drawing/2014/main" id="{79D35A67-273D-8A0E-941E-E26D15F57926}"/>
                </a:ext>
              </a:extLst>
            </p:cNvPr>
            <p:cNvGrpSpPr/>
            <p:nvPr/>
          </p:nvGrpSpPr>
          <p:grpSpPr>
            <a:xfrm>
              <a:off x="2039933" y="1347406"/>
              <a:ext cx="8035145" cy="4222298"/>
              <a:chOff x="2116183" y="1995487"/>
              <a:chExt cx="6661106" cy="4222298"/>
            </a:xfrm>
          </p:grpSpPr>
          <p:sp>
            <p:nvSpPr>
              <p:cNvPr id="10" name="Rectangle 9">
                <a:extLst>
                  <a:ext uri="{FF2B5EF4-FFF2-40B4-BE49-F238E27FC236}">
                    <a16:creationId xmlns:a16="http://schemas.microsoft.com/office/drawing/2014/main" id="{E021553A-4797-C43E-9E57-38D53697EC5D}"/>
                  </a:ext>
                </a:extLst>
              </p:cNvPr>
              <p:cNvSpPr/>
              <p:nvPr/>
            </p:nvSpPr>
            <p:spPr>
              <a:xfrm>
                <a:off x="2116184" y="2203268"/>
                <a:ext cx="6661105" cy="401451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r</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1:~$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frr</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daemons</a:t>
                </a:r>
                <a:endParaRPr lang="it-IT" b="1"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This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file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tells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the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frr</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package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which</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daemons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to start.</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Sample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configurations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for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these</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daemons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can be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found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in</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usr</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/share/doc/</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frr</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examples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  </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eaLnBrk="1" fontAlgn="auto" hangingPunct="1">
                  <a:spcBef>
                    <a:spcPts val="0"/>
                  </a:spcBef>
                  <a:spcAft>
                    <a:spcPts val="0"/>
                  </a:spcAft>
                  <a:defRPr/>
                </a:pP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bgpd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=no</a:t>
                </a:r>
              </a:p>
              <a:p>
                <a:pPr eaLnBrk="1" fontAlgn="auto" hangingPunct="1">
                  <a:spcBef>
                    <a:spcPts val="0"/>
                  </a:spcBef>
                  <a:spcAft>
                    <a:spcPts val="0"/>
                  </a:spcAft>
                  <a:defRPr/>
                </a:pP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ospfd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=no</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ospf6d=no</a:t>
                </a:r>
              </a:p>
              <a:p>
                <a:pPr eaLnBrk="1" fontAlgn="auto" hangingPunct="1">
                  <a:spcBef>
                    <a:spcPts val="0"/>
                  </a:spcBef>
                  <a:spcAft>
                    <a:spcPts val="0"/>
                  </a:spcAft>
                  <a:defRPr/>
                </a:pP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ripd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=yes</a:t>
                </a:r>
              </a:p>
              <a:p>
                <a:pPr eaLnBrk="1" fontAlgn="auto" hangingPunct="1">
                  <a:spcBef>
                    <a:spcPts val="0"/>
                  </a:spcBef>
                  <a:spcAft>
                    <a:spcPts val="0"/>
                  </a:spcAft>
                  <a:defRPr/>
                </a:pP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ripngd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=no</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5AE3530B-92CC-4AEE-A808-548B83F3B66F}"/>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B4C53B56-A45C-BCE7-75BA-9196B5C95C33}"/>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D7B7356F-7603-B6CA-7A58-540803BD2218}"/>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AFF8ED4A-3A0E-0379-1AA5-1910708D01A8}"/>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6C2C2D8-C38C-9C98-AE07-69186FEEE98F}"/>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67270" name="Rectangle 6">
            <a:extLst>
              <a:ext uri="{FF2B5EF4-FFF2-40B4-BE49-F238E27FC236}">
                <a16:creationId xmlns:a16="http://schemas.microsoft.com/office/drawing/2014/main" id="{FE1A78A2-7866-FFA2-12D1-6B6B20EB103D}"/>
              </a:ext>
            </a:extLst>
          </p:cNvPr>
          <p:cNvSpPr>
            <a:spLocks noGrp="1" noChangeArrowheads="1"/>
          </p:cNvSpPr>
          <p:nvPr>
            <p:ph type="title"/>
          </p:nvPr>
        </p:nvSpPr>
        <p:spPr/>
        <p:txBody>
          <a:bodyPr/>
          <a:lstStyle/>
          <a:p>
            <a:r>
              <a:rPr lang="it-IT" altLang="en-IT"/>
              <a:t>sample </a:t>
            </a:r>
            <a:r>
              <a:rPr lang="it-IT" altLang="en-IT" b="1">
                <a:latin typeface="Courier New" panose="02070309020205020404" pitchFamily="49" charset="0"/>
              </a:rPr>
              <a:t>daemons</a:t>
            </a:r>
            <a:r>
              <a:rPr lang="it-IT" altLang="en-IT"/>
              <a:t> configuration file</a:t>
            </a:r>
          </a:p>
        </p:txBody>
      </p:sp>
      <p:sp>
        <p:nvSpPr>
          <p:cNvPr id="2" name="Date Placeholder 2">
            <a:extLst>
              <a:ext uri="{FF2B5EF4-FFF2-40B4-BE49-F238E27FC236}">
                <a16:creationId xmlns:a16="http://schemas.microsoft.com/office/drawing/2014/main" id="{B9F331F4-2F10-7DAD-48D9-BFAE9FACDAC6}"/>
              </a:ext>
            </a:extLst>
          </p:cNvPr>
          <p:cNvSpPr>
            <a:spLocks noGrp="1"/>
          </p:cNvSpPr>
          <p:nvPr>
            <p:ph type="dt" sz="half" idx="10"/>
          </p:nvPr>
        </p:nvSpPr>
        <p:spPr/>
        <p:txBody>
          <a:bodyPr/>
          <a:lstStyle/>
          <a:p>
            <a:r>
              <a:rPr lang="it-IT" altLang="en-IT"/>
              <a:t>last update: Oct 2023</a:t>
            </a:r>
          </a:p>
        </p:txBody>
      </p:sp>
      <p:sp>
        <p:nvSpPr>
          <p:cNvPr id="3" name="Footer Placeholder 3">
            <a:extLst>
              <a:ext uri="{FF2B5EF4-FFF2-40B4-BE49-F238E27FC236}">
                <a16:creationId xmlns:a16="http://schemas.microsoft.com/office/drawing/2014/main" id="{73960168-A049-D2DC-0FC4-CF5AF095C737}"/>
              </a:ext>
            </a:extLst>
          </p:cNvPr>
          <p:cNvSpPr>
            <a:spLocks noGrp="1"/>
          </p:cNvSpPr>
          <p:nvPr>
            <p:ph type="ftr" sz="quarter" idx="11"/>
          </p:nvPr>
        </p:nvSpPr>
        <p:spPr/>
        <p:txBody>
          <a:bodyPr/>
          <a:lstStyle/>
          <a:p>
            <a:r>
              <a:rPr lang="it-IT" altLang="en-IT"/>
              <a:t>kathara – [ lab: frr ]</a:t>
            </a:r>
          </a:p>
        </p:txBody>
      </p:sp>
      <p:sp>
        <p:nvSpPr>
          <p:cNvPr id="267269" name="AutoShape 5">
            <a:extLst>
              <a:ext uri="{FF2B5EF4-FFF2-40B4-BE49-F238E27FC236}">
                <a16:creationId xmlns:a16="http://schemas.microsoft.com/office/drawing/2014/main" id="{9668C9D6-6826-3338-67CC-46F053CA35F6}"/>
              </a:ext>
            </a:extLst>
          </p:cNvPr>
          <p:cNvSpPr>
            <a:spLocks noChangeArrowheads="1"/>
          </p:cNvSpPr>
          <p:nvPr/>
        </p:nvSpPr>
        <p:spPr bwMode="auto">
          <a:xfrm>
            <a:off x="4223792" y="4766031"/>
            <a:ext cx="4305161" cy="510778"/>
          </a:xfrm>
          <a:prstGeom prst="wedgeRoundRectCallout">
            <a:avLst>
              <a:gd name="adj1" fmla="val -74903"/>
              <a:gd name="adj2" fmla="val -6412"/>
              <a:gd name="adj3" fmla="val 16667"/>
            </a:avLst>
          </a:prstGeom>
          <a:solidFill>
            <a:schemeClr val="accent2"/>
          </a:solidFill>
          <a:ln w="9525">
            <a:solidFill>
              <a:schemeClr val="tx1"/>
            </a:solidFill>
            <a:miter lim="800000"/>
            <a:headEnd/>
            <a:tailEnd/>
          </a:ln>
          <a:effectLst>
            <a:outerShdw dist="107763" dir="2700000" algn="ctr" rotWithShape="0">
              <a:schemeClr val="bg2"/>
            </a:outerShdw>
          </a:effectLst>
        </p:spPr>
        <p:txBody>
          <a:bodyPr wrap="none">
            <a:spAutoFit/>
          </a:bodyPr>
          <a:lstStyle/>
          <a:p>
            <a:pPr algn="ctr" eaLnBrk="0" hangingPunct="0"/>
            <a:r>
              <a:rPr lang="en-US" altLang="en-IT" sz="2400" dirty="0">
                <a:latin typeface="Tahoma" panose="020B0604030504040204" pitchFamily="34" charset="0"/>
              </a:rPr>
              <a:t>the rip daemon will be started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A22A46C-CCCA-3EAB-CB35-5EFB2415CA43}"/>
              </a:ext>
            </a:extLst>
          </p:cNvPr>
          <p:cNvGrpSpPr/>
          <p:nvPr/>
        </p:nvGrpSpPr>
        <p:grpSpPr>
          <a:xfrm>
            <a:off x="2078427" y="1628800"/>
            <a:ext cx="8035145" cy="4222298"/>
            <a:chOff x="2039933" y="1347406"/>
            <a:chExt cx="8035145" cy="4222298"/>
          </a:xfrm>
        </p:grpSpPr>
        <p:grpSp>
          <p:nvGrpSpPr>
            <p:cNvPr id="5" name="Group 4">
              <a:extLst>
                <a:ext uri="{FF2B5EF4-FFF2-40B4-BE49-F238E27FC236}">
                  <a16:creationId xmlns:a16="http://schemas.microsoft.com/office/drawing/2014/main" id="{A523DC82-A202-7430-4DC0-377D8D0C1F52}"/>
                </a:ext>
              </a:extLst>
            </p:cNvPr>
            <p:cNvGrpSpPr/>
            <p:nvPr/>
          </p:nvGrpSpPr>
          <p:grpSpPr>
            <a:xfrm>
              <a:off x="2039933" y="1347406"/>
              <a:ext cx="8035145" cy="4222298"/>
              <a:chOff x="2116183" y="1995487"/>
              <a:chExt cx="6661106" cy="4222298"/>
            </a:xfrm>
          </p:grpSpPr>
          <p:sp>
            <p:nvSpPr>
              <p:cNvPr id="10" name="Rectangle 9">
                <a:extLst>
                  <a:ext uri="{FF2B5EF4-FFF2-40B4-BE49-F238E27FC236}">
                    <a16:creationId xmlns:a16="http://schemas.microsoft.com/office/drawing/2014/main" id="{831F24E1-F800-49CA-2108-74D5570878AA}"/>
                  </a:ext>
                </a:extLst>
              </p:cNvPr>
              <p:cNvSpPr/>
              <p:nvPr/>
            </p:nvSpPr>
            <p:spPr>
              <a:xfrm>
                <a:off x="2116184" y="2203268"/>
                <a:ext cx="6661105" cy="401451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r</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1:~$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frr</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vtysh.conf</a:t>
                </a:r>
                <a:endParaRPr lang="it-IT" b="1" kern="0" dirty="0">
                  <a:solidFill>
                    <a:prstClr val="white"/>
                  </a:solidFill>
                  <a:latin typeface="Consolas" panose="020B0609020204030204" pitchFamily="49" charset="0"/>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no service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integrated-vtysh-config</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root@r1:~$</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root@r1:~$</a:t>
                </a:r>
                <a:endParaRPr lang="it-IT" kern="0" dirty="0">
                  <a:solidFill>
                    <a:prstClr val="white">
                      <a:lumMod val="65000"/>
                    </a:prstClr>
                  </a:solidFill>
                  <a:latin typeface="Consolas" panose="020B0609020204030204" pitchFamily="49" charset="0"/>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root@r1:~$</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root@r1:~$</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root@r1:~$</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root@r1:~$</a:t>
                </a:r>
                <a:r>
                  <a:rPr lang="it-IT" kern="0" dirty="0">
                    <a:solidFill>
                      <a:prstClr val="white">
                        <a:lumMod val="65000"/>
                      </a:prstClr>
                    </a:solidFill>
                    <a:latin typeface="Consolas" panose="020B0609020204030204" pitchFamily="49" charset="0"/>
                  </a:rPr>
                  <a:t> </a:t>
                </a:r>
                <a:r>
                  <a:rPr lang="it-IT" b="1" kern="0" dirty="0" err="1">
                    <a:solidFill>
                      <a:prstClr val="white"/>
                    </a:solidFill>
                    <a:latin typeface="Consolas" panose="020B0609020204030204" pitchFamily="49" charset="0"/>
                  </a:rPr>
                  <a:t>cat</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etc</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frr</a:t>
                </a:r>
                <a:r>
                  <a:rPr lang="it-IT" b="1" kern="0" dirty="0">
                    <a:solidFill>
                      <a:prstClr val="white"/>
                    </a:solidFill>
                    <a:latin typeface="Consolas" panose="020B0609020204030204" pitchFamily="49" charset="0"/>
                  </a:rPr>
                  <a:t>/</a:t>
                </a:r>
                <a:r>
                  <a:rPr lang="it-IT" b="1" kern="0" dirty="0" err="1">
                    <a:solidFill>
                      <a:prstClr val="white"/>
                    </a:solidFill>
                    <a:latin typeface="Consolas" panose="020B0609020204030204" pitchFamily="49" charset="0"/>
                  </a:rPr>
                  <a:t>vtysh.conf</a:t>
                </a:r>
                <a:endParaRPr lang="it-IT" b="1" kern="0" dirty="0">
                  <a:solidFill>
                    <a:prstClr val="white"/>
                  </a:solidFill>
                  <a:latin typeface="Consolas" panose="020B0609020204030204" pitchFamily="49" charset="0"/>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service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integrated-vtysh-config</a:t>
                </a:r>
                <a:endParaRPr lang="it-IT" b="1" kern="0" dirty="0">
                  <a:solidFill>
                    <a:prstClr val="white"/>
                  </a:solidFill>
                  <a:latin typeface="Consolas" panose="020B0609020204030204" pitchFamily="49" charset="0"/>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DC95E70E-D936-96AB-713D-F53B33625405}"/>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C64F774A-E478-AB9C-27D6-623DE4FA9B0F}"/>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00F9F724-A143-24D3-8E97-A3956ADFFAD6}"/>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407A50F2-5640-880A-AFBD-EDA9C825C951}"/>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9A00CC3F-4DDA-67E5-1AD8-D150CEECC301}"/>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68290" name="Rectangle 2">
            <a:extLst>
              <a:ext uri="{FF2B5EF4-FFF2-40B4-BE49-F238E27FC236}">
                <a16:creationId xmlns:a16="http://schemas.microsoft.com/office/drawing/2014/main" id="{3D05E6E2-7D1F-0676-26E4-2D1A5827F229}"/>
              </a:ext>
            </a:extLst>
          </p:cNvPr>
          <p:cNvSpPr>
            <a:spLocks noGrp="1" noChangeArrowheads="1"/>
          </p:cNvSpPr>
          <p:nvPr>
            <p:ph type="title"/>
          </p:nvPr>
        </p:nvSpPr>
        <p:spPr/>
        <p:txBody>
          <a:bodyPr/>
          <a:lstStyle/>
          <a:p>
            <a:r>
              <a:rPr lang="it-IT" altLang="en-IT" sz="4000"/>
              <a:t>sample </a:t>
            </a:r>
            <a:r>
              <a:rPr lang="it-IT" altLang="en-IT" sz="4000" b="1">
                <a:latin typeface="Courier New" panose="02070309020205020404" pitchFamily="49" charset="0"/>
              </a:rPr>
              <a:t>vtysh.conf</a:t>
            </a:r>
            <a:r>
              <a:rPr lang="it-IT" altLang="en-IT" sz="4000"/>
              <a:t> configuration file</a:t>
            </a:r>
          </a:p>
        </p:txBody>
      </p:sp>
      <p:sp>
        <p:nvSpPr>
          <p:cNvPr id="2" name="Date Placeholder 2">
            <a:extLst>
              <a:ext uri="{FF2B5EF4-FFF2-40B4-BE49-F238E27FC236}">
                <a16:creationId xmlns:a16="http://schemas.microsoft.com/office/drawing/2014/main" id="{1B0AB8E0-C2BA-AE09-7375-97A8CBFB3B2F}"/>
              </a:ext>
            </a:extLst>
          </p:cNvPr>
          <p:cNvSpPr>
            <a:spLocks noGrp="1"/>
          </p:cNvSpPr>
          <p:nvPr>
            <p:ph type="dt" sz="half" idx="10"/>
          </p:nvPr>
        </p:nvSpPr>
        <p:spPr/>
        <p:txBody>
          <a:bodyPr/>
          <a:lstStyle/>
          <a:p>
            <a:r>
              <a:rPr lang="it-IT" altLang="en-IT"/>
              <a:t>last update: Oct 2023</a:t>
            </a:r>
          </a:p>
        </p:txBody>
      </p:sp>
      <p:sp>
        <p:nvSpPr>
          <p:cNvPr id="3" name="Footer Placeholder 3">
            <a:extLst>
              <a:ext uri="{FF2B5EF4-FFF2-40B4-BE49-F238E27FC236}">
                <a16:creationId xmlns:a16="http://schemas.microsoft.com/office/drawing/2014/main" id="{CF02C6CE-DC16-A38A-4A8F-0DBECF33E706}"/>
              </a:ext>
            </a:extLst>
          </p:cNvPr>
          <p:cNvSpPr>
            <a:spLocks noGrp="1"/>
          </p:cNvSpPr>
          <p:nvPr>
            <p:ph type="ftr" sz="quarter" idx="11"/>
          </p:nvPr>
        </p:nvSpPr>
        <p:spPr/>
        <p:txBody>
          <a:bodyPr/>
          <a:lstStyle/>
          <a:p>
            <a:r>
              <a:rPr lang="it-IT" altLang="en-IT"/>
              <a:t>kathara – [ lab: frr ]</a:t>
            </a:r>
          </a:p>
        </p:txBody>
      </p:sp>
      <p:sp>
        <p:nvSpPr>
          <p:cNvPr id="268292" name="AutoShape 4">
            <a:extLst>
              <a:ext uri="{FF2B5EF4-FFF2-40B4-BE49-F238E27FC236}">
                <a16:creationId xmlns:a16="http://schemas.microsoft.com/office/drawing/2014/main" id="{6234F9AC-F680-E3F3-9199-85607D7554AF}"/>
              </a:ext>
            </a:extLst>
          </p:cNvPr>
          <p:cNvSpPr>
            <a:spLocks noChangeArrowheads="1"/>
          </p:cNvSpPr>
          <p:nvPr/>
        </p:nvSpPr>
        <p:spPr bwMode="auto">
          <a:xfrm>
            <a:off x="5785958" y="2713751"/>
            <a:ext cx="5604044" cy="919401"/>
          </a:xfrm>
          <a:prstGeom prst="wedgeRoundRectCallout">
            <a:avLst>
              <a:gd name="adj1" fmla="val -38264"/>
              <a:gd name="adj2" fmla="val -87856"/>
              <a:gd name="adj3" fmla="val 16667"/>
            </a:avLst>
          </a:prstGeom>
          <a:solidFill>
            <a:schemeClr val="accent2"/>
          </a:solidFill>
          <a:ln w="9525">
            <a:solidFill>
              <a:schemeClr val="tx1"/>
            </a:solidFill>
            <a:miter lim="800000"/>
            <a:headEnd/>
            <a:tailEnd/>
          </a:ln>
          <a:effectLst>
            <a:outerShdw dist="107763" dir="2700000" algn="ctr" rotWithShape="0">
              <a:schemeClr val="bg2"/>
            </a:outerShdw>
          </a:effectLst>
        </p:spPr>
        <p:txBody>
          <a:bodyPr wrap="none">
            <a:spAutoFit/>
          </a:bodyPr>
          <a:lstStyle/>
          <a:p>
            <a:pPr algn="ctr" eaLnBrk="0" hangingPunct="0"/>
            <a:r>
              <a:rPr lang="en-US" altLang="en-IT" sz="2400" dirty="0">
                <a:latin typeface="Tahoma" panose="020B0604030504040204" pitchFamily="34" charset="0"/>
              </a:rPr>
              <a:t>with this command each daemon will</a:t>
            </a:r>
          </a:p>
          <a:p>
            <a:pPr algn="ctr" eaLnBrk="0" hangingPunct="0"/>
            <a:r>
              <a:rPr lang="it-IT" altLang="en-IT" sz="2400" dirty="0" err="1">
                <a:latin typeface="Tahoma" panose="020B0604030504040204" pitchFamily="34" charset="0"/>
              </a:rPr>
              <a:t>need</a:t>
            </a:r>
            <a:r>
              <a:rPr lang="it-IT" altLang="en-IT" sz="2400" dirty="0">
                <a:latin typeface="Tahoma" panose="020B0604030504040204" pitchFamily="34" charset="0"/>
              </a:rPr>
              <a:t> </a:t>
            </a:r>
            <a:r>
              <a:rPr lang="it-IT" altLang="en-IT" sz="2400" dirty="0" err="1">
                <a:latin typeface="Tahoma" panose="020B0604030504040204" pitchFamily="34" charset="0"/>
              </a:rPr>
              <a:t>its</a:t>
            </a:r>
            <a:r>
              <a:rPr lang="it-IT" altLang="en-IT" sz="2400" dirty="0">
                <a:latin typeface="Tahoma" panose="020B0604030504040204" pitchFamily="34" charset="0"/>
              </a:rPr>
              <a:t> </a:t>
            </a:r>
            <a:r>
              <a:rPr lang="it-IT" altLang="en-IT" sz="2400" dirty="0" err="1">
                <a:latin typeface="Tahoma" panose="020B0604030504040204" pitchFamily="34" charset="0"/>
              </a:rPr>
              <a:t>own</a:t>
            </a:r>
            <a:r>
              <a:rPr lang="it-IT" altLang="en-IT" sz="2400" dirty="0">
                <a:latin typeface="Tahoma" panose="020B0604030504040204" pitchFamily="34" charset="0"/>
              </a:rPr>
              <a:t> </a:t>
            </a:r>
            <a:r>
              <a:rPr lang="it-IT" altLang="en-IT" sz="2400" dirty="0" err="1">
                <a:latin typeface="Tahoma" panose="020B0604030504040204" pitchFamily="34" charset="0"/>
              </a:rPr>
              <a:t>configuration</a:t>
            </a:r>
            <a:r>
              <a:rPr lang="it-IT" altLang="en-IT" sz="2400" dirty="0">
                <a:latin typeface="Tahoma" panose="020B0604030504040204" pitchFamily="34" charset="0"/>
              </a:rPr>
              <a:t> file (default)</a:t>
            </a:r>
            <a:endParaRPr lang="en-US" altLang="en-IT" sz="2400" dirty="0">
              <a:latin typeface="Tahoma" panose="020B0604030504040204" pitchFamily="34" charset="0"/>
            </a:endParaRPr>
          </a:p>
        </p:txBody>
      </p:sp>
      <p:sp>
        <p:nvSpPr>
          <p:cNvPr id="268350" name="AutoShape 62">
            <a:extLst>
              <a:ext uri="{FF2B5EF4-FFF2-40B4-BE49-F238E27FC236}">
                <a16:creationId xmlns:a16="http://schemas.microsoft.com/office/drawing/2014/main" id="{95893082-9BEF-B078-AD02-00ED874690D1}"/>
              </a:ext>
            </a:extLst>
          </p:cNvPr>
          <p:cNvSpPr>
            <a:spLocks noChangeArrowheads="1"/>
          </p:cNvSpPr>
          <p:nvPr/>
        </p:nvSpPr>
        <p:spPr bwMode="auto">
          <a:xfrm>
            <a:off x="4655840" y="5170781"/>
            <a:ext cx="5681344" cy="919401"/>
          </a:xfrm>
          <a:prstGeom prst="wedgeRoundRectCallout">
            <a:avLst>
              <a:gd name="adj1" fmla="val -40829"/>
              <a:gd name="adj2" fmla="val -99644"/>
              <a:gd name="adj3" fmla="val 16667"/>
            </a:avLst>
          </a:prstGeom>
          <a:solidFill>
            <a:schemeClr val="accent2"/>
          </a:solidFill>
          <a:ln w="9525">
            <a:solidFill>
              <a:schemeClr val="tx1"/>
            </a:solidFill>
            <a:miter lim="800000"/>
            <a:headEnd/>
            <a:tailEnd/>
          </a:ln>
          <a:effectLst>
            <a:outerShdw dist="107763" dir="2700000" algn="ctr" rotWithShape="0">
              <a:schemeClr val="bg2"/>
            </a:outerShdw>
          </a:effectLst>
        </p:spPr>
        <p:txBody>
          <a:bodyPr wrap="none">
            <a:spAutoFit/>
          </a:bodyPr>
          <a:lstStyle/>
          <a:p>
            <a:pPr algn="ctr" eaLnBrk="0" hangingPunct="0"/>
            <a:r>
              <a:rPr lang="en-US" altLang="en-IT" sz="2400">
                <a:latin typeface="Tahoma" panose="020B0604030504040204" pitchFamily="34" charset="0"/>
              </a:rPr>
              <a:t>a single configuration </a:t>
            </a:r>
            <a:r>
              <a:rPr lang="en-US" altLang="en-IT" sz="2400" b="1">
                <a:latin typeface="Courier New" panose="02070309020205020404" pitchFamily="49" charset="0"/>
              </a:rPr>
              <a:t>frr.conf</a:t>
            </a:r>
            <a:r>
              <a:rPr lang="en-US" altLang="en-IT" sz="2400">
                <a:latin typeface="Tahoma" panose="020B0604030504040204" pitchFamily="34" charset="0"/>
              </a:rPr>
              <a:t> file for</a:t>
            </a:r>
          </a:p>
          <a:p>
            <a:pPr algn="ctr" eaLnBrk="0" hangingPunct="0"/>
            <a:r>
              <a:rPr lang="it-IT" altLang="en-IT" sz="2400">
                <a:latin typeface="Tahoma" panose="020B0604030504040204" pitchFamily="34" charset="0"/>
              </a:rPr>
              <a:t>all daemons (recommended)</a:t>
            </a:r>
            <a:endParaRPr lang="en-US" altLang="en-IT" sz="2400">
              <a:latin typeface="Tahoma" panose="020B060403050404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25" name="Rectangle 9">
            <a:extLst>
              <a:ext uri="{FF2B5EF4-FFF2-40B4-BE49-F238E27FC236}">
                <a16:creationId xmlns:a16="http://schemas.microsoft.com/office/drawing/2014/main" id="{D997BDF7-F438-62FA-BBF3-00135680C288}"/>
              </a:ext>
            </a:extLst>
          </p:cNvPr>
          <p:cNvSpPr>
            <a:spLocks noGrp="1" noChangeArrowheads="1"/>
          </p:cNvSpPr>
          <p:nvPr>
            <p:ph type="title"/>
          </p:nvPr>
        </p:nvSpPr>
        <p:spPr>
          <a:xfrm>
            <a:off x="1143000" y="0"/>
            <a:ext cx="9906000" cy="1143000"/>
          </a:xfrm>
        </p:spPr>
        <p:txBody>
          <a:bodyPr/>
          <a:lstStyle/>
          <a:p>
            <a:r>
              <a:rPr lang="it-IT" altLang="en-IT"/>
              <a:t>a simple topology</a:t>
            </a:r>
          </a:p>
        </p:txBody>
      </p:sp>
      <p:sp>
        <p:nvSpPr>
          <p:cNvPr id="2" name="Date Placeholder 2">
            <a:extLst>
              <a:ext uri="{FF2B5EF4-FFF2-40B4-BE49-F238E27FC236}">
                <a16:creationId xmlns:a16="http://schemas.microsoft.com/office/drawing/2014/main" id="{29DFA12B-2AC2-6D81-0B1E-F3E66CF557E5}"/>
              </a:ext>
            </a:extLst>
          </p:cNvPr>
          <p:cNvSpPr>
            <a:spLocks noGrp="1"/>
          </p:cNvSpPr>
          <p:nvPr>
            <p:ph type="dt" sz="half" idx="10"/>
          </p:nvPr>
        </p:nvSpPr>
        <p:spPr/>
        <p:txBody>
          <a:bodyPr/>
          <a:lstStyle/>
          <a:p>
            <a:r>
              <a:rPr lang="it-IT" altLang="en-IT"/>
              <a:t>last update: Oct 2023</a:t>
            </a:r>
          </a:p>
        </p:txBody>
      </p:sp>
      <p:sp>
        <p:nvSpPr>
          <p:cNvPr id="3" name="Footer Placeholder 3">
            <a:extLst>
              <a:ext uri="{FF2B5EF4-FFF2-40B4-BE49-F238E27FC236}">
                <a16:creationId xmlns:a16="http://schemas.microsoft.com/office/drawing/2014/main" id="{0A1C7F1E-A4D7-15EC-7C41-A8691ED8A26B}"/>
              </a:ext>
            </a:extLst>
          </p:cNvPr>
          <p:cNvSpPr>
            <a:spLocks noGrp="1"/>
          </p:cNvSpPr>
          <p:nvPr>
            <p:ph type="ftr" sz="quarter" idx="11"/>
          </p:nvPr>
        </p:nvSpPr>
        <p:spPr/>
        <p:txBody>
          <a:bodyPr/>
          <a:lstStyle/>
          <a:p>
            <a:r>
              <a:rPr lang="it-IT" altLang="en-IT"/>
              <a:t>kathara – [ lab: frr ]</a:t>
            </a:r>
          </a:p>
        </p:txBody>
      </p:sp>
      <p:sp>
        <p:nvSpPr>
          <p:cNvPr id="265443" name="AutoShape 227">
            <a:extLst>
              <a:ext uri="{FF2B5EF4-FFF2-40B4-BE49-F238E27FC236}">
                <a16:creationId xmlns:a16="http://schemas.microsoft.com/office/drawing/2014/main" id="{34C6F4BB-5608-A50A-9A5E-B57041C69D71}"/>
              </a:ext>
            </a:extLst>
          </p:cNvPr>
          <p:cNvSpPr>
            <a:spLocks noChangeArrowheads="1"/>
          </p:cNvSpPr>
          <p:nvPr/>
        </p:nvSpPr>
        <p:spPr bwMode="auto">
          <a:xfrm>
            <a:off x="3648076" y="4525964"/>
            <a:ext cx="5184775" cy="1368425"/>
          </a:xfrm>
          <a:prstGeom prst="plaque">
            <a:avLst>
              <a:gd name="adj" fmla="val 9611"/>
            </a:avLst>
          </a:prstGeom>
          <a:solidFill>
            <a:srgbClr val="FFF3C1"/>
          </a:solidFill>
          <a:ln w="38100" cmpd="dbl">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65228" name="Group 12">
            <a:extLst>
              <a:ext uri="{FF2B5EF4-FFF2-40B4-BE49-F238E27FC236}">
                <a16:creationId xmlns:a16="http://schemas.microsoft.com/office/drawing/2014/main" id="{4A705173-2D02-A62A-2FB7-5AF800B0113A}"/>
              </a:ext>
            </a:extLst>
          </p:cNvPr>
          <p:cNvGrpSpPr>
            <a:grpSpLocks noChangeAspect="1"/>
          </p:cNvGrpSpPr>
          <p:nvPr/>
        </p:nvGrpSpPr>
        <p:grpSpPr bwMode="auto">
          <a:xfrm>
            <a:off x="8350250" y="1595438"/>
            <a:ext cx="736600" cy="404812"/>
            <a:chOff x="1680" y="912"/>
            <a:chExt cx="576" cy="317"/>
          </a:xfrm>
        </p:grpSpPr>
        <p:grpSp>
          <p:nvGrpSpPr>
            <p:cNvPr id="265229" name="Group 13">
              <a:extLst>
                <a:ext uri="{FF2B5EF4-FFF2-40B4-BE49-F238E27FC236}">
                  <a16:creationId xmlns:a16="http://schemas.microsoft.com/office/drawing/2014/main" id="{FC090F18-417D-F660-C000-0EFBC2D34DA9}"/>
                </a:ext>
              </a:extLst>
            </p:cNvPr>
            <p:cNvGrpSpPr>
              <a:grpSpLocks noChangeAspect="1"/>
            </p:cNvGrpSpPr>
            <p:nvPr/>
          </p:nvGrpSpPr>
          <p:grpSpPr bwMode="auto">
            <a:xfrm>
              <a:off x="1680" y="912"/>
              <a:ext cx="576" cy="317"/>
              <a:chOff x="3312" y="2160"/>
              <a:chExt cx="960" cy="528"/>
            </a:xfrm>
          </p:grpSpPr>
          <p:sp>
            <p:nvSpPr>
              <p:cNvPr id="265230" name="AutoShape 14">
                <a:extLst>
                  <a:ext uri="{FF2B5EF4-FFF2-40B4-BE49-F238E27FC236}">
                    <a16:creationId xmlns:a16="http://schemas.microsoft.com/office/drawing/2014/main" id="{FAD58018-9B46-396E-815E-BCA59510B5F8}"/>
                  </a:ext>
                </a:extLst>
              </p:cNvPr>
              <p:cNvSpPr>
                <a:spLocks noChangeAspect="1" noChangeArrowheads="1"/>
              </p:cNvSpPr>
              <p:nvPr/>
            </p:nvSpPr>
            <p:spPr bwMode="auto">
              <a:xfrm>
                <a:off x="3312" y="2160"/>
                <a:ext cx="960" cy="528"/>
              </a:xfrm>
              <a:prstGeom prst="can">
                <a:avLst>
                  <a:gd name="adj" fmla="val 50000"/>
                </a:avLst>
              </a:prstGeom>
              <a:gradFill rotWithShape="0">
                <a:gsLst>
                  <a:gs pos="0">
                    <a:srgbClr val="0066CC">
                      <a:gamma/>
                      <a:shade val="46275"/>
                      <a:invGamma/>
                    </a:srgbClr>
                  </a:gs>
                  <a:gs pos="50000">
                    <a:srgbClr val="0066CC"/>
                  </a:gs>
                  <a:gs pos="100000">
                    <a:srgbClr val="0066CC">
                      <a:gamma/>
                      <a:shade val="46275"/>
                      <a:invGamma/>
                    </a:srgbClr>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IT"/>
              </a:p>
            </p:txBody>
          </p:sp>
          <p:grpSp>
            <p:nvGrpSpPr>
              <p:cNvPr id="265231" name="Group 15">
                <a:extLst>
                  <a:ext uri="{FF2B5EF4-FFF2-40B4-BE49-F238E27FC236}">
                    <a16:creationId xmlns:a16="http://schemas.microsoft.com/office/drawing/2014/main" id="{6A2B4F50-E34C-42F4-3F89-D5C309522D18}"/>
                  </a:ext>
                </a:extLst>
              </p:cNvPr>
              <p:cNvGrpSpPr>
                <a:grpSpLocks noChangeAspect="1"/>
              </p:cNvGrpSpPr>
              <p:nvPr/>
            </p:nvGrpSpPr>
            <p:grpSpPr bwMode="auto">
              <a:xfrm>
                <a:off x="3488" y="2193"/>
                <a:ext cx="599" cy="207"/>
                <a:chOff x="422" y="1632"/>
                <a:chExt cx="829" cy="298"/>
              </a:xfrm>
            </p:grpSpPr>
            <p:grpSp>
              <p:nvGrpSpPr>
                <p:cNvPr id="265232" name="Group 16">
                  <a:extLst>
                    <a:ext uri="{FF2B5EF4-FFF2-40B4-BE49-F238E27FC236}">
                      <a16:creationId xmlns:a16="http://schemas.microsoft.com/office/drawing/2014/main" id="{9152AE0C-5948-B478-76DB-28645C2CECBC}"/>
                    </a:ext>
                  </a:extLst>
                </p:cNvPr>
                <p:cNvGrpSpPr>
                  <a:grpSpLocks noChangeAspect="1"/>
                </p:cNvGrpSpPr>
                <p:nvPr/>
              </p:nvGrpSpPr>
              <p:grpSpPr bwMode="auto">
                <a:xfrm>
                  <a:off x="422" y="1632"/>
                  <a:ext cx="822" cy="291"/>
                  <a:chOff x="422" y="1632"/>
                  <a:chExt cx="822" cy="291"/>
                </a:xfrm>
              </p:grpSpPr>
              <p:sp>
                <p:nvSpPr>
                  <p:cNvPr id="265233" name="Freeform 17">
                    <a:extLst>
                      <a:ext uri="{FF2B5EF4-FFF2-40B4-BE49-F238E27FC236}">
                        <a16:creationId xmlns:a16="http://schemas.microsoft.com/office/drawing/2014/main" id="{C424254A-9461-E5DE-563E-47201812E1CB}"/>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34" name="Freeform 18">
                    <a:extLst>
                      <a:ext uri="{FF2B5EF4-FFF2-40B4-BE49-F238E27FC236}">
                        <a16:creationId xmlns:a16="http://schemas.microsoft.com/office/drawing/2014/main" id="{56CCD861-6685-AF1A-7835-39651BECCD80}"/>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35" name="Freeform 19">
                    <a:extLst>
                      <a:ext uri="{FF2B5EF4-FFF2-40B4-BE49-F238E27FC236}">
                        <a16:creationId xmlns:a16="http://schemas.microsoft.com/office/drawing/2014/main" id="{4785FDBC-7AED-42F4-1886-8BBF16344661}"/>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36" name="Freeform 20">
                    <a:extLst>
                      <a:ext uri="{FF2B5EF4-FFF2-40B4-BE49-F238E27FC236}">
                        <a16:creationId xmlns:a16="http://schemas.microsoft.com/office/drawing/2014/main" id="{B3CC7D12-7730-B2E7-A973-B296DFC1C146}"/>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37" name="Freeform 21">
                    <a:extLst>
                      <a:ext uri="{FF2B5EF4-FFF2-40B4-BE49-F238E27FC236}">
                        <a16:creationId xmlns:a16="http://schemas.microsoft.com/office/drawing/2014/main" id="{C5B50E6E-2FFA-6525-3767-38F145827E0E}"/>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38" name="Freeform 22">
                    <a:extLst>
                      <a:ext uri="{FF2B5EF4-FFF2-40B4-BE49-F238E27FC236}">
                        <a16:creationId xmlns:a16="http://schemas.microsoft.com/office/drawing/2014/main" id="{16620375-510B-76B4-8EF2-539FDB37773D}"/>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39" name="Freeform 23">
                    <a:extLst>
                      <a:ext uri="{FF2B5EF4-FFF2-40B4-BE49-F238E27FC236}">
                        <a16:creationId xmlns:a16="http://schemas.microsoft.com/office/drawing/2014/main" id="{240DF678-42B4-6E61-DC26-DE39F2E75064}"/>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0" name="Freeform 24">
                    <a:extLst>
                      <a:ext uri="{FF2B5EF4-FFF2-40B4-BE49-F238E27FC236}">
                        <a16:creationId xmlns:a16="http://schemas.microsoft.com/office/drawing/2014/main" id="{A7C7C8F4-F883-F18B-045C-1DA27179DA56}"/>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nvGrpSpPr>
                <p:cNvPr id="265241" name="Group 25">
                  <a:extLst>
                    <a:ext uri="{FF2B5EF4-FFF2-40B4-BE49-F238E27FC236}">
                      <a16:creationId xmlns:a16="http://schemas.microsoft.com/office/drawing/2014/main" id="{C243CC9D-1F09-CFCB-4122-25449EE17840}"/>
                    </a:ext>
                  </a:extLst>
                </p:cNvPr>
                <p:cNvGrpSpPr>
                  <a:grpSpLocks noChangeAspect="1"/>
                </p:cNvGrpSpPr>
                <p:nvPr/>
              </p:nvGrpSpPr>
              <p:grpSpPr bwMode="auto">
                <a:xfrm>
                  <a:off x="429" y="1639"/>
                  <a:ext cx="822" cy="291"/>
                  <a:chOff x="429" y="1639"/>
                  <a:chExt cx="822" cy="291"/>
                </a:xfrm>
              </p:grpSpPr>
              <p:sp>
                <p:nvSpPr>
                  <p:cNvPr id="265242" name="Freeform 26">
                    <a:extLst>
                      <a:ext uri="{FF2B5EF4-FFF2-40B4-BE49-F238E27FC236}">
                        <a16:creationId xmlns:a16="http://schemas.microsoft.com/office/drawing/2014/main" id="{6FA0F177-97F7-FE1D-87A0-135BAD41CBFC}"/>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3" name="Freeform 27">
                    <a:extLst>
                      <a:ext uri="{FF2B5EF4-FFF2-40B4-BE49-F238E27FC236}">
                        <a16:creationId xmlns:a16="http://schemas.microsoft.com/office/drawing/2014/main" id="{E21C3506-03EE-15BE-1F50-FD96307DFDCB}"/>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4" name="Freeform 28">
                    <a:extLst>
                      <a:ext uri="{FF2B5EF4-FFF2-40B4-BE49-F238E27FC236}">
                        <a16:creationId xmlns:a16="http://schemas.microsoft.com/office/drawing/2014/main" id="{06EF067B-8D48-C7CC-8ADE-D543F1D2F442}"/>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5" name="Freeform 29">
                    <a:extLst>
                      <a:ext uri="{FF2B5EF4-FFF2-40B4-BE49-F238E27FC236}">
                        <a16:creationId xmlns:a16="http://schemas.microsoft.com/office/drawing/2014/main" id="{3CEBB51F-F786-3F52-F8D8-985C6E9C4871}"/>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6" name="Freeform 30">
                    <a:extLst>
                      <a:ext uri="{FF2B5EF4-FFF2-40B4-BE49-F238E27FC236}">
                        <a16:creationId xmlns:a16="http://schemas.microsoft.com/office/drawing/2014/main" id="{720787C4-3B19-2D51-6E78-123D76F4C257}"/>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7" name="Freeform 31">
                    <a:extLst>
                      <a:ext uri="{FF2B5EF4-FFF2-40B4-BE49-F238E27FC236}">
                        <a16:creationId xmlns:a16="http://schemas.microsoft.com/office/drawing/2014/main" id="{AFC384E8-20CA-4C3D-7562-F2C5FBE8BB30}"/>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8" name="Freeform 32">
                    <a:extLst>
                      <a:ext uri="{FF2B5EF4-FFF2-40B4-BE49-F238E27FC236}">
                        <a16:creationId xmlns:a16="http://schemas.microsoft.com/office/drawing/2014/main" id="{D1FE37C5-B40F-0B7D-C4CB-0F61B191476F}"/>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49" name="Freeform 33">
                    <a:extLst>
                      <a:ext uri="{FF2B5EF4-FFF2-40B4-BE49-F238E27FC236}">
                        <a16:creationId xmlns:a16="http://schemas.microsoft.com/office/drawing/2014/main" id="{D4460FCB-1EA9-9044-0642-E07D793EB902}"/>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grpSp>
        <p:sp>
          <p:nvSpPr>
            <p:cNvPr id="265250" name="WordArt 34">
              <a:extLst>
                <a:ext uri="{FF2B5EF4-FFF2-40B4-BE49-F238E27FC236}">
                  <a16:creationId xmlns:a16="http://schemas.microsoft.com/office/drawing/2014/main" id="{194796C1-B80C-0420-0A95-1BDCADEEB605}"/>
                </a:ext>
              </a:extLst>
            </p:cNvPr>
            <p:cNvSpPr>
              <a:spLocks noChangeAspect="1" noChangeArrowheads="1" noChangeShapeType="1" noTextEdit="1"/>
            </p:cNvSpPr>
            <p:nvPr/>
          </p:nvSpPr>
          <p:spPr bwMode="auto">
            <a:xfrm>
              <a:off x="1709" y="1042"/>
              <a:ext cx="518" cy="155"/>
            </a:xfrm>
            <a:prstGeom prst="rect">
              <a:avLst/>
            </a:prstGeom>
            <a:extLst>
              <a:ext uri="{AF507438-7753-43E0-B8FC-AC1667EBCBE1}">
                <a14:hiddenEffects xmlns:a14="http://schemas.microsoft.com/office/drawing/2010/main">
                  <a:effectLst/>
                </a14:hiddenEffects>
              </a:ext>
            </a:extLst>
          </p:spPr>
          <p:txBody>
            <a:bodyPr wrap="none" fromWordArt="1">
              <a:prstTxWarp prst="textCanDown">
                <a:avLst>
                  <a:gd name="adj" fmla="val 33333"/>
                </a:avLst>
              </a:prstTxWarp>
            </a:bodyPr>
            <a:lstStyle/>
            <a:p>
              <a:pPr algn="ctr"/>
              <a:r>
                <a:rPr lang="en-GB"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  r3  </a:t>
              </a:r>
              <a:endParaRPr lang="en-IT"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grpSp>
      <p:sp>
        <p:nvSpPr>
          <p:cNvPr id="265260" name="Line 44">
            <a:extLst>
              <a:ext uri="{FF2B5EF4-FFF2-40B4-BE49-F238E27FC236}">
                <a16:creationId xmlns:a16="http://schemas.microsoft.com/office/drawing/2014/main" id="{6227F838-470A-A517-A2EB-75BB08B785AB}"/>
              </a:ext>
            </a:extLst>
          </p:cNvPr>
          <p:cNvSpPr>
            <a:spLocks noChangeShapeType="1"/>
          </p:cNvSpPr>
          <p:nvPr/>
        </p:nvSpPr>
        <p:spPr bwMode="auto">
          <a:xfrm>
            <a:off x="3719514" y="1793875"/>
            <a:ext cx="19446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grpSp>
        <p:nvGrpSpPr>
          <p:cNvPr id="265264" name="Group 48">
            <a:extLst>
              <a:ext uri="{FF2B5EF4-FFF2-40B4-BE49-F238E27FC236}">
                <a16:creationId xmlns:a16="http://schemas.microsoft.com/office/drawing/2014/main" id="{23FD85CD-67E2-DCBA-7639-3DD6EAC76287}"/>
              </a:ext>
            </a:extLst>
          </p:cNvPr>
          <p:cNvGrpSpPr>
            <a:grpSpLocks noChangeAspect="1"/>
          </p:cNvGrpSpPr>
          <p:nvPr/>
        </p:nvGrpSpPr>
        <p:grpSpPr bwMode="auto">
          <a:xfrm>
            <a:off x="5664200" y="1595438"/>
            <a:ext cx="736600" cy="404812"/>
            <a:chOff x="3264" y="912"/>
            <a:chExt cx="576" cy="316"/>
          </a:xfrm>
        </p:grpSpPr>
        <p:sp>
          <p:nvSpPr>
            <p:cNvPr id="265265" name="AutoShape 49">
              <a:extLst>
                <a:ext uri="{FF2B5EF4-FFF2-40B4-BE49-F238E27FC236}">
                  <a16:creationId xmlns:a16="http://schemas.microsoft.com/office/drawing/2014/main" id="{DFC180C0-47C0-DAFA-E8A7-0CA83F95B4BE}"/>
                </a:ext>
              </a:extLst>
            </p:cNvPr>
            <p:cNvSpPr>
              <a:spLocks noChangeAspect="1" noChangeArrowheads="1"/>
            </p:cNvSpPr>
            <p:nvPr/>
          </p:nvSpPr>
          <p:spPr bwMode="auto">
            <a:xfrm>
              <a:off x="3264" y="912"/>
              <a:ext cx="576" cy="316"/>
            </a:xfrm>
            <a:prstGeom prst="can">
              <a:avLst>
                <a:gd name="adj" fmla="val 50000"/>
              </a:avLst>
            </a:prstGeom>
            <a:gradFill rotWithShape="0">
              <a:gsLst>
                <a:gs pos="0">
                  <a:srgbClr val="0066CC">
                    <a:gamma/>
                    <a:shade val="46275"/>
                    <a:invGamma/>
                  </a:srgbClr>
                </a:gs>
                <a:gs pos="50000">
                  <a:srgbClr val="0066CC"/>
                </a:gs>
                <a:gs pos="100000">
                  <a:srgbClr val="0066CC">
                    <a:gamma/>
                    <a:shade val="46275"/>
                    <a:invGamma/>
                  </a:srgbClr>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IT"/>
            </a:p>
          </p:txBody>
        </p:sp>
        <p:grpSp>
          <p:nvGrpSpPr>
            <p:cNvPr id="265266" name="Group 50">
              <a:extLst>
                <a:ext uri="{FF2B5EF4-FFF2-40B4-BE49-F238E27FC236}">
                  <a16:creationId xmlns:a16="http://schemas.microsoft.com/office/drawing/2014/main" id="{A385377D-39F9-6812-E920-4A81406BF580}"/>
                </a:ext>
              </a:extLst>
            </p:cNvPr>
            <p:cNvGrpSpPr>
              <a:grpSpLocks noChangeAspect="1"/>
            </p:cNvGrpSpPr>
            <p:nvPr/>
          </p:nvGrpSpPr>
          <p:grpSpPr bwMode="auto">
            <a:xfrm>
              <a:off x="3370" y="932"/>
              <a:ext cx="359" cy="124"/>
              <a:chOff x="422" y="1632"/>
              <a:chExt cx="829" cy="298"/>
            </a:xfrm>
          </p:grpSpPr>
          <p:grpSp>
            <p:nvGrpSpPr>
              <p:cNvPr id="265267" name="Group 51">
                <a:extLst>
                  <a:ext uri="{FF2B5EF4-FFF2-40B4-BE49-F238E27FC236}">
                    <a16:creationId xmlns:a16="http://schemas.microsoft.com/office/drawing/2014/main" id="{DB2DD6F0-1526-1FB9-E303-FF6B4526922C}"/>
                  </a:ext>
                </a:extLst>
              </p:cNvPr>
              <p:cNvGrpSpPr>
                <a:grpSpLocks noChangeAspect="1"/>
              </p:cNvGrpSpPr>
              <p:nvPr/>
            </p:nvGrpSpPr>
            <p:grpSpPr bwMode="auto">
              <a:xfrm>
                <a:off x="422" y="1632"/>
                <a:ext cx="822" cy="291"/>
                <a:chOff x="422" y="1632"/>
                <a:chExt cx="822" cy="291"/>
              </a:xfrm>
            </p:grpSpPr>
            <p:sp>
              <p:nvSpPr>
                <p:cNvPr id="265268" name="Freeform 52">
                  <a:extLst>
                    <a:ext uri="{FF2B5EF4-FFF2-40B4-BE49-F238E27FC236}">
                      <a16:creationId xmlns:a16="http://schemas.microsoft.com/office/drawing/2014/main" id="{01EE0535-8C2B-FEFB-52A8-13601410BEAA}"/>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69" name="Freeform 53">
                  <a:extLst>
                    <a:ext uri="{FF2B5EF4-FFF2-40B4-BE49-F238E27FC236}">
                      <a16:creationId xmlns:a16="http://schemas.microsoft.com/office/drawing/2014/main" id="{1BA3A719-CDD5-B225-9D35-5FA5289D125B}"/>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0" name="Freeform 54">
                  <a:extLst>
                    <a:ext uri="{FF2B5EF4-FFF2-40B4-BE49-F238E27FC236}">
                      <a16:creationId xmlns:a16="http://schemas.microsoft.com/office/drawing/2014/main" id="{9B4D3362-4A4A-A4F0-3DF4-93DBA3B93144}"/>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1" name="Freeform 55">
                  <a:extLst>
                    <a:ext uri="{FF2B5EF4-FFF2-40B4-BE49-F238E27FC236}">
                      <a16:creationId xmlns:a16="http://schemas.microsoft.com/office/drawing/2014/main" id="{41467A8E-D034-6343-6DAA-98310E5F1185}"/>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2" name="Freeform 56">
                  <a:extLst>
                    <a:ext uri="{FF2B5EF4-FFF2-40B4-BE49-F238E27FC236}">
                      <a16:creationId xmlns:a16="http://schemas.microsoft.com/office/drawing/2014/main" id="{F39135C8-6F2A-FD2B-4ACE-C2BDD25783AB}"/>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3" name="Freeform 57">
                  <a:extLst>
                    <a:ext uri="{FF2B5EF4-FFF2-40B4-BE49-F238E27FC236}">
                      <a16:creationId xmlns:a16="http://schemas.microsoft.com/office/drawing/2014/main" id="{3DB8B2E0-43CE-3A52-7A27-517C731583F9}"/>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4" name="Freeform 58">
                  <a:extLst>
                    <a:ext uri="{FF2B5EF4-FFF2-40B4-BE49-F238E27FC236}">
                      <a16:creationId xmlns:a16="http://schemas.microsoft.com/office/drawing/2014/main" id="{3FD6DD39-1E36-E996-7247-5B3571B70891}"/>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5" name="Freeform 59">
                  <a:extLst>
                    <a:ext uri="{FF2B5EF4-FFF2-40B4-BE49-F238E27FC236}">
                      <a16:creationId xmlns:a16="http://schemas.microsoft.com/office/drawing/2014/main" id="{04F204A8-3898-7A00-009A-D4262492CAB1}"/>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nvGrpSpPr>
              <p:cNvPr id="265276" name="Group 60">
                <a:extLst>
                  <a:ext uri="{FF2B5EF4-FFF2-40B4-BE49-F238E27FC236}">
                    <a16:creationId xmlns:a16="http://schemas.microsoft.com/office/drawing/2014/main" id="{87997AB6-333A-05DA-027A-897FA7572A99}"/>
                  </a:ext>
                </a:extLst>
              </p:cNvPr>
              <p:cNvGrpSpPr>
                <a:grpSpLocks noChangeAspect="1"/>
              </p:cNvGrpSpPr>
              <p:nvPr/>
            </p:nvGrpSpPr>
            <p:grpSpPr bwMode="auto">
              <a:xfrm>
                <a:off x="429" y="1639"/>
                <a:ext cx="822" cy="291"/>
                <a:chOff x="429" y="1639"/>
                <a:chExt cx="822" cy="291"/>
              </a:xfrm>
            </p:grpSpPr>
            <p:sp>
              <p:nvSpPr>
                <p:cNvPr id="265277" name="Freeform 61">
                  <a:extLst>
                    <a:ext uri="{FF2B5EF4-FFF2-40B4-BE49-F238E27FC236}">
                      <a16:creationId xmlns:a16="http://schemas.microsoft.com/office/drawing/2014/main" id="{66240F2B-2EAC-88E7-BD8E-DB9397783B5F}"/>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8" name="Freeform 62">
                  <a:extLst>
                    <a:ext uri="{FF2B5EF4-FFF2-40B4-BE49-F238E27FC236}">
                      <a16:creationId xmlns:a16="http://schemas.microsoft.com/office/drawing/2014/main" id="{9A7FA606-40FB-7101-0137-DE53A3E24CDC}"/>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79" name="Freeform 63">
                  <a:extLst>
                    <a:ext uri="{FF2B5EF4-FFF2-40B4-BE49-F238E27FC236}">
                      <a16:creationId xmlns:a16="http://schemas.microsoft.com/office/drawing/2014/main" id="{0070B9EB-DFF8-3CEF-089A-281570F71780}"/>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80" name="Freeform 64">
                  <a:extLst>
                    <a:ext uri="{FF2B5EF4-FFF2-40B4-BE49-F238E27FC236}">
                      <a16:creationId xmlns:a16="http://schemas.microsoft.com/office/drawing/2014/main" id="{5E953FD0-97B6-8552-7FAC-E35968586280}"/>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81" name="Freeform 65">
                  <a:extLst>
                    <a:ext uri="{FF2B5EF4-FFF2-40B4-BE49-F238E27FC236}">
                      <a16:creationId xmlns:a16="http://schemas.microsoft.com/office/drawing/2014/main" id="{D182E019-A41E-C22B-AD09-516301C4F17D}"/>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82" name="Freeform 66">
                  <a:extLst>
                    <a:ext uri="{FF2B5EF4-FFF2-40B4-BE49-F238E27FC236}">
                      <a16:creationId xmlns:a16="http://schemas.microsoft.com/office/drawing/2014/main" id="{E045FF0A-C4A7-0289-2EB6-FCACD7B66FA4}"/>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83" name="Freeform 67">
                  <a:extLst>
                    <a:ext uri="{FF2B5EF4-FFF2-40B4-BE49-F238E27FC236}">
                      <a16:creationId xmlns:a16="http://schemas.microsoft.com/office/drawing/2014/main" id="{2A2FF514-0474-C80C-C6B7-2C1B33DA3D98}"/>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284" name="Freeform 68">
                  <a:extLst>
                    <a:ext uri="{FF2B5EF4-FFF2-40B4-BE49-F238E27FC236}">
                      <a16:creationId xmlns:a16="http://schemas.microsoft.com/office/drawing/2014/main" id="{95D8636E-3B40-61C4-E987-953936DDD106}"/>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sp>
          <p:nvSpPr>
            <p:cNvPr id="265285" name="WordArt 69">
              <a:extLst>
                <a:ext uri="{FF2B5EF4-FFF2-40B4-BE49-F238E27FC236}">
                  <a16:creationId xmlns:a16="http://schemas.microsoft.com/office/drawing/2014/main" id="{75D1A3B5-01CB-B222-EDC6-BEDF56DDADC3}"/>
                </a:ext>
              </a:extLst>
            </p:cNvPr>
            <p:cNvSpPr>
              <a:spLocks noChangeAspect="1" noChangeArrowheads="1" noChangeShapeType="1" noTextEdit="1"/>
            </p:cNvSpPr>
            <p:nvPr/>
          </p:nvSpPr>
          <p:spPr bwMode="auto">
            <a:xfrm>
              <a:off x="3293" y="1041"/>
              <a:ext cx="518" cy="155"/>
            </a:xfrm>
            <a:prstGeom prst="rect">
              <a:avLst/>
            </a:prstGeom>
            <a:extLst>
              <a:ext uri="{AF507438-7753-43E0-B8FC-AC1667EBCBE1}">
                <a14:hiddenEffects xmlns:a14="http://schemas.microsoft.com/office/drawing/2010/main">
                  <a:effectLst/>
                </a14:hiddenEffects>
              </a:ext>
            </a:extLst>
          </p:spPr>
          <p:txBody>
            <a:bodyPr wrap="none" fromWordArt="1">
              <a:prstTxWarp prst="textCanDown">
                <a:avLst>
                  <a:gd name="adj" fmla="val 33333"/>
                </a:avLst>
              </a:prstTxWarp>
            </a:bodyPr>
            <a:lstStyle/>
            <a:p>
              <a:pPr algn="ctr"/>
              <a:r>
                <a:rPr lang="en-GB"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  r2  </a:t>
              </a:r>
              <a:endParaRPr lang="en-IT"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grpSp>
      <p:sp>
        <p:nvSpPr>
          <p:cNvPr id="265301" name="Arc 85">
            <a:extLst>
              <a:ext uri="{FF2B5EF4-FFF2-40B4-BE49-F238E27FC236}">
                <a16:creationId xmlns:a16="http://schemas.microsoft.com/office/drawing/2014/main" id="{3F13DC33-E66F-06EE-7CEC-41BCFE93D2EB}"/>
              </a:ext>
            </a:extLst>
          </p:cNvPr>
          <p:cNvSpPr>
            <a:spLocks/>
          </p:cNvSpPr>
          <p:nvPr/>
        </p:nvSpPr>
        <p:spPr bwMode="auto">
          <a:xfrm flipH="1">
            <a:off x="2700338" y="2121972"/>
            <a:ext cx="442912" cy="3693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nvGrpSpPr>
          <p:cNvPr id="265302" name="Group 86">
            <a:extLst>
              <a:ext uri="{FF2B5EF4-FFF2-40B4-BE49-F238E27FC236}">
                <a16:creationId xmlns:a16="http://schemas.microsoft.com/office/drawing/2014/main" id="{65993E7F-6149-3F4F-D6BD-7B769BFD4BD4}"/>
              </a:ext>
            </a:extLst>
          </p:cNvPr>
          <p:cNvGrpSpPr>
            <a:grpSpLocks noChangeAspect="1"/>
          </p:cNvGrpSpPr>
          <p:nvPr/>
        </p:nvGrpSpPr>
        <p:grpSpPr bwMode="auto">
          <a:xfrm>
            <a:off x="3000375" y="1590676"/>
            <a:ext cx="738188" cy="404813"/>
            <a:chOff x="816" y="2496"/>
            <a:chExt cx="384" cy="211"/>
          </a:xfrm>
        </p:grpSpPr>
        <p:sp>
          <p:nvSpPr>
            <p:cNvPr id="265303" name="AutoShape 87">
              <a:extLst>
                <a:ext uri="{FF2B5EF4-FFF2-40B4-BE49-F238E27FC236}">
                  <a16:creationId xmlns:a16="http://schemas.microsoft.com/office/drawing/2014/main" id="{B81FD1F0-C670-AC0E-ED60-194A5AD18278}"/>
                </a:ext>
              </a:extLst>
            </p:cNvPr>
            <p:cNvSpPr>
              <a:spLocks noChangeAspect="1" noChangeArrowheads="1"/>
            </p:cNvSpPr>
            <p:nvPr/>
          </p:nvSpPr>
          <p:spPr bwMode="auto">
            <a:xfrm>
              <a:off x="816" y="2496"/>
              <a:ext cx="384" cy="211"/>
            </a:xfrm>
            <a:prstGeom prst="can">
              <a:avLst>
                <a:gd name="adj" fmla="val 50000"/>
              </a:avLst>
            </a:prstGeom>
            <a:gradFill rotWithShape="0">
              <a:gsLst>
                <a:gs pos="0">
                  <a:srgbClr val="0066CC">
                    <a:gamma/>
                    <a:shade val="46275"/>
                    <a:invGamma/>
                  </a:srgbClr>
                </a:gs>
                <a:gs pos="50000">
                  <a:srgbClr val="0066CC"/>
                </a:gs>
                <a:gs pos="100000">
                  <a:srgbClr val="0066CC">
                    <a:gamma/>
                    <a:shade val="46275"/>
                    <a:invGamma/>
                  </a:srgbClr>
                </a:gs>
              </a:gsLst>
              <a:lin ang="0" scaled="1"/>
            </a:gradFill>
            <a:ln w="9525">
              <a:solidFill>
                <a:srgbClr val="819F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nchor="ctr"/>
            <a:lstStyle/>
            <a:p>
              <a:endParaRPr lang="en-IT"/>
            </a:p>
          </p:txBody>
        </p:sp>
        <p:grpSp>
          <p:nvGrpSpPr>
            <p:cNvPr id="265304" name="Group 88">
              <a:extLst>
                <a:ext uri="{FF2B5EF4-FFF2-40B4-BE49-F238E27FC236}">
                  <a16:creationId xmlns:a16="http://schemas.microsoft.com/office/drawing/2014/main" id="{FB39E724-C2E2-9B66-097A-3E90766D61CE}"/>
                </a:ext>
              </a:extLst>
            </p:cNvPr>
            <p:cNvGrpSpPr>
              <a:grpSpLocks noChangeAspect="1"/>
            </p:cNvGrpSpPr>
            <p:nvPr/>
          </p:nvGrpSpPr>
          <p:grpSpPr bwMode="auto">
            <a:xfrm>
              <a:off x="887" y="2509"/>
              <a:ext cx="239" cy="83"/>
              <a:chOff x="422" y="1632"/>
              <a:chExt cx="829" cy="298"/>
            </a:xfrm>
          </p:grpSpPr>
          <p:grpSp>
            <p:nvGrpSpPr>
              <p:cNvPr id="265305" name="Group 89">
                <a:extLst>
                  <a:ext uri="{FF2B5EF4-FFF2-40B4-BE49-F238E27FC236}">
                    <a16:creationId xmlns:a16="http://schemas.microsoft.com/office/drawing/2014/main" id="{B1E9770B-5929-AAF8-B082-16381C5E1211}"/>
                  </a:ext>
                </a:extLst>
              </p:cNvPr>
              <p:cNvGrpSpPr>
                <a:grpSpLocks noChangeAspect="1"/>
              </p:cNvGrpSpPr>
              <p:nvPr/>
            </p:nvGrpSpPr>
            <p:grpSpPr bwMode="auto">
              <a:xfrm>
                <a:off x="422" y="1632"/>
                <a:ext cx="822" cy="291"/>
                <a:chOff x="422" y="1632"/>
                <a:chExt cx="822" cy="291"/>
              </a:xfrm>
            </p:grpSpPr>
            <p:sp>
              <p:nvSpPr>
                <p:cNvPr id="265306" name="Freeform 90">
                  <a:extLst>
                    <a:ext uri="{FF2B5EF4-FFF2-40B4-BE49-F238E27FC236}">
                      <a16:creationId xmlns:a16="http://schemas.microsoft.com/office/drawing/2014/main" id="{F4324911-D5EC-C17E-1EA8-DB1D9A99F08F}"/>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07" name="Freeform 91">
                  <a:extLst>
                    <a:ext uri="{FF2B5EF4-FFF2-40B4-BE49-F238E27FC236}">
                      <a16:creationId xmlns:a16="http://schemas.microsoft.com/office/drawing/2014/main" id="{1352AD63-F819-0284-1777-15BA4AD853E2}"/>
                    </a:ext>
                  </a:extLst>
                </p:cNvPr>
                <p:cNvSpPr>
                  <a:spLocks noChangeAspect="1"/>
                </p:cNvSpPr>
                <p:nvPr/>
              </p:nvSpPr>
              <p:spPr bwMode="auto">
                <a:xfrm>
                  <a:off x="851" y="1639"/>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4 w 393"/>
                    <a:gd name="T11" fmla="*/ 0 h 125"/>
                    <a:gd name="T12" fmla="*/ 196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4" y="0"/>
                      </a:lnTo>
                      <a:lnTo>
                        <a:pt x="196" y="21"/>
                      </a:lnTo>
                      <a:lnTo>
                        <a:pt x="0"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08" name="Freeform 92">
                  <a:extLst>
                    <a:ext uri="{FF2B5EF4-FFF2-40B4-BE49-F238E27FC236}">
                      <a16:creationId xmlns:a16="http://schemas.microsoft.com/office/drawing/2014/main" id="{F7AF9135-A254-5B3A-497B-E02741CBB42C}"/>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09" name="Freeform 93">
                  <a:extLst>
                    <a:ext uri="{FF2B5EF4-FFF2-40B4-BE49-F238E27FC236}">
                      <a16:creationId xmlns:a16="http://schemas.microsoft.com/office/drawing/2014/main" id="{897E6346-4AF8-E065-B9BB-9E0BFE749CF6}"/>
                    </a:ext>
                  </a:extLst>
                </p:cNvPr>
                <p:cNvSpPr>
                  <a:spLocks noChangeAspect="1"/>
                </p:cNvSpPr>
                <p:nvPr/>
              </p:nvSpPr>
              <p:spPr bwMode="auto">
                <a:xfrm>
                  <a:off x="422" y="1785"/>
                  <a:ext cx="393" cy="132"/>
                </a:xfrm>
                <a:custGeom>
                  <a:avLst/>
                  <a:gdLst>
                    <a:gd name="T0" fmla="*/ 393 w 393"/>
                    <a:gd name="T1" fmla="*/ 28 h 132"/>
                    <a:gd name="T2" fmla="*/ 305 w 393"/>
                    <a:gd name="T3" fmla="*/ 0 h 132"/>
                    <a:gd name="T4" fmla="*/ 102 w 393"/>
                    <a:gd name="T5" fmla="*/ 83 h 132"/>
                    <a:gd name="T6" fmla="*/ 0 w 393"/>
                    <a:gd name="T7" fmla="*/ 55 h 132"/>
                    <a:gd name="T8" fmla="*/ 51 w 393"/>
                    <a:gd name="T9" fmla="*/ 132 h 132"/>
                    <a:gd name="T10" fmla="*/ 305 w 393"/>
                    <a:gd name="T11" fmla="*/ 132 h 132"/>
                    <a:gd name="T12" fmla="*/ 196 w 393"/>
                    <a:gd name="T13" fmla="*/ 104 h 132"/>
                    <a:gd name="T14" fmla="*/ 393 w 393"/>
                    <a:gd name="T15" fmla="*/ 28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2">
                      <a:moveTo>
                        <a:pt x="393" y="28"/>
                      </a:moveTo>
                      <a:lnTo>
                        <a:pt x="305" y="0"/>
                      </a:lnTo>
                      <a:lnTo>
                        <a:pt x="102" y="83"/>
                      </a:lnTo>
                      <a:lnTo>
                        <a:pt x="0" y="55"/>
                      </a:lnTo>
                      <a:lnTo>
                        <a:pt x="51" y="132"/>
                      </a:lnTo>
                      <a:lnTo>
                        <a:pt x="305" y="132"/>
                      </a:lnTo>
                      <a:lnTo>
                        <a:pt x="196" y="104"/>
                      </a:lnTo>
                      <a:lnTo>
                        <a:pt x="39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0" name="Freeform 94">
                  <a:extLst>
                    <a:ext uri="{FF2B5EF4-FFF2-40B4-BE49-F238E27FC236}">
                      <a16:creationId xmlns:a16="http://schemas.microsoft.com/office/drawing/2014/main" id="{E673BA37-9EE3-C28C-C645-3607E7E43B76}"/>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1" name="Freeform 95">
                  <a:extLst>
                    <a:ext uri="{FF2B5EF4-FFF2-40B4-BE49-F238E27FC236}">
                      <a16:creationId xmlns:a16="http://schemas.microsoft.com/office/drawing/2014/main" id="{4A331F3B-0BEF-6800-41C2-88323D8B68B1}"/>
                    </a:ext>
                  </a:extLst>
                </p:cNvPr>
                <p:cNvSpPr>
                  <a:spLocks noChangeAspect="1"/>
                </p:cNvSpPr>
                <p:nvPr/>
              </p:nvSpPr>
              <p:spPr bwMode="auto">
                <a:xfrm>
                  <a:off x="444" y="1632"/>
                  <a:ext cx="392" cy="125"/>
                </a:xfrm>
                <a:custGeom>
                  <a:avLst/>
                  <a:gdLst>
                    <a:gd name="T0" fmla="*/ 0 w 392"/>
                    <a:gd name="T1" fmla="*/ 28 h 125"/>
                    <a:gd name="T2" fmla="*/ 87 w 392"/>
                    <a:gd name="T3" fmla="*/ 0 h 125"/>
                    <a:gd name="T4" fmla="*/ 298 w 392"/>
                    <a:gd name="T5" fmla="*/ 77 h 125"/>
                    <a:gd name="T6" fmla="*/ 392 w 392"/>
                    <a:gd name="T7" fmla="*/ 56 h 125"/>
                    <a:gd name="T8" fmla="*/ 341 w 392"/>
                    <a:gd name="T9" fmla="*/ 125 h 125"/>
                    <a:gd name="T10" fmla="*/ 94 w 392"/>
                    <a:gd name="T11" fmla="*/ 125 h 125"/>
                    <a:gd name="T12" fmla="*/ 196 w 392"/>
                    <a:gd name="T13" fmla="*/ 104 h 125"/>
                    <a:gd name="T14" fmla="*/ 0 w 392"/>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5">
                      <a:moveTo>
                        <a:pt x="0" y="28"/>
                      </a:moveTo>
                      <a:lnTo>
                        <a:pt x="87" y="0"/>
                      </a:lnTo>
                      <a:lnTo>
                        <a:pt x="298" y="77"/>
                      </a:lnTo>
                      <a:lnTo>
                        <a:pt x="392" y="56"/>
                      </a:lnTo>
                      <a:lnTo>
                        <a:pt x="341" y="125"/>
                      </a:lnTo>
                      <a:lnTo>
                        <a:pt x="94" y="125"/>
                      </a:lnTo>
                      <a:lnTo>
                        <a:pt x="196" y="104"/>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2" name="Freeform 96">
                  <a:extLst>
                    <a:ext uri="{FF2B5EF4-FFF2-40B4-BE49-F238E27FC236}">
                      <a16:creationId xmlns:a16="http://schemas.microsoft.com/office/drawing/2014/main" id="{D863C07D-86B9-C22F-F538-DC81CC10B18F}"/>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3" name="Freeform 97">
                  <a:extLst>
                    <a:ext uri="{FF2B5EF4-FFF2-40B4-BE49-F238E27FC236}">
                      <a16:creationId xmlns:a16="http://schemas.microsoft.com/office/drawing/2014/main" id="{4CAD4707-E307-97EF-F23A-F0EBB941BD4C}"/>
                    </a:ext>
                  </a:extLst>
                </p:cNvPr>
                <p:cNvSpPr>
                  <a:spLocks noChangeAspect="1"/>
                </p:cNvSpPr>
                <p:nvPr/>
              </p:nvSpPr>
              <p:spPr bwMode="auto">
                <a:xfrm>
                  <a:off x="836" y="1799"/>
                  <a:ext cx="393" cy="124"/>
                </a:xfrm>
                <a:custGeom>
                  <a:avLst/>
                  <a:gdLst>
                    <a:gd name="T0" fmla="*/ 393 w 393"/>
                    <a:gd name="T1" fmla="*/ 97 h 124"/>
                    <a:gd name="T2" fmla="*/ 306 w 393"/>
                    <a:gd name="T3" fmla="*/ 124 h 124"/>
                    <a:gd name="T4" fmla="*/ 102 w 393"/>
                    <a:gd name="T5" fmla="*/ 41 h 124"/>
                    <a:gd name="T6" fmla="*/ 0 w 393"/>
                    <a:gd name="T7" fmla="*/ 69 h 124"/>
                    <a:gd name="T8" fmla="*/ 51 w 393"/>
                    <a:gd name="T9" fmla="*/ 0 h 124"/>
                    <a:gd name="T10" fmla="*/ 306 w 393"/>
                    <a:gd name="T11" fmla="*/ 0 h 124"/>
                    <a:gd name="T12" fmla="*/ 197 w 393"/>
                    <a:gd name="T13" fmla="*/ 21 h 124"/>
                    <a:gd name="T14" fmla="*/ 393 w 393"/>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4">
                      <a:moveTo>
                        <a:pt x="393" y="97"/>
                      </a:moveTo>
                      <a:lnTo>
                        <a:pt x="306" y="124"/>
                      </a:lnTo>
                      <a:lnTo>
                        <a:pt x="102" y="41"/>
                      </a:lnTo>
                      <a:lnTo>
                        <a:pt x="0" y="69"/>
                      </a:lnTo>
                      <a:lnTo>
                        <a:pt x="51" y="0"/>
                      </a:lnTo>
                      <a:lnTo>
                        <a:pt x="306" y="0"/>
                      </a:lnTo>
                      <a:lnTo>
                        <a:pt x="197" y="21"/>
                      </a:lnTo>
                      <a:lnTo>
                        <a:pt x="393"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nvGrpSpPr>
              <p:cNvPr id="265314" name="Group 98">
                <a:extLst>
                  <a:ext uri="{FF2B5EF4-FFF2-40B4-BE49-F238E27FC236}">
                    <a16:creationId xmlns:a16="http://schemas.microsoft.com/office/drawing/2014/main" id="{C0DAB7A2-138A-FB0C-62C7-3AE629540745}"/>
                  </a:ext>
                </a:extLst>
              </p:cNvPr>
              <p:cNvGrpSpPr>
                <a:grpSpLocks noChangeAspect="1"/>
              </p:cNvGrpSpPr>
              <p:nvPr/>
            </p:nvGrpSpPr>
            <p:grpSpPr bwMode="auto">
              <a:xfrm>
                <a:off x="429" y="1639"/>
                <a:ext cx="822" cy="291"/>
                <a:chOff x="429" y="1639"/>
                <a:chExt cx="822" cy="291"/>
              </a:xfrm>
            </p:grpSpPr>
            <p:sp>
              <p:nvSpPr>
                <p:cNvPr id="265315" name="Freeform 99">
                  <a:extLst>
                    <a:ext uri="{FF2B5EF4-FFF2-40B4-BE49-F238E27FC236}">
                      <a16:creationId xmlns:a16="http://schemas.microsoft.com/office/drawing/2014/main" id="{44CB6259-ACC8-8B10-AE2F-A8002F46DC11}"/>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6" name="Freeform 100">
                  <a:extLst>
                    <a:ext uri="{FF2B5EF4-FFF2-40B4-BE49-F238E27FC236}">
                      <a16:creationId xmlns:a16="http://schemas.microsoft.com/office/drawing/2014/main" id="{15B759E8-0EB6-BD50-DD32-F2987CE985C0}"/>
                    </a:ext>
                  </a:extLst>
                </p:cNvPr>
                <p:cNvSpPr>
                  <a:spLocks noChangeAspect="1"/>
                </p:cNvSpPr>
                <p:nvPr/>
              </p:nvSpPr>
              <p:spPr bwMode="auto">
                <a:xfrm>
                  <a:off x="858" y="1646"/>
                  <a:ext cx="393" cy="125"/>
                </a:xfrm>
                <a:custGeom>
                  <a:avLst/>
                  <a:gdLst>
                    <a:gd name="T0" fmla="*/ 0 w 393"/>
                    <a:gd name="T1" fmla="*/ 97 h 125"/>
                    <a:gd name="T2" fmla="*/ 87 w 393"/>
                    <a:gd name="T3" fmla="*/ 125 h 125"/>
                    <a:gd name="T4" fmla="*/ 298 w 393"/>
                    <a:gd name="T5" fmla="*/ 42 h 125"/>
                    <a:gd name="T6" fmla="*/ 393 w 393"/>
                    <a:gd name="T7" fmla="*/ 70 h 125"/>
                    <a:gd name="T8" fmla="*/ 342 w 393"/>
                    <a:gd name="T9" fmla="*/ 0 h 125"/>
                    <a:gd name="T10" fmla="*/ 95 w 393"/>
                    <a:gd name="T11" fmla="*/ 0 h 125"/>
                    <a:gd name="T12" fmla="*/ 197 w 393"/>
                    <a:gd name="T13" fmla="*/ 21 h 125"/>
                    <a:gd name="T14" fmla="*/ 0 w 393"/>
                    <a:gd name="T15" fmla="*/ 9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97"/>
                      </a:moveTo>
                      <a:lnTo>
                        <a:pt x="87" y="125"/>
                      </a:lnTo>
                      <a:lnTo>
                        <a:pt x="298" y="42"/>
                      </a:lnTo>
                      <a:lnTo>
                        <a:pt x="393" y="70"/>
                      </a:lnTo>
                      <a:lnTo>
                        <a:pt x="342" y="0"/>
                      </a:lnTo>
                      <a:lnTo>
                        <a:pt x="95" y="0"/>
                      </a:lnTo>
                      <a:lnTo>
                        <a:pt x="197" y="21"/>
                      </a:lnTo>
                      <a:lnTo>
                        <a:pt x="0"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7" name="Freeform 101">
                  <a:extLst>
                    <a:ext uri="{FF2B5EF4-FFF2-40B4-BE49-F238E27FC236}">
                      <a16:creationId xmlns:a16="http://schemas.microsoft.com/office/drawing/2014/main" id="{CD9C576A-4D26-9483-9DCA-7CFC0FA5D7B6}"/>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8" name="Freeform 102">
                  <a:extLst>
                    <a:ext uri="{FF2B5EF4-FFF2-40B4-BE49-F238E27FC236}">
                      <a16:creationId xmlns:a16="http://schemas.microsoft.com/office/drawing/2014/main" id="{88C51EEB-4AFF-35F1-2145-61A7E9773BCA}"/>
                    </a:ext>
                  </a:extLst>
                </p:cNvPr>
                <p:cNvSpPr>
                  <a:spLocks noChangeAspect="1"/>
                </p:cNvSpPr>
                <p:nvPr/>
              </p:nvSpPr>
              <p:spPr bwMode="auto">
                <a:xfrm>
                  <a:off x="429" y="1792"/>
                  <a:ext cx="393" cy="131"/>
                </a:xfrm>
                <a:custGeom>
                  <a:avLst/>
                  <a:gdLst>
                    <a:gd name="T0" fmla="*/ 393 w 393"/>
                    <a:gd name="T1" fmla="*/ 28 h 131"/>
                    <a:gd name="T2" fmla="*/ 306 w 393"/>
                    <a:gd name="T3" fmla="*/ 0 h 131"/>
                    <a:gd name="T4" fmla="*/ 102 w 393"/>
                    <a:gd name="T5" fmla="*/ 83 h 131"/>
                    <a:gd name="T6" fmla="*/ 0 w 393"/>
                    <a:gd name="T7" fmla="*/ 55 h 131"/>
                    <a:gd name="T8" fmla="*/ 51 w 393"/>
                    <a:gd name="T9" fmla="*/ 131 h 131"/>
                    <a:gd name="T10" fmla="*/ 306 w 393"/>
                    <a:gd name="T11" fmla="*/ 131 h 131"/>
                    <a:gd name="T12" fmla="*/ 196 w 393"/>
                    <a:gd name="T13" fmla="*/ 104 h 131"/>
                    <a:gd name="T14" fmla="*/ 393 w 393"/>
                    <a:gd name="T15" fmla="*/ 28 h 1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31">
                      <a:moveTo>
                        <a:pt x="393" y="28"/>
                      </a:moveTo>
                      <a:lnTo>
                        <a:pt x="306" y="0"/>
                      </a:lnTo>
                      <a:lnTo>
                        <a:pt x="102" y="83"/>
                      </a:lnTo>
                      <a:lnTo>
                        <a:pt x="0" y="55"/>
                      </a:lnTo>
                      <a:lnTo>
                        <a:pt x="51" y="131"/>
                      </a:lnTo>
                      <a:lnTo>
                        <a:pt x="306" y="131"/>
                      </a:lnTo>
                      <a:lnTo>
                        <a:pt x="196" y="104"/>
                      </a:lnTo>
                      <a:lnTo>
                        <a:pt x="393"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19" name="Freeform 103">
                  <a:extLst>
                    <a:ext uri="{FF2B5EF4-FFF2-40B4-BE49-F238E27FC236}">
                      <a16:creationId xmlns:a16="http://schemas.microsoft.com/office/drawing/2014/main" id="{776BA5A7-F0A8-E482-ED8A-7E024A7B7054}"/>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20" name="Freeform 104">
                  <a:extLst>
                    <a:ext uri="{FF2B5EF4-FFF2-40B4-BE49-F238E27FC236}">
                      <a16:creationId xmlns:a16="http://schemas.microsoft.com/office/drawing/2014/main" id="{3FBB6FEA-0D06-B66D-F366-368B072CF5AD}"/>
                    </a:ext>
                  </a:extLst>
                </p:cNvPr>
                <p:cNvSpPr>
                  <a:spLocks noChangeAspect="1"/>
                </p:cNvSpPr>
                <p:nvPr/>
              </p:nvSpPr>
              <p:spPr bwMode="auto">
                <a:xfrm>
                  <a:off x="451" y="1639"/>
                  <a:ext cx="393" cy="125"/>
                </a:xfrm>
                <a:custGeom>
                  <a:avLst/>
                  <a:gdLst>
                    <a:gd name="T0" fmla="*/ 0 w 393"/>
                    <a:gd name="T1" fmla="*/ 28 h 125"/>
                    <a:gd name="T2" fmla="*/ 87 w 393"/>
                    <a:gd name="T3" fmla="*/ 0 h 125"/>
                    <a:gd name="T4" fmla="*/ 298 w 393"/>
                    <a:gd name="T5" fmla="*/ 77 h 125"/>
                    <a:gd name="T6" fmla="*/ 393 w 393"/>
                    <a:gd name="T7" fmla="*/ 56 h 125"/>
                    <a:gd name="T8" fmla="*/ 342 w 393"/>
                    <a:gd name="T9" fmla="*/ 125 h 125"/>
                    <a:gd name="T10" fmla="*/ 94 w 393"/>
                    <a:gd name="T11" fmla="*/ 125 h 125"/>
                    <a:gd name="T12" fmla="*/ 196 w 393"/>
                    <a:gd name="T13" fmla="*/ 104 h 125"/>
                    <a:gd name="T14" fmla="*/ 0 w 393"/>
                    <a:gd name="T15" fmla="*/ 28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 h="125">
                      <a:moveTo>
                        <a:pt x="0" y="28"/>
                      </a:moveTo>
                      <a:lnTo>
                        <a:pt x="87" y="0"/>
                      </a:lnTo>
                      <a:lnTo>
                        <a:pt x="298" y="77"/>
                      </a:lnTo>
                      <a:lnTo>
                        <a:pt x="393" y="56"/>
                      </a:lnTo>
                      <a:lnTo>
                        <a:pt x="342" y="125"/>
                      </a:lnTo>
                      <a:lnTo>
                        <a:pt x="94" y="125"/>
                      </a:lnTo>
                      <a:lnTo>
                        <a:pt x="196" y="104"/>
                      </a:ln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21" name="Freeform 105">
                  <a:extLst>
                    <a:ext uri="{FF2B5EF4-FFF2-40B4-BE49-F238E27FC236}">
                      <a16:creationId xmlns:a16="http://schemas.microsoft.com/office/drawing/2014/main" id="{C31C863D-5E55-391F-8C54-55CC4551BBAF}"/>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sp>
              <p:nvSpPr>
                <p:cNvPr id="265322" name="Freeform 106">
                  <a:extLst>
                    <a:ext uri="{FF2B5EF4-FFF2-40B4-BE49-F238E27FC236}">
                      <a16:creationId xmlns:a16="http://schemas.microsoft.com/office/drawing/2014/main" id="{C95EE082-562F-47F3-6ED6-87EFA071117F}"/>
                    </a:ext>
                  </a:extLst>
                </p:cNvPr>
                <p:cNvSpPr>
                  <a:spLocks noChangeAspect="1"/>
                </p:cNvSpPr>
                <p:nvPr/>
              </p:nvSpPr>
              <p:spPr bwMode="auto">
                <a:xfrm>
                  <a:off x="844" y="1806"/>
                  <a:ext cx="392" cy="124"/>
                </a:xfrm>
                <a:custGeom>
                  <a:avLst/>
                  <a:gdLst>
                    <a:gd name="T0" fmla="*/ 392 w 392"/>
                    <a:gd name="T1" fmla="*/ 97 h 124"/>
                    <a:gd name="T2" fmla="*/ 305 w 392"/>
                    <a:gd name="T3" fmla="*/ 124 h 124"/>
                    <a:gd name="T4" fmla="*/ 101 w 392"/>
                    <a:gd name="T5" fmla="*/ 41 h 124"/>
                    <a:gd name="T6" fmla="*/ 0 w 392"/>
                    <a:gd name="T7" fmla="*/ 69 h 124"/>
                    <a:gd name="T8" fmla="*/ 51 w 392"/>
                    <a:gd name="T9" fmla="*/ 0 h 124"/>
                    <a:gd name="T10" fmla="*/ 305 w 392"/>
                    <a:gd name="T11" fmla="*/ 0 h 124"/>
                    <a:gd name="T12" fmla="*/ 196 w 392"/>
                    <a:gd name="T13" fmla="*/ 20 h 124"/>
                    <a:gd name="T14" fmla="*/ 392 w 392"/>
                    <a:gd name="T15" fmla="*/ 97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2" h="124">
                      <a:moveTo>
                        <a:pt x="392" y="97"/>
                      </a:moveTo>
                      <a:lnTo>
                        <a:pt x="305" y="124"/>
                      </a:lnTo>
                      <a:lnTo>
                        <a:pt x="101" y="41"/>
                      </a:lnTo>
                      <a:lnTo>
                        <a:pt x="0" y="69"/>
                      </a:lnTo>
                      <a:lnTo>
                        <a:pt x="51" y="0"/>
                      </a:lnTo>
                      <a:lnTo>
                        <a:pt x="305" y="0"/>
                      </a:lnTo>
                      <a:lnTo>
                        <a:pt x="196" y="20"/>
                      </a:lnTo>
                      <a:lnTo>
                        <a:pt x="392" y="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T"/>
                </a:p>
              </p:txBody>
            </p:sp>
          </p:grpSp>
        </p:grpSp>
        <p:sp>
          <p:nvSpPr>
            <p:cNvPr id="265323" name="WordArt 107">
              <a:extLst>
                <a:ext uri="{FF2B5EF4-FFF2-40B4-BE49-F238E27FC236}">
                  <a16:creationId xmlns:a16="http://schemas.microsoft.com/office/drawing/2014/main" id="{98E54D5C-A88F-20E5-C20B-6537D55B4560}"/>
                </a:ext>
              </a:extLst>
            </p:cNvPr>
            <p:cNvSpPr>
              <a:spLocks noChangeAspect="1" noChangeArrowheads="1" noChangeShapeType="1" noTextEdit="1"/>
            </p:cNvSpPr>
            <p:nvPr/>
          </p:nvSpPr>
          <p:spPr bwMode="auto">
            <a:xfrm>
              <a:off x="835" y="2582"/>
              <a:ext cx="346" cy="104"/>
            </a:xfrm>
            <a:prstGeom prst="rect">
              <a:avLst/>
            </a:prstGeom>
            <a:extLst>
              <a:ext uri="{AF507438-7753-43E0-B8FC-AC1667EBCBE1}">
                <a14:hiddenEffects xmlns:a14="http://schemas.microsoft.com/office/drawing/2010/main">
                  <a:effectLst/>
                </a14:hiddenEffects>
              </a:ext>
            </a:extLst>
          </p:spPr>
          <p:txBody>
            <a:bodyPr wrap="none" fromWordArt="1">
              <a:prstTxWarp prst="textCanDown">
                <a:avLst>
                  <a:gd name="adj" fmla="val 33333"/>
                </a:avLst>
              </a:prstTxWarp>
            </a:bodyPr>
            <a:lstStyle/>
            <a:p>
              <a:pPr algn="ctr"/>
              <a:r>
                <a:rPr lang="en-GB"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rPr>
                <a:t>  r1  </a:t>
              </a:r>
              <a:endParaRPr lang="en-IT" sz="1400" kern="10">
                <a:ln w="9525">
                  <a:solidFill>
                    <a:srgbClr val="FFFFFF"/>
                  </a:solidFill>
                  <a:round/>
                  <a:headEnd/>
                  <a:tailEnd/>
                </a:ln>
                <a:solidFill>
                  <a:srgbClr val="FFFFFF"/>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265346" name="Group 130">
            <a:extLst>
              <a:ext uri="{FF2B5EF4-FFF2-40B4-BE49-F238E27FC236}">
                <a16:creationId xmlns:a16="http://schemas.microsoft.com/office/drawing/2014/main" id="{A2AB1215-B5F9-3409-8862-F27187BAA2F7}"/>
              </a:ext>
            </a:extLst>
          </p:cNvPr>
          <p:cNvGrpSpPr>
            <a:grpSpLocks noChangeAspect="1"/>
          </p:cNvGrpSpPr>
          <p:nvPr/>
        </p:nvGrpSpPr>
        <p:grpSpPr bwMode="auto">
          <a:xfrm>
            <a:off x="2519363" y="2071689"/>
            <a:ext cx="552450" cy="460375"/>
            <a:chOff x="144" y="3264"/>
            <a:chExt cx="288" cy="240"/>
          </a:xfrm>
        </p:grpSpPr>
        <p:sp>
          <p:nvSpPr>
            <p:cNvPr id="265347" name="Rectangle 131">
              <a:extLst>
                <a:ext uri="{FF2B5EF4-FFF2-40B4-BE49-F238E27FC236}">
                  <a16:creationId xmlns:a16="http://schemas.microsoft.com/office/drawing/2014/main" id="{91526853-F291-211D-B367-DCA48570907F}"/>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eth0</a:t>
              </a:r>
            </a:p>
          </p:txBody>
        </p:sp>
        <p:sp>
          <p:nvSpPr>
            <p:cNvPr id="265348" name="Rectangle 132">
              <a:extLst>
                <a:ext uri="{FF2B5EF4-FFF2-40B4-BE49-F238E27FC236}">
                  <a16:creationId xmlns:a16="http://schemas.microsoft.com/office/drawing/2014/main" id="{5FEB031F-8417-1F54-EFB2-C52B2EE40586}"/>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1</a:t>
              </a:r>
            </a:p>
          </p:txBody>
        </p:sp>
      </p:grpSp>
      <p:sp>
        <p:nvSpPr>
          <p:cNvPr id="265357" name="Line 141">
            <a:extLst>
              <a:ext uri="{FF2B5EF4-FFF2-40B4-BE49-F238E27FC236}">
                <a16:creationId xmlns:a16="http://schemas.microsoft.com/office/drawing/2014/main" id="{86B8A97F-25EA-027B-3D21-3B34B8B1CA69}"/>
              </a:ext>
            </a:extLst>
          </p:cNvPr>
          <p:cNvSpPr>
            <a:spLocks noChangeShapeType="1"/>
          </p:cNvSpPr>
          <p:nvPr/>
        </p:nvSpPr>
        <p:spPr bwMode="auto">
          <a:xfrm flipH="1" flipV="1">
            <a:off x="2279650" y="2713039"/>
            <a:ext cx="0" cy="1114425"/>
          </a:xfrm>
          <a:prstGeom prst="line">
            <a:avLst/>
          </a:prstGeom>
          <a:noFill/>
          <a:ln w="19050">
            <a:solidFill>
              <a:srgbClr val="5F5F5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nvGrpSpPr>
          <p:cNvPr id="265358" name="Group 142">
            <a:extLst>
              <a:ext uri="{FF2B5EF4-FFF2-40B4-BE49-F238E27FC236}">
                <a16:creationId xmlns:a16="http://schemas.microsoft.com/office/drawing/2014/main" id="{A4DA0062-A15C-D5F4-2335-1B7F9B372A90}"/>
              </a:ext>
            </a:extLst>
          </p:cNvPr>
          <p:cNvGrpSpPr>
            <a:grpSpLocks noChangeAspect="1"/>
          </p:cNvGrpSpPr>
          <p:nvPr/>
        </p:nvGrpSpPr>
        <p:grpSpPr bwMode="auto">
          <a:xfrm flipH="1">
            <a:off x="2063751" y="2644775"/>
            <a:ext cx="1382713" cy="368300"/>
            <a:chOff x="3312" y="3648"/>
            <a:chExt cx="720" cy="192"/>
          </a:xfrm>
        </p:grpSpPr>
        <p:sp>
          <p:nvSpPr>
            <p:cNvPr id="265359" name="Line 143">
              <a:extLst>
                <a:ext uri="{FF2B5EF4-FFF2-40B4-BE49-F238E27FC236}">
                  <a16:creationId xmlns:a16="http://schemas.microsoft.com/office/drawing/2014/main" id="{CA699B1C-D31E-256A-4F58-11F393992219}"/>
                </a:ext>
              </a:extLst>
            </p:cNvPr>
            <p:cNvSpPr>
              <a:spLocks noChangeAspect="1" noChangeShapeType="1"/>
            </p:cNvSpPr>
            <p:nvPr/>
          </p:nvSpPr>
          <p:spPr bwMode="auto">
            <a:xfrm>
              <a:off x="3312" y="3744"/>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65360" name="Oval 144">
              <a:extLst>
                <a:ext uri="{FF2B5EF4-FFF2-40B4-BE49-F238E27FC236}">
                  <a16:creationId xmlns:a16="http://schemas.microsoft.com/office/drawing/2014/main" id="{824F3E9A-73D0-1CAB-2F6D-BBB5D66E6528}"/>
                </a:ext>
              </a:extLst>
            </p:cNvPr>
            <p:cNvSpPr>
              <a:spLocks noChangeAspect="1" noChangeArrowheads="1"/>
            </p:cNvSpPr>
            <p:nvPr/>
          </p:nvSpPr>
          <p:spPr bwMode="auto">
            <a:xfrm>
              <a:off x="3840" y="3648"/>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0" hangingPunct="0"/>
              <a:r>
                <a:rPr lang="it-IT" altLang="en-IT" sz="2000">
                  <a:latin typeface="Tahoma" panose="020B0604030504040204" pitchFamily="34" charset="0"/>
                </a:rPr>
                <a:t>A</a:t>
              </a:r>
            </a:p>
          </p:txBody>
        </p:sp>
      </p:grpSp>
      <p:sp>
        <p:nvSpPr>
          <p:cNvPr id="265361" name="AutoShape 145">
            <a:extLst>
              <a:ext uri="{FF2B5EF4-FFF2-40B4-BE49-F238E27FC236}">
                <a16:creationId xmlns:a16="http://schemas.microsoft.com/office/drawing/2014/main" id="{71FB33F4-AAEE-ABD7-9B6B-D59B7AEC739B}"/>
              </a:ext>
            </a:extLst>
          </p:cNvPr>
          <p:cNvSpPr>
            <a:spLocks noChangeAspect="1" noChangeArrowheads="1"/>
          </p:cNvSpPr>
          <p:nvPr/>
        </p:nvSpPr>
        <p:spPr bwMode="auto">
          <a:xfrm>
            <a:off x="1487488" y="3756026"/>
            <a:ext cx="1497012" cy="341313"/>
          </a:xfrm>
          <a:prstGeom prst="flowChartAlternateProcess">
            <a:avLst/>
          </a:prstGeom>
          <a:solidFill>
            <a:schemeClr val="bg1"/>
          </a:solidFill>
          <a:ln w="19050">
            <a:solidFill>
              <a:srgbClr val="5F5F5F"/>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it-IT" altLang="en-IT" sz="1400" b="1">
                <a:solidFill>
                  <a:srgbClr val="5F5F5F"/>
                </a:solidFill>
                <a:latin typeface="Courier New" panose="02070309020205020404" pitchFamily="49" charset="0"/>
              </a:rPr>
              <a:t>100.0.0.0/24</a:t>
            </a:r>
          </a:p>
        </p:txBody>
      </p:sp>
      <p:sp>
        <p:nvSpPr>
          <p:cNvPr id="265362" name="Line 146">
            <a:extLst>
              <a:ext uri="{FF2B5EF4-FFF2-40B4-BE49-F238E27FC236}">
                <a16:creationId xmlns:a16="http://schemas.microsoft.com/office/drawing/2014/main" id="{D3E1E0CB-C4EB-2588-27B4-2B356A720323}"/>
              </a:ext>
            </a:extLst>
          </p:cNvPr>
          <p:cNvSpPr>
            <a:spLocks noChangeAspect="1" noChangeShapeType="1"/>
          </p:cNvSpPr>
          <p:nvPr/>
        </p:nvSpPr>
        <p:spPr bwMode="auto">
          <a:xfrm flipV="1">
            <a:off x="7367588" y="1841501"/>
            <a:ext cx="0" cy="815975"/>
          </a:xfrm>
          <a:prstGeom prst="line">
            <a:avLst/>
          </a:prstGeom>
          <a:noFill/>
          <a:ln w="19050">
            <a:solidFill>
              <a:srgbClr val="5F5F5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65363" name="Oval 147">
            <a:extLst>
              <a:ext uri="{FF2B5EF4-FFF2-40B4-BE49-F238E27FC236}">
                <a16:creationId xmlns:a16="http://schemas.microsoft.com/office/drawing/2014/main" id="{64419F8C-E412-9B46-4577-C8890CD99ADA}"/>
              </a:ext>
            </a:extLst>
          </p:cNvPr>
          <p:cNvSpPr>
            <a:spLocks noChangeAspect="1" noChangeArrowheads="1"/>
          </p:cNvSpPr>
          <p:nvPr/>
        </p:nvSpPr>
        <p:spPr bwMode="auto">
          <a:xfrm>
            <a:off x="4508500" y="1609725"/>
            <a:ext cx="368300" cy="3683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0" hangingPunct="0"/>
            <a:r>
              <a:rPr lang="it-IT" altLang="en-IT" sz="2000">
                <a:latin typeface="Tahoma" panose="020B0604030504040204" pitchFamily="34" charset="0"/>
              </a:rPr>
              <a:t>B</a:t>
            </a:r>
          </a:p>
        </p:txBody>
      </p:sp>
      <p:sp>
        <p:nvSpPr>
          <p:cNvPr id="265364" name="AutoShape 148">
            <a:extLst>
              <a:ext uri="{FF2B5EF4-FFF2-40B4-BE49-F238E27FC236}">
                <a16:creationId xmlns:a16="http://schemas.microsoft.com/office/drawing/2014/main" id="{36FE9218-93C2-AAD2-C42F-003F895A666F}"/>
              </a:ext>
            </a:extLst>
          </p:cNvPr>
          <p:cNvSpPr>
            <a:spLocks noChangeAspect="1" noChangeArrowheads="1"/>
          </p:cNvSpPr>
          <p:nvPr/>
        </p:nvSpPr>
        <p:spPr bwMode="auto">
          <a:xfrm>
            <a:off x="6600826" y="2676526"/>
            <a:ext cx="1497013" cy="341313"/>
          </a:xfrm>
          <a:prstGeom prst="flowChartAlternateProcess">
            <a:avLst/>
          </a:prstGeom>
          <a:solidFill>
            <a:schemeClr val="bg1"/>
          </a:solidFill>
          <a:ln w="19050">
            <a:solidFill>
              <a:srgbClr val="5F5F5F"/>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it-IT" altLang="en-IT" sz="1400" b="1">
                <a:solidFill>
                  <a:srgbClr val="5F5F5F"/>
                </a:solidFill>
                <a:latin typeface="Courier New" panose="02070309020205020404" pitchFamily="49" charset="0"/>
              </a:rPr>
              <a:t>200.0.0.0/30</a:t>
            </a:r>
          </a:p>
        </p:txBody>
      </p:sp>
      <p:grpSp>
        <p:nvGrpSpPr>
          <p:cNvPr id="265425" name="Group 209">
            <a:extLst>
              <a:ext uri="{FF2B5EF4-FFF2-40B4-BE49-F238E27FC236}">
                <a16:creationId xmlns:a16="http://schemas.microsoft.com/office/drawing/2014/main" id="{D5825BBB-47B8-EF6D-8899-8C8A74EF6B88}"/>
              </a:ext>
            </a:extLst>
          </p:cNvPr>
          <p:cNvGrpSpPr>
            <a:grpSpLocks noChangeAspect="1"/>
          </p:cNvGrpSpPr>
          <p:nvPr/>
        </p:nvGrpSpPr>
        <p:grpSpPr bwMode="auto">
          <a:xfrm>
            <a:off x="7104064" y="4957764"/>
            <a:ext cx="574675" cy="460375"/>
            <a:chOff x="144" y="3264"/>
            <a:chExt cx="288" cy="240"/>
          </a:xfrm>
        </p:grpSpPr>
        <p:sp>
          <p:nvSpPr>
            <p:cNvPr id="265426" name="Rectangle 210">
              <a:extLst>
                <a:ext uri="{FF2B5EF4-FFF2-40B4-BE49-F238E27FC236}">
                  <a16:creationId xmlns:a16="http://schemas.microsoft.com/office/drawing/2014/main" id="{4AE3099A-736C-260A-36B5-2054524F9ABD}"/>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dev</a:t>
              </a:r>
            </a:p>
          </p:txBody>
        </p:sp>
        <p:sp>
          <p:nvSpPr>
            <p:cNvPr id="265427" name="Rectangle 211">
              <a:extLst>
                <a:ext uri="{FF2B5EF4-FFF2-40B4-BE49-F238E27FC236}">
                  <a16:creationId xmlns:a16="http://schemas.microsoft.com/office/drawing/2014/main" id="{848592BE-94F1-3DCC-28FE-401EFC920646}"/>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ip</a:t>
              </a:r>
            </a:p>
          </p:txBody>
        </p:sp>
      </p:grpSp>
      <p:sp>
        <p:nvSpPr>
          <p:cNvPr id="265428" name="Text Box 212">
            <a:extLst>
              <a:ext uri="{FF2B5EF4-FFF2-40B4-BE49-F238E27FC236}">
                <a16:creationId xmlns:a16="http://schemas.microsoft.com/office/drawing/2014/main" id="{07FCFEC2-9E0E-74EB-D09C-B47CC25F0C3A}"/>
              </a:ext>
            </a:extLst>
          </p:cNvPr>
          <p:cNvSpPr txBox="1">
            <a:spLocks noChangeArrowheads="1"/>
          </p:cNvSpPr>
          <p:nvPr/>
        </p:nvSpPr>
        <p:spPr bwMode="auto">
          <a:xfrm>
            <a:off x="5780089" y="4149726"/>
            <a:ext cx="858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IT">
                <a:latin typeface="Tahoma" panose="020B0604030504040204" pitchFamily="34" charset="0"/>
              </a:rPr>
              <a:t>legend</a:t>
            </a:r>
          </a:p>
        </p:txBody>
      </p:sp>
      <p:sp>
        <p:nvSpPr>
          <p:cNvPr id="265430" name="Rectangle 214">
            <a:extLst>
              <a:ext uri="{FF2B5EF4-FFF2-40B4-BE49-F238E27FC236}">
                <a16:creationId xmlns:a16="http://schemas.microsoft.com/office/drawing/2014/main" id="{DC6B96E9-8AD5-D9A4-EE15-187C3C79E613}"/>
              </a:ext>
            </a:extLst>
          </p:cNvPr>
          <p:cNvSpPr>
            <a:spLocks noChangeArrowheads="1"/>
          </p:cNvSpPr>
          <p:nvPr/>
        </p:nvSpPr>
        <p:spPr bwMode="auto">
          <a:xfrm>
            <a:off x="6319839" y="4611689"/>
            <a:ext cx="24161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p>
            <a:pPr algn="ctr" eaLnBrk="0" hangingPunct="0"/>
            <a:r>
              <a:rPr lang="en-US" altLang="en-IT">
                <a:latin typeface="Tahoma" panose="020B0604030504040204" pitchFamily="34" charset="0"/>
              </a:rPr>
              <a:t>last byte of ip address</a:t>
            </a:r>
          </a:p>
        </p:txBody>
      </p:sp>
      <p:sp>
        <p:nvSpPr>
          <p:cNvPr id="265431" name="Rectangle 215">
            <a:extLst>
              <a:ext uri="{FF2B5EF4-FFF2-40B4-BE49-F238E27FC236}">
                <a16:creationId xmlns:a16="http://schemas.microsoft.com/office/drawing/2014/main" id="{04AD0EC0-E950-DCD9-EC75-B40269AA94DF}"/>
              </a:ext>
            </a:extLst>
          </p:cNvPr>
          <p:cNvSpPr>
            <a:spLocks noChangeArrowheads="1"/>
          </p:cNvSpPr>
          <p:nvPr/>
        </p:nvSpPr>
        <p:spPr bwMode="auto">
          <a:xfrm>
            <a:off x="6572251" y="5534025"/>
            <a:ext cx="194786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p>
            <a:pPr algn="ctr" eaLnBrk="0" hangingPunct="0"/>
            <a:r>
              <a:rPr lang="en-US" altLang="en-IT">
                <a:latin typeface="Tahoma" panose="020B0604030504040204" pitchFamily="34" charset="0"/>
              </a:rPr>
              <a:t>network interface</a:t>
            </a:r>
          </a:p>
        </p:txBody>
      </p:sp>
      <p:sp>
        <p:nvSpPr>
          <p:cNvPr id="265432" name="Arc 216">
            <a:extLst>
              <a:ext uri="{FF2B5EF4-FFF2-40B4-BE49-F238E27FC236}">
                <a16:creationId xmlns:a16="http://schemas.microsoft.com/office/drawing/2014/main" id="{EE9A0195-EF8E-2EDA-BBA5-33D6448F3467}"/>
              </a:ext>
            </a:extLst>
          </p:cNvPr>
          <p:cNvSpPr>
            <a:spLocks/>
          </p:cNvSpPr>
          <p:nvPr/>
        </p:nvSpPr>
        <p:spPr bwMode="auto">
          <a:xfrm flipH="1" flipV="1">
            <a:off x="6672263" y="4886325"/>
            <a:ext cx="431800" cy="2159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65433" name="Arc 217">
            <a:extLst>
              <a:ext uri="{FF2B5EF4-FFF2-40B4-BE49-F238E27FC236}">
                <a16:creationId xmlns:a16="http://schemas.microsoft.com/office/drawing/2014/main" id="{7352F4F8-D185-FD48-98C7-9590072C99DB}"/>
              </a:ext>
            </a:extLst>
          </p:cNvPr>
          <p:cNvSpPr>
            <a:spLocks/>
          </p:cNvSpPr>
          <p:nvPr/>
        </p:nvSpPr>
        <p:spPr bwMode="auto">
          <a:xfrm flipH="1">
            <a:off x="6816725" y="5318125"/>
            <a:ext cx="287338" cy="2159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65444" name="Rectangle 228">
            <a:extLst>
              <a:ext uri="{FF2B5EF4-FFF2-40B4-BE49-F238E27FC236}">
                <a16:creationId xmlns:a16="http://schemas.microsoft.com/office/drawing/2014/main" id="{B7EE87C0-A668-B15E-CD56-4072AD6E2442}"/>
              </a:ext>
            </a:extLst>
          </p:cNvPr>
          <p:cNvSpPr>
            <a:spLocks noChangeArrowheads="1"/>
          </p:cNvSpPr>
          <p:nvPr/>
        </p:nvSpPr>
        <p:spPr bwMode="auto">
          <a:xfrm>
            <a:off x="4441825" y="4611689"/>
            <a:ext cx="863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p>
            <a:pPr algn="ctr" eaLnBrk="0" hangingPunct="0"/>
            <a:r>
              <a:rPr lang="en-US" altLang="en-IT">
                <a:latin typeface="Tahoma" panose="020B0604030504040204" pitchFamily="34" charset="0"/>
              </a:rPr>
              <a:t>subnet</a:t>
            </a:r>
          </a:p>
        </p:txBody>
      </p:sp>
      <p:sp>
        <p:nvSpPr>
          <p:cNvPr id="265445" name="Rectangle 229">
            <a:extLst>
              <a:ext uri="{FF2B5EF4-FFF2-40B4-BE49-F238E27FC236}">
                <a16:creationId xmlns:a16="http://schemas.microsoft.com/office/drawing/2014/main" id="{49C6FCC3-5FAB-36C1-2596-29E7B7B36643}"/>
              </a:ext>
            </a:extLst>
          </p:cNvPr>
          <p:cNvSpPr>
            <a:spLocks noChangeArrowheads="1"/>
          </p:cNvSpPr>
          <p:nvPr/>
        </p:nvSpPr>
        <p:spPr bwMode="auto">
          <a:xfrm>
            <a:off x="3865563" y="5489575"/>
            <a:ext cx="1701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spAutoFit/>
          </a:bodyPr>
          <a:lstStyle/>
          <a:p>
            <a:pPr algn="ctr" eaLnBrk="0" hangingPunct="0"/>
            <a:r>
              <a:rPr lang="en-US" altLang="en-IT">
                <a:latin typeface="Tahoma" panose="020B0604030504040204" pitchFamily="34" charset="0"/>
              </a:rPr>
              <a:t>assigned prefix</a:t>
            </a:r>
          </a:p>
        </p:txBody>
      </p:sp>
      <p:sp>
        <p:nvSpPr>
          <p:cNvPr id="265446" name="Arc 230">
            <a:extLst>
              <a:ext uri="{FF2B5EF4-FFF2-40B4-BE49-F238E27FC236}">
                <a16:creationId xmlns:a16="http://schemas.microsoft.com/office/drawing/2014/main" id="{004C683B-14A0-258A-96CD-B88A33D64965}"/>
              </a:ext>
            </a:extLst>
          </p:cNvPr>
          <p:cNvSpPr>
            <a:spLocks/>
          </p:cNvSpPr>
          <p:nvPr/>
        </p:nvSpPr>
        <p:spPr bwMode="auto">
          <a:xfrm flipH="1">
            <a:off x="4008438" y="4741863"/>
            <a:ext cx="431800" cy="2159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65447" name="Arc 231">
            <a:extLst>
              <a:ext uri="{FF2B5EF4-FFF2-40B4-BE49-F238E27FC236}">
                <a16:creationId xmlns:a16="http://schemas.microsoft.com/office/drawing/2014/main" id="{EDC51EE2-14F9-47C9-C363-20BDCAB454AA}"/>
              </a:ext>
            </a:extLst>
          </p:cNvPr>
          <p:cNvSpPr>
            <a:spLocks/>
          </p:cNvSpPr>
          <p:nvPr/>
        </p:nvSpPr>
        <p:spPr bwMode="auto">
          <a:xfrm rot="10442009" flipH="1">
            <a:off x="5519739" y="5464176"/>
            <a:ext cx="217487" cy="2143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65448" name="Line 232">
            <a:extLst>
              <a:ext uri="{FF2B5EF4-FFF2-40B4-BE49-F238E27FC236}">
                <a16:creationId xmlns:a16="http://schemas.microsoft.com/office/drawing/2014/main" id="{0F71C0F5-7A48-B99B-6AE1-8F8CE9BEAC63}"/>
              </a:ext>
            </a:extLst>
          </p:cNvPr>
          <p:cNvSpPr>
            <a:spLocks noChangeShapeType="1"/>
          </p:cNvSpPr>
          <p:nvPr/>
        </p:nvSpPr>
        <p:spPr bwMode="auto">
          <a:xfrm flipV="1">
            <a:off x="4017963" y="5221288"/>
            <a:ext cx="938212" cy="0"/>
          </a:xfrm>
          <a:prstGeom prst="line">
            <a:avLst/>
          </a:prstGeom>
          <a:noFill/>
          <a:ln w="19050">
            <a:solidFill>
              <a:srgbClr val="5F5F5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65449" name="Oval 233">
            <a:extLst>
              <a:ext uri="{FF2B5EF4-FFF2-40B4-BE49-F238E27FC236}">
                <a16:creationId xmlns:a16="http://schemas.microsoft.com/office/drawing/2014/main" id="{388F7D80-35FC-2D4F-1C59-69DC79D5DCE9}"/>
              </a:ext>
            </a:extLst>
          </p:cNvPr>
          <p:cNvSpPr>
            <a:spLocks noChangeAspect="1" noChangeArrowheads="1"/>
          </p:cNvSpPr>
          <p:nvPr/>
        </p:nvSpPr>
        <p:spPr bwMode="auto">
          <a:xfrm>
            <a:off x="3802064" y="5030788"/>
            <a:ext cx="369887" cy="3683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0" hangingPunct="0"/>
            <a:r>
              <a:rPr lang="it-IT" altLang="en-IT" sz="2000">
                <a:latin typeface="Tahoma" panose="020B0604030504040204" pitchFamily="34" charset="0"/>
              </a:rPr>
              <a:t>L</a:t>
            </a:r>
          </a:p>
        </p:txBody>
      </p:sp>
      <p:sp>
        <p:nvSpPr>
          <p:cNvPr id="265450" name="AutoShape 234">
            <a:extLst>
              <a:ext uri="{FF2B5EF4-FFF2-40B4-BE49-F238E27FC236}">
                <a16:creationId xmlns:a16="http://schemas.microsoft.com/office/drawing/2014/main" id="{FFC4DFC6-3230-0FCB-DC03-F71F6039A638}"/>
              </a:ext>
            </a:extLst>
          </p:cNvPr>
          <p:cNvSpPr>
            <a:spLocks noChangeAspect="1" noChangeArrowheads="1"/>
          </p:cNvSpPr>
          <p:nvPr/>
        </p:nvSpPr>
        <p:spPr bwMode="auto">
          <a:xfrm>
            <a:off x="4368801" y="5062538"/>
            <a:ext cx="1497013" cy="341312"/>
          </a:xfrm>
          <a:prstGeom prst="flowChartAlternateProcess">
            <a:avLst/>
          </a:prstGeom>
          <a:solidFill>
            <a:schemeClr val="bg1"/>
          </a:solidFill>
          <a:ln w="19050">
            <a:solidFill>
              <a:srgbClr val="5F5F5F"/>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it-IT" altLang="en-IT" sz="1400" b="1">
                <a:solidFill>
                  <a:srgbClr val="5F5F5F"/>
                </a:solidFill>
                <a:latin typeface="Courier New" panose="02070309020205020404" pitchFamily="49" charset="0"/>
              </a:rPr>
              <a:t>150.0.0.0/30</a:t>
            </a:r>
          </a:p>
        </p:txBody>
      </p:sp>
      <p:sp>
        <p:nvSpPr>
          <p:cNvPr id="265453" name="Line 237">
            <a:extLst>
              <a:ext uri="{FF2B5EF4-FFF2-40B4-BE49-F238E27FC236}">
                <a16:creationId xmlns:a16="http://schemas.microsoft.com/office/drawing/2014/main" id="{50C21744-92A9-EFFA-F89D-A931F3FA4CEF}"/>
              </a:ext>
            </a:extLst>
          </p:cNvPr>
          <p:cNvSpPr>
            <a:spLocks noChangeShapeType="1"/>
          </p:cNvSpPr>
          <p:nvPr/>
        </p:nvSpPr>
        <p:spPr bwMode="auto">
          <a:xfrm flipH="1" flipV="1">
            <a:off x="10012363" y="2674939"/>
            <a:ext cx="0" cy="1296987"/>
          </a:xfrm>
          <a:prstGeom prst="line">
            <a:avLst/>
          </a:prstGeom>
          <a:noFill/>
          <a:ln w="19050">
            <a:solidFill>
              <a:srgbClr val="5F5F5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nvGrpSpPr>
          <p:cNvPr id="265454" name="Group 238">
            <a:extLst>
              <a:ext uri="{FF2B5EF4-FFF2-40B4-BE49-F238E27FC236}">
                <a16:creationId xmlns:a16="http://schemas.microsoft.com/office/drawing/2014/main" id="{15FA6535-1A68-83F3-8328-E08608EBD0E4}"/>
              </a:ext>
            </a:extLst>
          </p:cNvPr>
          <p:cNvGrpSpPr>
            <a:grpSpLocks noChangeAspect="1"/>
          </p:cNvGrpSpPr>
          <p:nvPr/>
        </p:nvGrpSpPr>
        <p:grpSpPr bwMode="auto">
          <a:xfrm>
            <a:off x="8818563" y="2501900"/>
            <a:ext cx="1382712" cy="368300"/>
            <a:chOff x="3312" y="3648"/>
            <a:chExt cx="720" cy="192"/>
          </a:xfrm>
        </p:grpSpPr>
        <p:sp>
          <p:nvSpPr>
            <p:cNvPr id="265455" name="Line 239">
              <a:extLst>
                <a:ext uri="{FF2B5EF4-FFF2-40B4-BE49-F238E27FC236}">
                  <a16:creationId xmlns:a16="http://schemas.microsoft.com/office/drawing/2014/main" id="{3B70432B-BEED-B56E-A59C-36EAB6780345}"/>
                </a:ext>
              </a:extLst>
            </p:cNvPr>
            <p:cNvSpPr>
              <a:spLocks noChangeAspect="1" noChangeShapeType="1"/>
            </p:cNvSpPr>
            <p:nvPr/>
          </p:nvSpPr>
          <p:spPr bwMode="auto">
            <a:xfrm>
              <a:off x="3312" y="3744"/>
              <a:ext cx="57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IT"/>
            </a:p>
          </p:txBody>
        </p:sp>
        <p:sp>
          <p:nvSpPr>
            <p:cNvPr id="265456" name="Oval 240">
              <a:extLst>
                <a:ext uri="{FF2B5EF4-FFF2-40B4-BE49-F238E27FC236}">
                  <a16:creationId xmlns:a16="http://schemas.microsoft.com/office/drawing/2014/main" id="{6D9497BD-8CFA-92A3-8346-B8F635F27F5F}"/>
                </a:ext>
              </a:extLst>
            </p:cNvPr>
            <p:cNvSpPr>
              <a:spLocks noChangeAspect="1" noChangeArrowheads="1"/>
            </p:cNvSpPr>
            <p:nvPr/>
          </p:nvSpPr>
          <p:spPr bwMode="auto">
            <a:xfrm>
              <a:off x="3840" y="3648"/>
              <a:ext cx="192" cy="192"/>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0" hangingPunct="0"/>
              <a:r>
                <a:rPr lang="it-IT" altLang="en-IT" sz="2000">
                  <a:latin typeface="Tahoma" panose="020B0604030504040204" pitchFamily="34" charset="0"/>
                </a:rPr>
                <a:t>D</a:t>
              </a:r>
            </a:p>
          </p:txBody>
        </p:sp>
      </p:grpSp>
      <p:sp>
        <p:nvSpPr>
          <p:cNvPr id="265457" name="AutoShape 241">
            <a:extLst>
              <a:ext uri="{FF2B5EF4-FFF2-40B4-BE49-F238E27FC236}">
                <a16:creationId xmlns:a16="http://schemas.microsoft.com/office/drawing/2014/main" id="{75BDFFA0-CB0C-E8C1-A11D-C89BDBE7B20B}"/>
              </a:ext>
            </a:extLst>
          </p:cNvPr>
          <p:cNvSpPr>
            <a:spLocks noChangeAspect="1" noChangeArrowheads="1"/>
          </p:cNvSpPr>
          <p:nvPr/>
        </p:nvSpPr>
        <p:spPr bwMode="auto">
          <a:xfrm>
            <a:off x="9278938" y="3702051"/>
            <a:ext cx="1497012" cy="341313"/>
          </a:xfrm>
          <a:prstGeom prst="flowChartAlternateProcess">
            <a:avLst/>
          </a:prstGeom>
          <a:solidFill>
            <a:schemeClr val="bg1"/>
          </a:solidFill>
          <a:ln w="19050">
            <a:solidFill>
              <a:srgbClr val="5F5F5F"/>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it-IT" altLang="en-IT" sz="1400" b="1">
                <a:solidFill>
                  <a:srgbClr val="5F5F5F"/>
                </a:solidFill>
                <a:latin typeface="Courier New" panose="02070309020205020404" pitchFamily="49" charset="0"/>
              </a:rPr>
              <a:t>220.0.0.0/24</a:t>
            </a:r>
          </a:p>
        </p:txBody>
      </p:sp>
      <p:grpSp>
        <p:nvGrpSpPr>
          <p:cNvPr id="265462" name="Group 246">
            <a:extLst>
              <a:ext uri="{FF2B5EF4-FFF2-40B4-BE49-F238E27FC236}">
                <a16:creationId xmlns:a16="http://schemas.microsoft.com/office/drawing/2014/main" id="{C68AA10D-094D-B6D9-2B31-BDD229235CC1}"/>
              </a:ext>
            </a:extLst>
          </p:cNvPr>
          <p:cNvGrpSpPr>
            <a:grpSpLocks noChangeAspect="1"/>
          </p:cNvGrpSpPr>
          <p:nvPr/>
        </p:nvGrpSpPr>
        <p:grpSpPr bwMode="auto">
          <a:xfrm>
            <a:off x="3792538" y="1557339"/>
            <a:ext cx="552450" cy="460375"/>
            <a:chOff x="144" y="3264"/>
            <a:chExt cx="288" cy="240"/>
          </a:xfrm>
        </p:grpSpPr>
        <p:sp>
          <p:nvSpPr>
            <p:cNvPr id="265463" name="Rectangle 247">
              <a:extLst>
                <a:ext uri="{FF2B5EF4-FFF2-40B4-BE49-F238E27FC236}">
                  <a16:creationId xmlns:a16="http://schemas.microsoft.com/office/drawing/2014/main" id="{39E10B9D-3FF2-D3F3-0A2A-4A56DD7B4624}"/>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eth1</a:t>
              </a:r>
            </a:p>
          </p:txBody>
        </p:sp>
        <p:sp>
          <p:nvSpPr>
            <p:cNvPr id="265464" name="Rectangle 248">
              <a:extLst>
                <a:ext uri="{FF2B5EF4-FFF2-40B4-BE49-F238E27FC236}">
                  <a16:creationId xmlns:a16="http://schemas.microsoft.com/office/drawing/2014/main" id="{93970D78-3FFE-FF79-CCD4-8AF35FECCA2E}"/>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1</a:t>
              </a:r>
            </a:p>
          </p:txBody>
        </p:sp>
      </p:grpSp>
      <p:grpSp>
        <p:nvGrpSpPr>
          <p:cNvPr id="265465" name="Group 249">
            <a:extLst>
              <a:ext uri="{FF2B5EF4-FFF2-40B4-BE49-F238E27FC236}">
                <a16:creationId xmlns:a16="http://schemas.microsoft.com/office/drawing/2014/main" id="{0601872D-ED25-A41E-0AB3-5EEA3FF8F8B7}"/>
              </a:ext>
            </a:extLst>
          </p:cNvPr>
          <p:cNvGrpSpPr>
            <a:grpSpLocks noChangeAspect="1"/>
          </p:cNvGrpSpPr>
          <p:nvPr/>
        </p:nvGrpSpPr>
        <p:grpSpPr bwMode="auto">
          <a:xfrm>
            <a:off x="5072063" y="1557339"/>
            <a:ext cx="552450" cy="460375"/>
            <a:chOff x="144" y="3264"/>
            <a:chExt cx="288" cy="240"/>
          </a:xfrm>
        </p:grpSpPr>
        <p:sp>
          <p:nvSpPr>
            <p:cNvPr id="265466" name="Rectangle 250">
              <a:extLst>
                <a:ext uri="{FF2B5EF4-FFF2-40B4-BE49-F238E27FC236}">
                  <a16:creationId xmlns:a16="http://schemas.microsoft.com/office/drawing/2014/main" id="{635EB21C-29D5-C8A5-8BA1-A68D66644ACA}"/>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eth0</a:t>
              </a:r>
            </a:p>
          </p:txBody>
        </p:sp>
        <p:sp>
          <p:nvSpPr>
            <p:cNvPr id="265467" name="Rectangle 251">
              <a:extLst>
                <a:ext uri="{FF2B5EF4-FFF2-40B4-BE49-F238E27FC236}">
                  <a16:creationId xmlns:a16="http://schemas.microsoft.com/office/drawing/2014/main" id="{AA3C20AB-B4FC-5862-67BB-5780129C5218}"/>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2</a:t>
              </a:r>
            </a:p>
          </p:txBody>
        </p:sp>
      </p:grpSp>
      <p:sp>
        <p:nvSpPr>
          <p:cNvPr id="265476" name="Line 260">
            <a:extLst>
              <a:ext uri="{FF2B5EF4-FFF2-40B4-BE49-F238E27FC236}">
                <a16:creationId xmlns:a16="http://schemas.microsoft.com/office/drawing/2014/main" id="{77F04412-5455-00F0-DDE5-71753EDD0397}"/>
              </a:ext>
            </a:extLst>
          </p:cNvPr>
          <p:cNvSpPr>
            <a:spLocks noChangeShapeType="1"/>
          </p:cNvSpPr>
          <p:nvPr/>
        </p:nvSpPr>
        <p:spPr bwMode="auto">
          <a:xfrm>
            <a:off x="6399214" y="1793875"/>
            <a:ext cx="19446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65477" name="Oval 261">
            <a:extLst>
              <a:ext uri="{FF2B5EF4-FFF2-40B4-BE49-F238E27FC236}">
                <a16:creationId xmlns:a16="http://schemas.microsoft.com/office/drawing/2014/main" id="{FEA1097B-8BFB-63CE-BEFA-80A9A34A123F}"/>
              </a:ext>
            </a:extLst>
          </p:cNvPr>
          <p:cNvSpPr>
            <a:spLocks noChangeAspect="1" noChangeArrowheads="1"/>
          </p:cNvSpPr>
          <p:nvPr/>
        </p:nvSpPr>
        <p:spPr bwMode="auto">
          <a:xfrm>
            <a:off x="7188200" y="1609725"/>
            <a:ext cx="368300" cy="368300"/>
          </a:xfrm>
          <a:prstGeom prst="ellipse">
            <a:avLst/>
          </a:prstGeom>
          <a:solidFill>
            <a:srgbClr val="FFFF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0" hangingPunct="0"/>
            <a:r>
              <a:rPr lang="it-IT" altLang="en-IT" sz="2000">
                <a:latin typeface="Tahoma" panose="020B0604030504040204" pitchFamily="34" charset="0"/>
              </a:rPr>
              <a:t>C</a:t>
            </a:r>
          </a:p>
        </p:txBody>
      </p:sp>
      <p:grpSp>
        <p:nvGrpSpPr>
          <p:cNvPr id="265478" name="Group 262">
            <a:extLst>
              <a:ext uri="{FF2B5EF4-FFF2-40B4-BE49-F238E27FC236}">
                <a16:creationId xmlns:a16="http://schemas.microsoft.com/office/drawing/2014/main" id="{5C3D5525-6623-DF68-88C2-44653A71EADC}"/>
              </a:ext>
            </a:extLst>
          </p:cNvPr>
          <p:cNvGrpSpPr>
            <a:grpSpLocks noChangeAspect="1"/>
          </p:cNvGrpSpPr>
          <p:nvPr/>
        </p:nvGrpSpPr>
        <p:grpSpPr bwMode="auto">
          <a:xfrm>
            <a:off x="6472238" y="1557339"/>
            <a:ext cx="552450" cy="460375"/>
            <a:chOff x="144" y="3264"/>
            <a:chExt cx="288" cy="240"/>
          </a:xfrm>
        </p:grpSpPr>
        <p:sp>
          <p:nvSpPr>
            <p:cNvPr id="265479" name="Rectangle 263">
              <a:extLst>
                <a:ext uri="{FF2B5EF4-FFF2-40B4-BE49-F238E27FC236}">
                  <a16:creationId xmlns:a16="http://schemas.microsoft.com/office/drawing/2014/main" id="{1FC7E5B5-3E44-6F1F-FBD6-D3DC37BD00A3}"/>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eth1</a:t>
              </a:r>
            </a:p>
          </p:txBody>
        </p:sp>
        <p:sp>
          <p:nvSpPr>
            <p:cNvPr id="265480" name="Rectangle 264">
              <a:extLst>
                <a:ext uri="{FF2B5EF4-FFF2-40B4-BE49-F238E27FC236}">
                  <a16:creationId xmlns:a16="http://schemas.microsoft.com/office/drawing/2014/main" id="{4059DEDA-9D6B-76D2-312C-EF8F71A215B2}"/>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1</a:t>
              </a:r>
            </a:p>
          </p:txBody>
        </p:sp>
      </p:grpSp>
      <p:grpSp>
        <p:nvGrpSpPr>
          <p:cNvPr id="265481" name="Group 265">
            <a:extLst>
              <a:ext uri="{FF2B5EF4-FFF2-40B4-BE49-F238E27FC236}">
                <a16:creationId xmlns:a16="http://schemas.microsoft.com/office/drawing/2014/main" id="{AE768AAE-848C-6448-392E-99ADB753F2BE}"/>
              </a:ext>
            </a:extLst>
          </p:cNvPr>
          <p:cNvGrpSpPr>
            <a:grpSpLocks noChangeAspect="1"/>
          </p:cNvGrpSpPr>
          <p:nvPr/>
        </p:nvGrpSpPr>
        <p:grpSpPr bwMode="auto">
          <a:xfrm>
            <a:off x="7751763" y="1557339"/>
            <a:ext cx="552450" cy="460375"/>
            <a:chOff x="144" y="3264"/>
            <a:chExt cx="288" cy="240"/>
          </a:xfrm>
        </p:grpSpPr>
        <p:sp>
          <p:nvSpPr>
            <p:cNvPr id="265482" name="Rectangle 266">
              <a:extLst>
                <a:ext uri="{FF2B5EF4-FFF2-40B4-BE49-F238E27FC236}">
                  <a16:creationId xmlns:a16="http://schemas.microsoft.com/office/drawing/2014/main" id="{BFB05239-5783-6040-3449-4B8CA163D418}"/>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eth0</a:t>
              </a:r>
            </a:p>
          </p:txBody>
        </p:sp>
        <p:sp>
          <p:nvSpPr>
            <p:cNvPr id="265483" name="Rectangle 267">
              <a:extLst>
                <a:ext uri="{FF2B5EF4-FFF2-40B4-BE49-F238E27FC236}">
                  <a16:creationId xmlns:a16="http://schemas.microsoft.com/office/drawing/2014/main" id="{AD6082C1-7005-BD80-8CCA-EF942B33C46E}"/>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2</a:t>
              </a:r>
            </a:p>
          </p:txBody>
        </p:sp>
      </p:grpSp>
      <p:sp>
        <p:nvSpPr>
          <p:cNvPr id="265484" name="Arc 268">
            <a:extLst>
              <a:ext uri="{FF2B5EF4-FFF2-40B4-BE49-F238E27FC236}">
                <a16:creationId xmlns:a16="http://schemas.microsoft.com/office/drawing/2014/main" id="{3B65DD54-2999-B245-13FB-08543BE5C12E}"/>
              </a:ext>
            </a:extLst>
          </p:cNvPr>
          <p:cNvSpPr>
            <a:spLocks/>
          </p:cNvSpPr>
          <p:nvPr/>
        </p:nvSpPr>
        <p:spPr bwMode="auto">
          <a:xfrm>
            <a:off x="9097963" y="2050534"/>
            <a:ext cx="442912" cy="3693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grpSp>
        <p:nvGrpSpPr>
          <p:cNvPr id="265485" name="Group 269">
            <a:extLst>
              <a:ext uri="{FF2B5EF4-FFF2-40B4-BE49-F238E27FC236}">
                <a16:creationId xmlns:a16="http://schemas.microsoft.com/office/drawing/2014/main" id="{EA0AE3C0-E3AA-281E-A50E-B4F35E8C8BAB}"/>
              </a:ext>
            </a:extLst>
          </p:cNvPr>
          <p:cNvGrpSpPr>
            <a:grpSpLocks noChangeAspect="1"/>
          </p:cNvGrpSpPr>
          <p:nvPr/>
        </p:nvGrpSpPr>
        <p:grpSpPr bwMode="auto">
          <a:xfrm>
            <a:off x="9144000" y="1884364"/>
            <a:ext cx="552450" cy="460375"/>
            <a:chOff x="144" y="3264"/>
            <a:chExt cx="288" cy="240"/>
          </a:xfrm>
        </p:grpSpPr>
        <p:sp>
          <p:nvSpPr>
            <p:cNvPr id="265486" name="Rectangle 270">
              <a:extLst>
                <a:ext uri="{FF2B5EF4-FFF2-40B4-BE49-F238E27FC236}">
                  <a16:creationId xmlns:a16="http://schemas.microsoft.com/office/drawing/2014/main" id="{90A38134-BECA-F24E-6AAC-BDE851D77A7E}"/>
                </a:ext>
              </a:extLst>
            </p:cNvPr>
            <p:cNvSpPr>
              <a:spLocks noChangeAspect="1" noChangeArrowheads="1"/>
            </p:cNvSpPr>
            <p:nvPr/>
          </p:nvSpPr>
          <p:spPr bwMode="auto">
            <a:xfrm>
              <a:off x="144" y="3380"/>
              <a:ext cx="288" cy="124"/>
            </a:xfrm>
            <a:prstGeom prst="rect">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latin typeface="Courier New" panose="02070309020205020404" pitchFamily="49" charset="0"/>
                </a:rPr>
                <a:t>eth1</a:t>
              </a:r>
            </a:p>
          </p:txBody>
        </p:sp>
        <p:sp>
          <p:nvSpPr>
            <p:cNvPr id="265487" name="Rectangle 271">
              <a:extLst>
                <a:ext uri="{FF2B5EF4-FFF2-40B4-BE49-F238E27FC236}">
                  <a16:creationId xmlns:a16="http://schemas.microsoft.com/office/drawing/2014/main" id="{328727DD-3E0E-01ED-E686-3FF844E7A9A0}"/>
                </a:ext>
              </a:extLst>
            </p:cNvPr>
            <p:cNvSpPr>
              <a:spLocks noChangeAspect="1" noChangeArrowheads="1"/>
            </p:cNvSpPr>
            <p:nvPr/>
          </p:nvSpPr>
          <p:spPr bwMode="auto">
            <a:xfrm>
              <a:off x="144" y="3264"/>
              <a:ext cx="288" cy="116"/>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lnSpc>
                  <a:spcPct val="90000"/>
                </a:lnSpc>
              </a:pPr>
              <a:r>
                <a:rPr lang="it-IT" altLang="en-IT" sz="1400" b="1">
                  <a:solidFill>
                    <a:srgbClr val="5F5F5F"/>
                  </a:solidFill>
                  <a:latin typeface="Courier New" panose="02070309020205020404" pitchFamily="49" charset="0"/>
                </a:rPr>
                <a:t>1</a:t>
              </a:r>
            </a:p>
          </p:txBody>
        </p:sp>
      </p:grpSp>
      <p:sp>
        <p:nvSpPr>
          <p:cNvPr id="265490" name="Line 274">
            <a:extLst>
              <a:ext uri="{FF2B5EF4-FFF2-40B4-BE49-F238E27FC236}">
                <a16:creationId xmlns:a16="http://schemas.microsoft.com/office/drawing/2014/main" id="{3C5796CE-57AC-F74B-D327-C7B7EF825FD9}"/>
              </a:ext>
            </a:extLst>
          </p:cNvPr>
          <p:cNvSpPr>
            <a:spLocks noChangeAspect="1" noChangeShapeType="1"/>
          </p:cNvSpPr>
          <p:nvPr/>
        </p:nvSpPr>
        <p:spPr bwMode="auto">
          <a:xfrm flipV="1">
            <a:off x="4689475" y="1865314"/>
            <a:ext cx="0" cy="815975"/>
          </a:xfrm>
          <a:prstGeom prst="line">
            <a:avLst/>
          </a:prstGeom>
          <a:noFill/>
          <a:ln w="19050">
            <a:solidFill>
              <a:srgbClr val="5F5F5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IT"/>
          </a:p>
        </p:txBody>
      </p:sp>
      <p:sp>
        <p:nvSpPr>
          <p:cNvPr id="265491" name="AutoShape 275">
            <a:extLst>
              <a:ext uri="{FF2B5EF4-FFF2-40B4-BE49-F238E27FC236}">
                <a16:creationId xmlns:a16="http://schemas.microsoft.com/office/drawing/2014/main" id="{36BD5294-70B4-4FF0-0782-C7D6FFEB564B}"/>
              </a:ext>
            </a:extLst>
          </p:cNvPr>
          <p:cNvSpPr>
            <a:spLocks noChangeAspect="1" noChangeArrowheads="1"/>
          </p:cNvSpPr>
          <p:nvPr/>
        </p:nvSpPr>
        <p:spPr bwMode="auto">
          <a:xfrm>
            <a:off x="3951288" y="2657476"/>
            <a:ext cx="1497012" cy="341313"/>
          </a:xfrm>
          <a:prstGeom prst="flowChartAlternateProcess">
            <a:avLst/>
          </a:prstGeom>
          <a:solidFill>
            <a:schemeClr val="bg1"/>
          </a:solidFill>
          <a:ln w="19050">
            <a:solidFill>
              <a:srgbClr val="5F5F5F"/>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it-IT" altLang="en-IT" sz="1400" b="1">
                <a:solidFill>
                  <a:srgbClr val="5F5F5F"/>
                </a:solidFill>
                <a:latin typeface="Courier New" panose="02070309020205020404" pitchFamily="49" charset="0"/>
              </a:rPr>
              <a:t>150.0.0.0/30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31" name="Rectangle 35">
            <a:extLst>
              <a:ext uri="{FF2B5EF4-FFF2-40B4-BE49-F238E27FC236}">
                <a16:creationId xmlns:a16="http://schemas.microsoft.com/office/drawing/2014/main" id="{C838F73E-9D37-CE28-ED0B-A203994E5092}"/>
              </a:ext>
            </a:extLst>
          </p:cNvPr>
          <p:cNvSpPr>
            <a:spLocks noGrp="1" noChangeArrowheads="1"/>
          </p:cNvSpPr>
          <p:nvPr>
            <p:ph type="title"/>
          </p:nvPr>
        </p:nvSpPr>
        <p:spPr/>
        <p:txBody>
          <a:bodyPr/>
          <a:lstStyle/>
          <a:p>
            <a:r>
              <a:rPr lang="it-IT" altLang="en-IT"/>
              <a:t>launching the lab script</a:t>
            </a:r>
          </a:p>
        </p:txBody>
      </p:sp>
      <p:sp>
        <p:nvSpPr>
          <p:cNvPr id="234532" name="Rectangle 36">
            <a:extLst>
              <a:ext uri="{FF2B5EF4-FFF2-40B4-BE49-F238E27FC236}">
                <a16:creationId xmlns:a16="http://schemas.microsoft.com/office/drawing/2014/main" id="{A983C6CB-D6AE-D782-C603-1EBB8811524F}"/>
              </a:ext>
            </a:extLst>
          </p:cNvPr>
          <p:cNvSpPr>
            <a:spLocks noGrp="1" noChangeArrowheads="1"/>
          </p:cNvSpPr>
          <p:nvPr>
            <p:ph idx="1"/>
          </p:nvPr>
        </p:nvSpPr>
        <p:spPr/>
        <p:txBody>
          <a:bodyPr/>
          <a:lstStyle/>
          <a:p>
            <a:r>
              <a:rPr lang="it-IT" altLang="en-IT" dirty="0"/>
              <a:t>the lab </a:t>
            </a:r>
            <a:r>
              <a:rPr lang="it-IT" altLang="en-IT" dirty="0" err="1"/>
              <a:t>configuration</a:t>
            </a:r>
            <a:r>
              <a:rPr lang="it-IT" altLang="en-IT" dirty="0"/>
              <a:t> </a:t>
            </a:r>
            <a:r>
              <a:rPr lang="it-IT" altLang="en-IT" dirty="0" err="1"/>
              <a:t>is</a:t>
            </a:r>
            <a:r>
              <a:rPr lang="it-IT" altLang="en-IT" dirty="0"/>
              <a:t> </a:t>
            </a:r>
            <a:r>
              <a:rPr lang="it-IT" altLang="en-IT" dirty="0" err="1"/>
              <a:t>such</a:t>
            </a:r>
            <a:r>
              <a:rPr lang="it-IT" altLang="en-IT" dirty="0"/>
              <a:t> </a:t>
            </a:r>
            <a:r>
              <a:rPr lang="it-IT" altLang="en-IT" dirty="0" err="1"/>
              <a:t>that</a:t>
            </a:r>
            <a:endParaRPr lang="it-IT" altLang="en-IT" dirty="0"/>
          </a:p>
          <a:p>
            <a:pPr lvl="1"/>
            <a:r>
              <a:rPr lang="it-IT" altLang="en-IT" dirty="0" err="1"/>
              <a:t>three</a:t>
            </a:r>
            <a:r>
              <a:rPr lang="it-IT" altLang="en-IT" dirty="0"/>
              <a:t> </a:t>
            </a:r>
            <a:r>
              <a:rPr lang="it-IT" altLang="en-IT" dirty="0" err="1"/>
              <a:t>virtual</a:t>
            </a:r>
            <a:r>
              <a:rPr lang="it-IT" altLang="en-IT" dirty="0"/>
              <a:t> </a:t>
            </a:r>
            <a:r>
              <a:rPr lang="it-IT" altLang="en-IT" dirty="0" err="1"/>
              <a:t>hosts</a:t>
            </a:r>
            <a:r>
              <a:rPr lang="it-IT" altLang="en-IT" dirty="0"/>
              <a:t> are </a:t>
            </a:r>
            <a:r>
              <a:rPr lang="it-IT" altLang="en-IT" dirty="0" err="1"/>
              <a:t>created</a:t>
            </a:r>
            <a:r>
              <a:rPr lang="it-IT" altLang="en-IT" dirty="0"/>
              <a:t> and </a:t>
            </a:r>
            <a:r>
              <a:rPr lang="it-IT" altLang="en-IT" dirty="0" err="1"/>
              <a:t>connected</a:t>
            </a:r>
            <a:r>
              <a:rPr lang="it-IT" altLang="en-IT" dirty="0"/>
              <a:t> to the </a:t>
            </a:r>
            <a:r>
              <a:rPr lang="it-IT" altLang="en-IT" dirty="0" err="1"/>
              <a:t>right</a:t>
            </a:r>
            <a:r>
              <a:rPr lang="it-IT" altLang="en-IT" dirty="0"/>
              <a:t> </a:t>
            </a:r>
            <a:r>
              <a:rPr lang="it-IT" altLang="en-IT" dirty="0" err="1"/>
              <a:t>collision</a:t>
            </a:r>
            <a:r>
              <a:rPr lang="it-IT" altLang="en-IT" dirty="0"/>
              <a:t> domains (</a:t>
            </a:r>
            <a:r>
              <a:rPr lang="it-IT" altLang="en-IT" dirty="0" err="1"/>
              <a:t>virtual</a:t>
            </a:r>
            <a:r>
              <a:rPr lang="it-IT" altLang="en-IT" dirty="0"/>
              <a:t> hubs)</a:t>
            </a:r>
          </a:p>
          <a:p>
            <a:pPr lvl="1"/>
            <a:r>
              <a:rPr lang="it-IT" altLang="en-IT" dirty="0"/>
              <a:t>for </a:t>
            </a:r>
            <a:r>
              <a:rPr lang="it-IT" altLang="en-IT" dirty="0" err="1"/>
              <a:t>each</a:t>
            </a:r>
            <a:r>
              <a:rPr lang="it-IT" altLang="en-IT" dirty="0"/>
              <a:t> </a:t>
            </a:r>
            <a:r>
              <a:rPr lang="it-IT" altLang="en-IT" dirty="0" err="1"/>
              <a:t>virtual</a:t>
            </a:r>
            <a:r>
              <a:rPr lang="it-IT" altLang="en-IT" dirty="0"/>
              <a:t> </a:t>
            </a:r>
            <a:r>
              <a:rPr lang="it-IT" altLang="en-IT" dirty="0" err="1"/>
              <a:t>host</a:t>
            </a:r>
            <a:endParaRPr lang="it-IT" altLang="en-IT" dirty="0"/>
          </a:p>
          <a:p>
            <a:pPr lvl="2"/>
            <a:r>
              <a:rPr lang="it-IT" altLang="en-IT" dirty="0"/>
              <a:t>network </a:t>
            </a:r>
            <a:r>
              <a:rPr lang="it-IT" altLang="en-IT" dirty="0" err="1"/>
              <a:t>interfaces</a:t>
            </a:r>
            <a:r>
              <a:rPr lang="it-IT" altLang="en-IT" dirty="0"/>
              <a:t> are </a:t>
            </a:r>
            <a:r>
              <a:rPr lang="it-IT" altLang="en-IT" dirty="0" err="1"/>
              <a:t>automatically</a:t>
            </a:r>
            <a:r>
              <a:rPr lang="it-IT" altLang="en-IT" dirty="0"/>
              <a:t> </a:t>
            </a:r>
            <a:r>
              <a:rPr lang="it-IT" altLang="en-IT" dirty="0" err="1"/>
              <a:t>configured</a:t>
            </a:r>
            <a:endParaRPr lang="it-IT" altLang="en-IT" dirty="0"/>
          </a:p>
          <a:p>
            <a:pPr lvl="2"/>
            <a:r>
              <a:rPr lang="it-IT" altLang="en-IT" dirty="0" err="1"/>
              <a:t>frr</a:t>
            </a:r>
            <a:r>
              <a:rPr lang="it-IT" altLang="en-IT" dirty="0"/>
              <a:t> </a:t>
            </a:r>
            <a:r>
              <a:rPr lang="it-IT" altLang="en-IT" dirty="0" err="1"/>
              <a:t>configuration</a:t>
            </a:r>
            <a:r>
              <a:rPr lang="it-IT" altLang="en-IT" dirty="0"/>
              <a:t> files are </a:t>
            </a:r>
            <a:r>
              <a:rPr lang="it-IT" altLang="en-IT" dirty="0" err="1"/>
              <a:t>updated</a:t>
            </a:r>
            <a:endParaRPr lang="it-IT" altLang="en-IT" dirty="0"/>
          </a:p>
          <a:p>
            <a:pPr lvl="1"/>
            <a:r>
              <a:rPr lang="it-IT" altLang="en-IT" dirty="0"/>
              <a:t>the </a:t>
            </a:r>
            <a:r>
              <a:rPr lang="it-IT" altLang="en-IT" dirty="0" err="1"/>
              <a:t>frr</a:t>
            </a:r>
            <a:r>
              <a:rPr lang="it-IT" altLang="en-IT" dirty="0"/>
              <a:t> </a:t>
            </a:r>
            <a:r>
              <a:rPr lang="it-IT" altLang="en-IT" dirty="0" err="1"/>
              <a:t>routing</a:t>
            </a:r>
            <a:r>
              <a:rPr lang="it-IT" altLang="en-IT" dirty="0"/>
              <a:t> </a:t>
            </a:r>
            <a:r>
              <a:rPr lang="it-IT" altLang="en-IT" dirty="0" err="1"/>
              <a:t>daemon</a:t>
            </a:r>
            <a:r>
              <a:rPr lang="it-IT" altLang="en-IT" dirty="0"/>
              <a:t> </a:t>
            </a:r>
            <a:r>
              <a:rPr lang="it-IT" altLang="en-IT" dirty="0" err="1"/>
              <a:t>is</a:t>
            </a:r>
            <a:r>
              <a:rPr lang="it-IT" altLang="en-IT" dirty="0"/>
              <a:t> </a:t>
            </a:r>
            <a:r>
              <a:rPr lang="it-IT" altLang="en-IT" dirty="0" err="1"/>
              <a:t>automatically</a:t>
            </a:r>
            <a:r>
              <a:rPr lang="it-IT" altLang="en-IT" dirty="0"/>
              <a:t> </a:t>
            </a:r>
            <a:r>
              <a:rPr lang="it-IT" altLang="en-IT" dirty="0" err="1"/>
              <a:t>started</a:t>
            </a:r>
            <a:endParaRPr lang="it-IT" altLang="en-IT" dirty="0"/>
          </a:p>
        </p:txBody>
      </p:sp>
      <p:sp>
        <p:nvSpPr>
          <p:cNvPr id="2" name="Date Placeholder 3">
            <a:extLst>
              <a:ext uri="{FF2B5EF4-FFF2-40B4-BE49-F238E27FC236}">
                <a16:creationId xmlns:a16="http://schemas.microsoft.com/office/drawing/2014/main" id="{D6EA16E1-97AC-90AE-438E-843C853FC196}"/>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01A1D156-E9A6-8286-9F79-FCCEA6696648}"/>
              </a:ext>
            </a:extLst>
          </p:cNvPr>
          <p:cNvSpPr>
            <a:spLocks noGrp="1"/>
          </p:cNvSpPr>
          <p:nvPr>
            <p:ph type="ftr" sz="quarter" idx="11"/>
          </p:nvPr>
        </p:nvSpPr>
        <p:spPr/>
        <p:txBody>
          <a:bodyPr/>
          <a:lstStyle/>
          <a:p>
            <a:r>
              <a:rPr lang="it-IT" altLang="en-IT"/>
              <a:t>kathara – [ lab: frr ]</a:t>
            </a:r>
          </a:p>
        </p:txBody>
      </p:sp>
      <p:grpSp>
        <p:nvGrpSpPr>
          <p:cNvPr id="4" name="Group 3">
            <a:extLst>
              <a:ext uri="{FF2B5EF4-FFF2-40B4-BE49-F238E27FC236}">
                <a16:creationId xmlns:a16="http://schemas.microsoft.com/office/drawing/2014/main" id="{2386547B-6CE1-37F5-DE38-92245602DB65}"/>
              </a:ext>
            </a:extLst>
          </p:cNvPr>
          <p:cNvGrpSpPr/>
          <p:nvPr/>
        </p:nvGrpSpPr>
        <p:grpSpPr>
          <a:xfrm>
            <a:off x="2078427" y="4980314"/>
            <a:ext cx="8035145" cy="929818"/>
            <a:chOff x="2039933" y="1347406"/>
            <a:chExt cx="8035145" cy="929818"/>
          </a:xfrm>
        </p:grpSpPr>
        <p:grpSp>
          <p:nvGrpSpPr>
            <p:cNvPr id="5" name="Group 4">
              <a:extLst>
                <a:ext uri="{FF2B5EF4-FFF2-40B4-BE49-F238E27FC236}">
                  <a16:creationId xmlns:a16="http://schemas.microsoft.com/office/drawing/2014/main" id="{443A043D-F5D7-A984-B944-D4E7869264A9}"/>
                </a:ext>
              </a:extLst>
            </p:cNvPr>
            <p:cNvGrpSpPr/>
            <p:nvPr/>
          </p:nvGrpSpPr>
          <p:grpSpPr>
            <a:xfrm>
              <a:off x="2039933" y="1347406"/>
              <a:ext cx="8035145" cy="929818"/>
              <a:chOff x="2116183" y="1995487"/>
              <a:chExt cx="6661106" cy="929818"/>
            </a:xfrm>
          </p:grpSpPr>
          <p:sp>
            <p:nvSpPr>
              <p:cNvPr id="10" name="Rectangle 9">
                <a:extLst>
                  <a:ext uri="{FF2B5EF4-FFF2-40B4-BE49-F238E27FC236}">
                    <a16:creationId xmlns:a16="http://schemas.microsoft.com/office/drawing/2014/main" id="{81314FEE-536B-DC7B-4480-B80E567B6D7A}"/>
                  </a:ext>
                </a:extLst>
              </p:cNvPr>
              <p:cNvSpPr/>
              <p:nvPr/>
            </p:nvSpPr>
            <p:spPr>
              <a:xfrm>
                <a:off x="2116184" y="2203269"/>
                <a:ext cx="6661105" cy="72203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err="1">
                    <a:ln>
                      <a:noFill/>
                    </a:ln>
                    <a:solidFill>
                      <a:prstClr val="white">
                        <a:lumMod val="65000"/>
                      </a:prstClr>
                    </a:solidFill>
                    <a:effectLst/>
                    <a:uLnTx/>
                    <a:uFillTx/>
                    <a:latin typeface="Consolas" panose="020B0609020204030204" pitchFamily="49" charset="0"/>
                    <a:ea typeface="+mn-ea"/>
                    <a:cs typeface="+mn-cs"/>
                  </a:rPr>
                  <a:t>user@localhost</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a:solidFill>
                      <a:prstClr val="white"/>
                    </a:solidFill>
                    <a:latin typeface="Consolas" panose="020B0609020204030204" pitchFamily="49" charset="0"/>
                  </a:rPr>
                  <a:t>cd </a:t>
                </a:r>
                <a:r>
                  <a:rPr lang="it-IT" b="1" kern="0" dirty="0" err="1">
                    <a:solidFill>
                      <a:prstClr val="white"/>
                    </a:solidFill>
                    <a:latin typeface="Consolas" panose="020B0609020204030204" pitchFamily="49" charset="0"/>
                  </a:rPr>
                  <a:t>kathara-lab_frr</a:t>
                </a:r>
                <a:endParaRPr lang="it-IT" b="1" kern="0" dirty="0">
                  <a:solidFill>
                    <a:prstClr val="white"/>
                  </a:solidFill>
                  <a:latin typeface="Consolas" panose="020B0609020204030204" pitchFamily="49"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err="1">
                    <a:ln>
                      <a:noFill/>
                    </a:ln>
                    <a:solidFill>
                      <a:prstClr val="white">
                        <a:lumMod val="65000"/>
                      </a:prstClr>
                    </a:solidFill>
                    <a:effectLst/>
                    <a:uLnTx/>
                    <a:uFillTx/>
                    <a:latin typeface="Consolas" panose="020B0609020204030204" pitchFamily="49" charset="0"/>
                    <a:ea typeface="+mn-ea"/>
                    <a:cs typeface="+mn-cs"/>
                  </a:rPr>
                  <a:t>user@localhost</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a:t>
                </a:r>
                <a:r>
                  <a:rPr kumimoji="0" lang="it-IT" sz="1800" b="0" i="0" u="none" strike="noStrike" kern="0" cap="none" spc="0" normalizeH="0" baseline="0" noProof="0" dirty="0" err="1">
                    <a:ln>
                      <a:noFill/>
                    </a:ln>
                    <a:solidFill>
                      <a:prstClr val="white">
                        <a:lumMod val="65000"/>
                      </a:prstClr>
                    </a:solidFill>
                    <a:effectLst/>
                    <a:uLnTx/>
                    <a:uFillTx/>
                    <a:latin typeface="Consolas" panose="020B0609020204030204" pitchFamily="49" charset="0"/>
                    <a:ea typeface="+mn-ea"/>
                    <a:cs typeface="+mn-cs"/>
                  </a:rPr>
                  <a:t>kathara-lab_frr</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 </a:t>
                </a:r>
                <a:r>
                  <a:rPr lang="it-IT" b="1" kern="0" dirty="0" err="1">
                    <a:solidFill>
                      <a:prstClr val="white"/>
                    </a:solidFill>
                    <a:latin typeface="Consolas" panose="020B0609020204030204" pitchFamily="49" charset="0"/>
                  </a:rPr>
                  <a:t>kathara</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lstart</a:t>
                </a:r>
                <a:endParaRPr lang="it-IT" b="1" kern="0" dirty="0">
                  <a:solidFill>
                    <a:prstClr val="white"/>
                  </a:solidFill>
                  <a:latin typeface="Consolas" panose="020B0609020204030204" pitchFamily="49" charset="0"/>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BECB1A3D-014F-5D93-9440-418E04BCA06F}"/>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02B90831-7C32-FFBE-B24C-8D93C86EC1F4}"/>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99DFBAD1-319F-38C6-0FC9-F7B9649876E6}"/>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7EDB038-920F-A3C4-D054-6C17A3E22F96}"/>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A0469561-2C8F-350F-6E1C-563E6D94435B}"/>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5D7D-E3A7-8C9E-DB2B-D9029B012768}"/>
              </a:ext>
            </a:extLst>
          </p:cNvPr>
          <p:cNvSpPr>
            <a:spLocks noGrp="1"/>
          </p:cNvSpPr>
          <p:nvPr>
            <p:ph type="title"/>
          </p:nvPr>
        </p:nvSpPr>
        <p:spPr/>
        <p:txBody>
          <a:bodyPr/>
          <a:lstStyle/>
          <a:p>
            <a:r>
              <a:rPr lang="en-GB" dirty="0"/>
              <a:t>automatically start </a:t>
            </a:r>
            <a:r>
              <a:rPr lang="en-GB" dirty="0" err="1"/>
              <a:t>frr</a:t>
            </a:r>
            <a:endParaRPr lang="en-GB" dirty="0"/>
          </a:p>
        </p:txBody>
      </p:sp>
      <p:sp>
        <p:nvSpPr>
          <p:cNvPr id="3" name="Content Placeholder 2">
            <a:extLst>
              <a:ext uri="{FF2B5EF4-FFF2-40B4-BE49-F238E27FC236}">
                <a16:creationId xmlns:a16="http://schemas.microsoft.com/office/drawing/2014/main" id="{6EF7AF09-0B1C-6DD6-F53B-8F5BCDD90572}"/>
              </a:ext>
            </a:extLst>
          </p:cNvPr>
          <p:cNvSpPr>
            <a:spLocks noGrp="1"/>
          </p:cNvSpPr>
          <p:nvPr>
            <p:ph idx="1"/>
          </p:nvPr>
        </p:nvSpPr>
        <p:spPr/>
        <p:txBody>
          <a:bodyPr/>
          <a:lstStyle/>
          <a:p>
            <a:r>
              <a:rPr lang="en-GB" dirty="0"/>
              <a:t>to ease the </a:t>
            </a:r>
            <a:r>
              <a:rPr lang="en-GB" dirty="0" err="1"/>
              <a:t>startup</a:t>
            </a:r>
            <a:r>
              <a:rPr lang="en-GB" dirty="0"/>
              <a:t> of the lab is better to automatically start the </a:t>
            </a:r>
            <a:r>
              <a:rPr lang="en-GB" dirty="0" err="1"/>
              <a:t>frr</a:t>
            </a:r>
            <a:endParaRPr lang="en-GB" dirty="0"/>
          </a:p>
          <a:p>
            <a:pPr lvl="1"/>
            <a:r>
              <a:rPr lang="en-GB" dirty="0"/>
              <a:t>the main daemon and all the routing protocols daemons are automatically started with </a:t>
            </a:r>
            <a:r>
              <a:rPr lang="en-GB" dirty="0" err="1"/>
              <a:t>frr</a:t>
            </a:r>
            <a:endParaRPr lang="en-GB" dirty="0"/>
          </a:p>
        </p:txBody>
      </p:sp>
      <p:sp>
        <p:nvSpPr>
          <p:cNvPr id="4" name="Date Placeholder 3">
            <a:extLst>
              <a:ext uri="{FF2B5EF4-FFF2-40B4-BE49-F238E27FC236}">
                <a16:creationId xmlns:a16="http://schemas.microsoft.com/office/drawing/2014/main" id="{2D7C7971-F2FA-89E2-6777-D02B7911C327}"/>
              </a:ext>
            </a:extLst>
          </p:cNvPr>
          <p:cNvSpPr>
            <a:spLocks noGrp="1"/>
          </p:cNvSpPr>
          <p:nvPr>
            <p:ph type="dt" sz="half" idx="10"/>
          </p:nvPr>
        </p:nvSpPr>
        <p:spPr/>
        <p:txBody>
          <a:bodyPr/>
          <a:lstStyle/>
          <a:p>
            <a:r>
              <a:rPr lang="it-IT" altLang="en-IT"/>
              <a:t>last update: Oct 2023</a:t>
            </a:r>
          </a:p>
        </p:txBody>
      </p:sp>
      <p:sp>
        <p:nvSpPr>
          <p:cNvPr id="5" name="Footer Placeholder 4">
            <a:extLst>
              <a:ext uri="{FF2B5EF4-FFF2-40B4-BE49-F238E27FC236}">
                <a16:creationId xmlns:a16="http://schemas.microsoft.com/office/drawing/2014/main" id="{C25B8B6D-BEA9-E4D7-1C37-45A5949A1292}"/>
              </a:ext>
            </a:extLst>
          </p:cNvPr>
          <p:cNvSpPr>
            <a:spLocks noGrp="1"/>
          </p:cNvSpPr>
          <p:nvPr>
            <p:ph type="ftr" sz="quarter" idx="11"/>
          </p:nvPr>
        </p:nvSpPr>
        <p:spPr/>
        <p:txBody>
          <a:bodyPr/>
          <a:lstStyle/>
          <a:p>
            <a:r>
              <a:rPr lang="it-IT" altLang="en-IT"/>
              <a:t>kathara – [ lab: frr ]</a:t>
            </a:r>
          </a:p>
        </p:txBody>
      </p:sp>
      <p:grpSp>
        <p:nvGrpSpPr>
          <p:cNvPr id="6" name="Group 15">
            <a:extLst>
              <a:ext uri="{FF2B5EF4-FFF2-40B4-BE49-F238E27FC236}">
                <a16:creationId xmlns:a16="http://schemas.microsoft.com/office/drawing/2014/main" id="{D0A76E1B-23D7-FBAD-9B24-658B86AC0989}"/>
              </a:ext>
            </a:extLst>
          </p:cNvPr>
          <p:cNvGrpSpPr>
            <a:grpSpLocks/>
          </p:cNvGrpSpPr>
          <p:nvPr/>
        </p:nvGrpSpPr>
        <p:grpSpPr bwMode="auto">
          <a:xfrm>
            <a:off x="3719736" y="4005064"/>
            <a:ext cx="4936184" cy="938213"/>
            <a:chOff x="126" y="2432"/>
            <a:chExt cx="5907" cy="591"/>
          </a:xfrm>
        </p:grpSpPr>
        <p:sp>
          <p:nvSpPr>
            <p:cNvPr id="7" name="AutoShape 5">
              <a:extLst>
                <a:ext uri="{FF2B5EF4-FFF2-40B4-BE49-F238E27FC236}">
                  <a16:creationId xmlns:a16="http://schemas.microsoft.com/office/drawing/2014/main" id="{27A556CF-F280-0335-1306-65FDE9295CBC}"/>
                </a:ext>
              </a:extLst>
            </p:cNvPr>
            <p:cNvSpPr>
              <a:spLocks noChangeArrowheads="1"/>
            </p:cNvSpPr>
            <p:nvPr/>
          </p:nvSpPr>
          <p:spPr bwMode="auto">
            <a:xfrm>
              <a:off x="126" y="2614"/>
              <a:ext cx="5907" cy="409"/>
            </a:xfrm>
            <a:prstGeom prst="foldedCorner">
              <a:avLst>
                <a:gd name="adj" fmla="val 8278"/>
              </a:avLst>
            </a:prstGeom>
            <a:solidFill>
              <a:schemeClr val="bg1"/>
            </a:solidFill>
            <a:ln w="19050">
              <a:solidFill>
                <a:schemeClr val="tx1"/>
              </a:solidFill>
              <a:round/>
              <a:headEnd/>
              <a:tailEnd/>
            </a:ln>
            <a:effectLst>
              <a:outerShdw dist="107763" dir="2700000" algn="ctr" rotWithShape="0">
                <a:schemeClr val="bg2"/>
              </a:outerShdw>
            </a:effec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a:buNone/>
              </a:pPr>
              <a:r>
                <a:rPr lang="en-US" altLang="it-IT" sz="1600" b="1" dirty="0" err="1">
                  <a:latin typeface="Courier New" panose="02070309020205020404" pitchFamily="49" charset="0"/>
                </a:rPr>
                <a:t>systemctl</a:t>
              </a:r>
              <a:r>
                <a:rPr lang="en-US" altLang="it-IT" sz="1600" b="1" dirty="0">
                  <a:latin typeface="Courier New" panose="02070309020205020404" pitchFamily="49" charset="0"/>
                </a:rPr>
                <a:t> start </a:t>
              </a:r>
              <a:r>
                <a:rPr lang="en-US" altLang="it-IT" sz="1600" b="1" dirty="0" err="1">
                  <a:latin typeface="Courier New" panose="02070309020205020404" pitchFamily="49" charset="0"/>
                </a:rPr>
                <a:t>frr</a:t>
              </a:r>
              <a:endParaRPr lang="en-US" altLang="it-IT" sz="1600" b="1" dirty="0">
                <a:latin typeface="Courier New" panose="02070309020205020404" pitchFamily="49" charset="0"/>
              </a:endParaRPr>
            </a:p>
          </p:txBody>
        </p:sp>
        <p:sp>
          <p:nvSpPr>
            <p:cNvPr id="8" name="AutoShape 9">
              <a:extLst>
                <a:ext uri="{FF2B5EF4-FFF2-40B4-BE49-F238E27FC236}">
                  <a16:creationId xmlns:a16="http://schemas.microsoft.com/office/drawing/2014/main" id="{ACB98869-0A07-69A3-1012-8ABDE36A643E}"/>
                </a:ext>
              </a:extLst>
            </p:cNvPr>
            <p:cNvSpPr>
              <a:spLocks noChangeArrowheads="1"/>
            </p:cNvSpPr>
            <p:nvPr/>
          </p:nvSpPr>
          <p:spPr bwMode="auto">
            <a:xfrm>
              <a:off x="171" y="2432"/>
              <a:ext cx="2051" cy="227"/>
            </a:xfrm>
            <a:prstGeom prst="foldedCorner">
              <a:avLst>
                <a:gd name="adj" fmla="val 8278"/>
              </a:avLst>
            </a:prstGeom>
            <a:solidFill>
              <a:schemeClr val="accent2"/>
            </a:solidFill>
            <a:ln w="19050">
              <a:solidFill>
                <a:schemeClr val="tx1"/>
              </a:solidFill>
              <a:round/>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lstStyle>
              <a:lvl1pPr>
                <a:spcBef>
                  <a:spcPct val="20000"/>
                </a:spcBef>
                <a:buClr>
                  <a:schemeClr val="tx2"/>
                </a:buClr>
                <a:buSzPct val="7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accent1"/>
                </a:buClr>
                <a:buSzPct val="70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rgbClr val="66CC00"/>
                </a:buClr>
                <a:buSzPct val="7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SzPct val="7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Font typeface="Arial" panose="020B0604020202020204" pitchFamily="34" charset="0"/>
                <a:buChar char="–"/>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ahoma" panose="020B0604030504040204" pitchFamily="34" charset="0"/>
                </a:defRPr>
              </a:lvl9pPr>
            </a:lstStyle>
            <a:p>
              <a:pPr eaLnBrk="1" hangingPunct="1">
                <a:spcBef>
                  <a:spcPct val="0"/>
                </a:spcBef>
                <a:buClrTx/>
                <a:buSzTx/>
                <a:buFontTx/>
                <a:buNone/>
              </a:pPr>
              <a:r>
                <a:rPr lang="en-US" altLang="it-IT" sz="1600" b="1" dirty="0">
                  <a:latin typeface="Courier New" panose="02070309020205020404" pitchFamily="49" charset="0"/>
                </a:rPr>
                <a:t>r1.startup</a:t>
              </a:r>
            </a:p>
          </p:txBody>
        </p:sp>
      </p:grpSp>
    </p:spTree>
    <p:extLst>
      <p:ext uri="{BB962C8B-B14F-4D97-AF65-F5344CB8AC3E}">
        <p14:creationId xmlns:p14="http://schemas.microsoft.com/office/powerpoint/2010/main" val="1288894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a:extLst>
              <a:ext uri="{FF2B5EF4-FFF2-40B4-BE49-F238E27FC236}">
                <a16:creationId xmlns:a16="http://schemas.microsoft.com/office/drawing/2014/main" id="{EDC4125B-64FC-E7A6-5474-4E7D1208C0CE}"/>
              </a:ext>
            </a:extLst>
          </p:cNvPr>
          <p:cNvSpPr>
            <a:spLocks noGrp="1" noChangeArrowheads="1"/>
          </p:cNvSpPr>
          <p:nvPr>
            <p:ph type="title"/>
          </p:nvPr>
        </p:nvSpPr>
        <p:spPr/>
        <p:txBody>
          <a:bodyPr/>
          <a:lstStyle/>
          <a:p>
            <a:r>
              <a:rPr lang="it-IT" altLang="en-IT"/>
              <a:t>a one-fits-all shell</a:t>
            </a:r>
          </a:p>
        </p:txBody>
      </p:sp>
      <p:sp>
        <p:nvSpPr>
          <p:cNvPr id="381955" name="Rectangle 3">
            <a:extLst>
              <a:ext uri="{FF2B5EF4-FFF2-40B4-BE49-F238E27FC236}">
                <a16:creationId xmlns:a16="http://schemas.microsoft.com/office/drawing/2014/main" id="{85C8FDBA-FE36-A58D-8525-055FD4A57BCD}"/>
              </a:ext>
            </a:extLst>
          </p:cNvPr>
          <p:cNvSpPr>
            <a:spLocks noGrp="1" noChangeArrowheads="1"/>
          </p:cNvSpPr>
          <p:nvPr>
            <p:ph idx="1"/>
          </p:nvPr>
        </p:nvSpPr>
        <p:spPr/>
        <p:txBody>
          <a:bodyPr/>
          <a:lstStyle/>
          <a:p>
            <a:pPr>
              <a:lnSpc>
                <a:spcPct val="90000"/>
              </a:lnSpc>
            </a:pPr>
            <a:r>
              <a:rPr lang="it-IT" altLang="en-IT" sz="2800" dirty="0" err="1"/>
              <a:t>instead</a:t>
            </a:r>
            <a:r>
              <a:rPr lang="it-IT" altLang="en-IT" sz="2800" dirty="0"/>
              <a:t> of </a:t>
            </a:r>
            <a:r>
              <a:rPr lang="it-IT" altLang="en-IT" sz="2800" dirty="0" err="1"/>
              <a:t>having</a:t>
            </a:r>
            <a:r>
              <a:rPr lang="it-IT" altLang="en-IT" sz="2800" dirty="0"/>
              <a:t> to </a:t>
            </a:r>
            <a:r>
              <a:rPr lang="it-IT" altLang="en-IT" sz="2800" dirty="0" err="1"/>
              <a:t>connect</a:t>
            </a:r>
            <a:r>
              <a:rPr lang="it-IT" altLang="en-IT" sz="2800" dirty="0"/>
              <a:t> to </a:t>
            </a:r>
            <a:r>
              <a:rPr lang="it-IT" altLang="en-IT" sz="2800" dirty="0" err="1"/>
              <a:t>each</a:t>
            </a:r>
            <a:r>
              <a:rPr lang="it-IT" altLang="en-IT" sz="2800" dirty="0"/>
              <a:t> single </a:t>
            </a:r>
            <a:r>
              <a:rPr lang="it-IT" altLang="en-IT" sz="2800" dirty="0" err="1"/>
              <a:t>daemon</a:t>
            </a:r>
            <a:r>
              <a:rPr lang="it-IT" altLang="en-IT" sz="2800" dirty="0"/>
              <a:t>, users can </a:t>
            </a:r>
            <a:r>
              <a:rPr lang="it-IT" altLang="en-IT" sz="2800" dirty="0" err="1"/>
              <a:t>interact</a:t>
            </a:r>
            <a:r>
              <a:rPr lang="it-IT" altLang="en-IT" sz="2800" dirty="0"/>
              <a:t> with </a:t>
            </a:r>
            <a:r>
              <a:rPr lang="it-IT" altLang="en-IT" sz="2800" dirty="0" err="1"/>
              <a:t>frr</a:t>
            </a:r>
            <a:r>
              <a:rPr lang="it-IT" altLang="en-IT" sz="2800" dirty="0"/>
              <a:t> by </a:t>
            </a:r>
            <a:r>
              <a:rPr lang="it-IT" altLang="en-IT" sz="2800" dirty="0" err="1"/>
              <a:t>using</a:t>
            </a:r>
            <a:r>
              <a:rPr lang="it-IT" altLang="en-IT" sz="2800" dirty="0"/>
              <a:t> a </a:t>
            </a:r>
            <a:r>
              <a:rPr lang="it-IT" altLang="en-IT" sz="2800" dirty="0" err="1"/>
              <a:t>built</a:t>
            </a:r>
            <a:r>
              <a:rPr lang="it-IT" altLang="en-IT" sz="2800" dirty="0"/>
              <a:t>-in shell, </a:t>
            </a:r>
            <a:r>
              <a:rPr lang="it-IT" altLang="en-IT" sz="2800" dirty="0" err="1"/>
              <a:t>called</a:t>
            </a:r>
            <a:r>
              <a:rPr lang="it-IT" altLang="en-IT" sz="2800" dirty="0"/>
              <a:t> </a:t>
            </a:r>
            <a:r>
              <a:rPr lang="it-IT" altLang="en-IT" sz="2800" b="1" dirty="0" err="1">
                <a:latin typeface="Courier New" panose="02070309020205020404" pitchFamily="49" charset="0"/>
              </a:rPr>
              <a:t>vtysh</a:t>
            </a:r>
            <a:endParaRPr lang="it-IT" altLang="en-IT" sz="2800" b="1" dirty="0">
              <a:latin typeface="Courier New" panose="02070309020205020404" pitchFamily="49" charset="0"/>
            </a:endParaRPr>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r>
              <a:rPr lang="it-IT" altLang="en-IT" sz="2800" dirty="0"/>
              <a:t>the user </a:t>
            </a:r>
            <a:r>
              <a:rPr lang="it-IT" altLang="en-IT" sz="2800" dirty="0" err="1"/>
              <a:t>is</a:t>
            </a:r>
            <a:r>
              <a:rPr lang="it-IT" altLang="en-IT" sz="2800" dirty="0"/>
              <a:t> </a:t>
            </a:r>
            <a:r>
              <a:rPr lang="it-IT" altLang="en-IT" sz="2800" dirty="0" err="1"/>
              <a:t>not</a:t>
            </a:r>
            <a:r>
              <a:rPr lang="it-IT" altLang="en-IT" sz="2800" dirty="0"/>
              <a:t> </a:t>
            </a:r>
            <a:r>
              <a:rPr lang="it-IT" altLang="en-IT" sz="2800" dirty="0" err="1"/>
              <a:t>prompted</a:t>
            </a:r>
            <a:r>
              <a:rPr lang="it-IT" altLang="en-IT" sz="2800" dirty="0"/>
              <a:t> for a password</a:t>
            </a:r>
          </a:p>
          <a:p>
            <a:pPr>
              <a:lnSpc>
                <a:spcPct val="90000"/>
              </a:lnSpc>
            </a:pPr>
            <a:r>
              <a:rPr lang="it-IT" altLang="en-IT" sz="2800" dirty="0" err="1"/>
              <a:t>all</a:t>
            </a:r>
            <a:r>
              <a:rPr lang="it-IT" altLang="en-IT" sz="2800" dirty="0"/>
              <a:t> the </a:t>
            </a:r>
            <a:r>
              <a:rPr lang="it-IT" altLang="en-IT" sz="2800" dirty="0" err="1"/>
              <a:t>commands</a:t>
            </a:r>
            <a:r>
              <a:rPr lang="it-IT" altLang="en-IT" sz="2800" dirty="0"/>
              <a:t> to </a:t>
            </a:r>
            <a:r>
              <a:rPr lang="it-IT" altLang="en-IT" sz="2800" dirty="0" err="1"/>
              <a:t>manage</a:t>
            </a:r>
            <a:r>
              <a:rPr lang="it-IT" altLang="en-IT" sz="2800" dirty="0"/>
              <a:t> </a:t>
            </a:r>
            <a:r>
              <a:rPr lang="it-IT" altLang="en-IT" sz="2800" dirty="0" err="1"/>
              <a:t>all</a:t>
            </a:r>
            <a:r>
              <a:rPr lang="it-IT" altLang="en-IT" sz="2800" dirty="0"/>
              <a:t> the </a:t>
            </a:r>
            <a:r>
              <a:rPr lang="it-IT" altLang="en-IT" sz="2800" dirty="0" err="1"/>
              <a:t>routing</a:t>
            </a:r>
            <a:r>
              <a:rPr lang="it-IT" altLang="en-IT" sz="2800" dirty="0"/>
              <a:t> </a:t>
            </a:r>
            <a:r>
              <a:rPr lang="it-IT" altLang="en-IT" sz="2800" dirty="0" err="1"/>
              <a:t>daemons</a:t>
            </a:r>
            <a:r>
              <a:rPr lang="it-IT" altLang="en-IT" sz="2800" dirty="0"/>
              <a:t> (</a:t>
            </a:r>
            <a:r>
              <a:rPr lang="it-IT" altLang="en-IT" sz="2800" dirty="0" err="1"/>
              <a:t>including</a:t>
            </a:r>
            <a:r>
              <a:rPr lang="it-IT" altLang="en-IT" sz="2800" dirty="0"/>
              <a:t> zebra </a:t>
            </a:r>
            <a:r>
              <a:rPr lang="it-IT" altLang="en-IT" sz="2800" dirty="0" err="1"/>
              <a:t>itself</a:t>
            </a:r>
            <a:r>
              <a:rPr lang="it-IT" altLang="en-IT" sz="2800" dirty="0"/>
              <a:t>) are </a:t>
            </a:r>
            <a:r>
              <a:rPr lang="it-IT" altLang="en-IT" sz="2800" dirty="0" err="1"/>
              <a:t>available</a:t>
            </a:r>
            <a:r>
              <a:rPr lang="it-IT" altLang="en-IT" sz="2800" dirty="0"/>
              <a:t> in </a:t>
            </a:r>
            <a:r>
              <a:rPr lang="it-IT" altLang="en-IT" sz="2800" dirty="0" err="1"/>
              <a:t>this</a:t>
            </a:r>
            <a:r>
              <a:rPr lang="it-IT" altLang="en-IT" sz="2800" dirty="0"/>
              <a:t> shell</a:t>
            </a:r>
          </a:p>
        </p:txBody>
      </p:sp>
      <p:sp>
        <p:nvSpPr>
          <p:cNvPr id="2" name="Date Placeholder 3">
            <a:extLst>
              <a:ext uri="{FF2B5EF4-FFF2-40B4-BE49-F238E27FC236}">
                <a16:creationId xmlns:a16="http://schemas.microsoft.com/office/drawing/2014/main" id="{9AB649A8-2DBC-33BB-AC21-FBF4D69C2DF8}"/>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C30070BA-6960-2E57-4788-3582B81ED328}"/>
              </a:ext>
            </a:extLst>
          </p:cNvPr>
          <p:cNvSpPr>
            <a:spLocks noGrp="1"/>
          </p:cNvSpPr>
          <p:nvPr>
            <p:ph type="ftr" sz="quarter" idx="11"/>
          </p:nvPr>
        </p:nvSpPr>
        <p:spPr/>
        <p:txBody>
          <a:bodyPr/>
          <a:lstStyle/>
          <a:p>
            <a:r>
              <a:rPr lang="it-IT" altLang="en-IT"/>
              <a:t>kathara – [ lab: frr ]</a:t>
            </a:r>
          </a:p>
        </p:txBody>
      </p:sp>
      <p:grpSp>
        <p:nvGrpSpPr>
          <p:cNvPr id="4" name="Group 3">
            <a:extLst>
              <a:ext uri="{FF2B5EF4-FFF2-40B4-BE49-F238E27FC236}">
                <a16:creationId xmlns:a16="http://schemas.microsoft.com/office/drawing/2014/main" id="{78C9CD5F-FF48-270B-ED9D-303F19C1FCB1}"/>
              </a:ext>
            </a:extLst>
          </p:cNvPr>
          <p:cNvGrpSpPr/>
          <p:nvPr/>
        </p:nvGrpSpPr>
        <p:grpSpPr>
          <a:xfrm>
            <a:off x="2078427" y="2561296"/>
            <a:ext cx="8035145" cy="1735408"/>
            <a:chOff x="2039933" y="1347406"/>
            <a:chExt cx="8035145" cy="1735408"/>
          </a:xfrm>
        </p:grpSpPr>
        <p:grpSp>
          <p:nvGrpSpPr>
            <p:cNvPr id="5" name="Group 4">
              <a:extLst>
                <a:ext uri="{FF2B5EF4-FFF2-40B4-BE49-F238E27FC236}">
                  <a16:creationId xmlns:a16="http://schemas.microsoft.com/office/drawing/2014/main" id="{B3060EEB-9CE9-FF6C-05DE-86581F0C4C12}"/>
                </a:ext>
              </a:extLst>
            </p:cNvPr>
            <p:cNvGrpSpPr/>
            <p:nvPr/>
          </p:nvGrpSpPr>
          <p:grpSpPr>
            <a:xfrm>
              <a:off x="2039933" y="1347406"/>
              <a:ext cx="8035145" cy="1735408"/>
              <a:chOff x="2116183" y="1995487"/>
              <a:chExt cx="6661106" cy="1735408"/>
            </a:xfrm>
          </p:grpSpPr>
          <p:sp>
            <p:nvSpPr>
              <p:cNvPr id="10" name="Rectangle 9">
                <a:extLst>
                  <a:ext uri="{FF2B5EF4-FFF2-40B4-BE49-F238E27FC236}">
                    <a16:creationId xmlns:a16="http://schemas.microsoft.com/office/drawing/2014/main" id="{86E02D57-B24E-1CC6-398A-24F788939C34}"/>
                  </a:ext>
                </a:extLst>
              </p:cNvPr>
              <p:cNvSpPr/>
              <p:nvPr/>
            </p:nvSpPr>
            <p:spPr>
              <a:xfrm>
                <a:off x="2116184" y="2203268"/>
                <a:ext cx="6661105" cy="1527627"/>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root@</a:t>
                </a:r>
                <a:r>
                  <a:rPr lang="it-IT" kern="0" dirty="0" err="1">
                    <a:solidFill>
                      <a:prstClr val="white">
                        <a:lumMod val="65000"/>
                      </a:prstClr>
                    </a:solidFill>
                    <a:latin typeface="Consolas" panose="020B0609020204030204" pitchFamily="49" charset="0"/>
                  </a:rPr>
                  <a:t>r</a:t>
                </a:r>
                <a:r>
                  <a:rPr kumimoji="0" lang="it-IT" sz="1800" b="0" i="0" u="none" strike="noStrike" kern="0" cap="none" spc="0" normalizeH="0" baseline="0" noProof="0" dirty="0">
                    <a:ln>
                      <a:noFill/>
                    </a:ln>
                    <a:solidFill>
                      <a:prstClr val="white">
                        <a:lumMod val="65000"/>
                      </a:prstClr>
                    </a:solidFill>
                    <a:effectLst/>
                    <a:uLnTx/>
                    <a:uFillTx/>
                    <a:latin typeface="Consolas" panose="020B0609020204030204" pitchFamily="49" charset="0"/>
                    <a:ea typeface="+mn-ea"/>
                    <a:cs typeface="+mn-cs"/>
                  </a:rPr>
                  <a:t>1:~$ </a:t>
                </a:r>
                <a:r>
                  <a:rPr lang="it-IT" b="1" kern="0" dirty="0" err="1">
                    <a:solidFill>
                      <a:prstClr val="white"/>
                    </a:solidFill>
                    <a:latin typeface="Consolas" panose="020B0609020204030204" pitchFamily="49" charset="0"/>
                  </a:rPr>
                  <a:t>vtysh</a:t>
                </a:r>
                <a:endParaRPr lang="it-IT" b="1" kern="0" dirty="0">
                  <a:solidFill>
                    <a:prstClr val="white"/>
                  </a:solidFill>
                  <a:latin typeface="Consolas" panose="020B0609020204030204" pitchFamily="49" charset="0"/>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Hello,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this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is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FRRouting</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version</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9.0.1).</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Copyright 1996-2005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Kunihiro</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Ishiguro, et al.</a:t>
                </a:r>
              </a:p>
              <a:p>
                <a:pPr eaLnBrk="1" fontAlgn="auto" hangingPunct="1">
                  <a:spcBef>
                    <a:spcPts val="0"/>
                  </a:spcBef>
                  <a:spcAft>
                    <a:spcPts val="0"/>
                  </a:spcAft>
                  <a:defRPr/>
                </a:pP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r>
                  <a:rPr lang="it-IT" kern="0" dirty="0" err="1">
                    <a:solidFill>
                      <a:prstClr val="white"/>
                    </a:solidFill>
                    <a:latin typeface="Consolas" panose="020B0609020204030204" pitchFamily="49" charset="0"/>
                  </a:rPr>
                  <a:t>r</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1# </a:t>
                </a: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38506239-BC1E-90A5-E265-CB3D5C4EDEAE}"/>
                  </a:ext>
                </a:extLst>
              </p:cNvPr>
              <p:cNvSpPr/>
              <p:nvPr/>
            </p:nvSpPr>
            <p:spPr>
              <a:xfrm>
                <a:off x="2116183" y="1995487"/>
                <a:ext cx="6661105"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EFB640F7-D818-9582-16DB-1A54DB9002E1}"/>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1E41D067-C6D4-B652-8C37-690D45CDA0C2}"/>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DD7997CC-C13E-0D73-D030-FCC87ED2B77B}"/>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142C8B5-7042-56BD-4708-FB0D08455B7E}"/>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89" name="Rectangle 29">
            <a:extLst>
              <a:ext uri="{FF2B5EF4-FFF2-40B4-BE49-F238E27FC236}">
                <a16:creationId xmlns:a16="http://schemas.microsoft.com/office/drawing/2014/main" id="{AD735220-95CE-89BB-70DE-738EB79F1F1E}"/>
              </a:ext>
            </a:extLst>
          </p:cNvPr>
          <p:cNvSpPr>
            <a:spLocks noGrp="1" noChangeArrowheads="1"/>
          </p:cNvSpPr>
          <p:nvPr>
            <p:ph type="title"/>
          </p:nvPr>
        </p:nvSpPr>
        <p:spPr/>
        <p:txBody>
          <a:bodyPr/>
          <a:lstStyle/>
          <a:p>
            <a:r>
              <a:rPr lang="it-IT" altLang="en-IT"/>
              <a:t>available </a:t>
            </a:r>
            <a:r>
              <a:rPr lang="it-IT" altLang="en-IT" b="1">
                <a:latin typeface="Courier New" panose="02070309020205020404" pitchFamily="49" charset="0"/>
              </a:rPr>
              <a:t>vtysh</a:t>
            </a:r>
            <a:r>
              <a:rPr lang="it-IT" altLang="en-IT"/>
              <a:t> commands</a:t>
            </a:r>
          </a:p>
        </p:txBody>
      </p:sp>
      <p:sp>
        <p:nvSpPr>
          <p:cNvPr id="322590" name="Rectangle 30">
            <a:extLst>
              <a:ext uri="{FF2B5EF4-FFF2-40B4-BE49-F238E27FC236}">
                <a16:creationId xmlns:a16="http://schemas.microsoft.com/office/drawing/2014/main" id="{3344BE5D-0724-233D-F740-00705BCCBC9A}"/>
              </a:ext>
            </a:extLst>
          </p:cNvPr>
          <p:cNvSpPr>
            <a:spLocks noGrp="1" noChangeArrowheads="1"/>
          </p:cNvSpPr>
          <p:nvPr>
            <p:ph idx="1"/>
          </p:nvPr>
        </p:nvSpPr>
        <p:spPr/>
        <p:txBody>
          <a:bodyPr/>
          <a:lstStyle/>
          <a:p>
            <a:r>
              <a:rPr lang="it-IT" altLang="en-IT" dirty="0"/>
              <a:t>press ‘?’ </a:t>
            </a:r>
            <a:r>
              <a:rPr lang="it-IT" altLang="en-IT" dirty="0" err="1"/>
              <a:t>at</a:t>
            </a:r>
            <a:r>
              <a:rPr lang="it-IT" altLang="en-IT" dirty="0"/>
              <a:t> the </a:t>
            </a:r>
            <a:r>
              <a:rPr lang="it-IT" altLang="en-IT" dirty="0" err="1"/>
              <a:t>command</a:t>
            </a:r>
            <a:r>
              <a:rPr lang="it-IT" altLang="en-IT" dirty="0"/>
              <a:t> prompt to </a:t>
            </a:r>
            <a:r>
              <a:rPr lang="it-IT" altLang="en-IT" dirty="0" err="1"/>
              <a:t>retreive</a:t>
            </a:r>
            <a:r>
              <a:rPr lang="it-IT" altLang="en-IT" dirty="0"/>
              <a:t> </a:t>
            </a:r>
            <a:r>
              <a:rPr lang="it-IT" altLang="en-IT" dirty="0" err="1"/>
              <a:t>all</a:t>
            </a:r>
            <a:r>
              <a:rPr lang="it-IT" altLang="en-IT" dirty="0"/>
              <a:t> </a:t>
            </a:r>
            <a:r>
              <a:rPr lang="it-IT" altLang="en-IT" dirty="0" err="1"/>
              <a:t>commands</a:t>
            </a:r>
            <a:r>
              <a:rPr lang="it-IT" altLang="en-IT" dirty="0"/>
              <a:t> </a:t>
            </a:r>
            <a:r>
              <a:rPr lang="it-IT" altLang="en-IT" dirty="0" err="1"/>
              <a:t>available</a:t>
            </a:r>
            <a:endParaRPr lang="it-IT" altLang="en-IT" dirty="0"/>
          </a:p>
          <a:p>
            <a:pPr lvl="1"/>
            <a:r>
              <a:rPr lang="it-IT" altLang="en-IT" dirty="0" err="1"/>
              <a:t>here</a:t>
            </a:r>
            <a:r>
              <a:rPr lang="it-IT" altLang="en-IT" dirty="0"/>
              <a:t> are </a:t>
            </a:r>
            <a:r>
              <a:rPr lang="it-IT" altLang="en-IT" dirty="0" err="1"/>
              <a:t>displayed</a:t>
            </a:r>
            <a:r>
              <a:rPr lang="it-IT" altLang="en-IT" dirty="0"/>
              <a:t> </a:t>
            </a:r>
            <a:r>
              <a:rPr lang="it-IT" altLang="en-IT" dirty="0" err="1"/>
              <a:t>only</a:t>
            </a:r>
            <a:r>
              <a:rPr lang="it-IT" altLang="en-IT" dirty="0"/>
              <a:t> the </a:t>
            </a:r>
            <a:r>
              <a:rPr lang="it-IT" altLang="en-IT" dirty="0" err="1"/>
              <a:t>main</a:t>
            </a:r>
            <a:r>
              <a:rPr lang="it-IT" altLang="en-IT" dirty="0"/>
              <a:t> </a:t>
            </a:r>
            <a:r>
              <a:rPr lang="it-IT" altLang="en-IT" dirty="0" err="1"/>
              <a:t>ones</a:t>
            </a:r>
            <a:endParaRPr lang="it-IT" altLang="en-IT" dirty="0"/>
          </a:p>
          <a:p>
            <a:endParaRPr lang="it-IT" altLang="en-IT" dirty="0"/>
          </a:p>
          <a:p>
            <a:endParaRPr lang="it-IT" altLang="en-IT" dirty="0"/>
          </a:p>
          <a:p>
            <a:endParaRPr lang="it-IT" altLang="en-IT" dirty="0"/>
          </a:p>
          <a:p>
            <a:endParaRPr lang="it-IT" altLang="en-IT" dirty="0"/>
          </a:p>
          <a:p>
            <a:endParaRPr lang="it-IT" altLang="en-IT" dirty="0"/>
          </a:p>
          <a:p>
            <a:endParaRPr lang="it-IT" altLang="en-IT" dirty="0"/>
          </a:p>
          <a:p>
            <a:endParaRPr lang="it-IT" altLang="en-IT" dirty="0"/>
          </a:p>
          <a:p>
            <a:endParaRPr lang="it-IT" altLang="en-IT" dirty="0"/>
          </a:p>
          <a:p>
            <a:pPr>
              <a:buFont typeface="Wingdings" pitchFamily="2" charset="2"/>
              <a:buNone/>
            </a:pPr>
            <a:endParaRPr lang="it-IT" altLang="en-IT" dirty="0"/>
          </a:p>
        </p:txBody>
      </p:sp>
      <p:sp>
        <p:nvSpPr>
          <p:cNvPr id="2" name="Date Placeholder 3">
            <a:extLst>
              <a:ext uri="{FF2B5EF4-FFF2-40B4-BE49-F238E27FC236}">
                <a16:creationId xmlns:a16="http://schemas.microsoft.com/office/drawing/2014/main" id="{6426158B-7AB9-F7C1-FE7A-B1B25D29D9CB}"/>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0B59DE45-94FA-0F78-6DEB-04A1A1DC2C46}"/>
              </a:ext>
            </a:extLst>
          </p:cNvPr>
          <p:cNvSpPr>
            <a:spLocks noGrp="1"/>
          </p:cNvSpPr>
          <p:nvPr>
            <p:ph type="ftr" sz="quarter" idx="11"/>
          </p:nvPr>
        </p:nvSpPr>
        <p:spPr/>
        <p:txBody>
          <a:bodyPr/>
          <a:lstStyle/>
          <a:p>
            <a:r>
              <a:rPr lang="it-IT" altLang="en-IT"/>
              <a:t>kathara – [ lab: frr ]</a:t>
            </a:r>
          </a:p>
        </p:txBody>
      </p:sp>
      <p:grpSp>
        <p:nvGrpSpPr>
          <p:cNvPr id="4" name="Group 3">
            <a:extLst>
              <a:ext uri="{FF2B5EF4-FFF2-40B4-BE49-F238E27FC236}">
                <a16:creationId xmlns:a16="http://schemas.microsoft.com/office/drawing/2014/main" id="{AF939639-6969-F369-6218-2DA1F1164E7D}"/>
              </a:ext>
            </a:extLst>
          </p:cNvPr>
          <p:cNvGrpSpPr/>
          <p:nvPr/>
        </p:nvGrpSpPr>
        <p:grpSpPr>
          <a:xfrm>
            <a:off x="1278902" y="3115429"/>
            <a:ext cx="9634196" cy="3163883"/>
            <a:chOff x="440883" y="1347406"/>
            <a:chExt cx="9634196" cy="3163883"/>
          </a:xfrm>
        </p:grpSpPr>
        <p:grpSp>
          <p:nvGrpSpPr>
            <p:cNvPr id="5" name="Group 4">
              <a:extLst>
                <a:ext uri="{FF2B5EF4-FFF2-40B4-BE49-F238E27FC236}">
                  <a16:creationId xmlns:a16="http://schemas.microsoft.com/office/drawing/2014/main" id="{3C52A483-9464-EA0E-BE1C-0987A3954A6A}"/>
                </a:ext>
              </a:extLst>
            </p:cNvPr>
            <p:cNvGrpSpPr/>
            <p:nvPr/>
          </p:nvGrpSpPr>
          <p:grpSpPr>
            <a:xfrm>
              <a:off x="440883" y="1347406"/>
              <a:ext cx="9634196" cy="3163883"/>
              <a:chOff x="790576" y="1995487"/>
              <a:chExt cx="7986713" cy="3163883"/>
            </a:xfrm>
          </p:grpSpPr>
          <p:sp>
            <p:nvSpPr>
              <p:cNvPr id="10" name="Rectangle 9">
                <a:extLst>
                  <a:ext uri="{FF2B5EF4-FFF2-40B4-BE49-F238E27FC236}">
                    <a16:creationId xmlns:a16="http://schemas.microsoft.com/office/drawing/2014/main" id="{62F7DD56-3A13-5A7F-BCD3-A85670C89B9D}"/>
                  </a:ext>
                </a:extLst>
              </p:cNvPr>
              <p:cNvSpPr/>
              <p:nvPr/>
            </p:nvSpPr>
            <p:spPr>
              <a:xfrm>
                <a:off x="790576" y="2203267"/>
                <a:ext cx="7986713" cy="2956103"/>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fontAlgn="auto" hangingPunct="1">
                  <a:spcBef>
                    <a:spcPts val="0"/>
                  </a:spcBef>
                  <a:spcAft>
                    <a:spcPts val="0"/>
                  </a:spcAft>
                  <a:defRPr/>
                </a:pPr>
                <a:r>
                  <a:rPr lang="it-IT" kern="0" dirty="0">
                    <a:solidFill>
                      <a:prstClr val="white">
                        <a:lumMod val="65000"/>
                      </a:prstClr>
                    </a:solidFill>
                    <a:latin typeface="Consolas" panose="020B0609020204030204" pitchFamily="49" charset="0"/>
                  </a:rPr>
                  <a:t>r1# </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a:t>
                </a:r>
              </a:p>
              <a:p>
                <a:pPr eaLnBrk="1" fontAlgn="auto" hangingPunct="1">
                  <a:spcBef>
                    <a:spcPts val="0"/>
                  </a:spcBef>
                  <a:spcAft>
                    <a:spcPts val="0"/>
                  </a:spcAft>
                  <a:defRPr/>
                </a:pP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configure</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Configuration</a:t>
                </a:r>
                <a:r>
                  <a:rPr lang="it-IT" kern="0" dirty="0">
                    <a:solidFill>
                      <a:prstClr val="white"/>
                    </a:solidFill>
                    <a:latin typeface="Consolas" panose="020B0609020204030204" pitchFamily="49" charset="0"/>
                  </a:rPr>
                  <a:t> from </a:t>
                </a:r>
                <a:r>
                  <a:rPr lang="it-IT" kern="0" dirty="0" err="1">
                    <a:solidFill>
                      <a:prstClr val="white"/>
                    </a:solidFill>
                    <a:latin typeface="Consolas" panose="020B0609020204030204" pitchFamily="49" charset="0"/>
                  </a:rPr>
                  <a:t>vty</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interface</a:t>
                </a: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enable</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Turn on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privileged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mode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command</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exit        Exit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current</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mode and down to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previous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mode</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no          Negate a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command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or set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its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defaults</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ping</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Send</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echo</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messages</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quit</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Exit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current</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mode and down to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previous</a:t>
                </a: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mode</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show        Show running system information</a:t>
                </a:r>
              </a:p>
              <a:p>
                <a:pPr eaLnBrk="1" fontAlgn="auto" hangingPunct="1">
                  <a:spcBef>
                    <a:spcPts val="0"/>
                  </a:spcBef>
                  <a:spcAft>
                    <a:spcPts val="0"/>
                  </a:spcAft>
                  <a:defRPr/>
                </a:pPr>
                <a:r>
                  <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rPr>
                  <a:t>  terminal    Set terminal line </a:t>
                </a:r>
                <a:r>
                  <a:rPr kumimoji="0" lang="it-IT" sz="1800" b="0" i="0" u="none" strike="noStrike" kern="0" cap="none" spc="0" normalizeH="0" baseline="0" noProof="0" dirty="0" err="1">
                    <a:ln>
                      <a:noFill/>
                    </a:ln>
                    <a:solidFill>
                      <a:prstClr val="white"/>
                    </a:solidFill>
                    <a:effectLst/>
                    <a:uLnTx/>
                    <a:uFillTx/>
                    <a:latin typeface="Consolas" panose="020B0609020204030204" pitchFamily="49" charset="0"/>
                    <a:ea typeface="+mn-ea"/>
                    <a:cs typeface="+mn-cs"/>
                  </a:rPr>
                  <a:t>parameters</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write</a:t>
                </a:r>
                <a:r>
                  <a:rPr lang="it-IT" kern="0" dirty="0">
                    <a:solidFill>
                      <a:prstClr val="white"/>
                    </a:solidFill>
                    <a:latin typeface="Consolas" panose="020B0609020204030204" pitchFamily="49" charset="0"/>
                  </a:rPr>
                  <a:t>       Write running </a:t>
                </a:r>
                <a:r>
                  <a:rPr lang="it-IT" kern="0" dirty="0" err="1">
                    <a:solidFill>
                      <a:prstClr val="white"/>
                    </a:solidFill>
                    <a:latin typeface="Consolas" panose="020B0609020204030204" pitchFamily="49" charset="0"/>
                  </a:rPr>
                  <a:t>configuration</a:t>
                </a:r>
                <a:r>
                  <a:rPr lang="it-IT" kern="0" dirty="0">
                    <a:solidFill>
                      <a:prstClr val="white"/>
                    </a:solidFill>
                    <a:latin typeface="Consolas" panose="020B0609020204030204" pitchFamily="49" charset="0"/>
                  </a:rPr>
                  <a:t> to </a:t>
                </a:r>
                <a:r>
                  <a:rPr lang="it-IT" kern="0" dirty="0" err="1">
                    <a:solidFill>
                      <a:prstClr val="white"/>
                    </a:solidFill>
                    <a:latin typeface="Consolas" panose="020B0609020204030204" pitchFamily="49" charset="0"/>
                  </a:rPr>
                  <a:t>memory</a:t>
                </a:r>
                <a:r>
                  <a:rPr lang="it-IT" kern="0" dirty="0">
                    <a:solidFill>
                      <a:prstClr val="white"/>
                    </a:solidFill>
                    <a:latin typeface="Consolas" panose="020B0609020204030204" pitchFamily="49" charset="0"/>
                  </a:rPr>
                  <a:t>, network, or terminal</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6D434387-E047-2FD0-62D5-2B986A51509A}"/>
                  </a:ext>
                </a:extLst>
              </p:cNvPr>
              <p:cNvSpPr/>
              <p:nvPr/>
            </p:nvSpPr>
            <p:spPr>
              <a:xfrm>
                <a:off x="790576" y="1995487"/>
                <a:ext cx="7986712"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27D9E22D-0487-5546-D40D-E04D3C7F8265}"/>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3CFD9E7C-AC49-9454-CC19-04195F44D2B4}"/>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156C08A-B1C2-EE16-E5F1-8B85E20B0822}"/>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E767094F-63E6-2737-7122-CC99CD34F55A}"/>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a:extLst>
              <a:ext uri="{FF2B5EF4-FFF2-40B4-BE49-F238E27FC236}">
                <a16:creationId xmlns:a16="http://schemas.microsoft.com/office/drawing/2014/main" id="{4014C040-08A9-5D97-F41C-429C3439FAE3}"/>
              </a:ext>
            </a:extLst>
          </p:cNvPr>
          <p:cNvSpPr>
            <a:spLocks noGrp="1" noChangeArrowheads="1"/>
          </p:cNvSpPr>
          <p:nvPr>
            <p:ph type="title"/>
          </p:nvPr>
        </p:nvSpPr>
        <p:spPr/>
        <p:txBody>
          <a:bodyPr/>
          <a:lstStyle/>
          <a:p>
            <a:r>
              <a:rPr lang="en-US" altLang="en-IT"/>
              <a:t>privileges on a router</a:t>
            </a:r>
          </a:p>
        </p:txBody>
      </p:sp>
      <p:sp>
        <p:nvSpPr>
          <p:cNvPr id="2" name="Date Placeholder 3">
            <a:extLst>
              <a:ext uri="{FF2B5EF4-FFF2-40B4-BE49-F238E27FC236}">
                <a16:creationId xmlns:a16="http://schemas.microsoft.com/office/drawing/2014/main" id="{931DD84F-3D3F-8CD1-F94E-7A732084B388}"/>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2EE2A54F-8B2A-347A-FD54-7704F96A3510}"/>
              </a:ext>
            </a:extLst>
          </p:cNvPr>
          <p:cNvSpPr>
            <a:spLocks noGrp="1"/>
          </p:cNvSpPr>
          <p:nvPr>
            <p:ph type="ftr" sz="quarter" idx="11"/>
          </p:nvPr>
        </p:nvSpPr>
        <p:spPr/>
        <p:txBody>
          <a:bodyPr/>
          <a:lstStyle/>
          <a:p>
            <a:r>
              <a:rPr lang="it-IT" altLang="en-IT"/>
              <a:t>kathara – [ lab: frr ]</a:t>
            </a:r>
          </a:p>
        </p:txBody>
      </p:sp>
      <p:sp>
        <p:nvSpPr>
          <p:cNvPr id="292931" name="Rectangle 67">
            <a:extLst>
              <a:ext uri="{FF2B5EF4-FFF2-40B4-BE49-F238E27FC236}">
                <a16:creationId xmlns:a16="http://schemas.microsoft.com/office/drawing/2014/main" id="{2CB764C8-F500-1B91-D89C-4FF535D2DA1D}"/>
              </a:ext>
            </a:extLst>
          </p:cNvPr>
          <p:cNvSpPr>
            <a:spLocks noChangeArrowheads="1"/>
          </p:cNvSpPr>
          <p:nvPr/>
        </p:nvSpPr>
        <p:spPr bwMode="auto">
          <a:xfrm>
            <a:off x="2855914" y="6308726"/>
            <a:ext cx="8193087" cy="549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92870" name="Litebulb">
            <a:extLst>
              <a:ext uri="{FF2B5EF4-FFF2-40B4-BE49-F238E27FC236}">
                <a16:creationId xmlns:a16="http://schemas.microsoft.com/office/drawing/2014/main" id="{3FBFC18D-FBA7-8C6E-8A30-31E1B3673155}"/>
              </a:ext>
            </a:extLst>
          </p:cNvPr>
          <p:cNvSpPr>
            <a:spLocks noEditPoints="1" noChangeArrowheads="1"/>
          </p:cNvSpPr>
          <p:nvPr/>
        </p:nvSpPr>
        <p:spPr bwMode="auto">
          <a:xfrm>
            <a:off x="4030664" y="5086351"/>
            <a:ext cx="674687" cy="1014413"/>
          </a:xfrm>
          <a:custGeom>
            <a:avLst/>
            <a:gdLst>
              <a:gd name="T0" fmla="*/ 10800 w 21600"/>
              <a:gd name="T1" fmla="*/ 0 h 21600"/>
              <a:gd name="T2" fmla="*/ 21600 w 21600"/>
              <a:gd name="T3" fmla="*/ 7782 h 21600"/>
              <a:gd name="T4" fmla="*/ 0 w 21600"/>
              <a:gd name="T5" fmla="*/ 7782 h 21600"/>
              <a:gd name="T6" fmla="*/ 10800 w 21600"/>
              <a:gd name="T7" fmla="*/ 21600 h 21600"/>
              <a:gd name="T8" fmla="*/ 3556 w 21600"/>
              <a:gd name="T9" fmla="*/ 2188 h 21600"/>
              <a:gd name="T10" fmla="*/ 18277 w 21600"/>
              <a:gd name="T11" fmla="*/ 9282 h 21600"/>
            </a:gdLst>
            <a:ahLst/>
            <a:cxnLst>
              <a:cxn ang="0">
                <a:pos x="T0" y="T1"/>
              </a:cxn>
              <a:cxn ang="0">
                <a:pos x="T2" y="T3"/>
              </a:cxn>
              <a:cxn ang="0">
                <a:pos x="T4" y="T5"/>
              </a:cxn>
              <a:cxn ang="0">
                <a:pos x="T6" y="T7"/>
              </a:cxn>
            </a:cxnLst>
            <a:rect l="T8" t="T9" r="T10" b="T11"/>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57150">
            <a:solidFill>
              <a:srgbClr val="000000"/>
            </a:solidFill>
            <a:miter lim="800000"/>
            <a:headEnd/>
            <a:tailEnd/>
          </a:ln>
        </p:spPr>
        <p:txBody>
          <a:bodyPr/>
          <a:lstStyle/>
          <a:p>
            <a:endParaRPr lang="en-IT"/>
          </a:p>
        </p:txBody>
      </p:sp>
      <p:sp>
        <p:nvSpPr>
          <p:cNvPr id="292871" name="Lock">
            <a:extLst>
              <a:ext uri="{FF2B5EF4-FFF2-40B4-BE49-F238E27FC236}">
                <a16:creationId xmlns:a16="http://schemas.microsoft.com/office/drawing/2014/main" id="{4AACB4AE-92EF-64BF-7834-4394EFFDCC63}"/>
              </a:ext>
            </a:extLst>
          </p:cNvPr>
          <p:cNvSpPr>
            <a:spLocks noEditPoints="1" noChangeArrowheads="1"/>
          </p:cNvSpPr>
          <p:nvPr/>
        </p:nvSpPr>
        <p:spPr bwMode="auto">
          <a:xfrm>
            <a:off x="3983038" y="3070225"/>
            <a:ext cx="773112" cy="1028700"/>
          </a:xfrm>
          <a:custGeom>
            <a:avLst/>
            <a:gdLst>
              <a:gd name="T0" fmla="*/ 10800 w 21600"/>
              <a:gd name="T1" fmla="*/ 0 h 21600"/>
              <a:gd name="T2" fmla="*/ 21600 w 21600"/>
              <a:gd name="T3" fmla="*/ 9606 h 21600"/>
              <a:gd name="T4" fmla="*/ 10800 w 21600"/>
              <a:gd name="T5" fmla="*/ 21600 h 21600"/>
              <a:gd name="T6" fmla="*/ 0 w 21600"/>
              <a:gd name="T7" fmla="*/ 9606 h 21600"/>
              <a:gd name="T8" fmla="*/ 744 w 21600"/>
              <a:gd name="T9" fmla="*/ 9904 h 21600"/>
              <a:gd name="T10" fmla="*/ 21134 w 21600"/>
              <a:gd name="T11" fmla="*/ 15335 h 21600"/>
            </a:gdLst>
            <a:ahLst/>
            <a:cxnLst>
              <a:cxn ang="0">
                <a:pos x="T0" y="T1"/>
              </a:cxn>
              <a:cxn ang="0">
                <a:pos x="T2" y="T3"/>
              </a:cxn>
              <a:cxn ang="0">
                <a:pos x="T4" y="T5"/>
              </a:cxn>
              <a:cxn ang="0">
                <a:pos x="T6" y="T7"/>
              </a:cxn>
            </a:cxnLst>
            <a:rect l="T8" t="T9" r="T10" b="T11"/>
            <a:pathLst>
              <a:path w="21600" h="21600" extrusionOk="0">
                <a:moveTo>
                  <a:pt x="93" y="9606"/>
                </a:moveTo>
                <a:lnTo>
                  <a:pt x="2048" y="9606"/>
                </a:lnTo>
                <a:lnTo>
                  <a:pt x="2048" y="4713"/>
                </a:lnTo>
                <a:lnTo>
                  <a:pt x="2420" y="3818"/>
                </a:lnTo>
                <a:lnTo>
                  <a:pt x="2979" y="3028"/>
                </a:lnTo>
                <a:lnTo>
                  <a:pt x="3537" y="2446"/>
                </a:lnTo>
                <a:lnTo>
                  <a:pt x="3956" y="1998"/>
                </a:lnTo>
                <a:lnTo>
                  <a:pt x="4492" y="1581"/>
                </a:lnTo>
                <a:lnTo>
                  <a:pt x="5143" y="1238"/>
                </a:lnTo>
                <a:lnTo>
                  <a:pt x="5912" y="880"/>
                </a:lnTo>
                <a:lnTo>
                  <a:pt x="6587" y="641"/>
                </a:lnTo>
                <a:lnTo>
                  <a:pt x="7518" y="372"/>
                </a:lnTo>
                <a:lnTo>
                  <a:pt x="8425" y="208"/>
                </a:lnTo>
                <a:lnTo>
                  <a:pt x="9496" y="59"/>
                </a:lnTo>
                <a:lnTo>
                  <a:pt x="10637" y="14"/>
                </a:lnTo>
                <a:lnTo>
                  <a:pt x="11614" y="59"/>
                </a:lnTo>
                <a:lnTo>
                  <a:pt x="12382" y="119"/>
                </a:lnTo>
                <a:lnTo>
                  <a:pt x="13034" y="253"/>
                </a:lnTo>
                <a:lnTo>
                  <a:pt x="13779" y="417"/>
                </a:lnTo>
                <a:lnTo>
                  <a:pt x="14500" y="611"/>
                </a:lnTo>
                <a:lnTo>
                  <a:pt x="14733" y="686"/>
                </a:lnTo>
                <a:lnTo>
                  <a:pt x="14989" y="790"/>
                </a:lnTo>
                <a:lnTo>
                  <a:pt x="15175" y="865"/>
                </a:lnTo>
                <a:lnTo>
                  <a:pt x="15385" y="954"/>
                </a:lnTo>
                <a:lnTo>
                  <a:pt x="15431" y="969"/>
                </a:lnTo>
                <a:lnTo>
                  <a:pt x="15594" y="1059"/>
                </a:lnTo>
                <a:lnTo>
                  <a:pt x="15757" y="1148"/>
                </a:lnTo>
                <a:lnTo>
                  <a:pt x="15920" y="1267"/>
                </a:lnTo>
                <a:lnTo>
                  <a:pt x="16106" y="1372"/>
                </a:lnTo>
                <a:lnTo>
                  <a:pt x="16665" y="1730"/>
                </a:lnTo>
                <a:lnTo>
                  <a:pt x="17014" y="1998"/>
                </a:lnTo>
                <a:lnTo>
                  <a:pt x="17480" y="2356"/>
                </a:lnTo>
                <a:lnTo>
                  <a:pt x="17852" y="2804"/>
                </a:lnTo>
                <a:lnTo>
                  <a:pt x="18178" y="3192"/>
                </a:lnTo>
                <a:lnTo>
                  <a:pt x="18527" y="3639"/>
                </a:lnTo>
                <a:lnTo>
                  <a:pt x="18806" y="4132"/>
                </a:lnTo>
                <a:lnTo>
                  <a:pt x="19086" y="4713"/>
                </a:lnTo>
                <a:lnTo>
                  <a:pt x="19272" y="5191"/>
                </a:lnTo>
                <a:lnTo>
                  <a:pt x="19295" y="9606"/>
                </a:lnTo>
                <a:lnTo>
                  <a:pt x="21600" y="9606"/>
                </a:lnTo>
                <a:lnTo>
                  <a:pt x="21600" y="16289"/>
                </a:lnTo>
                <a:lnTo>
                  <a:pt x="21413" y="17184"/>
                </a:lnTo>
                <a:lnTo>
                  <a:pt x="21041" y="17900"/>
                </a:lnTo>
                <a:lnTo>
                  <a:pt x="20668" y="18377"/>
                </a:lnTo>
                <a:lnTo>
                  <a:pt x="20343" y="18855"/>
                </a:lnTo>
                <a:lnTo>
                  <a:pt x="19924" y="19332"/>
                </a:lnTo>
                <a:lnTo>
                  <a:pt x="19388" y="19809"/>
                </a:lnTo>
                <a:lnTo>
                  <a:pt x="18806" y="20242"/>
                </a:lnTo>
                <a:lnTo>
                  <a:pt x="18062" y="20585"/>
                </a:lnTo>
                <a:lnTo>
                  <a:pt x="17270" y="20883"/>
                </a:lnTo>
                <a:lnTo>
                  <a:pt x="16525" y="21182"/>
                </a:lnTo>
                <a:lnTo>
                  <a:pt x="15548" y="21420"/>
                </a:lnTo>
                <a:lnTo>
                  <a:pt x="14803" y="21540"/>
                </a:lnTo>
                <a:lnTo>
                  <a:pt x="13662" y="21674"/>
                </a:lnTo>
                <a:lnTo>
                  <a:pt x="8379" y="21659"/>
                </a:lnTo>
                <a:lnTo>
                  <a:pt x="7168" y="21540"/>
                </a:lnTo>
                <a:lnTo>
                  <a:pt x="6098" y="21331"/>
                </a:lnTo>
                <a:lnTo>
                  <a:pt x="5050" y="21092"/>
                </a:lnTo>
                <a:lnTo>
                  <a:pt x="4003" y="20764"/>
                </a:lnTo>
                <a:lnTo>
                  <a:pt x="3258" y="20391"/>
                </a:lnTo>
                <a:lnTo>
                  <a:pt x="2769" y="20123"/>
                </a:lnTo>
                <a:lnTo>
                  <a:pt x="2281" y="19720"/>
                </a:lnTo>
                <a:lnTo>
                  <a:pt x="1862" y="19407"/>
                </a:lnTo>
                <a:lnTo>
                  <a:pt x="1489" y="19079"/>
                </a:lnTo>
                <a:lnTo>
                  <a:pt x="1070" y="18676"/>
                </a:lnTo>
                <a:lnTo>
                  <a:pt x="744" y="18258"/>
                </a:lnTo>
                <a:lnTo>
                  <a:pt x="325" y="17661"/>
                </a:lnTo>
                <a:lnTo>
                  <a:pt x="162" y="17035"/>
                </a:lnTo>
                <a:lnTo>
                  <a:pt x="93" y="16468"/>
                </a:lnTo>
                <a:lnTo>
                  <a:pt x="93" y="9606"/>
                </a:lnTo>
                <a:close/>
                <a:moveTo>
                  <a:pt x="6098" y="9591"/>
                </a:moveTo>
                <a:lnTo>
                  <a:pt x="6098" y="5220"/>
                </a:lnTo>
                <a:lnTo>
                  <a:pt x="6191" y="4907"/>
                </a:lnTo>
                <a:lnTo>
                  <a:pt x="6307" y="4639"/>
                </a:lnTo>
                <a:lnTo>
                  <a:pt x="6517" y="4370"/>
                </a:lnTo>
                <a:lnTo>
                  <a:pt x="6680" y="4087"/>
                </a:lnTo>
                <a:lnTo>
                  <a:pt x="6889" y="3878"/>
                </a:lnTo>
                <a:lnTo>
                  <a:pt x="7308" y="3520"/>
                </a:lnTo>
                <a:lnTo>
                  <a:pt x="7843" y="3281"/>
                </a:lnTo>
                <a:lnTo>
                  <a:pt x="8402" y="3013"/>
                </a:lnTo>
                <a:lnTo>
                  <a:pt x="9031" y="2834"/>
                </a:lnTo>
                <a:lnTo>
                  <a:pt x="9659" y="2700"/>
                </a:lnTo>
                <a:lnTo>
                  <a:pt x="10497" y="2625"/>
                </a:lnTo>
                <a:lnTo>
                  <a:pt x="11125" y="2655"/>
                </a:lnTo>
                <a:lnTo>
                  <a:pt x="11987" y="2789"/>
                </a:lnTo>
                <a:lnTo>
                  <a:pt x="12522" y="2893"/>
                </a:lnTo>
                <a:lnTo>
                  <a:pt x="13011" y="3028"/>
                </a:lnTo>
                <a:lnTo>
                  <a:pt x="13290" y="3192"/>
                </a:lnTo>
                <a:lnTo>
                  <a:pt x="13709" y="3371"/>
                </a:lnTo>
                <a:lnTo>
                  <a:pt x="13872" y="3505"/>
                </a:lnTo>
                <a:lnTo>
                  <a:pt x="14058" y="3639"/>
                </a:lnTo>
                <a:lnTo>
                  <a:pt x="14291" y="3788"/>
                </a:lnTo>
                <a:lnTo>
                  <a:pt x="14431" y="3953"/>
                </a:lnTo>
                <a:lnTo>
                  <a:pt x="14617" y="4102"/>
                </a:lnTo>
                <a:lnTo>
                  <a:pt x="14826" y="4311"/>
                </a:lnTo>
                <a:lnTo>
                  <a:pt x="14919" y="4534"/>
                </a:lnTo>
                <a:lnTo>
                  <a:pt x="15036" y="4773"/>
                </a:lnTo>
                <a:lnTo>
                  <a:pt x="15175" y="5027"/>
                </a:lnTo>
                <a:lnTo>
                  <a:pt x="15245" y="5220"/>
                </a:lnTo>
                <a:lnTo>
                  <a:pt x="15245" y="9591"/>
                </a:lnTo>
                <a:lnTo>
                  <a:pt x="6098" y="9591"/>
                </a:lnTo>
                <a:close/>
              </a:path>
              <a:path w="21600" h="21600" extrusionOk="0">
                <a:moveTo>
                  <a:pt x="93" y="9606"/>
                </a:moveTo>
                <a:lnTo>
                  <a:pt x="21600" y="9606"/>
                </a:lnTo>
                <a:close/>
              </a:path>
              <a:path w="21600" h="21600" extrusionOk="0">
                <a:moveTo>
                  <a:pt x="11684" y="17109"/>
                </a:moveTo>
                <a:lnTo>
                  <a:pt x="12266" y="19317"/>
                </a:lnTo>
                <a:lnTo>
                  <a:pt x="9659" y="19317"/>
                </a:lnTo>
                <a:lnTo>
                  <a:pt x="10287" y="17124"/>
                </a:lnTo>
                <a:lnTo>
                  <a:pt x="10008" y="16975"/>
                </a:lnTo>
                <a:lnTo>
                  <a:pt x="9799" y="16722"/>
                </a:lnTo>
                <a:lnTo>
                  <a:pt x="9752" y="16408"/>
                </a:lnTo>
                <a:lnTo>
                  <a:pt x="9822" y="16170"/>
                </a:lnTo>
                <a:lnTo>
                  <a:pt x="10008" y="16006"/>
                </a:lnTo>
                <a:lnTo>
                  <a:pt x="10148" y="15871"/>
                </a:lnTo>
                <a:lnTo>
                  <a:pt x="10381" y="15782"/>
                </a:lnTo>
                <a:lnTo>
                  <a:pt x="10660" y="15692"/>
                </a:lnTo>
                <a:lnTo>
                  <a:pt x="11009" y="15677"/>
                </a:lnTo>
                <a:lnTo>
                  <a:pt x="11288" y="15722"/>
                </a:lnTo>
                <a:lnTo>
                  <a:pt x="11614" y="15782"/>
                </a:lnTo>
                <a:lnTo>
                  <a:pt x="11893" y="15946"/>
                </a:lnTo>
                <a:lnTo>
                  <a:pt x="12033" y="16080"/>
                </a:lnTo>
                <a:lnTo>
                  <a:pt x="12173" y="16229"/>
                </a:lnTo>
                <a:lnTo>
                  <a:pt x="12196" y="16408"/>
                </a:lnTo>
                <a:lnTo>
                  <a:pt x="12103" y="16722"/>
                </a:lnTo>
                <a:lnTo>
                  <a:pt x="11987" y="16856"/>
                </a:lnTo>
                <a:lnTo>
                  <a:pt x="11847" y="16975"/>
                </a:lnTo>
                <a:lnTo>
                  <a:pt x="11684" y="17109"/>
                </a:lnTo>
              </a:path>
            </a:pathLst>
          </a:custGeom>
          <a:solidFill>
            <a:srgbClr val="C0C0C0"/>
          </a:solidFill>
          <a:ln w="38100">
            <a:solidFill>
              <a:srgbClr val="000000"/>
            </a:solidFill>
            <a:miter lim="800000"/>
            <a:headEnd/>
            <a:tailEnd/>
          </a:ln>
        </p:spPr>
        <p:txBody>
          <a:bodyPr/>
          <a:lstStyle/>
          <a:p>
            <a:endParaRPr lang="en-IT"/>
          </a:p>
        </p:txBody>
      </p:sp>
      <p:grpSp>
        <p:nvGrpSpPr>
          <p:cNvPr id="292915" name="Group 51">
            <a:extLst>
              <a:ext uri="{FF2B5EF4-FFF2-40B4-BE49-F238E27FC236}">
                <a16:creationId xmlns:a16="http://schemas.microsoft.com/office/drawing/2014/main" id="{8AFE373D-AEA4-DE0A-2A77-93D2643D13F5}"/>
              </a:ext>
            </a:extLst>
          </p:cNvPr>
          <p:cNvGrpSpPr>
            <a:grpSpLocks/>
          </p:cNvGrpSpPr>
          <p:nvPr/>
        </p:nvGrpSpPr>
        <p:grpSpPr bwMode="auto">
          <a:xfrm>
            <a:off x="3863976" y="1341439"/>
            <a:ext cx="1152525" cy="936625"/>
            <a:chOff x="3528" y="1026"/>
            <a:chExt cx="1860" cy="1179"/>
          </a:xfrm>
        </p:grpSpPr>
        <p:sp>
          <p:nvSpPr>
            <p:cNvPr id="292911" name="Freeform 47">
              <a:extLst>
                <a:ext uri="{FF2B5EF4-FFF2-40B4-BE49-F238E27FC236}">
                  <a16:creationId xmlns:a16="http://schemas.microsoft.com/office/drawing/2014/main" id="{B030B624-9829-830D-31E6-F5296E240AED}"/>
                </a:ext>
              </a:extLst>
            </p:cNvPr>
            <p:cNvSpPr>
              <a:spLocks/>
            </p:cNvSpPr>
            <p:nvPr/>
          </p:nvSpPr>
          <p:spPr bwMode="auto">
            <a:xfrm>
              <a:off x="3528" y="1026"/>
              <a:ext cx="1815" cy="907"/>
            </a:xfrm>
            <a:custGeom>
              <a:avLst/>
              <a:gdLst>
                <a:gd name="T0" fmla="*/ 0 w 1815"/>
                <a:gd name="T1" fmla="*/ 862 h 907"/>
                <a:gd name="T2" fmla="*/ 136 w 1815"/>
                <a:gd name="T3" fmla="*/ 771 h 907"/>
                <a:gd name="T4" fmla="*/ 227 w 1815"/>
                <a:gd name="T5" fmla="*/ 771 h 907"/>
                <a:gd name="T6" fmla="*/ 499 w 1815"/>
                <a:gd name="T7" fmla="*/ 907 h 907"/>
                <a:gd name="T8" fmla="*/ 590 w 1815"/>
                <a:gd name="T9" fmla="*/ 816 h 907"/>
                <a:gd name="T10" fmla="*/ 681 w 1815"/>
                <a:gd name="T11" fmla="*/ 680 h 907"/>
                <a:gd name="T12" fmla="*/ 1815 w 1815"/>
                <a:gd name="T13" fmla="*/ 181 h 907"/>
                <a:gd name="T14" fmla="*/ 1815 w 1815"/>
                <a:gd name="T15" fmla="*/ 45 h 907"/>
                <a:gd name="T16" fmla="*/ 1633 w 1815"/>
                <a:gd name="T17" fmla="*/ 0 h 907"/>
                <a:gd name="T18" fmla="*/ 635 w 1815"/>
                <a:gd name="T19" fmla="*/ 544 h 907"/>
                <a:gd name="T20" fmla="*/ 91 w 1815"/>
                <a:gd name="T21" fmla="*/ 590 h 907"/>
                <a:gd name="T22" fmla="*/ 0 w 1815"/>
                <a:gd name="T23" fmla="*/ 680 h 907"/>
                <a:gd name="T24" fmla="*/ 0 w 1815"/>
                <a:gd name="T25" fmla="*/ 862 h 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15" h="907">
                  <a:moveTo>
                    <a:pt x="0" y="862"/>
                  </a:moveTo>
                  <a:lnTo>
                    <a:pt x="136" y="771"/>
                  </a:lnTo>
                  <a:lnTo>
                    <a:pt x="227" y="771"/>
                  </a:lnTo>
                  <a:lnTo>
                    <a:pt x="499" y="907"/>
                  </a:lnTo>
                  <a:lnTo>
                    <a:pt x="590" y="816"/>
                  </a:lnTo>
                  <a:lnTo>
                    <a:pt x="681" y="680"/>
                  </a:lnTo>
                  <a:lnTo>
                    <a:pt x="1815" y="181"/>
                  </a:lnTo>
                  <a:lnTo>
                    <a:pt x="1815" y="45"/>
                  </a:lnTo>
                  <a:lnTo>
                    <a:pt x="1633" y="0"/>
                  </a:lnTo>
                  <a:lnTo>
                    <a:pt x="635" y="544"/>
                  </a:lnTo>
                  <a:lnTo>
                    <a:pt x="91" y="590"/>
                  </a:lnTo>
                  <a:lnTo>
                    <a:pt x="0" y="680"/>
                  </a:lnTo>
                  <a:lnTo>
                    <a:pt x="0" y="862"/>
                  </a:lnTo>
                  <a:close/>
                </a:path>
              </a:pathLst>
            </a:custGeom>
            <a:solidFill>
              <a:srgbClr val="72829E"/>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92912" name="Freeform 48">
              <a:extLst>
                <a:ext uri="{FF2B5EF4-FFF2-40B4-BE49-F238E27FC236}">
                  <a16:creationId xmlns:a16="http://schemas.microsoft.com/office/drawing/2014/main" id="{7C163BD1-5ABB-48BC-FF23-5A5C9D5BDDAA}"/>
                </a:ext>
              </a:extLst>
            </p:cNvPr>
            <p:cNvSpPr>
              <a:spLocks/>
            </p:cNvSpPr>
            <p:nvPr/>
          </p:nvSpPr>
          <p:spPr bwMode="auto">
            <a:xfrm>
              <a:off x="3528" y="1797"/>
              <a:ext cx="549" cy="273"/>
            </a:xfrm>
            <a:custGeom>
              <a:avLst/>
              <a:gdLst>
                <a:gd name="T0" fmla="*/ 0 w 549"/>
                <a:gd name="T1" fmla="*/ 91 h 273"/>
                <a:gd name="T2" fmla="*/ 46 w 549"/>
                <a:gd name="T3" fmla="*/ 227 h 273"/>
                <a:gd name="T4" fmla="*/ 182 w 549"/>
                <a:gd name="T5" fmla="*/ 136 h 273"/>
                <a:gd name="T6" fmla="*/ 549 w 549"/>
                <a:gd name="T7" fmla="*/ 273 h 273"/>
                <a:gd name="T8" fmla="*/ 498 w 549"/>
                <a:gd name="T9" fmla="*/ 132 h 273"/>
                <a:gd name="T10" fmla="*/ 227 w 549"/>
                <a:gd name="T11" fmla="*/ 0 h 273"/>
                <a:gd name="T12" fmla="*/ 136 w 549"/>
                <a:gd name="T13" fmla="*/ 0 h 273"/>
                <a:gd name="T14" fmla="*/ 0 w 549"/>
                <a:gd name="T15" fmla="*/ 91 h 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9" h="273">
                  <a:moveTo>
                    <a:pt x="0" y="91"/>
                  </a:moveTo>
                  <a:lnTo>
                    <a:pt x="46" y="227"/>
                  </a:lnTo>
                  <a:lnTo>
                    <a:pt x="182" y="136"/>
                  </a:lnTo>
                  <a:lnTo>
                    <a:pt x="549" y="273"/>
                  </a:lnTo>
                  <a:lnTo>
                    <a:pt x="498" y="132"/>
                  </a:lnTo>
                  <a:lnTo>
                    <a:pt x="227" y="0"/>
                  </a:lnTo>
                  <a:lnTo>
                    <a:pt x="136" y="0"/>
                  </a:lnTo>
                  <a:lnTo>
                    <a:pt x="0" y="91"/>
                  </a:lnTo>
                  <a:close/>
                </a:path>
              </a:pathLst>
            </a:custGeom>
            <a:solidFill>
              <a:schemeClr val="hlink"/>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92913" name="Freeform 49">
              <a:extLst>
                <a:ext uri="{FF2B5EF4-FFF2-40B4-BE49-F238E27FC236}">
                  <a16:creationId xmlns:a16="http://schemas.microsoft.com/office/drawing/2014/main" id="{601A3976-7B7B-EA86-5995-5342E409301A}"/>
                </a:ext>
              </a:extLst>
            </p:cNvPr>
            <p:cNvSpPr>
              <a:spLocks/>
            </p:cNvSpPr>
            <p:nvPr/>
          </p:nvSpPr>
          <p:spPr bwMode="auto">
            <a:xfrm>
              <a:off x="3664" y="1933"/>
              <a:ext cx="363" cy="272"/>
            </a:xfrm>
            <a:custGeom>
              <a:avLst/>
              <a:gdLst>
                <a:gd name="T0" fmla="*/ 0 w 363"/>
                <a:gd name="T1" fmla="*/ 136 h 272"/>
                <a:gd name="T2" fmla="*/ 46 w 363"/>
                <a:gd name="T3" fmla="*/ 272 h 272"/>
                <a:gd name="T4" fmla="*/ 227 w 363"/>
                <a:gd name="T5" fmla="*/ 227 h 272"/>
                <a:gd name="T6" fmla="*/ 363 w 363"/>
                <a:gd name="T7" fmla="*/ 136 h 272"/>
                <a:gd name="T8" fmla="*/ 318 w 363"/>
                <a:gd name="T9" fmla="*/ 0 h 272"/>
                <a:gd name="T10" fmla="*/ 179 w 363"/>
                <a:gd name="T11" fmla="*/ 92 h 272"/>
                <a:gd name="T12" fmla="*/ 0 w 363"/>
                <a:gd name="T13" fmla="*/ 136 h 272"/>
              </a:gdLst>
              <a:ahLst/>
              <a:cxnLst>
                <a:cxn ang="0">
                  <a:pos x="T0" y="T1"/>
                </a:cxn>
                <a:cxn ang="0">
                  <a:pos x="T2" y="T3"/>
                </a:cxn>
                <a:cxn ang="0">
                  <a:pos x="T4" y="T5"/>
                </a:cxn>
                <a:cxn ang="0">
                  <a:pos x="T6" y="T7"/>
                </a:cxn>
                <a:cxn ang="0">
                  <a:pos x="T8" y="T9"/>
                </a:cxn>
                <a:cxn ang="0">
                  <a:pos x="T10" y="T11"/>
                </a:cxn>
                <a:cxn ang="0">
                  <a:pos x="T12" y="T13"/>
                </a:cxn>
              </a:cxnLst>
              <a:rect l="0" t="0" r="r" b="b"/>
              <a:pathLst>
                <a:path w="363" h="272">
                  <a:moveTo>
                    <a:pt x="0" y="136"/>
                  </a:moveTo>
                  <a:lnTo>
                    <a:pt x="46" y="272"/>
                  </a:lnTo>
                  <a:lnTo>
                    <a:pt x="227" y="227"/>
                  </a:lnTo>
                  <a:lnTo>
                    <a:pt x="363" y="136"/>
                  </a:lnTo>
                  <a:lnTo>
                    <a:pt x="318" y="0"/>
                  </a:lnTo>
                  <a:lnTo>
                    <a:pt x="179" y="92"/>
                  </a:lnTo>
                  <a:lnTo>
                    <a:pt x="0" y="136"/>
                  </a:lnTo>
                  <a:close/>
                </a:path>
              </a:pathLst>
            </a:custGeom>
            <a:solidFill>
              <a:schemeClr val="hlink"/>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92914" name="Freeform 50">
              <a:extLst>
                <a:ext uri="{FF2B5EF4-FFF2-40B4-BE49-F238E27FC236}">
                  <a16:creationId xmlns:a16="http://schemas.microsoft.com/office/drawing/2014/main" id="{22DE19AA-83B9-143C-8C9C-F8C6B41DA84B}"/>
                </a:ext>
              </a:extLst>
            </p:cNvPr>
            <p:cNvSpPr>
              <a:spLocks/>
            </p:cNvSpPr>
            <p:nvPr/>
          </p:nvSpPr>
          <p:spPr bwMode="auto">
            <a:xfrm>
              <a:off x="4027" y="1071"/>
              <a:ext cx="1361" cy="998"/>
            </a:xfrm>
            <a:custGeom>
              <a:avLst/>
              <a:gdLst>
                <a:gd name="T0" fmla="*/ 0 w 1361"/>
                <a:gd name="T1" fmla="*/ 862 h 998"/>
                <a:gd name="T2" fmla="*/ 46 w 1361"/>
                <a:gd name="T3" fmla="*/ 998 h 998"/>
                <a:gd name="T4" fmla="*/ 227 w 1361"/>
                <a:gd name="T5" fmla="*/ 862 h 998"/>
                <a:gd name="T6" fmla="*/ 272 w 1361"/>
                <a:gd name="T7" fmla="*/ 635 h 998"/>
                <a:gd name="T8" fmla="*/ 1361 w 1361"/>
                <a:gd name="T9" fmla="*/ 227 h 998"/>
                <a:gd name="T10" fmla="*/ 1361 w 1361"/>
                <a:gd name="T11" fmla="*/ 91 h 998"/>
                <a:gd name="T12" fmla="*/ 1316 w 1361"/>
                <a:gd name="T13" fmla="*/ 0 h 998"/>
                <a:gd name="T14" fmla="*/ 1316 w 1361"/>
                <a:gd name="T15" fmla="*/ 136 h 998"/>
                <a:gd name="T16" fmla="*/ 182 w 1361"/>
                <a:gd name="T17" fmla="*/ 635 h 998"/>
                <a:gd name="T18" fmla="*/ 91 w 1361"/>
                <a:gd name="T19" fmla="*/ 771 h 998"/>
                <a:gd name="T20" fmla="*/ 0 w 1361"/>
                <a:gd name="T21" fmla="*/ 862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1" h="998">
                  <a:moveTo>
                    <a:pt x="0" y="862"/>
                  </a:moveTo>
                  <a:lnTo>
                    <a:pt x="46" y="998"/>
                  </a:lnTo>
                  <a:lnTo>
                    <a:pt x="227" y="862"/>
                  </a:lnTo>
                  <a:lnTo>
                    <a:pt x="272" y="635"/>
                  </a:lnTo>
                  <a:lnTo>
                    <a:pt x="1361" y="227"/>
                  </a:lnTo>
                  <a:lnTo>
                    <a:pt x="1361" y="91"/>
                  </a:lnTo>
                  <a:lnTo>
                    <a:pt x="1316" y="0"/>
                  </a:lnTo>
                  <a:lnTo>
                    <a:pt x="1316" y="136"/>
                  </a:lnTo>
                  <a:lnTo>
                    <a:pt x="182" y="635"/>
                  </a:lnTo>
                  <a:lnTo>
                    <a:pt x="91" y="771"/>
                  </a:lnTo>
                  <a:lnTo>
                    <a:pt x="0" y="862"/>
                  </a:lnTo>
                  <a:close/>
                </a:path>
              </a:pathLst>
            </a:custGeom>
            <a:solidFill>
              <a:schemeClr val="hlink"/>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sp>
          <p:nvSpPr>
            <p:cNvPr id="292910" name="Freeform 46">
              <a:extLst>
                <a:ext uri="{FF2B5EF4-FFF2-40B4-BE49-F238E27FC236}">
                  <a16:creationId xmlns:a16="http://schemas.microsoft.com/office/drawing/2014/main" id="{055DFDF0-5374-DE7C-9E48-BA3B074998F1}"/>
                </a:ext>
              </a:extLst>
            </p:cNvPr>
            <p:cNvSpPr>
              <a:spLocks/>
            </p:cNvSpPr>
            <p:nvPr/>
          </p:nvSpPr>
          <p:spPr bwMode="auto">
            <a:xfrm>
              <a:off x="3664" y="1842"/>
              <a:ext cx="318" cy="227"/>
            </a:xfrm>
            <a:custGeom>
              <a:avLst/>
              <a:gdLst>
                <a:gd name="T0" fmla="*/ 0 w 318"/>
                <a:gd name="T1" fmla="*/ 227 h 227"/>
                <a:gd name="T2" fmla="*/ 182 w 318"/>
                <a:gd name="T3" fmla="*/ 0 h 227"/>
                <a:gd name="T4" fmla="*/ 318 w 318"/>
                <a:gd name="T5" fmla="*/ 91 h 227"/>
                <a:gd name="T6" fmla="*/ 182 w 318"/>
                <a:gd name="T7" fmla="*/ 182 h 227"/>
                <a:gd name="T8" fmla="*/ 0 w 318"/>
                <a:gd name="T9" fmla="*/ 227 h 227"/>
              </a:gdLst>
              <a:ahLst/>
              <a:cxnLst>
                <a:cxn ang="0">
                  <a:pos x="T0" y="T1"/>
                </a:cxn>
                <a:cxn ang="0">
                  <a:pos x="T2" y="T3"/>
                </a:cxn>
                <a:cxn ang="0">
                  <a:pos x="T4" y="T5"/>
                </a:cxn>
                <a:cxn ang="0">
                  <a:pos x="T6" y="T7"/>
                </a:cxn>
                <a:cxn ang="0">
                  <a:pos x="T8" y="T9"/>
                </a:cxn>
              </a:cxnLst>
              <a:rect l="0" t="0" r="r" b="b"/>
              <a:pathLst>
                <a:path w="318" h="227">
                  <a:moveTo>
                    <a:pt x="0" y="227"/>
                  </a:moveTo>
                  <a:lnTo>
                    <a:pt x="182" y="0"/>
                  </a:lnTo>
                  <a:lnTo>
                    <a:pt x="318" y="91"/>
                  </a:lnTo>
                  <a:lnTo>
                    <a:pt x="182" y="182"/>
                  </a:lnTo>
                  <a:lnTo>
                    <a:pt x="0" y="227"/>
                  </a:lnTo>
                  <a:close/>
                </a:path>
              </a:pathLst>
            </a:custGeom>
            <a:solidFill>
              <a:srgbClr val="72829E"/>
            </a:solidFill>
            <a:ln w="28575" cmpd="sng">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T"/>
            </a:p>
          </p:txBody>
        </p:sp>
      </p:grpSp>
      <p:sp>
        <p:nvSpPr>
          <p:cNvPr id="292916" name="AutoShape 52">
            <a:extLst>
              <a:ext uri="{FF2B5EF4-FFF2-40B4-BE49-F238E27FC236}">
                <a16:creationId xmlns:a16="http://schemas.microsoft.com/office/drawing/2014/main" id="{6D80C68B-EF74-0842-4DE7-041E624335B5}"/>
              </a:ext>
            </a:extLst>
          </p:cNvPr>
          <p:cNvSpPr>
            <a:spLocks noChangeArrowheads="1"/>
          </p:cNvSpPr>
          <p:nvPr/>
        </p:nvSpPr>
        <p:spPr bwMode="auto">
          <a:xfrm>
            <a:off x="623392" y="1412875"/>
            <a:ext cx="865187" cy="4895850"/>
          </a:xfrm>
          <a:prstGeom prst="upArrow">
            <a:avLst>
              <a:gd name="adj1" fmla="val 50093"/>
              <a:gd name="adj2" fmla="val 95412"/>
            </a:avLst>
          </a:prstGeom>
          <a:gradFill rotWithShape="1">
            <a:gsLst>
              <a:gs pos="0">
                <a:srgbClr val="FF0000"/>
              </a:gs>
              <a:gs pos="100000">
                <a:srgbClr val="00FF00"/>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92917" name="AutoShape 53">
            <a:extLst>
              <a:ext uri="{FF2B5EF4-FFF2-40B4-BE49-F238E27FC236}">
                <a16:creationId xmlns:a16="http://schemas.microsoft.com/office/drawing/2014/main" id="{5163CB8E-F432-C82A-3ED6-9108540E9805}"/>
              </a:ext>
            </a:extLst>
          </p:cNvPr>
          <p:cNvSpPr>
            <a:spLocks noChangeArrowheads="1"/>
          </p:cNvSpPr>
          <p:nvPr/>
        </p:nvSpPr>
        <p:spPr bwMode="auto">
          <a:xfrm>
            <a:off x="6457951" y="5599113"/>
            <a:ext cx="5110657" cy="400110"/>
          </a:xfrm>
          <a:prstGeom prst="leftArrowCallout">
            <a:avLst>
              <a:gd name="adj1" fmla="val 39287"/>
              <a:gd name="adj2" fmla="val 47319"/>
              <a:gd name="adj3" fmla="val 60670"/>
              <a:gd name="adj4" fmla="val 80042"/>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25425" indent="-225425"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buFontTx/>
              <a:buChar char="•"/>
            </a:pPr>
            <a:r>
              <a:rPr lang="en-US" altLang="en-IT" sz="2000" dirty="0">
                <a:latin typeface="Tahoma" panose="020B0604030504040204" pitchFamily="34" charset="0"/>
              </a:rPr>
              <a:t>sees noncritical information</a:t>
            </a:r>
          </a:p>
        </p:txBody>
      </p:sp>
      <p:sp>
        <p:nvSpPr>
          <p:cNvPr id="292918" name="AutoShape 54">
            <a:extLst>
              <a:ext uri="{FF2B5EF4-FFF2-40B4-BE49-F238E27FC236}">
                <a16:creationId xmlns:a16="http://schemas.microsoft.com/office/drawing/2014/main" id="{ABEC0799-E4E8-8B89-C4A3-F46DF5F60126}"/>
              </a:ext>
            </a:extLst>
          </p:cNvPr>
          <p:cNvSpPr>
            <a:spLocks noChangeArrowheads="1"/>
          </p:cNvSpPr>
          <p:nvPr/>
        </p:nvSpPr>
        <p:spPr bwMode="auto">
          <a:xfrm>
            <a:off x="6383339" y="3141663"/>
            <a:ext cx="5185269" cy="1938992"/>
          </a:xfrm>
          <a:prstGeom prst="leftArrowCallout">
            <a:avLst>
              <a:gd name="adj1" fmla="val 17602"/>
              <a:gd name="adj2" fmla="val 19671"/>
              <a:gd name="adj3" fmla="val 22308"/>
              <a:gd name="adj4" fmla="val 78269"/>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25425" indent="-225425"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buFontTx/>
              <a:buChar char="•"/>
            </a:pPr>
            <a:r>
              <a:rPr lang="en-US" altLang="en-IT" sz="2000" dirty="0">
                <a:latin typeface="Tahoma" panose="020B0604030504040204" pitchFamily="34" charset="0"/>
              </a:rPr>
              <a:t>sees critical information</a:t>
            </a:r>
          </a:p>
          <a:p>
            <a:pPr>
              <a:buFontTx/>
              <a:buChar char="•"/>
            </a:pPr>
            <a:r>
              <a:rPr lang="en-US" altLang="en-IT" sz="2000" dirty="0">
                <a:latin typeface="Tahoma" panose="020B0604030504040204" pitchFamily="34" charset="0"/>
              </a:rPr>
              <a:t>performs elementary configurations that do not affect router behavior (e.g., set time and date)</a:t>
            </a:r>
          </a:p>
          <a:p>
            <a:pPr>
              <a:buFontTx/>
              <a:buChar char="•"/>
            </a:pPr>
            <a:r>
              <a:rPr lang="en-US" altLang="en-IT" sz="2000" dirty="0">
                <a:latin typeface="Tahoma" panose="020B0604030504040204" pitchFamily="34" charset="0"/>
              </a:rPr>
              <a:t>commits changes</a:t>
            </a:r>
          </a:p>
        </p:txBody>
      </p:sp>
      <p:sp>
        <p:nvSpPr>
          <p:cNvPr id="292919" name="AutoShape 55">
            <a:extLst>
              <a:ext uri="{FF2B5EF4-FFF2-40B4-BE49-F238E27FC236}">
                <a16:creationId xmlns:a16="http://schemas.microsoft.com/office/drawing/2014/main" id="{EC04836F-B1E3-F5D2-1F1C-C4F5E036BAEC}"/>
              </a:ext>
            </a:extLst>
          </p:cNvPr>
          <p:cNvSpPr>
            <a:spLocks noChangeArrowheads="1"/>
          </p:cNvSpPr>
          <p:nvPr/>
        </p:nvSpPr>
        <p:spPr bwMode="auto">
          <a:xfrm>
            <a:off x="6457951" y="1622425"/>
            <a:ext cx="5110657" cy="1016000"/>
          </a:xfrm>
          <a:prstGeom prst="leftArrowCallout">
            <a:avLst>
              <a:gd name="adj1" fmla="val 26250"/>
              <a:gd name="adj2" fmla="val 35310"/>
              <a:gd name="adj3" fmla="val 47201"/>
              <a:gd name="adj4" fmla="val 8019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25425" indent="-225425"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buFontTx/>
              <a:buChar char="•"/>
            </a:pPr>
            <a:r>
              <a:rPr lang="en-US" altLang="en-IT" sz="2000">
                <a:latin typeface="Tahoma" panose="020B0604030504040204" pitchFamily="34" charset="0"/>
              </a:rPr>
              <a:t>performs persistent configurations affecting the router behavior</a:t>
            </a:r>
          </a:p>
        </p:txBody>
      </p:sp>
      <p:sp>
        <p:nvSpPr>
          <p:cNvPr id="292920" name="Text Box 56">
            <a:extLst>
              <a:ext uri="{FF2B5EF4-FFF2-40B4-BE49-F238E27FC236}">
                <a16:creationId xmlns:a16="http://schemas.microsoft.com/office/drawing/2014/main" id="{ADFABE92-08B6-6EFC-78BB-B8DB1048764F}"/>
              </a:ext>
            </a:extLst>
          </p:cNvPr>
          <p:cNvSpPr txBox="1">
            <a:spLocks noChangeArrowheads="1"/>
          </p:cNvSpPr>
          <p:nvPr/>
        </p:nvSpPr>
        <p:spPr bwMode="auto">
          <a:xfrm>
            <a:off x="3541714" y="2241551"/>
            <a:ext cx="1584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25425" indent="-225425" eaLnBrk="0" hangingPunct="0">
              <a:defRPr sz="2400">
                <a:solidFill>
                  <a:schemeClr val="tx1"/>
                </a:solidFill>
                <a:latin typeface="Times New Roman" panose="02020603050405020304" pitchFamily="18" charset="0"/>
              </a:defRPr>
            </a:lvl1pPr>
            <a:lvl2pPr eaLnBrk="0" hangingPunct="0">
              <a:defRPr sz="2400">
                <a:solidFill>
                  <a:schemeClr val="tx1"/>
                </a:solidFill>
                <a:latin typeface="Times New Roman" panose="02020603050405020304" pitchFamily="18" charset="0"/>
              </a:defRPr>
            </a:lvl2pPr>
            <a:lvl3pPr eaLnBrk="0" hangingPunct="0">
              <a:defRPr sz="2400">
                <a:solidFill>
                  <a:schemeClr val="tx1"/>
                </a:solidFill>
                <a:latin typeface="Times New Roman" panose="02020603050405020304" pitchFamily="18" charset="0"/>
              </a:defRPr>
            </a:lvl3pPr>
            <a:lvl4pPr eaLnBrk="0" hangingPunct="0">
              <a:defRPr sz="2400">
                <a:solidFill>
                  <a:schemeClr val="tx1"/>
                </a:solidFill>
                <a:latin typeface="Times New Roman" panose="02020603050405020304" pitchFamily="18" charset="0"/>
              </a:defRPr>
            </a:lvl4pPr>
            <a:lvl5pPr eaLnBrk="0" hangingPunct="0">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IT" sz="2000">
                <a:latin typeface="Tahoma" panose="020B0604030504040204" pitchFamily="34" charset="0"/>
              </a:rPr>
              <a:t>configurator</a:t>
            </a:r>
          </a:p>
        </p:txBody>
      </p:sp>
      <p:sp>
        <p:nvSpPr>
          <p:cNvPr id="292921" name="Text Box 57">
            <a:extLst>
              <a:ext uri="{FF2B5EF4-FFF2-40B4-BE49-F238E27FC236}">
                <a16:creationId xmlns:a16="http://schemas.microsoft.com/office/drawing/2014/main" id="{706621F7-4080-9294-3182-8F2AEF73306E}"/>
              </a:ext>
            </a:extLst>
          </p:cNvPr>
          <p:cNvSpPr txBox="1">
            <a:spLocks noChangeArrowheads="1"/>
          </p:cNvSpPr>
          <p:nvPr/>
        </p:nvSpPr>
        <p:spPr bwMode="auto">
          <a:xfrm>
            <a:off x="3721100" y="4078289"/>
            <a:ext cx="1295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IT" sz="2000">
                <a:latin typeface="Tahoma" panose="020B0604030504040204" pitchFamily="34" charset="0"/>
              </a:rPr>
              <a:t>privileged user</a:t>
            </a:r>
          </a:p>
        </p:txBody>
      </p:sp>
      <p:sp>
        <p:nvSpPr>
          <p:cNvPr id="292922" name="Text Box 58">
            <a:extLst>
              <a:ext uri="{FF2B5EF4-FFF2-40B4-BE49-F238E27FC236}">
                <a16:creationId xmlns:a16="http://schemas.microsoft.com/office/drawing/2014/main" id="{4AED5BFE-088F-D13E-596D-2128455842EF}"/>
              </a:ext>
            </a:extLst>
          </p:cNvPr>
          <p:cNvSpPr txBox="1">
            <a:spLocks noChangeArrowheads="1"/>
          </p:cNvSpPr>
          <p:nvPr/>
        </p:nvSpPr>
        <p:spPr bwMode="auto">
          <a:xfrm>
            <a:off x="3575051" y="6183314"/>
            <a:ext cx="15843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IT" sz="2000">
                <a:latin typeface="Tahoma" panose="020B0604030504040204" pitchFamily="34" charset="0"/>
              </a:rPr>
              <a:t>unprivileged user</a:t>
            </a:r>
          </a:p>
        </p:txBody>
      </p:sp>
      <p:sp>
        <p:nvSpPr>
          <p:cNvPr id="292923" name="Arc 59">
            <a:extLst>
              <a:ext uri="{FF2B5EF4-FFF2-40B4-BE49-F238E27FC236}">
                <a16:creationId xmlns:a16="http://schemas.microsoft.com/office/drawing/2014/main" id="{0D79DC3D-8F45-05F6-D6C6-2DD5D3F91C99}"/>
              </a:ext>
            </a:extLst>
          </p:cNvPr>
          <p:cNvSpPr>
            <a:spLocks/>
          </p:cNvSpPr>
          <p:nvPr/>
        </p:nvSpPr>
        <p:spPr bwMode="auto">
          <a:xfrm flipH="1" flipV="1">
            <a:off x="3070226" y="4438651"/>
            <a:ext cx="288925" cy="1439863"/>
          </a:xfrm>
          <a:custGeom>
            <a:avLst/>
            <a:gdLst>
              <a:gd name="G0" fmla="+- 0 0 0"/>
              <a:gd name="G1" fmla="+- 21600 0 0"/>
              <a:gd name="G2" fmla="+- 21600 0 0"/>
              <a:gd name="T0" fmla="*/ 0 w 21600"/>
              <a:gd name="T1" fmla="*/ 0 h 43197"/>
              <a:gd name="T2" fmla="*/ 339 w 21600"/>
              <a:gd name="T3" fmla="*/ 43197 h 43197"/>
              <a:gd name="T4" fmla="*/ 0 w 21600"/>
              <a:gd name="T5" fmla="*/ 21600 h 43197"/>
            </a:gdLst>
            <a:ahLst/>
            <a:cxnLst>
              <a:cxn ang="0">
                <a:pos x="T0" y="T1"/>
              </a:cxn>
              <a:cxn ang="0">
                <a:pos x="T2" y="T3"/>
              </a:cxn>
              <a:cxn ang="0">
                <a:pos x="T4" y="T5"/>
              </a:cxn>
            </a:cxnLst>
            <a:rect l="0" t="0" r="r" b="b"/>
            <a:pathLst>
              <a:path w="21600" h="43197" fill="none" extrusionOk="0">
                <a:moveTo>
                  <a:pt x="0" y="0"/>
                </a:moveTo>
                <a:cubicBezTo>
                  <a:pt x="11929" y="0"/>
                  <a:pt x="21600" y="9670"/>
                  <a:pt x="21600" y="21600"/>
                </a:cubicBezTo>
                <a:cubicBezTo>
                  <a:pt x="21600" y="33397"/>
                  <a:pt x="12134" y="43012"/>
                  <a:pt x="339" y="43197"/>
                </a:cubicBezTo>
              </a:path>
              <a:path w="21600" h="43197" stroke="0" extrusionOk="0">
                <a:moveTo>
                  <a:pt x="0" y="0"/>
                </a:moveTo>
                <a:cubicBezTo>
                  <a:pt x="11929" y="0"/>
                  <a:pt x="21600" y="9670"/>
                  <a:pt x="21600" y="21600"/>
                </a:cubicBezTo>
                <a:cubicBezTo>
                  <a:pt x="21600" y="33397"/>
                  <a:pt x="12134" y="43012"/>
                  <a:pt x="339" y="43197"/>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92924" name="Arc 60">
            <a:extLst>
              <a:ext uri="{FF2B5EF4-FFF2-40B4-BE49-F238E27FC236}">
                <a16:creationId xmlns:a16="http://schemas.microsoft.com/office/drawing/2014/main" id="{3D6DE5F1-497E-B27F-1D0B-3F0DF9BF790B}"/>
              </a:ext>
            </a:extLst>
          </p:cNvPr>
          <p:cNvSpPr>
            <a:spLocks/>
          </p:cNvSpPr>
          <p:nvPr/>
        </p:nvSpPr>
        <p:spPr bwMode="auto">
          <a:xfrm flipH="1" flipV="1">
            <a:off x="3073401" y="2422526"/>
            <a:ext cx="288925" cy="1439863"/>
          </a:xfrm>
          <a:custGeom>
            <a:avLst/>
            <a:gdLst>
              <a:gd name="G0" fmla="+- 0 0 0"/>
              <a:gd name="G1" fmla="+- 21600 0 0"/>
              <a:gd name="G2" fmla="+- 21600 0 0"/>
              <a:gd name="T0" fmla="*/ 0 w 21600"/>
              <a:gd name="T1" fmla="*/ 0 h 43197"/>
              <a:gd name="T2" fmla="*/ 339 w 21600"/>
              <a:gd name="T3" fmla="*/ 43197 h 43197"/>
              <a:gd name="T4" fmla="*/ 0 w 21600"/>
              <a:gd name="T5" fmla="*/ 21600 h 43197"/>
            </a:gdLst>
            <a:ahLst/>
            <a:cxnLst>
              <a:cxn ang="0">
                <a:pos x="T0" y="T1"/>
              </a:cxn>
              <a:cxn ang="0">
                <a:pos x="T2" y="T3"/>
              </a:cxn>
              <a:cxn ang="0">
                <a:pos x="T4" y="T5"/>
              </a:cxn>
            </a:cxnLst>
            <a:rect l="0" t="0" r="r" b="b"/>
            <a:pathLst>
              <a:path w="21600" h="43197" fill="none" extrusionOk="0">
                <a:moveTo>
                  <a:pt x="0" y="0"/>
                </a:moveTo>
                <a:cubicBezTo>
                  <a:pt x="11929" y="0"/>
                  <a:pt x="21600" y="9670"/>
                  <a:pt x="21600" y="21600"/>
                </a:cubicBezTo>
                <a:cubicBezTo>
                  <a:pt x="21600" y="33397"/>
                  <a:pt x="12134" y="43012"/>
                  <a:pt x="339" y="43197"/>
                </a:cubicBezTo>
              </a:path>
              <a:path w="21600" h="43197" stroke="0" extrusionOk="0">
                <a:moveTo>
                  <a:pt x="0" y="0"/>
                </a:moveTo>
                <a:cubicBezTo>
                  <a:pt x="11929" y="0"/>
                  <a:pt x="21600" y="9670"/>
                  <a:pt x="21600" y="21600"/>
                </a:cubicBezTo>
                <a:cubicBezTo>
                  <a:pt x="21600" y="33397"/>
                  <a:pt x="12134" y="43012"/>
                  <a:pt x="339" y="43197"/>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92925" name="Arc 61">
            <a:extLst>
              <a:ext uri="{FF2B5EF4-FFF2-40B4-BE49-F238E27FC236}">
                <a16:creationId xmlns:a16="http://schemas.microsoft.com/office/drawing/2014/main" id="{E5316A6A-B151-E79C-A589-E08489E77E0D}"/>
              </a:ext>
            </a:extLst>
          </p:cNvPr>
          <p:cNvSpPr>
            <a:spLocks/>
          </p:cNvSpPr>
          <p:nvPr/>
        </p:nvSpPr>
        <p:spPr bwMode="auto">
          <a:xfrm>
            <a:off x="5305425" y="2422526"/>
            <a:ext cx="285750" cy="1439863"/>
          </a:xfrm>
          <a:custGeom>
            <a:avLst/>
            <a:gdLst>
              <a:gd name="G0" fmla="+- 0 0 0"/>
              <a:gd name="G1" fmla="+- 21600 0 0"/>
              <a:gd name="G2" fmla="+- 21600 0 0"/>
              <a:gd name="T0" fmla="*/ 0 w 21600"/>
              <a:gd name="T1" fmla="*/ 0 h 43197"/>
              <a:gd name="T2" fmla="*/ 339 w 21600"/>
              <a:gd name="T3" fmla="*/ 43197 h 43197"/>
              <a:gd name="T4" fmla="*/ 0 w 21600"/>
              <a:gd name="T5" fmla="*/ 21600 h 43197"/>
            </a:gdLst>
            <a:ahLst/>
            <a:cxnLst>
              <a:cxn ang="0">
                <a:pos x="T0" y="T1"/>
              </a:cxn>
              <a:cxn ang="0">
                <a:pos x="T2" y="T3"/>
              </a:cxn>
              <a:cxn ang="0">
                <a:pos x="T4" y="T5"/>
              </a:cxn>
            </a:cxnLst>
            <a:rect l="0" t="0" r="r" b="b"/>
            <a:pathLst>
              <a:path w="21600" h="43197" fill="none" extrusionOk="0">
                <a:moveTo>
                  <a:pt x="0" y="0"/>
                </a:moveTo>
                <a:cubicBezTo>
                  <a:pt x="11929" y="0"/>
                  <a:pt x="21600" y="9670"/>
                  <a:pt x="21600" y="21600"/>
                </a:cubicBezTo>
                <a:cubicBezTo>
                  <a:pt x="21600" y="33397"/>
                  <a:pt x="12134" y="43012"/>
                  <a:pt x="339" y="43197"/>
                </a:cubicBezTo>
              </a:path>
              <a:path w="21600" h="43197" stroke="0" extrusionOk="0">
                <a:moveTo>
                  <a:pt x="0" y="0"/>
                </a:moveTo>
                <a:cubicBezTo>
                  <a:pt x="11929" y="0"/>
                  <a:pt x="21600" y="9670"/>
                  <a:pt x="21600" y="21600"/>
                </a:cubicBezTo>
                <a:cubicBezTo>
                  <a:pt x="21600" y="33397"/>
                  <a:pt x="12134" y="43012"/>
                  <a:pt x="339" y="43197"/>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92926" name="Arc 62">
            <a:extLst>
              <a:ext uri="{FF2B5EF4-FFF2-40B4-BE49-F238E27FC236}">
                <a16:creationId xmlns:a16="http://schemas.microsoft.com/office/drawing/2014/main" id="{EC342CE2-86C7-7CC7-1998-CF463733CEF7}"/>
              </a:ext>
            </a:extLst>
          </p:cNvPr>
          <p:cNvSpPr>
            <a:spLocks/>
          </p:cNvSpPr>
          <p:nvPr/>
        </p:nvSpPr>
        <p:spPr bwMode="auto">
          <a:xfrm>
            <a:off x="5303839" y="4365626"/>
            <a:ext cx="287337" cy="1439863"/>
          </a:xfrm>
          <a:custGeom>
            <a:avLst/>
            <a:gdLst>
              <a:gd name="G0" fmla="+- 0 0 0"/>
              <a:gd name="G1" fmla="+- 21600 0 0"/>
              <a:gd name="G2" fmla="+- 21600 0 0"/>
              <a:gd name="T0" fmla="*/ 0 w 21600"/>
              <a:gd name="T1" fmla="*/ 0 h 43197"/>
              <a:gd name="T2" fmla="*/ 339 w 21600"/>
              <a:gd name="T3" fmla="*/ 43197 h 43197"/>
              <a:gd name="T4" fmla="*/ 0 w 21600"/>
              <a:gd name="T5" fmla="*/ 21600 h 43197"/>
            </a:gdLst>
            <a:ahLst/>
            <a:cxnLst>
              <a:cxn ang="0">
                <a:pos x="T0" y="T1"/>
              </a:cxn>
              <a:cxn ang="0">
                <a:pos x="T2" y="T3"/>
              </a:cxn>
              <a:cxn ang="0">
                <a:pos x="T4" y="T5"/>
              </a:cxn>
            </a:cxnLst>
            <a:rect l="0" t="0" r="r" b="b"/>
            <a:pathLst>
              <a:path w="21600" h="43197" fill="none" extrusionOk="0">
                <a:moveTo>
                  <a:pt x="0" y="0"/>
                </a:moveTo>
                <a:cubicBezTo>
                  <a:pt x="11929" y="0"/>
                  <a:pt x="21600" y="9670"/>
                  <a:pt x="21600" y="21600"/>
                </a:cubicBezTo>
                <a:cubicBezTo>
                  <a:pt x="21600" y="33397"/>
                  <a:pt x="12134" y="43012"/>
                  <a:pt x="339" y="43197"/>
                </a:cubicBezTo>
              </a:path>
              <a:path w="21600" h="43197" stroke="0" extrusionOk="0">
                <a:moveTo>
                  <a:pt x="0" y="0"/>
                </a:moveTo>
                <a:cubicBezTo>
                  <a:pt x="11929" y="0"/>
                  <a:pt x="21600" y="9670"/>
                  <a:pt x="21600" y="21600"/>
                </a:cubicBezTo>
                <a:cubicBezTo>
                  <a:pt x="21600" y="33397"/>
                  <a:pt x="12134" y="43012"/>
                  <a:pt x="339" y="43197"/>
                </a:cubicBezTo>
                <a:lnTo>
                  <a:pt x="0" y="2160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292927" name="AutoShape 63">
            <a:extLst>
              <a:ext uri="{FF2B5EF4-FFF2-40B4-BE49-F238E27FC236}">
                <a16:creationId xmlns:a16="http://schemas.microsoft.com/office/drawing/2014/main" id="{1FD6A414-1CC8-A12B-9638-5CA37130F49C}"/>
              </a:ext>
            </a:extLst>
          </p:cNvPr>
          <p:cNvSpPr>
            <a:spLocks noChangeArrowheads="1"/>
          </p:cNvSpPr>
          <p:nvPr/>
        </p:nvSpPr>
        <p:spPr bwMode="auto">
          <a:xfrm>
            <a:off x="2422526" y="2781301"/>
            <a:ext cx="1368425" cy="576263"/>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IT" b="1" dirty="0">
                <a:latin typeface="Courier New" panose="02070309020205020404" pitchFamily="49" charset="0"/>
              </a:rPr>
              <a:t>configure</a:t>
            </a:r>
          </a:p>
        </p:txBody>
      </p:sp>
      <p:sp>
        <p:nvSpPr>
          <p:cNvPr id="292928" name="AutoShape 64">
            <a:extLst>
              <a:ext uri="{FF2B5EF4-FFF2-40B4-BE49-F238E27FC236}">
                <a16:creationId xmlns:a16="http://schemas.microsoft.com/office/drawing/2014/main" id="{B9ED51A9-14C0-277E-2C4A-A7E3B8A26F6C}"/>
              </a:ext>
            </a:extLst>
          </p:cNvPr>
          <p:cNvSpPr>
            <a:spLocks noChangeArrowheads="1"/>
          </p:cNvSpPr>
          <p:nvPr/>
        </p:nvSpPr>
        <p:spPr bwMode="auto">
          <a:xfrm>
            <a:off x="2422526" y="4870451"/>
            <a:ext cx="1368425" cy="576263"/>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IT" b="1">
                <a:latin typeface="Courier New" panose="02070309020205020404" pitchFamily="49" charset="0"/>
              </a:rPr>
              <a:t>enable</a:t>
            </a:r>
          </a:p>
        </p:txBody>
      </p:sp>
      <p:sp>
        <p:nvSpPr>
          <p:cNvPr id="292929" name="AutoShape 65">
            <a:extLst>
              <a:ext uri="{FF2B5EF4-FFF2-40B4-BE49-F238E27FC236}">
                <a16:creationId xmlns:a16="http://schemas.microsoft.com/office/drawing/2014/main" id="{C157EEDC-5A4C-59DF-1D5A-FDFCA84D72A6}"/>
              </a:ext>
            </a:extLst>
          </p:cNvPr>
          <p:cNvSpPr>
            <a:spLocks noChangeArrowheads="1"/>
          </p:cNvSpPr>
          <p:nvPr/>
        </p:nvSpPr>
        <p:spPr bwMode="auto">
          <a:xfrm>
            <a:off x="5014914" y="4870451"/>
            <a:ext cx="1368425" cy="576263"/>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IT" b="1">
                <a:latin typeface="Courier New" panose="02070309020205020404" pitchFamily="49" charset="0"/>
              </a:rPr>
              <a:t>disable</a:t>
            </a:r>
          </a:p>
        </p:txBody>
      </p:sp>
      <p:sp>
        <p:nvSpPr>
          <p:cNvPr id="292930" name="AutoShape 66">
            <a:extLst>
              <a:ext uri="{FF2B5EF4-FFF2-40B4-BE49-F238E27FC236}">
                <a16:creationId xmlns:a16="http://schemas.microsoft.com/office/drawing/2014/main" id="{FB595D94-20B4-6C34-441F-9CB8A35C1E11}"/>
              </a:ext>
            </a:extLst>
          </p:cNvPr>
          <p:cNvSpPr>
            <a:spLocks noChangeArrowheads="1"/>
          </p:cNvSpPr>
          <p:nvPr/>
        </p:nvSpPr>
        <p:spPr bwMode="auto">
          <a:xfrm>
            <a:off x="5014914" y="2781301"/>
            <a:ext cx="1368425" cy="576263"/>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en-IT" b="1">
                <a:latin typeface="Courier New" panose="02070309020205020404" pitchFamily="49" charset="0"/>
              </a:rPr>
              <a:t>quit</a:t>
            </a:r>
          </a:p>
        </p:txBody>
      </p:sp>
      <p:sp>
        <p:nvSpPr>
          <p:cNvPr id="4" name="AutoShape 4">
            <a:extLst>
              <a:ext uri="{FF2B5EF4-FFF2-40B4-BE49-F238E27FC236}">
                <a16:creationId xmlns:a16="http://schemas.microsoft.com/office/drawing/2014/main" id="{F484DC2C-7526-7731-1CAE-31B7EEDEA890}"/>
              </a:ext>
            </a:extLst>
          </p:cNvPr>
          <p:cNvSpPr>
            <a:spLocks noChangeArrowheads="1"/>
          </p:cNvSpPr>
          <p:nvPr/>
        </p:nvSpPr>
        <p:spPr bwMode="auto">
          <a:xfrm>
            <a:off x="1077088" y="4143773"/>
            <a:ext cx="1830417" cy="510778"/>
          </a:xfrm>
          <a:prstGeom prst="wedgeRoundRectCallout">
            <a:avLst>
              <a:gd name="adj1" fmla="val 80897"/>
              <a:gd name="adj2" fmla="val -114134"/>
              <a:gd name="adj3" fmla="val 16667"/>
            </a:avLst>
          </a:prstGeom>
          <a:solidFill>
            <a:schemeClr val="accent2"/>
          </a:solidFill>
          <a:ln w="9525">
            <a:solidFill>
              <a:schemeClr val="tx1"/>
            </a:solidFill>
            <a:miter lim="800000"/>
            <a:headEnd/>
            <a:tailEnd/>
          </a:ln>
          <a:effectLst>
            <a:outerShdw dist="107763" dir="2700000" algn="ctr" rotWithShape="0">
              <a:schemeClr val="bg2"/>
            </a:outerShdw>
          </a:effectLst>
        </p:spPr>
        <p:txBody>
          <a:bodyPr wrap="none">
            <a:spAutoFit/>
          </a:bodyPr>
          <a:lstStyle/>
          <a:p>
            <a:pPr algn="ctr" eaLnBrk="0" hangingPunct="0"/>
            <a:r>
              <a:rPr lang="en-US" altLang="en-IT" sz="2400" dirty="0">
                <a:latin typeface="Tahoma" panose="020B0604030504040204" pitchFamily="34" charset="0"/>
              </a:rPr>
              <a:t>default user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a:extLst>
              <a:ext uri="{FF2B5EF4-FFF2-40B4-BE49-F238E27FC236}">
                <a16:creationId xmlns:a16="http://schemas.microsoft.com/office/drawing/2014/main" id="{C8AB0FD9-317A-854B-E578-52DE394E8B01}"/>
              </a:ext>
            </a:extLst>
          </p:cNvPr>
          <p:cNvSpPr>
            <a:spLocks noGrp="1" noChangeArrowheads="1"/>
          </p:cNvSpPr>
          <p:nvPr>
            <p:ph type="title"/>
          </p:nvPr>
        </p:nvSpPr>
        <p:spPr/>
        <p:txBody>
          <a:bodyPr/>
          <a:lstStyle/>
          <a:p>
            <a:r>
              <a:rPr lang="it-IT" altLang="en-IT"/>
              <a:t>inspecting the frr routing table</a:t>
            </a:r>
          </a:p>
        </p:txBody>
      </p:sp>
      <p:sp>
        <p:nvSpPr>
          <p:cNvPr id="329756" name="Rectangle 28">
            <a:extLst>
              <a:ext uri="{FF2B5EF4-FFF2-40B4-BE49-F238E27FC236}">
                <a16:creationId xmlns:a16="http://schemas.microsoft.com/office/drawing/2014/main" id="{4CEDEA23-BCA7-5AE6-F37F-902C6055917C}"/>
              </a:ext>
            </a:extLst>
          </p:cNvPr>
          <p:cNvSpPr>
            <a:spLocks noGrp="1" noChangeArrowheads="1"/>
          </p:cNvSpPr>
          <p:nvPr>
            <p:ph idx="1"/>
          </p:nvPr>
        </p:nvSpPr>
        <p:spPr/>
        <p:txBody>
          <a:bodyPr/>
          <a:lstStyle/>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endParaRPr lang="it-IT" altLang="en-IT" sz="2800" dirty="0"/>
          </a:p>
          <a:p>
            <a:pPr>
              <a:lnSpc>
                <a:spcPct val="90000"/>
              </a:lnSpc>
            </a:pPr>
            <a:r>
              <a:rPr lang="it-IT" altLang="en-IT" sz="2800" dirty="0"/>
              <a:t>FIB entries from </a:t>
            </a:r>
            <a:r>
              <a:rPr lang="it-IT" altLang="en-IT" sz="2800" dirty="0" err="1"/>
              <a:t>this</a:t>
            </a:r>
            <a:r>
              <a:rPr lang="it-IT" altLang="en-IT" sz="2800" dirty="0"/>
              <a:t> </a:t>
            </a:r>
            <a:r>
              <a:rPr lang="it-IT" altLang="en-IT" sz="2800" dirty="0" err="1"/>
              <a:t>table</a:t>
            </a:r>
            <a:r>
              <a:rPr lang="it-IT" altLang="en-IT" sz="2800" dirty="0"/>
              <a:t> (</a:t>
            </a:r>
            <a:r>
              <a:rPr lang="it-IT" altLang="en-IT" sz="2800" dirty="0" err="1"/>
              <a:t>marked</a:t>
            </a:r>
            <a:r>
              <a:rPr lang="it-IT" altLang="en-IT" sz="2800" dirty="0"/>
              <a:t> with a ‘</a:t>
            </a:r>
            <a:r>
              <a:rPr lang="it-IT" altLang="en-IT" sz="2800" b="1" dirty="0">
                <a:latin typeface="Courier New" panose="02070309020205020404" pitchFamily="49" charset="0"/>
              </a:rPr>
              <a:t>&gt;</a:t>
            </a:r>
            <a:r>
              <a:rPr lang="it-IT" altLang="en-IT" sz="2800" dirty="0"/>
              <a:t>’) are </a:t>
            </a:r>
            <a:r>
              <a:rPr lang="it-IT" altLang="en-IT" sz="2800" dirty="0" err="1"/>
              <a:t>injected</a:t>
            </a:r>
            <a:r>
              <a:rPr lang="it-IT" altLang="en-IT" sz="2800" dirty="0"/>
              <a:t> </a:t>
            </a:r>
            <a:r>
              <a:rPr lang="it-IT" altLang="en-IT" sz="2800" dirty="0" err="1"/>
              <a:t>into</a:t>
            </a:r>
            <a:r>
              <a:rPr lang="it-IT" altLang="en-IT" sz="2800" dirty="0"/>
              <a:t> the kernel </a:t>
            </a:r>
            <a:r>
              <a:rPr lang="it-IT" altLang="en-IT" sz="2800" dirty="0" err="1"/>
              <a:t>routing</a:t>
            </a:r>
            <a:r>
              <a:rPr lang="it-IT" altLang="en-IT" sz="2800" dirty="0"/>
              <a:t> </a:t>
            </a:r>
            <a:r>
              <a:rPr lang="it-IT" altLang="en-IT" sz="2800" dirty="0" err="1"/>
              <a:t>table</a:t>
            </a:r>
            <a:endParaRPr lang="it-IT" altLang="en-IT" sz="2800" dirty="0"/>
          </a:p>
        </p:txBody>
      </p:sp>
      <p:sp>
        <p:nvSpPr>
          <p:cNvPr id="2" name="Date Placeholder 3">
            <a:extLst>
              <a:ext uri="{FF2B5EF4-FFF2-40B4-BE49-F238E27FC236}">
                <a16:creationId xmlns:a16="http://schemas.microsoft.com/office/drawing/2014/main" id="{1CCD7E2E-86E6-3380-E9F6-1E5A95D2EAF3}"/>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25BC10EF-8987-A8E3-C25C-954343B3D2DF}"/>
              </a:ext>
            </a:extLst>
          </p:cNvPr>
          <p:cNvSpPr>
            <a:spLocks noGrp="1"/>
          </p:cNvSpPr>
          <p:nvPr>
            <p:ph type="ftr" sz="quarter" idx="11"/>
          </p:nvPr>
        </p:nvSpPr>
        <p:spPr/>
        <p:txBody>
          <a:bodyPr/>
          <a:lstStyle/>
          <a:p>
            <a:r>
              <a:rPr lang="it-IT" altLang="en-IT"/>
              <a:t>kathara – [ lab: frr ]</a:t>
            </a:r>
          </a:p>
        </p:txBody>
      </p:sp>
      <p:sp>
        <p:nvSpPr>
          <p:cNvPr id="329758" name="Rectangle 30">
            <a:extLst>
              <a:ext uri="{FF2B5EF4-FFF2-40B4-BE49-F238E27FC236}">
                <a16:creationId xmlns:a16="http://schemas.microsoft.com/office/drawing/2014/main" id="{47C829FD-C409-F06B-8E9F-CBD3D7A4C95D}"/>
              </a:ext>
            </a:extLst>
          </p:cNvPr>
          <p:cNvSpPr>
            <a:spLocks noChangeArrowheads="1"/>
          </p:cNvSpPr>
          <p:nvPr/>
        </p:nvSpPr>
        <p:spPr bwMode="auto">
          <a:xfrm>
            <a:off x="9332914" y="6524626"/>
            <a:ext cx="171608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pPr>
            <a:r>
              <a:rPr lang="en-US" altLang="en-IT" sz="900">
                <a:solidFill>
                  <a:schemeClr val="bg2"/>
                </a:solidFill>
                <a:cs typeface="Arial" panose="020B0604020202020204" pitchFamily="34" charset="0"/>
              </a:rPr>
              <a:t>© Computer Networks Research Group Roma Tre</a:t>
            </a:r>
          </a:p>
        </p:txBody>
      </p:sp>
      <p:grpSp>
        <p:nvGrpSpPr>
          <p:cNvPr id="4" name="Group 3">
            <a:extLst>
              <a:ext uri="{FF2B5EF4-FFF2-40B4-BE49-F238E27FC236}">
                <a16:creationId xmlns:a16="http://schemas.microsoft.com/office/drawing/2014/main" id="{A104DB9E-439B-1A28-33A7-E4BFB662BBB6}"/>
              </a:ext>
            </a:extLst>
          </p:cNvPr>
          <p:cNvGrpSpPr/>
          <p:nvPr/>
        </p:nvGrpSpPr>
        <p:grpSpPr>
          <a:xfrm>
            <a:off x="1095163" y="1412875"/>
            <a:ext cx="10001674" cy="3384376"/>
            <a:chOff x="73405" y="1347406"/>
            <a:chExt cx="10001674" cy="3384376"/>
          </a:xfrm>
        </p:grpSpPr>
        <p:grpSp>
          <p:nvGrpSpPr>
            <p:cNvPr id="5" name="Group 4">
              <a:extLst>
                <a:ext uri="{FF2B5EF4-FFF2-40B4-BE49-F238E27FC236}">
                  <a16:creationId xmlns:a16="http://schemas.microsoft.com/office/drawing/2014/main" id="{2040D2BC-1F34-4EF7-2720-5B38F9D387CE}"/>
                </a:ext>
              </a:extLst>
            </p:cNvPr>
            <p:cNvGrpSpPr/>
            <p:nvPr/>
          </p:nvGrpSpPr>
          <p:grpSpPr>
            <a:xfrm>
              <a:off x="73405" y="1347406"/>
              <a:ext cx="10001674" cy="3384376"/>
              <a:chOff x="485938" y="1995487"/>
              <a:chExt cx="8291351" cy="3384376"/>
            </a:xfrm>
          </p:grpSpPr>
          <p:sp>
            <p:nvSpPr>
              <p:cNvPr id="10" name="Rectangle 9">
                <a:extLst>
                  <a:ext uri="{FF2B5EF4-FFF2-40B4-BE49-F238E27FC236}">
                    <a16:creationId xmlns:a16="http://schemas.microsoft.com/office/drawing/2014/main" id="{CAAF2610-AA3C-F854-43C1-EAD5CD3FFC8B}"/>
                  </a:ext>
                </a:extLst>
              </p:cNvPr>
              <p:cNvSpPr/>
              <p:nvPr/>
            </p:nvSpPr>
            <p:spPr>
              <a:xfrm>
                <a:off x="485938" y="2203267"/>
                <a:ext cx="8291351" cy="3176596"/>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fontAlgn="auto" hangingPunct="1">
                  <a:spcBef>
                    <a:spcPts val="0"/>
                  </a:spcBef>
                  <a:spcAft>
                    <a:spcPts val="0"/>
                  </a:spcAft>
                  <a:defRPr/>
                </a:pPr>
                <a:r>
                  <a:rPr lang="it-IT" kern="0" dirty="0">
                    <a:solidFill>
                      <a:prstClr val="white">
                        <a:lumMod val="65000"/>
                      </a:prstClr>
                    </a:solidFill>
                    <a:latin typeface="Consolas" panose="020B0609020204030204" pitchFamily="49" charset="0"/>
                  </a:rPr>
                  <a:t>r1# </a:t>
                </a:r>
                <a:r>
                  <a:rPr lang="it-IT" b="1" kern="0" dirty="0">
                    <a:solidFill>
                      <a:prstClr val="white"/>
                    </a:solidFill>
                    <a:latin typeface="Consolas" panose="020B0609020204030204" pitchFamily="49" charset="0"/>
                  </a:rPr>
                  <a:t>show </a:t>
                </a:r>
                <a:r>
                  <a:rPr lang="it-IT" b="1" kern="0" dirty="0" err="1">
                    <a:solidFill>
                      <a:prstClr val="white"/>
                    </a:solidFill>
                    <a:latin typeface="Consolas" panose="020B0609020204030204" pitchFamily="49" charset="0"/>
                  </a:rPr>
                  <a:t>ip</a:t>
                </a:r>
                <a:r>
                  <a:rPr lang="it-IT" b="1" kern="0" dirty="0">
                    <a:solidFill>
                      <a:prstClr val="white"/>
                    </a:solidFill>
                    <a:latin typeface="Consolas" panose="020B0609020204030204" pitchFamily="49" charset="0"/>
                  </a:rPr>
                  <a:t> </a:t>
                </a:r>
                <a:r>
                  <a:rPr lang="it-IT" b="1" kern="0" dirty="0" err="1">
                    <a:solidFill>
                      <a:prstClr val="white"/>
                    </a:solidFill>
                    <a:latin typeface="Consolas" panose="020B0609020204030204" pitchFamily="49" charset="0"/>
                  </a:rPr>
                  <a:t>route</a:t>
                </a:r>
                <a:endParaRPr kumimoji="0" lang="it-IT" sz="1800" b="1"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Codes</a:t>
                </a:r>
                <a:r>
                  <a:rPr lang="it-IT" kern="0" dirty="0">
                    <a:solidFill>
                      <a:prstClr val="white"/>
                    </a:solidFill>
                    <a:latin typeface="Consolas" panose="020B0609020204030204" pitchFamily="49" charset="0"/>
                  </a:rPr>
                  <a:t>: K - kernel </a:t>
                </a:r>
                <a:r>
                  <a:rPr lang="it-IT" kern="0" dirty="0" err="1">
                    <a:solidFill>
                      <a:prstClr val="white"/>
                    </a:solidFill>
                    <a:latin typeface="Consolas" panose="020B0609020204030204" pitchFamily="49" charset="0"/>
                  </a:rPr>
                  <a:t>route</a:t>
                </a:r>
                <a:r>
                  <a:rPr lang="it-IT" kern="0" dirty="0">
                    <a:solidFill>
                      <a:prstClr val="white"/>
                    </a:solidFill>
                    <a:latin typeface="Consolas" panose="020B0609020204030204" pitchFamily="49" charset="0"/>
                  </a:rPr>
                  <a:t>, C - </a:t>
                </a:r>
                <a:r>
                  <a:rPr lang="it-IT" kern="0" dirty="0" err="1">
                    <a:solidFill>
                      <a:prstClr val="white"/>
                    </a:solidFill>
                    <a:latin typeface="Consolas" panose="020B0609020204030204" pitchFamily="49" charset="0"/>
                  </a:rPr>
                  <a:t>connected</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S</a:t>
                </a:r>
                <a:r>
                  <a:rPr lang="it-IT" kern="0" dirty="0">
                    <a:solidFill>
                      <a:prstClr val="white"/>
                    </a:solidFill>
                    <a:latin typeface="Consolas" panose="020B0609020204030204" pitchFamily="49" charset="0"/>
                  </a:rPr>
                  <a:t> - </a:t>
                </a:r>
                <a:r>
                  <a:rPr lang="it-IT" kern="0" dirty="0" err="1">
                    <a:solidFill>
                      <a:prstClr val="white"/>
                    </a:solidFill>
                    <a:latin typeface="Consolas" panose="020B0609020204030204" pitchFamily="49" charset="0"/>
                  </a:rPr>
                  <a:t>static</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R</a:t>
                </a:r>
                <a:r>
                  <a:rPr lang="it-IT" kern="0" dirty="0">
                    <a:solidFill>
                      <a:prstClr val="white"/>
                    </a:solidFill>
                    <a:latin typeface="Consolas" panose="020B0609020204030204" pitchFamily="49" charset="0"/>
                  </a:rPr>
                  <a:t> - RIP, O - OSPF,</a:t>
                </a:r>
              </a:p>
              <a:p>
                <a:pPr eaLnBrk="1" fontAlgn="auto" hangingPunct="1">
                  <a:spcBef>
                    <a:spcPts val="0"/>
                  </a:spcBef>
                  <a:spcAft>
                    <a:spcPts val="0"/>
                  </a:spcAft>
                  <a:defRPr/>
                </a:pPr>
                <a:r>
                  <a:rPr lang="it-IT" kern="0" dirty="0">
                    <a:solidFill>
                      <a:prstClr val="white"/>
                    </a:solidFill>
                    <a:latin typeface="Consolas" panose="020B0609020204030204" pitchFamily="49" charset="0"/>
                  </a:rPr>
                  <a:t>     I - IS-IS, B - BGP, E - EIGRP, </a:t>
                </a:r>
                <a:r>
                  <a:rPr lang="it-IT" kern="0" dirty="0" err="1">
                    <a:solidFill>
                      <a:prstClr val="white"/>
                    </a:solidFill>
                    <a:latin typeface="Consolas" panose="020B0609020204030204" pitchFamily="49" charset="0"/>
                  </a:rPr>
                  <a:t>N</a:t>
                </a:r>
                <a:r>
                  <a:rPr lang="it-IT" kern="0" dirty="0">
                    <a:solidFill>
                      <a:prstClr val="white"/>
                    </a:solidFill>
                    <a:latin typeface="Consolas" panose="020B0609020204030204" pitchFamily="49" charset="0"/>
                  </a:rPr>
                  <a:t> - NHRP, T - </a:t>
                </a:r>
                <a:r>
                  <a:rPr lang="it-IT" kern="0" dirty="0" err="1">
                    <a:solidFill>
                      <a:prstClr val="white"/>
                    </a:solidFill>
                    <a:latin typeface="Consolas" panose="020B0609020204030204" pitchFamily="49" charset="0"/>
                  </a:rPr>
                  <a:t>Table</a:t>
                </a:r>
                <a:r>
                  <a:rPr lang="it-IT" kern="0" dirty="0">
                    <a:solidFill>
                      <a:prstClr val="white"/>
                    </a:solidFill>
                    <a:latin typeface="Consolas" panose="020B0609020204030204" pitchFamily="49" charset="0"/>
                  </a:rPr>
                  <a:t>, v - VNC, </a:t>
                </a:r>
              </a:p>
              <a:p>
                <a:pPr eaLnBrk="1" fontAlgn="auto" hangingPunct="1">
                  <a:spcBef>
                    <a:spcPts val="0"/>
                  </a:spcBef>
                  <a:spcAft>
                    <a:spcPts val="0"/>
                  </a:spcAft>
                  <a:defRPr/>
                </a:pPr>
                <a:r>
                  <a:rPr lang="it-IT" kern="0" dirty="0">
                    <a:solidFill>
                      <a:prstClr val="white"/>
                    </a:solidFill>
                    <a:latin typeface="Consolas" panose="020B0609020204030204" pitchFamily="49" charset="0"/>
                  </a:rPr>
                  <a:t>     V - VNC-Direct, A - </a:t>
                </a:r>
                <a:r>
                  <a:rPr lang="it-IT" kern="0" dirty="0" err="1">
                    <a:solidFill>
                      <a:prstClr val="white"/>
                    </a:solidFill>
                    <a:latin typeface="Consolas" panose="020B0609020204030204" pitchFamily="49" charset="0"/>
                  </a:rPr>
                  <a:t>Babel</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F</a:t>
                </a:r>
                <a:r>
                  <a:rPr lang="it-IT" kern="0" dirty="0">
                    <a:solidFill>
                      <a:prstClr val="white"/>
                    </a:solidFill>
                    <a:latin typeface="Consolas" panose="020B0609020204030204" pitchFamily="49" charset="0"/>
                  </a:rPr>
                  <a:t> - PBR, </a:t>
                </a:r>
                <a:r>
                  <a:rPr lang="it-IT" kern="0" dirty="0" err="1">
                    <a:solidFill>
                      <a:prstClr val="white"/>
                    </a:solidFill>
                    <a:latin typeface="Consolas" panose="020B0609020204030204" pitchFamily="49" charset="0"/>
                  </a:rPr>
                  <a:t>f</a:t>
                </a:r>
                <a:r>
                  <a:rPr lang="it-IT" kern="0" dirty="0">
                    <a:solidFill>
                      <a:prstClr val="white"/>
                    </a:solidFill>
                    <a:latin typeface="Consolas" panose="020B0609020204030204" pitchFamily="49" charset="0"/>
                  </a:rPr>
                  <a:t> - </a:t>
                </a:r>
                <a:r>
                  <a:rPr lang="it-IT" kern="0" dirty="0" err="1">
                    <a:solidFill>
                      <a:prstClr val="white"/>
                    </a:solidFill>
                    <a:latin typeface="Consolas" panose="020B0609020204030204" pitchFamily="49" charset="0"/>
                  </a:rPr>
                  <a:t>OpenFabric</a:t>
                </a:r>
                <a:r>
                  <a:rPr lang="it-IT" kern="0" dirty="0">
                    <a:solidFill>
                      <a:prstClr val="white"/>
                    </a:solidFill>
                    <a:latin typeface="Consolas" panose="020B0609020204030204" pitchFamily="49" charset="0"/>
                  </a:rPr>
                  <a:t>,</a:t>
                </a:r>
              </a:p>
              <a:p>
                <a:pPr eaLnBrk="1" fontAlgn="auto" hangingPunct="1">
                  <a:spcBef>
                    <a:spcPts val="0"/>
                  </a:spcBef>
                  <a:spcAft>
                    <a:spcPts val="0"/>
                  </a:spcAft>
                  <a:defRPr/>
                </a:pPr>
                <a:r>
                  <a:rPr lang="it-IT" kern="0" dirty="0">
                    <a:solidFill>
                      <a:prstClr val="white"/>
                    </a:solidFill>
                    <a:latin typeface="Consolas" panose="020B0609020204030204" pitchFamily="49" charset="0"/>
                  </a:rPr>
                  <a:t>     &gt; - </a:t>
                </a:r>
                <a:r>
                  <a:rPr lang="it-IT" kern="0" dirty="0" err="1">
                    <a:solidFill>
                      <a:prstClr val="white"/>
                    </a:solidFill>
                    <a:latin typeface="Consolas" panose="020B0609020204030204" pitchFamily="49" charset="0"/>
                  </a:rPr>
                  <a:t>selected</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route</a:t>
                </a:r>
                <a:r>
                  <a:rPr lang="it-IT" kern="0" dirty="0">
                    <a:solidFill>
                      <a:prstClr val="white"/>
                    </a:solidFill>
                    <a:latin typeface="Consolas" panose="020B0609020204030204" pitchFamily="49" charset="0"/>
                  </a:rPr>
                  <a:t>, * - FIB </a:t>
                </a:r>
                <a:r>
                  <a:rPr lang="it-IT" kern="0" dirty="0" err="1">
                    <a:solidFill>
                      <a:prstClr val="white"/>
                    </a:solidFill>
                    <a:latin typeface="Consolas" panose="020B0609020204030204" pitchFamily="49" charset="0"/>
                  </a:rPr>
                  <a:t>route</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q</a:t>
                </a:r>
                <a:r>
                  <a:rPr lang="it-IT" kern="0" dirty="0">
                    <a:solidFill>
                      <a:prstClr val="white"/>
                    </a:solidFill>
                    <a:latin typeface="Consolas" panose="020B0609020204030204" pitchFamily="49" charset="0"/>
                  </a:rPr>
                  <a:t> - </a:t>
                </a:r>
                <a:r>
                  <a:rPr lang="it-IT" kern="0" dirty="0" err="1">
                    <a:solidFill>
                      <a:prstClr val="white"/>
                    </a:solidFill>
                    <a:latin typeface="Consolas" panose="020B0609020204030204" pitchFamily="49" charset="0"/>
                  </a:rPr>
                  <a:t>queued</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r</a:t>
                </a:r>
                <a:r>
                  <a:rPr lang="it-IT" kern="0" dirty="0">
                    <a:solidFill>
                      <a:prstClr val="white"/>
                    </a:solidFill>
                    <a:latin typeface="Consolas" panose="020B0609020204030204" pitchFamily="49" charset="0"/>
                  </a:rPr>
                  <a:t> - </a:t>
                </a:r>
                <a:r>
                  <a:rPr lang="it-IT" kern="0" dirty="0" err="1">
                    <a:solidFill>
                      <a:prstClr val="white"/>
                    </a:solidFill>
                    <a:latin typeface="Consolas" panose="020B0609020204030204" pitchFamily="49" charset="0"/>
                  </a:rPr>
                  <a:t>rejected</a:t>
                </a:r>
                <a:r>
                  <a:rPr lang="it-IT" kern="0" dirty="0">
                    <a:solidFill>
                      <a:prstClr val="white"/>
                    </a:solidFill>
                    <a:latin typeface="Consolas" panose="020B0609020204030204" pitchFamily="49" charset="0"/>
                  </a:rPr>
                  <a:t>, b - backup</a:t>
                </a:r>
              </a:p>
              <a:p>
                <a:pPr eaLnBrk="1" fontAlgn="auto" hangingPunct="1">
                  <a:spcBef>
                    <a:spcPts val="0"/>
                  </a:spcBef>
                  <a:spcAft>
                    <a:spcPts val="0"/>
                  </a:spcAft>
                  <a:defRPr/>
                </a:pPr>
                <a:r>
                  <a:rPr lang="it-IT" kern="0" dirty="0">
                    <a:solidFill>
                      <a:prstClr val="white"/>
                    </a:solidFill>
                    <a:latin typeface="Consolas" panose="020B0609020204030204" pitchFamily="49" charset="0"/>
                  </a:rPr>
                  <a:t>     t - </a:t>
                </a:r>
                <a:r>
                  <a:rPr lang="it-IT" kern="0" dirty="0" err="1">
                    <a:solidFill>
                      <a:prstClr val="white"/>
                    </a:solidFill>
                    <a:latin typeface="Consolas" panose="020B0609020204030204" pitchFamily="49" charset="0"/>
                  </a:rPr>
                  <a:t>trapped</a:t>
                </a:r>
                <a:r>
                  <a:rPr lang="it-IT" kern="0" dirty="0">
                    <a:solidFill>
                      <a:prstClr val="white"/>
                    </a:solidFill>
                    <a:latin typeface="Consolas" panose="020B0609020204030204" pitchFamily="49" charset="0"/>
                  </a:rPr>
                  <a:t>, o - </a:t>
                </a:r>
                <a:r>
                  <a:rPr lang="it-IT" kern="0" dirty="0" err="1">
                    <a:solidFill>
                      <a:prstClr val="white"/>
                    </a:solidFill>
                    <a:latin typeface="Consolas" panose="020B0609020204030204" pitchFamily="49" charset="0"/>
                  </a:rPr>
                  <a:t>offload</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failure</a:t>
                </a: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r>
                  <a:rPr lang="it-IT" kern="0" dirty="0" err="1">
                    <a:solidFill>
                      <a:prstClr val="white"/>
                    </a:solidFill>
                    <a:latin typeface="Consolas" panose="020B0609020204030204" pitchFamily="49" charset="0"/>
                  </a:rPr>
                  <a:t>R</a:t>
                </a:r>
                <a:r>
                  <a:rPr lang="it-IT" kern="0" dirty="0">
                    <a:solidFill>
                      <a:prstClr val="white"/>
                    </a:solidFill>
                    <a:latin typeface="Consolas" panose="020B0609020204030204" pitchFamily="49" charset="0"/>
                  </a:rPr>
                  <a:t>&gt;* 100.0.0.0/24 [120/3] via 200.0.0.1, eth0, weight 1, 00:01:32</a:t>
                </a:r>
              </a:p>
              <a:p>
                <a:pPr eaLnBrk="1" fontAlgn="auto" hangingPunct="1">
                  <a:spcBef>
                    <a:spcPts val="0"/>
                  </a:spcBef>
                  <a:spcAft>
                    <a:spcPts val="0"/>
                  </a:spcAft>
                  <a:defRPr/>
                </a:pPr>
                <a:r>
                  <a:rPr lang="it-IT" kern="0" dirty="0" err="1">
                    <a:solidFill>
                      <a:prstClr val="white"/>
                    </a:solidFill>
                    <a:latin typeface="Consolas" panose="020B0609020204030204" pitchFamily="49" charset="0"/>
                  </a:rPr>
                  <a:t>R</a:t>
                </a:r>
                <a:r>
                  <a:rPr lang="it-IT" kern="0" dirty="0">
                    <a:solidFill>
                      <a:prstClr val="white"/>
                    </a:solidFill>
                    <a:latin typeface="Consolas" panose="020B0609020204030204" pitchFamily="49" charset="0"/>
                  </a:rPr>
                  <a:t>&gt;* 150.0.0.0/30 [120/2] via 200.0.0.1, eth0, weight 1, 00:01:32</a:t>
                </a:r>
              </a:p>
              <a:p>
                <a:pPr eaLnBrk="1" fontAlgn="auto" hangingPunct="1">
                  <a:spcBef>
                    <a:spcPts val="0"/>
                  </a:spcBef>
                  <a:spcAft>
                    <a:spcPts val="0"/>
                  </a:spcAft>
                  <a:defRPr/>
                </a:pPr>
                <a:r>
                  <a:rPr lang="it-IT" kern="0" dirty="0">
                    <a:solidFill>
                      <a:prstClr val="white"/>
                    </a:solidFill>
                    <a:latin typeface="Consolas" panose="020B0609020204030204" pitchFamily="49" charset="0"/>
                  </a:rPr>
                  <a:t>C&gt;* 200.0.0.0/30 </a:t>
                </a:r>
                <a:r>
                  <a:rPr lang="it-IT" kern="0" dirty="0" err="1">
                    <a:solidFill>
                      <a:prstClr val="white"/>
                    </a:solidFill>
                    <a:latin typeface="Consolas" panose="020B0609020204030204" pitchFamily="49" charset="0"/>
                  </a:rPr>
                  <a:t>is</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directly</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connected</a:t>
                </a:r>
                <a:r>
                  <a:rPr lang="it-IT" kern="0" dirty="0">
                    <a:solidFill>
                      <a:prstClr val="white"/>
                    </a:solidFill>
                    <a:latin typeface="Consolas" panose="020B0609020204030204" pitchFamily="49" charset="0"/>
                  </a:rPr>
                  <a:t>, eth0, 00:01:33</a:t>
                </a:r>
              </a:p>
              <a:p>
                <a:pPr eaLnBrk="1" fontAlgn="auto" hangingPunct="1">
                  <a:spcBef>
                    <a:spcPts val="0"/>
                  </a:spcBef>
                  <a:spcAft>
                    <a:spcPts val="0"/>
                  </a:spcAft>
                  <a:defRPr/>
                </a:pPr>
                <a:r>
                  <a:rPr lang="it-IT" kern="0" dirty="0">
                    <a:solidFill>
                      <a:prstClr val="white"/>
                    </a:solidFill>
                    <a:latin typeface="Consolas" panose="020B0609020204030204" pitchFamily="49" charset="0"/>
                  </a:rPr>
                  <a:t>C&gt;* 220.0.0.0/24 </a:t>
                </a:r>
                <a:r>
                  <a:rPr lang="it-IT" kern="0" dirty="0" err="1">
                    <a:solidFill>
                      <a:prstClr val="white"/>
                    </a:solidFill>
                    <a:latin typeface="Consolas" panose="020B0609020204030204" pitchFamily="49" charset="0"/>
                  </a:rPr>
                  <a:t>is</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directly</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connected</a:t>
                </a:r>
                <a:r>
                  <a:rPr lang="it-IT" kern="0" dirty="0">
                    <a:solidFill>
                      <a:prstClr val="white"/>
                    </a:solidFill>
                    <a:latin typeface="Consolas" panose="020B0609020204030204" pitchFamily="49" charset="0"/>
                  </a:rPr>
                  <a:t>, eth1, 00:01:33</a:t>
                </a: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74825DFC-D252-BB80-9EA6-5E98EE8F31A4}"/>
                  </a:ext>
                </a:extLst>
              </p:cNvPr>
              <p:cNvSpPr/>
              <p:nvPr/>
            </p:nvSpPr>
            <p:spPr>
              <a:xfrm>
                <a:off x="485938" y="1995487"/>
                <a:ext cx="8291350"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175E4328-30EC-8FA8-8C65-D5CBA4959FE4}"/>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DD74DCCA-8170-0BF2-1631-78B76DBF27C5}"/>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EC1C199-ECAF-BFAC-ED15-E678809A040B}"/>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E0A8BE7-3336-D5E6-EFB0-576EC9770B21}"/>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a:extLst>
              <a:ext uri="{FF2B5EF4-FFF2-40B4-BE49-F238E27FC236}">
                <a16:creationId xmlns:a16="http://schemas.microsoft.com/office/drawing/2014/main" id="{02369AD4-FE41-C304-D691-D5B36AB10EB6}"/>
              </a:ext>
            </a:extLst>
          </p:cNvPr>
          <p:cNvSpPr>
            <a:spLocks noGrp="1" noChangeArrowheads="1"/>
          </p:cNvSpPr>
          <p:nvPr>
            <p:ph type="title"/>
          </p:nvPr>
        </p:nvSpPr>
        <p:spPr>
          <a:xfrm>
            <a:off x="1638300" y="274639"/>
            <a:ext cx="8915400" cy="777875"/>
          </a:xfrm>
        </p:spPr>
        <p:txBody>
          <a:bodyPr/>
          <a:lstStyle/>
          <a:p>
            <a:r>
              <a:rPr lang="it-IT" altLang="en-IT" sz="4000"/>
              <a:t>inspecting the current configuration</a:t>
            </a:r>
          </a:p>
        </p:txBody>
      </p:sp>
      <p:sp>
        <p:nvSpPr>
          <p:cNvPr id="2" name="Date Placeholder 3">
            <a:extLst>
              <a:ext uri="{FF2B5EF4-FFF2-40B4-BE49-F238E27FC236}">
                <a16:creationId xmlns:a16="http://schemas.microsoft.com/office/drawing/2014/main" id="{055A1B42-C403-1979-5226-FC1BA26C26AF}"/>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9DB258AE-31F1-A011-F166-4A3860AC36A0}"/>
              </a:ext>
            </a:extLst>
          </p:cNvPr>
          <p:cNvSpPr>
            <a:spLocks noGrp="1"/>
          </p:cNvSpPr>
          <p:nvPr>
            <p:ph type="ftr" sz="quarter" idx="11"/>
          </p:nvPr>
        </p:nvSpPr>
        <p:spPr/>
        <p:txBody>
          <a:bodyPr/>
          <a:lstStyle/>
          <a:p>
            <a:r>
              <a:rPr lang="it-IT" altLang="en-IT"/>
              <a:t>kathara – [ lab: frr ]</a:t>
            </a:r>
          </a:p>
        </p:txBody>
      </p:sp>
      <p:grpSp>
        <p:nvGrpSpPr>
          <p:cNvPr id="4" name="Group 3">
            <a:extLst>
              <a:ext uri="{FF2B5EF4-FFF2-40B4-BE49-F238E27FC236}">
                <a16:creationId xmlns:a16="http://schemas.microsoft.com/office/drawing/2014/main" id="{B63A6BBA-EAD8-93BF-BD1C-DC86DCA61283}"/>
              </a:ext>
            </a:extLst>
          </p:cNvPr>
          <p:cNvGrpSpPr/>
          <p:nvPr/>
        </p:nvGrpSpPr>
        <p:grpSpPr>
          <a:xfrm>
            <a:off x="1095163" y="1448780"/>
            <a:ext cx="10001674" cy="3960440"/>
            <a:chOff x="73405" y="1347406"/>
            <a:chExt cx="10001674" cy="3960440"/>
          </a:xfrm>
        </p:grpSpPr>
        <p:grpSp>
          <p:nvGrpSpPr>
            <p:cNvPr id="5" name="Group 4">
              <a:extLst>
                <a:ext uri="{FF2B5EF4-FFF2-40B4-BE49-F238E27FC236}">
                  <a16:creationId xmlns:a16="http://schemas.microsoft.com/office/drawing/2014/main" id="{58C4B6BA-2F80-F471-C19E-2B97ADEBADAF}"/>
                </a:ext>
              </a:extLst>
            </p:cNvPr>
            <p:cNvGrpSpPr/>
            <p:nvPr/>
          </p:nvGrpSpPr>
          <p:grpSpPr>
            <a:xfrm>
              <a:off x="73405" y="1347406"/>
              <a:ext cx="10001674" cy="3960440"/>
              <a:chOff x="485938" y="1995487"/>
              <a:chExt cx="8291351" cy="3960440"/>
            </a:xfrm>
          </p:grpSpPr>
          <p:sp>
            <p:nvSpPr>
              <p:cNvPr id="10" name="Rectangle 9">
                <a:extLst>
                  <a:ext uri="{FF2B5EF4-FFF2-40B4-BE49-F238E27FC236}">
                    <a16:creationId xmlns:a16="http://schemas.microsoft.com/office/drawing/2014/main" id="{C245A479-2FAA-976A-1B8B-FFA2E02A2EA6}"/>
                  </a:ext>
                </a:extLst>
              </p:cNvPr>
              <p:cNvSpPr/>
              <p:nvPr/>
            </p:nvSpPr>
            <p:spPr>
              <a:xfrm>
                <a:off x="485938" y="2203267"/>
                <a:ext cx="8291351" cy="3752660"/>
              </a:xfrm>
              <a:prstGeom prst="rect">
                <a:avLst/>
              </a:prstGeom>
              <a:solidFill>
                <a:sysClr val="windowText" lastClr="000000"/>
              </a:solidFill>
              <a:ln w="57150" cap="flat" cmpd="sng" algn="ctr">
                <a:solidFill>
                  <a:srgbClr val="4472C4"/>
                </a:solidFill>
                <a:prstDash val="solid"/>
                <a:miter lim="800000"/>
              </a:ln>
              <a:effectLst>
                <a:outerShdw blurRad="50800" dist="38100" dir="2700000" algn="tl" rotWithShape="0">
                  <a:prstClr val="black">
                    <a:alpha val="40000"/>
                  </a:prstClr>
                </a:outerShdw>
              </a:effectLst>
            </p:spPr>
            <p:txBody>
              <a:bodyPr rtlCol="0" anchor="t"/>
              <a:lstStyle/>
              <a:p>
                <a:pPr eaLnBrk="1" fontAlgn="auto" hangingPunct="1">
                  <a:spcBef>
                    <a:spcPts val="0"/>
                  </a:spcBef>
                  <a:spcAft>
                    <a:spcPts val="0"/>
                  </a:spcAft>
                  <a:defRPr/>
                </a:pPr>
                <a:r>
                  <a:rPr lang="it-IT" kern="0" dirty="0">
                    <a:solidFill>
                      <a:prstClr val="white">
                        <a:lumMod val="65000"/>
                      </a:prstClr>
                    </a:solidFill>
                    <a:latin typeface="Consolas" panose="020B0609020204030204" pitchFamily="49" charset="0"/>
                  </a:rPr>
                  <a:t>r1# </a:t>
                </a:r>
                <a:r>
                  <a:rPr lang="it-IT" b="1" kern="0" dirty="0">
                    <a:solidFill>
                      <a:prstClr val="white"/>
                    </a:solidFill>
                    <a:latin typeface="Consolas" panose="020B0609020204030204" pitchFamily="49" charset="0"/>
                  </a:rPr>
                  <a:t>show running-</a:t>
                </a:r>
                <a:r>
                  <a:rPr lang="it-IT" b="1" kern="0" dirty="0" err="1">
                    <a:solidFill>
                      <a:prstClr val="white"/>
                    </a:solidFill>
                    <a:latin typeface="Consolas" panose="020B0609020204030204" pitchFamily="49" charset="0"/>
                  </a:rPr>
                  <a:t>config</a:t>
                </a:r>
                <a:endParaRPr kumimoji="0" lang="it-IT" sz="1800" b="1"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a:p>
                <a:pPr eaLnBrk="1" fontAlgn="auto" hangingPunct="1">
                  <a:spcBef>
                    <a:spcPts val="0"/>
                  </a:spcBef>
                  <a:spcAft>
                    <a:spcPts val="0"/>
                  </a:spcAft>
                  <a:defRPr/>
                </a:pPr>
                <a:r>
                  <a:rPr lang="it-IT" kern="0" dirty="0">
                    <a:solidFill>
                      <a:prstClr val="white"/>
                    </a:solidFill>
                    <a:latin typeface="Consolas" panose="020B0609020204030204" pitchFamily="49" charset="0"/>
                  </a:rPr>
                  <a:t>Building </a:t>
                </a:r>
                <a:r>
                  <a:rPr lang="it-IT" kern="0" dirty="0" err="1">
                    <a:solidFill>
                      <a:prstClr val="white"/>
                    </a:solidFill>
                    <a:latin typeface="Consolas" panose="020B0609020204030204" pitchFamily="49" charset="0"/>
                  </a:rPr>
                  <a:t>configuration</a:t>
                </a:r>
                <a:r>
                  <a:rPr lang="it-IT" kern="0" dirty="0">
                    <a:solidFill>
                      <a:prstClr val="white"/>
                    </a:solidFill>
                    <a:latin typeface="Consolas" panose="020B0609020204030204" pitchFamily="49" charset="0"/>
                  </a:rPr>
                  <a:t>...</a:t>
                </a:r>
              </a:p>
              <a:p>
                <a:pPr eaLnBrk="1" fontAlgn="auto" hangingPunct="1">
                  <a:spcBef>
                    <a:spcPts val="0"/>
                  </a:spcBef>
                  <a:spcAft>
                    <a:spcPts val="0"/>
                  </a:spcAft>
                  <a:defRPr/>
                </a:pP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r>
                  <a:rPr lang="it-IT" kern="0" dirty="0" err="1">
                    <a:solidFill>
                      <a:prstClr val="white"/>
                    </a:solidFill>
                    <a:latin typeface="Consolas" panose="020B0609020204030204" pitchFamily="49" charset="0"/>
                  </a:rPr>
                  <a:t>Current</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configuration</a:t>
                </a:r>
                <a:r>
                  <a:rPr lang="it-IT" kern="0" dirty="0">
                    <a:solidFill>
                      <a:prstClr val="white"/>
                    </a:solidFill>
                    <a:latin typeface="Consolas" panose="020B0609020204030204" pitchFamily="49" charset="0"/>
                  </a:rPr>
                  <a:t>:</a:t>
                </a:r>
              </a:p>
              <a:p>
                <a:pPr eaLnBrk="1" fontAlgn="auto" hangingPunct="1">
                  <a:spcBef>
                    <a:spcPts val="0"/>
                  </a:spcBef>
                  <a:spcAft>
                    <a:spcPts val="0"/>
                  </a:spcAft>
                  <a:defRPr/>
                </a:pPr>
                <a:r>
                  <a:rPr lang="it-IT" kern="0" dirty="0">
                    <a:solidFill>
                      <a:prstClr val="white"/>
                    </a:solidFill>
                    <a:latin typeface="Consolas" panose="020B0609020204030204" pitchFamily="49" charset="0"/>
                  </a:rPr>
                  <a:t>!</a:t>
                </a:r>
              </a:p>
              <a:p>
                <a:pPr eaLnBrk="1" fontAlgn="auto" hangingPunct="1">
                  <a:spcBef>
                    <a:spcPts val="0"/>
                  </a:spcBef>
                  <a:spcAft>
                    <a:spcPts val="0"/>
                  </a:spcAft>
                  <a:defRPr/>
                </a:pPr>
                <a:r>
                  <a:rPr lang="it-IT" kern="0" dirty="0" err="1">
                    <a:solidFill>
                      <a:prstClr val="white"/>
                    </a:solidFill>
                    <a:latin typeface="Consolas" panose="020B0609020204030204" pitchFamily="49" charset="0"/>
                  </a:rPr>
                  <a:t>frr</a:t>
                </a:r>
                <a:r>
                  <a:rPr lang="it-IT" kern="0" dirty="0">
                    <a:solidFill>
                      <a:prstClr val="white"/>
                    </a:solidFill>
                    <a:latin typeface="Consolas" panose="020B0609020204030204" pitchFamily="49" charset="0"/>
                  </a:rPr>
                  <a:t> </a:t>
                </a:r>
                <a:r>
                  <a:rPr lang="it-IT" kern="0" dirty="0" err="1">
                    <a:solidFill>
                      <a:prstClr val="white"/>
                    </a:solidFill>
                    <a:latin typeface="Consolas" panose="020B0609020204030204" pitchFamily="49" charset="0"/>
                  </a:rPr>
                  <a:t>version</a:t>
                </a:r>
                <a:r>
                  <a:rPr lang="it-IT" kern="0" dirty="0">
                    <a:solidFill>
                      <a:prstClr val="white"/>
                    </a:solidFill>
                    <a:latin typeface="Consolas" panose="020B0609020204030204" pitchFamily="49" charset="0"/>
                  </a:rPr>
                  <a:t> 9.0.1</a:t>
                </a:r>
              </a:p>
              <a:p>
                <a:pPr eaLnBrk="1" fontAlgn="auto" hangingPunct="1">
                  <a:spcBef>
                    <a:spcPts val="0"/>
                  </a:spcBef>
                  <a:spcAft>
                    <a:spcPts val="0"/>
                  </a:spcAft>
                  <a:defRPr/>
                </a:pPr>
                <a:r>
                  <a:rPr lang="it-IT" kern="0" dirty="0" err="1">
                    <a:solidFill>
                      <a:prstClr val="white"/>
                    </a:solidFill>
                    <a:latin typeface="Consolas" panose="020B0609020204030204" pitchFamily="49" charset="0"/>
                  </a:rPr>
                  <a:t>frr</a:t>
                </a:r>
                <a:r>
                  <a:rPr lang="it-IT" kern="0" dirty="0">
                    <a:solidFill>
                      <a:prstClr val="white"/>
                    </a:solidFill>
                    <a:latin typeface="Consolas" panose="020B0609020204030204" pitchFamily="49" charset="0"/>
                  </a:rPr>
                  <a:t> defaults </a:t>
                </a:r>
                <a:r>
                  <a:rPr lang="it-IT" kern="0" dirty="0" err="1">
                    <a:solidFill>
                      <a:prstClr val="white"/>
                    </a:solidFill>
                    <a:latin typeface="Consolas" panose="020B0609020204030204" pitchFamily="49" charset="0"/>
                  </a:rPr>
                  <a:t>traditional</a:t>
                </a: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r>
                  <a:rPr lang="it-IT" kern="0" dirty="0" err="1">
                    <a:solidFill>
                      <a:prstClr val="white"/>
                    </a:solidFill>
                    <a:latin typeface="Consolas" panose="020B0609020204030204" pitchFamily="49" charset="0"/>
                  </a:rPr>
                  <a:t>hostname</a:t>
                </a:r>
                <a:r>
                  <a:rPr lang="it-IT" kern="0" dirty="0">
                    <a:solidFill>
                      <a:prstClr val="white"/>
                    </a:solidFill>
                    <a:latin typeface="Consolas" panose="020B0609020204030204" pitchFamily="49" charset="0"/>
                  </a:rPr>
                  <a:t> r3</a:t>
                </a:r>
              </a:p>
              <a:p>
                <a:pPr eaLnBrk="1" fontAlgn="auto" hangingPunct="1">
                  <a:spcBef>
                    <a:spcPts val="0"/>
                  </a:spcBef>
                  <a:spcAft>
                    <a:spcPts val="0"/>
                  </a:spcAft>
                  <a:defRPr/>
                </a:pPr>
                <a:r>
                  <a:rPr lang="it-IT" kern="0" dirty="0">
                    <a:solidFill>
                      <a:prstClr val="white"/>
                    </a:solidFill>
                    <a:latin typeface="Consolas" panose="020B0609020204030204" pitchFamily="49" charset="0"/>
                  </a:rPr>
                  <a:t>no ipv6 forwarding</a:t>
                </a:r>
              </a:p>
              <a:p>
                <a:pPr eaLnBrk="1" fontAlgn="auto" hangingPunct="1">
                  <a:spcBef>
                    <a:spcPts val="0"/>
                  </a:spcBef>
                  <a:spcAft>
                    <a:spcPts val="0"/>
                  </a:spcAft>
                  <a:defRPr/>
                </a:pPr>
                <a:r>
                  <a:rPr lang="it-IT" kern="0" dirty="0">
                    <a:solidFill>
                      <a:prstClr val="white"/>
                    </a:solidFill>
                    <a:latin typeface="Consolas" panose="020B0609020204030204" pitchFamily="49" charset="0"/>
                  </a:rPr>
                  <a:t>no service </a:t>
                </a:r>
                <a:r>
                  <a:rPr lang="it-IT" kern="0" dirty="0" err="1">
                    <a:solidFill>
                      <a:prstClr val="white"/>
                    </a:solidFill>
                    <a:latin typeface="Consolas" panose="020B0609020204030204" pitchFamily="49" charset="0"/>
                  </a:rPr>
                  <a:t>integrated-vtysh-config</a:t>
                </a:r>
                <a:endParaRPr lang="it-IT" kern="0" dirty="0">
                  <a:solidFill>
                    <a:prstClr val="white"/>
                  </a:solidFill>
                  <a:latin typeface="Consolas" panose="020B0609020204030204" pitchFamily="49" charset="0"/>
                </a:endParaRPr>
              </a:p>
              <a:p>
                <a:pPr eaLnBrk="1" fontAlgn="auto" hangingPunct="1">
                  <a:spcBef>
                    <a:spcPts val="0"/>
                  </a:spcBef>
                  <a:spcAft>
                    <a:spcPts val="0"/>
                  </a:spcAft>
                  <a:defRPr/>
                </a:pPr>
                <a:r>
                  <a:rPr lang="it-IT" kern="0" dirty="0">
                    <a:solidFill>
                      <a:prstClr val="white"/>
                    </a:solidFill>
                    <a:latin typeface="Consolas" panose="020B0609020204030204" pitchFamily="49" charset="0"/>
                  </a:rPr>
                  <a:t>!</a:t>
                </a:r>
              </a:p>
              <a:p>
                <a:pPr eaLnBrk="1" fontAlgn="auto" hangingPunct="1">
                  <a:spcBef>
                    <a:spcPts val="0"/>
                  </a:spcBef>
                  <a:spcAft>
                    <a:spcPts val="0"/>
                  </a:spcAft>
                  <a:defRPr/>
                </a:pPr>
                <a:r>
                  <a:rPr lang="it-IT" kern="0" dirty="0">
                    <a:solidFill>
                      <a:prstClr val="white"/>
                    </a:solidFill>
                    <a:latin typeface="Consolas" panose="020B0609020204030204" pitchFamily="49" charset="0"/>
                  </a:rPr>
                  <a:t>end</a:t>
                </a:r>
              </a:p>
              <a:p>
                <a:pPr eaLnBrk="1" fontAlgn="auto" hangingPunct="1">
                  <a:spcBef>
                    <a:spcPts val="0"/>
                  </a:spcBef>
                  <a:spcAft>
                    <a:spcPts val="0"/>
                  </a:spcAft>
                  <a:defRPr/>
                </a:pPr>
                <a:r>
                  <a:rPr lang="it-IT" kern="0" dirty="0">
                    <a:solidFill>
                      <a:prstClr val="white">
                        <a:lumMod val="65000"/>
                      </a:prstClr>
                    </a:solidFill>
                    <a:latin typeface="Consolas" panose="020B0609020204030204" pitchFamily="49" charset="0"/>
                  </a:rPr>
                  <a:t>r1#</a:t>
                </a:r>
              </a:p>
              <a:p>
                <a:pPr eaLnBrk="1" fontAlgn="auto" hangingPunct="1">
                  <a:spcBef>
                    <a:spcPts val="0"/>
                  </a:spcBef>
                  <a:spcAft>
                    <a:spcPts val="0"/>
                  </a:spcAft>
                  <a:defRPr/>
                </a:pPr>
                <a:endParaRPr kumimoji="0" lang="it-IT" sz="1800" b="0" i="0" u="none" strike="noStrike" kern="0" cap="none" spc="0" normalizeH="0" baseline="0" noProof="0" dirty="0">
                  <a:ln>
                    <a:noFill/>
                  </a:ln>
                  <a:solidFill>
                    <a:prstClr val="white"/>
                  </a:solidFill>
                  <a:effectLst/>
                  <a:uLnTx/>
                  <a:uFillTx/>
                  <a:latin typeface="Consolas" panose="020B0609020204030204" pitchFamily="49" charset="0"/>
                  <a:ea typeface="+mn-ea"/>
                  <a:cs typeface="+mn-cs"/>
                </a:endParaRPr>
              </a:p>
            </p:txBody>
          </p:sp>
          <p:sp>
            <p:nvSpPr>
              <p:cNvPr id="11" name="Rectangle 10">
                <a:extLst>
                  <a:ext uri="{FF2B5EF4-FFF2-40B4-BE49-F238E27FC236}">
                    <a16:creationId xmlns:a16="http://schemas.microsoft.com/office/drawing/2014/main" id="{0C33984B-C90F-380A-F7FE-286FDD9F582D}"/>
                  </a:ext>
                </a:extLst>
              </p:cNvPr>
              <p:cNvSpPr/>
              <p:nvPr/>
            </p:nvSpPr>
            <p:spPr>
              <a:xfrm>
                <a:off x="485938" y="1995487"/>
                <a:ext cx="8291350" cy="207781"/>
              </a:xfrm>
              <a:prstGeom prst="rect">
                <a:avLst/>
              </a:prstGeom>
              <a:solidFill>
                <a:srgbClr val="4472C4"/>
              </a:solidFill>
              <a:ln w="57150" cap="flat" cmpd="sng" algn="ctr">
                <a:solidFill>
                  <a:srgbClr val="4472C4"/>
                </a:solidFill>
                <a:prstDash val="solid"/>
                <a:miter lim="800000"/>
              </a:ln>
              <a:effectLst>
                <a:outerShdw blurRad="50800" dist="25400" algn="l" rotWithShape="0">
                  <a:prstClr val="black">
                    <a:alpha val="32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50561088-EDAD-8BA8-7E32-211407F37FA2}"/>
                </a:ext>
              </a:extLst>
            </p:cNvPr>
            <p:cNvGrpSpPr/>
            <p:nvPr/>
          </p:nvGrpSpPr>
          <p:grpSpPr>
            <a:xfrm>
              <a:off x="9409698" y="1388178"/>
              <a:ext cx="581348" cy="126235"/>
              <a:chOff x="8092857" y="2035375"/>
              <a:chExt cx="581348" cy="126235"/>
            </a:xfrm>
          </p:grpSpPr>
          <p:sp>
            <p:nvSpPr>
              <p:cNvPr id="7" name="Rectangle 6">
                <a:extLst>
                  <a:ext uri="{FF2B5EF4-FFF2-40B4-BE49-F238E27FC236}">
                    <a16:creationId xmlns:a16="http://schemas.microsoft.com/office/drawing/2014/main" id="{00D5C3CA-52FB-F159-07EF-F8DEC00BF2D5}"/>
                  </a:ext>
                </a:extLst>
              </p:cNvPr>
              <p:cNvSpPr>
                <a:spLocks noChangeAspect="1"/>
              </p:cNvSpPr>
              <p:nvPr/>
            </p:nvSpPr>
            <p:spPr>
              <a:xfrm>
                <a:off x="8548205" y="2035610"/>
                <a:ext cx="126000" cy="126000"/>
              </a:xfrm>
              <a:prstGeom prst="rect">
                <a:avLst/>
              </a:prstGeom>
              <a:solidFill>
                <a:srgbClr val="FF0000">
                  <a:alpha val="50196"/>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F5E9C9F-6D67-B13F-6E72-8217D9679542}"/>
                  </a:ext>
                </a:extLst>
              </p:cNvPr>
              <p:cNvSpPr>
                <a:spLocks noChangeAspect="1"/>
              </p:cNvSpPr>
              <p:nvPr/>
            </p:nvSpPr>
            <p:spPr>
              <a:xfrm>
                <a:off x="8092857"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CED313C7-F704-743A-52EE-A224DC0FD6E7}"/>
                  </a:ext>
                </a:extLst>
              </p:cNvPr>
              <p:cNvSpPr>
                <a:spLocks noChangeAspect="1"/>
              </p:cNvSpPr>
              <p:nvPr/>
            </p:nvSpPr>
            <p:spPr>
              <a:xfrm>
                <a:off x="8320531" y="2035375"/>
                <a:ext cx="126235" cy="126235"/>
              </a:xfrm>
              <a:prstGeom prst="rect">
                <a:avLst/>
              </a:prstGeom>
              <a:solidFill>
                <a:srgbClr val="4472C4">
                  <a:lumMod val="60000"/>
                  <a:lumOff val="40000"/>
                </a:srgbClr>
              </a:solidFill>
              <a:ln w="12700" cap="flat" cmpd="sng" algn="ctr">
                <a:solidFill>
                  <a:srgbClr val="4472C4">
                    <a:shade val="50000"/>
                  </a:srgbClr>
                </a:solidFill>
                <a:prstDash val="solid"/>
                <a:miter lim="800000"/>
              </a:ln>
              <a:effectLst/>
            </p:spPr>
            <p:txBody>
              <a:bodyPr rtlCol="0" anchor="ctr"/>
              <a:lstStyle/>
              <a:p>
                <a:pPr marL="0" marR="0" lvl="0" indent="0" algn="r" defTabSz="914400" eaLnBrk="1" fontAlgn="auto" latinLnBrk="0" hangingPunct="1">
                  <a:lnSpc>
                    <a:spcPct val="100000"/>
                  </a:lnSpc>
                  <a:spcBef>
                    <a:spcPts val="0"/>
                  </a:spcBef>
                  <a:spcAft>
                    <a:spcPts val="0"/>
                  </a:spcAft>
                  <a:buClrTx/>
                  <a:buSzTx/>
                  <a:buFontTx/>
                  <a:buNone/>
                  <a:tabLst/>
                  <a:defRPr/>
                </a:pPr>
                <a:endParaRPr kumimoji="0" lang="it-IT"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a:extLst>
              <a:ext uri="{FF2B5EF4-FFF2-40B4-BE49-F238E27FC236}">
                <a16:creationId xmlns:a16="http://schemas.microsoft.com/office/drawing/2014/main" id="{4456C62D-79FF-7E32-0EFD-BBD957531BE7}"/>
              </a:ext>
            </a:extLst>
          </p:cNvPr>
          <p:cNvSpPr>
            <a:spLocks noGrp="1" noChangeArrowheads="1"/>
          </p:cNvSpPr>
          <p:nvPr>
            <p:ph type="title"/>
          </p:nvPr>
        </p:nvSpPr>
        <p:spPr/>
        <p:txBody>
          <a:bodyPr/>
          <a:lstStyle/>
          <a:p>
            <a:r>
              <a:rPr lang="it-IT" altLang="en-IT"/>
              <a:t>some observations</a:t>
            </a:r>
            <a:endParaRPr lang="en-US" altLang="en-IT"/>
          </a:p>
        </p:txBody>
      </p:sp>
      <p:sp>
        <p:nvSpPr>
          <p:cNvPr id="385027" name="Rectangle 3">
            <a:extLst>
              <a:ext uri="{FF2B5EF4-FFF2-40B4-BE49-F238E27FC236}">
                <a16:creationId xmlns:a16="http://schemas.microsoft.com/office/drawing/2014/main" id="{6E354B36-29A2-0291-599A-191DE31017C4}"/>
              </a:ext>
            </a:extLst>
          </p:cNvPr>
          <p:cNvSpPr>
            <a:spLocks noGrp="1" noChangeArrowheads="1"/>
          </p:cNvSpPr>
          <p:nvPr>
            <p:ph idx="1"/>
          </p:nvPr>
        </p:nvSpPr>
        <p:spPr/>
        <p:txBody>
          <a:bodyPr/>
          <a:lstStyle/>
          <a:p>
            <a:pPr>
              <a:lnSpc>
                <a:spcPct val="90000"/>
              </a:lnSpc>
            </a:pPr>
            <a:r>
              <a:rPr lang="it-IT" altLang="en-IT" dirty="0"/>
              <a:t>the </a:t>
            </a:r>
            <a:r>
              <a:rPr lang="it-IT" altLang="en-IT" dirty="0" err="1"/>
              <a:t>frr</a:t>
            </a:r>
            <a:r>
              <a:rPr lang="it-IT" altLang="en-IT" dirty="0"/>
              <a:t> </a:t>
            </a:r>
            <a:r>
              <a:rPr lang="it-IT" altLang="en-IT" dirty="0" err="1"/>
              <a:t>configuration</a:t>
            </a:r>
            <a:r>
              <a:rPr lang="it-IT" altLang="en-IT" dirty="0"/>
              <a:t> </a:t>
            </a:r>
            <a:r>
              <a:rPr lang="it-IT" altLang="en-IT" dirty="0" err="1"/>
              <a:t>language</a:t>
            </a:r>
            <a:r>
              <a:rPr lang="it-IT" altLang="en-IT" dirty="0"/>
              <a:t> </a:t>
            </a:r>
            <a:r>
              <a:rPr lang="it-IT" altLang="en-IT" dirty="0" err="1"/>
              <a:t>is</a:t>
            </a:r>
            <a:r>
              <a:rPr lang="it-IT" altLang="en-IT" dirty="0"/>
              <a:t> “</a:t>
            </a:r>
            <a:r>
              <a:rPr lang="it-IT" altLang="en-IT" dirty="0" err="1"/>
              <a:t>operational</a:t>
            </a:r>
            <a:r>
              <a:rPr lang="it-IT" altLang="en-IT" dirty="0"/>
              <a:t>” and </a:t>
            </a:r>
            <a:r>
              <a:rPr lang="it-IT" altLang="en-IT" dirty="0" err="1"/>
              <a:t>not</a:t>
            </a:r>
            <a:r>
              <a:rPr lang="it-IT" altLang="en-IT" dirty="0"/>
              <a:t> “</a:t>
            </a:r>
            <a:r>
              <a:rPr lang="it-IT" altLang="en-IT" dirty="0" err="1"/>
              <a:t>declarative</a:t>
            </a:r>
            <a:r>
              <a:rPr lang="it-IT" altLang="en-IT" dirty="0"/>
              <a:t>”</a:t>
            </a:r>
          </a:p>
          <a:p>
            <a:pPr lvl="1">
              <a:lnSpc>
                <a:spcPct val="90000"/>
              </a:lnSpc>
            </a:pPr>
            <a:r>
              <a:rPr lang="it-IT" altLang="en-IT" dirty="0"/>
              <a:t>the </a:t>
            </a:r>
            <a:r>
              <a:rPr lang="it-IT" altLang="en-IT" dirty="0" err="1"/>
              <a:t>configuration</a:t>
            </a:r>
            <a:r>
              <a:rPr lang="it-IT" altLang="en-IT" dirty="0"/>
              <a:t> file </a:t>
            </a:r>
            <a:r>
              <a:rPr lang="it-IT" altLang="en-IT" dirty="0" err="1"/>
              <a:t>is</a:t>
            </a:r>
            <a:r>
              <a:rPr lang="it-IT" altLang="en-IT" dirty="0"/>
              <a:t> </a:t>
            </a:r>
            <a:r>
              <a:rPr lang="it-IT" altLang="en-IT" dirty="0" err="1"/>
              <a:t>simply</a:t>
            </a:r>
            <a:r>
              <a:rPr lang="it-IT" altLang="en-IT" dirty="0"/>
              <a:t> a list of </a:t>
            </a:r>
            <a:r>
              <a:rPr lang="it-IT" altLang="en-IT" dirty="0" err="1"/>
              <a:t>configuration</a:t>
            </a:r>
            <a:r>
              <a:rPr lang="it-IT" altLang="en-IT" dirty="0"/>
              <a:t> </a:t>
            </a:r>
            <a:r>
              <a:rPr lang="it-IT" altLang="en-IT" dirty="0" err="1"/>
              <a:t>commands</a:t>
            </a:r>
            <a:r>
              <a:rPr lang="it-IT" altLang="en-IT" dirty="0"/>
              <a:t> </a:t>
            </a:r>
            <a:r>
              <a:rPr lang="it-IT" altLang="en-IT" dirty="0" err="1"/>
              <a:t>that</a:t>
            </a:r>
            <a:r>
              <a:rPr lang="it-IT" altLang="en-IT" dirty="0"/>
              <a:t> </a:t>
            </a:r>
            <a:r>
              <a:rPr lang="it-IT" altLang="en-IT" dirty="0" err="1"/>
              <a:t>would</a:t>
            </a:r>
            <a:r>
              <a:rPr lang="it-IT" altLang="en-IT" dirty="0"/>
              <a:t> </a:t>
            </a:r>
            <a:r>
              <a:rPr lang="it-IT" altLang="en-IT" dirty="0" err="1"/>
              <a:t>bring</a:t>
            </a:r>
            <a:r>
              <a:rPr lang="it-IT" altLang="en-IT" dirty="0"/>
              <a:t> the router to </a:t>
            </a:r>
            <a:r>
              <a:rPr lang="it-IT" altLang="en-IT" dirty="0" err="1"/>
              <a:t>its</a:t>
            </a:r>
            <a:r>
              <a:rPr lang="it-IT" altLang="en-IT" dirty="0"/>
              <a:t> operative state</a:t>
            </a:r>
          </a:p>
          <a:p>
            <a:pPr lvl="1">
              <a:lnSpc>
                <a:spcPct val="90000"/>
              </a:lnSpc>
            </a:pPr>
            <a:r>
              <a:rPr lang="it-IT" altLang="en-IT" dirty="0" err="1"/>
              <a:t>it</a:t>
            </a:r>
            <a:r>
              <a:rPr lang="it-IT" altLang="en-IT" dirty="0"/>
              <a:t> </a:t>
            </a:r>
            <a:r>
              <a:rPr lang="it-IT" altLang="en-IT" dirty="0" err="1"/>
              <a:t>is</a:t>
            </a:r>
            <a:r>
              <a:rPr lang="it-IT" altLang="en-IT" dirty="0"/>
              <a:t> </a:t>
            </a:r>
            <a:r>
              <a:rPr lang="it-IT" altLang="en-IT" dirty="0" err="1"/>
              <a:t>not</a:t>
            </a:r>
            <a:r>
              <a:rPr lang="it-IT" altLang="en-IT" dirty="0"/>
              <a:t> an abstract </a:t>
            </a:r>
            <a:r>
              <a:rPr lang="it-IT" altLang="en-IT" dirty="0" err="1"/>
              <a:t>description</a:t>
            </a:r>
            <a:r>
              <a:rPr lang="it-IT" altLang="en-IT" dirty="0"/>
              <a:t> of </a:t>
            </a:r>
            <a:r>
              <a:rPr lang="it-IT" altLang="en-IT" dirty="0" err="1"/>
              <a:t>how</a:t>
            </a:r>
            <a:r>
              <a:rPr lang="it-IT" altLang="en-IT" dirty="0"/>
              <a:t> the router </a:t>
            </a:r>
            <a:r>
              <a:rPr lang="it-IT" altLang="en-IT" dirty="0" err="1"/>
              <a:t>should</a:t>
            </a:r>
            <a:r>
              <a:rPr lang="it-IT" altLang="en-IT" dirty="0"/>
              <a:t> </a:t>
            </a:r>
            <a:r>
              <a:rPr lang="it-IT" altLang="en-IT" dirty="0" err="1"/>
              <a:t>behave</a:t>
            </a:r>
            <a:r>
              <a:rPr lang="it-IT" altLang="en-IT" dirty="0"/>
              <a:t> </a:t>
            </a:r>
            <a:r>
              <a:rPr lang="it-IT" altLang="en-IT" dirty="0" err="1"/>
              <a:t>according</a:t>
            </a:r>
            <a:r>
              <a:rPr lang="it-IT" altLang="en-IT" dirty="0"/>
              <a:t> to the </a:t>
            </a:r>
            <a:r>
              <a:rPr lang="it-IT" altLang="en-IT" dirty="0" err="1"/>
              <a:t>configurator</a:t>
            </a:r>
            <a:endParaRPr lang="it-IT" altLang="en-IT" dirty="0"/>
          </a:p>
          <a:p>
            <a:pPr>
              <a:lnSpc>
                <a:spcPct val="90000"/>
              </a:lnSpc>
            </a:pPr>
            <a:r>
              <a:rPr lang="it-IT" altLang="en-IT" dirty="0" err="1"/>
              <a:t>you</a:t>
            </a:r>
            <a:r>
              <a:rPr lang="it-IT" altLang="en-IT" dirty="0"/>
              <a:t> </a:t>
            </a:r>
            <a:r>
              <a:rPr lang="it-IT" altLang="en-IT" dirty="0" err="1"/>
              <a:t>cannot</a:t>
            </a:r>
            <a:r>
              <a:rPr lang="it-IT" altLang="en-IT" dirty="0"/>
              <a:t> </a:t>
            </a:r>
            <a:r>
              <a:rPr lang="it-IT" altLang="en-IT" dirty="0" err="1"/>
              <a:t>remove</a:t>
            </a:r>
            <a:r>
              <a:rPr lang="it-IT" altLang="en-IT" dirty="0"/>
              <a:t> a </a:t>
            </a:r>
            <a:r>
              <a:rPr lang="it-IT" altLang="en-IT" dirty="0" err="1"/>
              <a:t>configuration</a:t>
            </a:r>
            <a:r>
              <a:rPr lang="it-IT" altLang="en-IT" dirty="0"/>
              <a:t> </a:t>
            </a:r>
            <a:r>
              <a:rPr lang="it-IT" altLang="en-IT" dirty="0" err="1"/>
              <a:t>command</a:t>
            </a:r>
            <a:endParaRPr lang="it-IT" altLang="en-IT" dirty="0"/>
          </a:p>
          <a:p>
            <a:pPr lvl="1">
              <a:lnSpc>
                <a:spcPct val="90000"/>
              </a:lnSpc>
            </a:pPr>
            <a:r>
              <a:rPr lang="it-IT" altLang="en-IT" dirty="0" err="1"/>
              <a:t>if</a:t>
            </a:r>
            <a:r>
              <a:rPr lang="it-IT" altLang="en-IT" dirty="0"/>
              <a:t> the </a:t>
            </a:r>
            <a:r>
              <a:rPr lang="it-IT" altLang="en-IT" dirty="0" err="1"/>
              <a:t>command</a:t>
            </a:r>
            <a:r>
              <a:rPr lang="it-IT" altLang="en-IT" dirty="0"/>
              <a:t> </a:t>
            </a:r>
            <a:r>
              <a:rPr lang="it-IT" altLang="en-IT" dirty="0" err="1"/>
              <a:t>has</a:t>
            </a:r>
            <a:r>
              <a:rPr lang="it-IT" altLang="en-IT" dirty="0"/>
              <a:t> a </a:t>
            </a:r>
            <a:r>
              <a:rPr lang="it-IT" altLang="en-IT" dirty="0" err="1"/>
              <a:t>certain</a:t>
            </a:r>
            <a:r>
              <a:rPr lang="it-IT" altLang="en-IT" dirty="0"/>
              <a:t> </a:t>
            </a:r>
            <a:r>
              <a:rPr lang="it-IT" altLang="en-IT" dirty="0" err="1"/>
              <a:t>string</a:t>
            </a:r>
            <a:r>
              <a:rPr lang="it-IT" altLang="en-IT" dirty="0"/>
              <a:t> (e.g., “ipv6 forwarding”) in order to </a:t>
            </a:r>
            <a:r>
              <a:rPr lang="it-IT" altLang="en-IT" dirty="0" err="1"/>
              <a:t>remove</a:t>
            </a:r>
            <a:r>
              <a:rPr lang="it-IT" altLang="en-IT" dirty="0"/>
              <a:t> </a:t>
            </a:r>
            <a:r>
              <a:rPr lang="it-IT" altLang="en-IT" dirty="0" err="1"/>
              <a:t>it</a:t>
            </a:r>
            <a:r>
              <a:rPr lang="it-IT" altLang="en-IT" dirty="0"/>
              <a:t> </a:t>
            </a:r>
            <a:r>
              <a:rPr lang="it-IT" altLang="en-IT" dirty="0" err="1"/>
              <a:t>you</a:t>
            </a:r>
            <a:r>
              <a:rPr lang="it-IT" altLang="en-IT" dirty="0"/>
              <a:t> </a:t>
            </a:r>
            <a:r>
              <a:rPr lang="it-IT" altLang="en-IT" dirty="0" err="1"/>
              <a:t>should</a:t>
            </a:r>
            <a:r>
              <a:rPr lang="it-IT" altLang="en-IT" dirty="0"/>
              <a:t> </a:t>
            </a:r>
            <a:r>
              <a:rPr lang="it-IT" altLang="en-IT" dirty="0" err="1"/>
              <a:t>issue</a:t>
            </a:r>
            <a:r>
              <a:rPr lang="it-IT" altLang="en-IT" dirty="0"/>
              <a:t> the </a:t>
            </a:r>
            <a:r>
              <a:rPr lang="it-IT" altLang="en-IT" dirty="0" err="1"/>
              <a:t>same</a:t>
            </a:r>
            <a:r>
              <a:rPr lang="it-IT" altLang="en-IT" dirty="0"/>
              <a:t> </a:t>
            </a:r>
            <a:r>
              <a:rPr lang="it-IT" altLang="en-IT" dirty="0" err="1"/>
              <a:t>string</a:t>
            </a:r>
            <a:r>
              <a:rPr lang="it-IT" altLang="en-IT" dirty="0"/>
              <a:t> </a:t>
            </a:r>
            <a:r>
              <a:rPr lang="it-IT" altLang="en-IT" dirty="0" err="1"/>
              <a:t>preceded</a:t>
            </a:r>
            <a:r>
              <a:rPr lang="it-IT" altLang="en-IT" dirty="0"/>
              <a:t> by “no” (e.g., “no ipv6 forwarding”)  </a:t>
            </a:r>
            <a:endParaRPr lang="en-US" altLang="en-IT" dirty="0"/>
          </a:p>
        </p:txBody>
      </p:sp>
      <p:sp>
        <p:nvSpPr>
          <p:cNvPr id="2" name="Date Placeholder 3">
            <a:extLst>
              <a:ext uri="{FF2B5EF4-FFF2-40B4-BE49-F238E27FC236}">
                <a16:creationId xmlns:a16="http://schemas.microsoft.com/office/drawing/2014/main" id="{159CEB30-BACB-76AE-12D4-180E8A1BEDB5}"/>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AFA741F2-3E14-8EDD-26C9-F387D788952E}"/>
              </a:ext>
            </a:extLst>
          </p:cNvPr>
          <p:cNvSpPr>
            <a:spLocks noGrp="1"/>
          </p:cNvSpPr>
          <p:nvPr>
            <p:ph type="ftr" sz="quarter" idx="11"/>
          </p:nvPr>
        </p:nvSpPr>
        <p:spPr/>
        <p:txBody>
          <a:bodyPr/>
          <a:lstStyle/>
          <a:p>
            <a:r>
              <a:rPr lang="it-IT" altLang="en-IT"/>
              <a:t>kathara – [ lab: frr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a:extLst>
              <a:ext uri="{FF2B5EF4-FFF2-40B4-BE49-F238E27FC236}">
                <a16:creationId xmlns:a16="http://schemas.microsoft.com/office/drawing/2014/main" id="{C0CF6351-FD2F-1389-41FE-F6AFEEC03ABE}"/>
              </a:ext>
            </a:extLst>
          </p:cNvPr>
          <p:cNvSpPr>
            <a:spLocks noGrp="1" noChangeArrowheads="1"/>
          </p:cNvSpPr>
          <p:nvPr>
            <p:ph type="title"/>
          </p:nvPr>
        </p:nvSpPr>
        <p:spPr/>
        <p:txBody>
          <a:bodyPr/>
          <a:lstStyle/>
          <a:p>
            <a:r>
              <a:rPr lang="en-US" altLang="en-IT"/>
              <a:t>copyright notice</a:t>
            </a:r>
          </a:p>
        </p:txBody>
      </p:sp>
      <p:sp>
        <p:nvSpPr>
          <p:cNvPr id="359427" name="Rectangle 3">
            <a:extLst>
              <a:ext uri="{FF2B5EF4-FFF2-40B4-BE49-F238E27FC236}">
                <a16:creationId xmlns:a16="http://schemas.microsoft.com/office/drawing/2014/main" id="{6E08E330-3C90-91BB-6176-BD9888D85BAD}"/>
              </a:ext>
            </a:extLst>
          </p:cNvPr>
          <p:cNvSpPr>
            <a:spLocks noGrp="1" noChangeArrowheads="1"/>
          </p:cNvSpPr>
          <p:nvPr>
            <p:ph idx="1"/>
          </p:nvPr>
        </p:nvSpPr>
        <p:spPr/>
        <p:txBody>
          <a:bodyPr/>
          <a:lstStyle/>
          <a:p>
            <a:pPr>
              <a:lnSpc>
                <a:spcPct val="80000"/>
              </a:lnSpc>
            </a:pPr>
            <a:r>
              <a:rPr lang="it-IT" altLang="en-IT" sz="1800"/>
              <a:t>All the pages/slides in this presentation, including but not limited to, images, photos, animations, videos, sounds, music, and text (hereby referred to as “material”) are protected by copyright.</a:t>
            </a:r>
          </a:p>
          <a:p>
            <a:pPr>
              <a:lnSpc>
                <a:spcPct val="80000"/>
              </a:lnSpc>
            </a:pPr>
            <a:r>
              <a:rPr lang="it-IT" altLang="en-IT" sz="1800"/>
              <a:t>This material, with the exception of some multimedia elements licensed by other organizations, is property of the authors and/or organizations appearing in the first slide.</a:t>
            </a:r>
          </a:p>
          <a:p>
            <a:pPr>
              <a:lnSpc>
                <a:spcPct val="80000"/>
              </a:lnSpc>
            </a:pPr>
            <a:r>
              <a:rPr lang="it-IT" altLang="en-IT" sz="1800"/>
              <a:t>This material, or its parts, can be reproduced and used for didactical purposes within universities and schools, provided that this happens for non-profit purposes.</a:t>
            </a:r>
          </a:p>
          <a:p>
            <a:pPr>
              <a:lnSpc>
                <a:spcPct val="80000"/>
              </a:lnSpc>
            </a:pPr>
            <a:r>
              <a:rPr lang="it-IT" altLang="en-IT" sz="1800"/>
              <a:t>Information contained in this material cannot be used within network design projects or other products of any kind.</a:t>
            </a:r>
          </a:p>
          <a:p>
            <a:pPr>
              <a:lnSpc>
                <a:spcPct val="80000"/>
              </a:lnSpc>
            </a:pPr>
            <a:r>
              <a:rPr lang="it-IT" altLang="en-IT" sz="1800"/>
              <a:t>Any other use is prohibited, unless explicitly authorized by the authors on the basis of an explicit agreement.</a:t>
            </a:r>
          </a:p>
          <a:p>
            <a:pPr>
              <a:lnSpc>
                <a:spcPct val="80000"/>
              </a:lnSpc>
            </a:pPr>
            <a:r>
              <a:rPr lang="it-IT" altLang="en-IT" sz="1800"/>
              <a:t>The authors assume no responsibility about this material and provide this material “as is”, with no implicit or explicit warranty about the correctness and completeness of its contents, which may be subject to changes.</a:t>
            </a:r>
          </a:p>
          <a:p>
            <a:pPr>
              <a:lnSpc>
                <a:spcPct val="80000"/>
              </a:lnSpc>
            </a:pPr>
            <a:r>
              <a:rPr lang="it-IT" altLang="en-IT" sz="1800"/>
              <a:t>This copyright notice must always be redistributed together with the material, or its portions.</a:t>
            </a:r>
            <a:endParaRPr lang="en-US" altLang="en-IT" sz="1800"/>
          </a:p>
        </p:txBody>
      </p:sp>
      <p:sp>
        <p:nvSpPr>
          <p:cNvPr id="2" name="Date Placeholder 3">
            <a:extLst>
              <a:ext uri="{FF2B5EF4-FFF2-40B4-BE49-F238E27FC236}">
                <a16:creationId xmlns:a16="http://schemas.microsoft.com/office/drawing/2014/main" id="{22577262-19C6-40F3-A810-F1A6ABC0A05D}"/>
              </a:ext>
            </a:extLst>
          </p:cNvPr>
          <p:cNvSpPr>
            <a:spLocks noGrp="1"/>
          </p:cNvSpPr>
          <p:nvPr>
            <p:ph type="dt" sz="half" idx="10"/>
          </p:nvPr>
        </p:nvSpPr>
        <p:spPr/>
        <p:txBody>
          <a:bodyPr/>
          <a:lstStyle/>
          <a:p>
            <a:r>
              <a:rPr lang="it-IT" altLang="en-IT"/>
              <a:t>last update: Oct 2023</a:t>
            </a:r>
          </a:p>
        </p:txBody>
      </p:sp>
      <p:sp>
        <p:nvSpPr>
          <p:cNvPr id="3" name="Footer Placeholder 4">
            <a:extLst>
              <a:ext uri="{FF2B5EF4-FFF2-40B4-BE49-F238E27FC236}">
                <a16:creationId xmlns:a16="http://schemas.microsoft.com/office/drawing/2014/main" id="{2E3645B4-9A80-8A62-EA23-6E4E746FD3BD}"/>
              </a:ext>
            </a:extLst>
          </p:cNvPr>
          <p:cNvSpPr>
            <a:spLocks noGrp="1"/>
          </p:cNvSpPr>
          <p:nvPr>
            <p:ph type="ftr" sz="quarter" idx="11"/>
          </p:nvPr>
        </p:nvSpPr>
        <p:spPr/>
        <p:txBody>
          <a:bodyPr/>
          <a:lstStyle/>
          <a:p>
            <a:r>
              <a:rPr lang="it-IT" altLang="en-IT"/>
              <a:t>kathara – [ lab: frr ]</a:t>
            </a:r>
          </a:p>
        </p:txBody>
      </p:sp>
    </p:spTree>
    <p:extLst>
      <p:ext uri="{BB962C8B-B14F-4D97-AF65-F5344CB8AC3E}">
        <p14:creationId xmlns:p14="http://schemas.microsoft.com/office/powerpoint/2010/main" val="3562112794"/>
      </p:ext>
    </p:extLst>
  </p:cSld>
  <p:clrMapOvr>
    <a:masterClrMapping/>
  </p:clrMapOvr>
</p:sld>
</file>

<file path=ppt/theme/theme1.xml><?xml version="1.0" encoding="utf-8"?>
<a:theme xmlns:a="http://schemas.openxmlformats.org/drawingml/2006/main" name="slides-template">
  <a:themeElements>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fontScheme name="slides-templat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lide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lide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lide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lide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lide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lide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lide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lide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lide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lide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lide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slides-template 13">
        <a:dk1>
          <a:srgbClr val="000000"/>
        </a:dk1>
        <a:lt1>
          <a:srgbClr val="FFFFFF"/>
        </a:lt1>
        <a:dk2>
          <a:srgbClr val="FF0000"/>
        </a:dk2>
        <a:lt2>
          <a:srgbClr val="808080"/>
        </a:lt2>
        <a:accent1>
          <a:srgbClr val="99C4DF"/>
        </a:accent1>
        <a:accent2>
          <a:srgbClr val="FCEA04"/>
        </a:accent2>
        <a:accent3>
          <a:srgbClr val="FFFFFF"/>
        </a:accent3>
        <a:accent4>
          <a:srgbClr val="000000"/>
        </a:accent4>
        <a:accent5>
          <a:srgbClr val="CADEEC"/>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lides-template 14">
        <a:dk1>
          <a:srgbClr val="000000"/>
        </a:dk1>
        <a:lt1>
          <a:srgbClr val="FFFFFF"/>
        </a:lt1>
        <a:dk2>
          <a:srgbClr val="FF0000"/>
        </a:dk2>
        <a:lt2>
          <a:srgbClr val="808080"/>
        </a:lt2>
        <a:accent1>
          <a:srgbClr val="483FFF"/>
        </a:accent1>
        <a:accent2>
          <a:srgbClr val="FCEA04"/>
        </a:accent2>
        <a:accent3>
          <a:srgbClr val="FFFFFF"/>
        </a:accent3>
        <a:accent4>
          <a:srgbClr val="000000"/>
        </a:accent4>
        <a:accent5>
          <a:srgbClr val="B1AFFF"/>
        </a:accent5>
        <a:accent6>
          <a:srgbClr val="E4D403"/>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4" id="{A57A8743-A8A9-764F-A11E-756F8260ADDF}" vid="{039FA2A0-2943-A842-BC1C-5D9203B6B29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11676</TotalTime>
  <Words>3138</Words>
  <Application>Microsoft Office PowerPoint</Application>
  <PresentationFormat>Widescreen</PresentationFormat>
  <Paragraphs>488</Paragraphs>
  <Slides>43</Slides>
  <Notes>17</Notes>
  <HiddenSlides>7</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7" baseType="lpstr">
      <vt:lpstr>Arial</vt:lpstr>
      <vt:lpstr>Arial Rounded MT Bold</vt:lpstr>
      <vt:lpstr>Calibri</vt:lpstr>
      <vt:lpstr>Century Gothic</vt:lpstr>
      <vt:lpstr>Comic Sans MS</vt:lpstr>
      <vt:lpstr>Consolas</vt:lpstr>
      <vt:lpstr>Courier New</vt:lpstr>
      <vt:lpstr>Lucida Console</vt:lpstr>
      <vt:lpstr>Open Sans Light</vt:lpstr>
      <vt:lpstr>Tahoma</vt:lpstr>
      <vt:lpstr>Times New Roman</vt:lpstr>
      <vt:lpstr>Wingdings</vt:lpstr>
      <vt:lpstr>slides-template</vt:lpstr>
      <vt:lpstr>Microsoft ClipArt Gallery</vt:lpstr>
      <vt:lpstr>FRRouting</vt:lpstr>
      <vt:lpstr>Summary</vt:lpstr>
      <vt:lpstr>The network layer is the Inter-Net layer</vt:lpstr>
      <vt:lpstr>Some drawing…</vt:lpstr>
      <vt:lpstr>The problem:</vt:lpstr>
      <vt:lpstr>Solution (well, one of the possible solutions)</vt:lpstr>
      <vt:lpstr>How does the network layer work?</vt:lpstr>
      <vt:lpstr>What is Forwarding?</vt:lpstr>
      <vt:lpstr>PowerPoint Presentation</vt:lpstr>
      <vt:lpstr>PowerPoint Presentation</vt:lpstr>
      <vt:lpstr>PowerPoint Presentation</vt:lpstr>
      <vt:lpstr>Routing</vt:lpstr>
      <vt:lpstr>Forwarding vs. routing</vt:lpstr>
      <vt:lpstr>Routing:  Populate forwarding tables based on knowledge of paths</vt:lpstr>
      <vt:lpstr>We look at minimum cost routing</vt:lpstr>
      <vt:lpstr>Interior Routing</vt:lpstr>
      <vt:lpstr>Metrics</vt:lpstr>
      <vt:lpstr>Simple routing methods How routing protocols work</vt:lpstr>
      <vt:lpstr>Source Routing</vt:lpstr>
      <vt:lpstr>Finding routes in Token Ring</vt:lpstr>
      <vt:lpstr>Other methods</vt:lpstr>
      <vt:lpstr>PowerPoint Presentation</vt:lpstr>
      <vt:lpstr>preconditions</vt:lpstr>
      <vt:lpstr>Hosts need routing</vt:lpstr>
      <vt:lpstr>Questions</vt:lpstr>
      <vt:lpstr>routing table</vt:lpstr>
      <vt:lpstr>routers</vt:lpstr>
      <vt:lpstr>routing protocols</vt:lpstr>
      <vt:lpstr>The FRRouting Suite</vt:lpstr>
      <vt:lpstr>about the FRRouting Suite</vt:lpstr>
      <vt:lpstr>frr is a routing daemon</vt:lpstr>
      <vt:lpstr>sample daemons configuration file</vt:lpstr>
      <vt:lpstr>sample vtysh.conf configuration file</vt:lpstr>
      <vt:lpstr>a simple topology</vt:lpstr>
      <vt:lpstr>launching the lab script</vt:lpstr>
      <vt:lpstr>automatically start frr</vt:lpstr>
      <vt:lpstr>a one-fits-all shell</vt:lpstr>
      <vt:lpstr>available vtysh commands</vt:lpstr>
      <vt:lpstr>privileges on a router</vt:lpstr>
      <vt:lpstr>inspecting the frr routing table</vt:lpstr>
      <vt:lpstr>inspecting the current configuration</vt:lpstr>
      <vt:lpstr>some observations</vt:lpstr>
      <vt:lpstr>copyright notice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Netkit lab - Quagga</dc:title>
  <dc:subject>Experiences with Zebra/Quagga configurations and command line interface</dc:subject>
  <dc:creator>G. Di Battista, M. Patrignani, M. Pizzonia, F. Ricci, M. Rimondini</dc:creator>
  <cp:keywords>Routing, zebra, quagga</cp:keywords>
  <cp:lastModifiedBy>Rizzo Gianluca</cp:lastModifiedBy>
  <cp:revision>311</cp:revision>
  <cp:lastPrinted>2001-12-19T21:14:42Z</cp:lastPrinted>
  <dcterms:created xsi:type="dcterms:W3CDTF">2000-11-11T21:58:48Z</dcterms:created>
  <dcterms:modified xsi:type="dcterms:W3CDTF">2026-03-09T11:20:32Z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80</vt:i4>
  </property>
  <property fmtid="{D5CDD505-2E9C-101B-9397-08002B2CF9AE}" pid="5" name="ScreenSize">
    <vt:i4>2</vt:i4>
  </property>
  <property fmtid="{D5CDD505-2E9C-101B-9397-08002B2CF9AE}" pid="6" name="ScreenUsage">
    <vt:i4>1</vt:i4>
  </property>
  <property fmtid="{D5CDD505-2E9C-101B-9397-08002B2CF9AE}" pid="7" name="MailAddress">
    <vt:lpwstr>patrigna@dia.uniroma3.it</vt:lpwstr>
  </property>
  <property fmtid="{D5CDD505-2E9C-101B-9397-08002B2CF9AE}" pid="8" name="HomePage">
    <vt:lpwstr>http://www.dia.uniroma3.it/~patrigna</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C:\titto\teaching\ie</vt:lpwstr>
  </property>
</Properties>
</file>