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89" r:id="rId1"/>
    <p:sldMasterId id="2147483701" r:id="rId2"/>
  </p:sldMasterIdLst>
  <p:notesMasterIdLst>
    <p:notesMasterId r:id="rId65"/>
  </p:notesMasterIdLst>
  <p:handoutMasterIdLst>
    <p:handoutMasterId r:id="rId66"/>
  </p:handoutMasterIdLst>
  <p:sldIdLst>
    <p:sldId id="343" r:id="rId3"/>
    <p:sldId id="499" r:id="rId4"/>
    <p:sldId id="824" r:id="rId5"/>
    <p:sldId id="811" r:id="rId6"/>
    <p:sldId id="812" r:id="rId7"/>
    <p:sldId id="813" r:id="rId8"/>
    <p:sldId id="814" r:id="rId9"/>
    <p:sldId id="815" r:id="rId10"/>
    <p:sldId id="816" r:id="rId11"/>
    <p:sldId id="817" r:id="rId12"/>
    <p:sldId id="819" r:id="rId13"/>
    <p:sldId id="820" r:id="rId14"/>
    <p:sldId id="825" r:id="rId15"/>
    <p:sldId id="821" r:id="rId16"/>
    <p:sldId id="822" r:id="rId17"/>
    <p:sldId id="303" r:id="rId18"/>
    <p:sldId id="304" r:id="rId19"/>
    <p:sldId id="305" r:id="rId20"/>
    <p:sldId id="306" r:id="rId21"/>
    <p:sldId id="307" r:id="rId22"/>
    <p:sldId id="308" r:id="rId23"/>
    <p:sldId id="309" r:id="rId24"/>
    <p:sldId id="310" r:id="rId25"/>
    <p:sldId id="311" r:id="rId26"/>
    <p:sldId id="312" r:id="rId27"/>
    <p:sldId id="313" r:id="rId28"/>
    <p:sldId id="314" r:id="rId29"/>
    <p:sldId id="315" r:id="rId30"/>
    <p:sldId id="316" r:id="rId31"/>
    <p:sldId id="317" r:id="rId32"/>
    <p:sldId id="318" r:id="rId33"/>
    <p:sldId id="319" r:id="rId34"/>
    <p:sldId id="320" r:id="rId35"/>
    <p:sldId id="826" r:id="rId36"/>
    <p:sldId id="431" r:id="rId37"/>
    <p:sldId id="443" r:id="rId38"/>
    <p:sldId id="435" r:id="rId39"/>
    <p:sldId id="437" r:id="rId40"/>
    <p:sldId id="436" r:id="rId41"/>
    <p:sldId id="438" r:id="rId42"/>
    <p:sldId id="417" r:id="rId43"/>
    <p:sldId id="445" r:id="rId44"/>
    <p:sldId id="469" r:id="rId45"/>
    <p:sldId id="470" r:id="rId46"/>
    <p:sldId id="471" r:id="rId47"/>
    <p:sldId id="497" r:id="rId48"/>
    <p:sldId id="473" r:id="rId49"/>
    <p:sldId id="475" r:id="rId50"/>
    <p:sldId id="498" r:id="rId51"/>
    <p:sldId id="483" r:id="rId52"/>
    <p:sldId id="468" r:id="rId53"/>
    <p:sldId id="484" r:id="rId54"/>
    <p:sldId id="485" r:id="rId55"/>
    <p:sldId id="486" r:id="rId56"/>
    <p:sldId id="462" r:id="rId57"/>
    <p:sldId id="460" r:id="rId58"/>
    <p:sldId id="461" r:id="rId59"/>
    <p:sldId id="463" r:id="rId60"/>
    <p:sldId id="489" r:id="rId61"/>
    <p:sldId id="492" r:id="rId62"/>
    <p:sldId id="496" r:id="rId63"/>
    <p:sldId id="495" r:id="rId64"/>
  </p:sldIdLst>
  <p:sldSz cx="12192000" cy="6858000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7559" userDrawn="1">
          <p15:clr>
            <a:srgbClr val="A4A3A4"/>
          </p15:clr>
        </p15:guide>
        <p15:guide id="4" orient="horz" pos="379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249" autoAdjust="0"/>
    <p:restoredTop sz="76393" autoAdjust="0"/>
  </p:normalViewPr>
  <p:slideViewPr>
    <p:cSldViewPr showGuides="1">
      <p:cViewPr varScale="1">
        <p:scale>
          <a:sx n="74" d="100"/>
          <a:sy n="74" d="100"/>
        </p:scale>
        <p:origin x="1661" y="37"/>
      </p:cViewPr>
      <p:guideLst>
        <p:guide orient="horz" pos="2160"/>
        <p:guide pos="3840"/>
        <p:guide pos="7559"/>
        <p:guide orient="horz" pos="379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howGuides="1">
      <p:cViewPr varScale="1">
        <p:scale>
          <a:sx n="60" d="100"/>
          <a:sy n="60" d="100"/>
        </p:scale>
        <p:origin x="-1229" y="-72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07E68831-13FB-42BC-82F5-848F78353A0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865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528" tIns="49764" rIns="99528" bIns="49764" numCol="1" anchor="t" anchorCtr="0" compatLnSpc="1">
            <a:prstTxWarp prst="textNoShape">
              <a:avLst/>
            </a:prstTxWarp>
          </a:bodyPr>
          <a:lstStyle>
            <a:lvl1pPr defTabSz="995363" eaLnBrk="0" hangingPunct="0">
              <a:defRPr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it-IT"/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3F345D26-0B2E-45E9-AB81-BAE1094DAEBF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6550" y="0"/>
            <a:ext cx="316865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528" tIns="49764" rIns="99528" bIns="49764" numCol="1" anchor="t" anchorCtr="0" compatLnSpc="1">
            <a:prstTxWarp prst="textNoShape">
              <a:avLst/>
            </a:prstTxWarp>
          </a:bodyPr>
          <a:lstStyle>
            <a:lvl1pPr algn="r" defTabSz="995363" eaLnBrk="0" hangingPunct="0">
              <a:defRPr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it-IT"/>
          </a:p>
        </p:txBody>
      </p:sp>
      <p:sp>
        <p:nvSpPr>
          <p:cNvPr id="40964" name="Rectangle 4">
            <a:extLst>
              <a:ext uri="{FF2B5EF4-FFF2-40B4-BE49-F238E27FC236}">
                <a16:creationId xmlns:a16="http://schemas.microsoft.com/office/drawing/2014/main" id="{01953498-089F-4941-8D50-84656BD1E723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6865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528" tIns="49764" rIns="99528" bIns="49764" numCol="1" anchor="b" anchorCtr="0" compatLnSpc="1">
            <a:prstTxWarp prst="textNoShape">
              <a:avLst/>
            </a:prstTxWarp>
          </a:bodyPr>
          <a:lstStyle>
            <a:lvl1pPr defTabSz="995363" eaLnBrk="0" hangingPunct="0">
              <a:defRPr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it-IT"/>
          </a:p>
        </p:txBody>
      </p:sp>
      <p:sp>
        <p:nvSpPr>
          <p:cNvPr id="40965" name="Rectangle 5">
            <a:extLst>
              <a:ext uri="{FF2B5EF4-FFF2-40B4-BE49-F238E27FC236}">
                <a16:creationId xmlns:a16="http://schemas.microsoft.com/office/drawing/2014/main" id="{154C6029-93F5-4FFC-B13F-35768F874C05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6550" y="9121775"/>
            <a:ext cx="316865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528" tIns="49764" rIns="99528" bIns="49764" numCol="1" anchor="b" anchorCtr="0" compatLnSpc="1">
            <a:prstTxWarp prst="textNoShape">
              <a:avLst/>
            </a:prstTxWarp>
          </a:bodyPr>
          <a:lstStyle>
            <a:lvl1pPr algn="r" defTabSz="995363">
              <a:defRPr sz="1300">
                <a:latin typeface="Times New Roman" panose="02020603050405020304" pitchFamily="18" charset="0"/>
              </a:defRPr>
            </a:lvl1pPr>
          </a:lstStyle>
          <a:p>
            <a:fld id="{4C34DE3B-5787-3645-B273-BD4F8D1B0533}" type="slidenum">
              <a:rPr lang="en-US" altLang="it-IT"/>
              <a:pPr/>
              <a:t>‹#›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>
            <a:extLst>
              <a:ext uri="{FF2B5EF4-FFF2-40B4-BE49-F238E27FC236}">
                <a16:creationId xmlns:a16="http://schemas.microsoft.com/office/drawing/2014/main" id="{1FF07D41-1753-41A7-A640-2D313DA76E3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460" tIns="48230" rIns="96460" bIns="48230" numCol="1" anchor="t" anchorCtr="0" compatLnSpc="1">
            <a:prstTxWarp prst="textNoShape">
              <a:avLst/>
            </a:prstTxWarp>
          </a:bodyPr>
          <a:lstStyle>
            <a:lvl1pPr defTabSz="965200" eaLnBrk="0" hangingPunct="0">
              <a:defRPr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it-IT"/>
          </a:p>
        </p:txBody>
      </p:sp>
      <p:sp>
        <p:nvSpPr>
          <p:cNvPr id="136195" name="Rectangle 3">
            <a:extLst>
              <a:ext uri="{FF2B5EF4-FFF2-40B4-BE49-F238E27FC236}">
                <a16:creationId xmlns:a16="http://schemas.microsoft.com/office/drawing/2014/main" id="{0FFA62BD-9F38-4747-9D43-1F8F71DB5935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460" tIns="48230" rIns="96460" bIns="48230" numCol="1" anchor="t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it-IT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DA1B9323-0759-3AD5-6769-911AAFFF10A8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57200" y="719138"/>
            <a:ext cx="64008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36197" name="Rectangle 5">
            <a:extLst>
              <a:ext uri="{FF2B5EF4-FFF2-40B4-BE49-F238E27FC236}">
                <a16:creationId xmlns:a16="http://schemas.microsoft.com/office/drawing/2014/main" id="{F82FF570-E8C4-4F79-9A61-66E04609CB47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59300"/>
            <a:ext cx="5851525" cy="432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460" tIns="48230" rIns="96460" bIns="4823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it-IT" noProof="0"/>
              <a:t>Click to edit Master text styles</a:t>
            </a:r>
          </a:p>
          <a:p>
            <a:pPr lvl="1"/>
            <a:r>
              <a:rPr lang="en-US" altLang="it-IT" noProof="0"/>
              <a:t>Second level</a:t>
            </a:r>
          </a:p>
          <a:p>
            <a:pPr lvl="2"/>
            <a:r>
              <a:rPr lang="en-US" altLang="it-IT" noProof="0"/>
              <a:t>Third level</a:t>
            </a:r>
          </a:p>
          <a:p>
            <a:pPr lvl="3"/>
            <a:r>
              <a:rPr lang="en-US" altLang="it-IT" noProof="0"/>
              <a:t>Fourth level</a:t>
            </a:r>
          </a:p>
          <a:p>
            <a:pPr lvl="4"/>
            <a:r>
              <a:rPr lang="en-US" altLang="it-IT" noProof="0"/>
              <a:t>Fifth level</a:t>
            </a:r>
          </a:p>
        </p:txBody>
      </p:sp>
      <p:sp>
        <p:nvSpPr>
          <p:cNvPr id="136198" name="Rectangle 6">
            <a:extLst>
              <a:ext uri="{FF2B5EF4-FFF2-40B4-BE49-F238E27FC236}">
                <a16:creationId xmlns:a16="http://schemas.microsoft.com/office/drawing/2014/main" id="{2C0AA752-3E87-480C-AB62-254EB58BDE8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460" tIns="48230" rIns="96460" bIns="48230" numCol="1" anchor="b" anchorCtr="0" compatLnSpc="1">
            <a:prstTxWarp prst="textNoShape">
              <a:avLst/>
            </a:prstTxWarp>
          </a:bodyPr>
          <a:lstStyle>
            <a:lvl1pPr defTabSz="965200" eaLnBrk="0" hangingPunct="0">
              <a:defRPr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it-IT"/>
          </a:p>
        </p:txBody>
      </p:sp>
      <p:sp>
        <p:nvSpPr>
          <p:cNvPr id="136199" name="Rectangle 7">
            <a:extLst>
              <a:ext uri="{FF2B5EF4-FFF2-40B4-BE49-F238E27FC236}">
                <a16:creationId xmlns:a16="http://schemas.microsoft.com/office/drawing/2014/main" id="{41E1EB9A-5B78-42F0-AF7C-F95354E2A09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460" tIns="48230" rIns="96460" bIns="48230" numCol="1" anchor="b" anchorCtr="0" compatLnSpc="1">
            <a:prstTxWarp prst="textNoShape">
              <a:avLst/>
            </a:prstTxWarp>
          </a:bodyPr>
          <a:lstStyle>
            <a:lvl1pPr algn="r" defTabSz="965200">
              <a:defRPr sz="1300">
                <a:latin typeface="Times New Roman" panose="02020603050405020304" pitchFamily="18" charset="0"/>
              </a:defRPr>
            </a:lvl1pPr>
          </a:lstStyle>
          <a:p>
            <a:fld id="{B072BE97-B75E-7140-8DE5-443AE61FEF31}" type="slidenum">
              <a:rPr lang="en-US" altLang="it-IT"/>
              <a:pPr/>
              <a:t>‹#›</a:t>
            </a:fld>
            <a:endParaRPr lang="en-US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9" name="Shape 2179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180" name="Shape 218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fr-CH" dirty="0"/>
              <a:t>D</a:t>
            </a:r>
            <a:r>
              <a:rPr dirty="0" err="1"/>
              <a:t>istance</a:t>
            </a:r>
            <a:r>
              <a:rPr dirty="0"/>
              <a:t>-vector routing algorithm:</a:t>
            </a:r>
          </a:p>
          <a:p>
            <a:pPr marL="616857" indent="-299357">
              <a:buSzPct val="95000"/>
              <a:buChar char="-"/>
            </a:pPr>
            <a:r>
              <a:rPr dirty="0"/>
              <a:t>In each round, the instance of the algorithm running at each router takes as input the router’s current table plus the tables of its neighbors.</a:t>
            </a:r>
          </a:p>
          <a:p>
            <a:pPr marL="616857" indent="-299357">
              <a:buSzPct val="95000"/>
              <a:buChar char="-"/>
            </a:pPr>
            <a:r>
              <a:rPr dirty="0"/>
              <a:t>At the end, the instance of the algorithm running at each router produces as output the least-cost path to every other router in the network.</a:t>
            </a:r>
          </a:p>
        </p:txBody>
      </p:sp>
    </p:spTree>
    <p:extLst>
      <p:ext uri="{BB962C8B-B14F-4D97-AF65-F5344CB8AC3E}">
        <p14:creationId xmlns:p14="http://schemas.microsoft.com/office/powerpoint/2010/main" val="15271705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Shape 1528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529" name="Shape 152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Here is a second, a bit more complicated example:</a:t>
            </a:r>
          </a:p>
          <a:p>
            <a:endParaRPr/>
          </a:p>
          <a:p>
            <a:r>
              <a:t>In the beginning, each router knows how to reach only its direct neighbors.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6" name="Shape 1636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37" name="Shape 163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In the first round, all the neighbors exchange tables.</a:t>
            </a:r>
          </a:p>
          <a:p>
            <a:endParaRPr/>
          </a:p>
          <a:p>
            <a:r>
              <a:t>As a result, router x discovers a new path to router z, through router v, with cost 2+1=3…</a:t>
            </a:r>
          </a:p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4" name="Shape 1744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745" name="Shape 174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and updates its table accordingly (note that the new number 3 that appears in x’s table is purple, because it was computed based on information propagated through router v).</a:t>
            </a:r>
          </a:p>
          <a:p>
            <a:endParaRPr/>
          </a:p>
          <a:p>
            <a:r>
              <a:t>(Parenthesis: Router x actually discovers two new paths to router z: one through v, of cost 3, and one through y, of cost 4. It compares the two and determines that the one through v is better.)</a:t>
            </a:r>
          </a:p>
          <a:p>
            <a:endParaRPr/>
          </a:p>
          <a:p>
            <a:r>
              <a:t>Similarly, router z discovers a new path to router x, through router v, with cost 3…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2" name="Shape 1852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53" name="Shape 185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and updates its table accordingly.</a:t>
            </a:r>
          </a:p>
          <a:p>
            <a:endParaRPr/>
          </a:p>
          <a:p>
            <a:r>
              <a:t>At the same time, router y learns a new path to router v, through router x, with cost 1+2=3…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0" name="Shape 1960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961" name="Shape 196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and updates its table accordingly (note that the new number 3 that appears in y’s table is black, because it was computed based on information propagated by router x).</a:t>
            </a:r>
          </a:p>
          <a:p>
            <a:endParaRPr/>
          </a:p>
          <a:p>
            <a:r>
              <a:t>Similarly, router v learns a new path to router y, through router x, with cost 2+1=3…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7" name="Shape 2067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068" name="Shape 206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and updates its table accordingly. 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3" name="Shape 2173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174" name="Shape 217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In the second round, all the neighbors exchange tables again.</a:t>
            </a:r>
          </a:p>
          <a:p>
            <a:endParaRPr/>
          </a:p>
          <a:p>
            <a:r>
              <a:t>This time, no router can improve any path with the new information that it has just received, so the algorithm is done.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5" name="Shape 2185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186" name="Shape 2186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A distance-vector routing algorithm is a distributed algorithm, in the sense that all routers run it together: they exchange messages and they keep reacting to each other’s messages.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" name="Shape 219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192" name="Shape 219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The particular distance-vector routing algorithm that we discussed is called </a:t>
            </a:r>
          </a:p>
          <a:p>
            <a:r>
              <a:rPr dirty="0"/>
              <a:t>the Bellman-Ford algorithm.</a:t>
            </a:r>
          </a:p>
          <a:p>
            <a:endParaRPr dirty="0"/>
          </a:p>
          <a:p>
            <a:r>
              <a:rPr dirty="0"/>
              <a:t>In summary:</a:t>
            </a:r>
          </a:p>
          <a:p>
            <a:pPr marL="616857" indent="-299357">
              <a:buSzPct val="95000"/>
              <a:buChar char="-"/>
            </a:pPr>
            <a:r>
              <a:rPr dirty="0"/>
              <a:t>At each step, all neighbors exchange tables.</a:t>
            </a:r>
          </a:p>
          <a:p>
            <a:pPr marL="616857" indent="-299357">
              <a:buSzPct val="95000"/>
              <a:buChar char="-"/>
            </a:pPr>
            <a:r>
              <a:rPr dirty="0"/>
              <a:t>Each router checks whether it can use the new information it just received to improve its current paths.</a:t>
            </a:r>
          </a:p>
          <a:p>
            <a:pPr marL="616857" indent="-299357">
              <a:buSzPct val="95000"/>
              <a:buChar char="-"/>
            </a:pPr>
            <a:r>
              <a:rPr dirty="0"/>
              <a:t>The algorithm ends when no improvement is possible.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of the main challenges in designing routing protocols </a:t>
            </a:r>
          </a:p>
        </p:txBody>
      </p:sp>
    </p:spTree>
    <p:extLst>
      <p:ext uri="{BB962C8B-B14F-4D97-AF65-F5344CB8AC3E}">
        <p14:creationId xmlns:p14="http://schemas.microsoft.com/office/powerpoint/2010/main" val="10002949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7" name="Shape 2237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238" name="Shape 223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Consider this 3-router network, where </a:t>
            </a:r>
            <a:r>
              <a:rPr b="1" dirty="0"/>
              <a:t>router y’s path to router x is direct</a:t>
            </a:r>
            <a:r>
              <a:rPr dirty="0"/>
              <a:t>, </a:t>
            </a:r>
            <a:br>
              <a:rPr dirty="0"/>
            </a:br>
            <a:r>
              <a:rPr b="1" dirty="0"/>
              <a:t>and router z’s path to router x is indirect</a:t>
            </a:r>
            <a:r>
              <a:rPr dirty="0"/>
              <a:t>, through router y.</a:t>
            </a:r>
          </a:p>
          <a:p>
            <a:endParaRPr dirty="0"/>
          </a:p>
          <a:p>
            <a:r>
              <a:rPr dirty="0"/>
              <a:t>Now suppose that </a:t>
            </a:r>
            <a:r>
              <a:rPr b="1" dirty="0"/>
              <a:t>link (</a:t>
            </a:r>
            <a:r>
              <a:rPr b="1" dirty="0" err="1"/>
              <a:t>x,y</a:t>
            </a:r>
            <a:r>
              <a:rPr b="1" dirty="0"/>
              <a:t>) breaks down</a:t>
            </a:r>
            <a:r>
              <a:rPr dirty="0"/>
              <a:t>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2" name="Shape 2282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283" name="Shape 228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b="1" dirty="0"/>
              <a:t>Router y immediately detects the problem</a:t>
            </a:r>
            <a:r>
              <a:rPr dirty="0"/>
              <a:t>, because it is directly connected to router x;</a:t>
            </a:r>
          </a:p>
          <a:p>
            <a:r>
              <a:rPr dirty="0"/>
              <a:t>so, it realizes that it does not have a link to router x any more.</a:t>
            </a:r>
          </a:p>
          <a:p>
            <a:endParaRPr dirty="0"/>
          </a:p>
          <a:p>
            <a:r>
              <a:rPr b="1" dirty="0"/>
              <a:t>But, router y </a:t>
            </a:r>
            <a:r>
              <a:rPr dirty="0"/>
              <a:t>makes a mistake: </a:t>
            </a:r>
          </a:p>
          <a:p>
            <a:r>
              <a:rPr dirty="0"/>
              <a:t>- It says: oh, router z can route to router x with cost 3.</a:t>
            </a:r>
          </a:p>
          <a:p>
            <a:r>
              <a:rPr dirty="0"/>
              <a:t>- So</a:t>
            </a:r>
            <a:r>
              <a:rPr b="1" dirty="0"/>
              <a:t>, let me route to router x through router z</a:t>
            </a:r>
            <a:r>
              <a:rPr dirty="0"/>
              <a:t>, since I cannot route directly any more.</a:t>
            </a:r>
          </a:p>
          <a:p>
            <a:r>
              <a:rPr dirty="0"/>
              <a:t>- Since I can route to router z with cost 1, the cost of this new indirect path to router x is 1 + 3 = 4.</a:t>
            </a:r>
          </a:p>
          <a:p>
            <a:endParaRPr dirty="0"/>
          </a:p>
          <a:p>
            <a:r>
              <a:rPr dirty="0"/>
              <a:t>So, </a:t>
            </a:r>
            <a:r>
              <a:rPr b="1" dirty="0"/>
              <a:t>at this point, we have a nice routing loop</a:t>
            </a:r>
            <a:r>
              <a:rPr dirty="0"/>
              <a:t>:</a:t>
            </a:r>
          </a:p>
          <a:p>
            <a:pPr marL="616857" indent="-299357">
              <a:buSzPct val="95000"/>
              <a:buChar char="-"/>
            </a:pPr>
            <a:r>
              <a:rPr dirty="0"/>
              <a:t>router z is routing to router x through router y</a:t>
            </a:r>
          </a:p>
          <a:p>
            <a:pPr marL="616857" indent="-299357">
              <a:buSzPct val="95000"/>
              <a:buChar char="-"/>
            </a:pPr>
            <a:r>
              <a:rPr dirty="0"/>
              <a:t>and router y is routing to router x through router z.</a:t>
            </a:r>
          </a:p>
          <a:p>
            <a:pPr marL="616857" indent="-299357">
              <a:buSzPct val="95000"/>
              <a:buChar char="-"/>
            </a:pPr>
            <a:r>
              <a:rPr dirty="0"/>
              <a:t>so, </a:t>
            </a:r>
            <a:r>
              <a:rPr b="1" dirty="0"/>
              <a:t>packets going to router x will ping-pong </a:t>
            </a:r>
            <a:r>
              <a:rPr dirty="0"/>
              <a:t>between routers y and z.</a:t>
            </a:r>
          </a:p>
          <a:p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7" name="Shape 2327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328" name="Shape 232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Here is what happens next:</a:t>
            </a:r>
          </a:p>
          <a:p>
            <a:r>
              <a:rPr dirty="0"/>
              <a:t> </a:t>
            </a:r>
          </a:p>
          <a:p>
            <a:r>
              <a:rPr b="1" dirty="0"/>
              <a:t>Routers y and z exchange tables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Router z says:</a:t>
            </a:r>
          </a:p>
          <a:p>
            <a:r>
              <a:rPr dirty="0"/>
              <a:t>- my path to router x is through router y;</a:t>
            </a:r>
          </a:p>
          <a:p>
            <a:r>
              <a:rPr dirty="0"/>
              <a:t>- router y’s cost to router x has increased to 4;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2" name="Shape 2372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373" name="Shape 237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616857" indent="-299357">
              <a:buSzPct val="95000"/>
              <a:buChar char="-"/>
            </a:pPr>
            <a:r>
              <a:t>so let me update my cost to router x to 1+4=5.</a:t>
            </a:r>
          </a:p>
          <a:p>
            <a:endParaRPr/>
          </a:p>
          <a:p>
            <a:r>
              <a:t>And the loop persists.</a:t>
            </a:r>
          </a:p>
          <a:p>
            <a:endParaRPr/>
          </a:p>
          <a:p>
            <a:r>
              <a:t>Then the neighbors exchange tables again.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7" name="Shape 2417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418" name="Shape 241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Router y says:</a:t>
            </a:r>
          </a:p>
          <a:p>
            <a:r>
              <a:t>- my path to router x is through router z;</a:t>
            </a:r>
          </a:p>
          <a:p>
            <a:r>
              <a:t>- router z’s cost to router x has increased to 5;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2" name="Shape 2462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463" name="Shape 246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616857" indent="-299357">
              <a:buSzPct val="95000"/>
              <a:buChar char="-"/>
            </a:pPr>
            <a:r>
              <a:t>so, let me also update my cost to router x to 1+5=6.</a:t>
            </a:r>
          </a:p>
          <a:p>
            <a:pPr marL="616857" indent="-299357">
              <a:buSzPct val="95000"/>
              <a:buChar char="-"/>
            </a:pPr>
            <a:endParaRPr/>
          </a:p>
          <a:p>
            <a:r>
              <a:t>And the loop persists.</a:t>
            </a:r>
          </a:p>
          <a:p>
            <a:pPr>
              <a:defRPr u="sng"/>
            </a:pPr>
            <a:endParaRPr/>
          </a:p>
          <a:p>
            <a:r>
              <a:t>Then the neighbors exchange tables again.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7" name="Shape 2507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508" name="Shape 250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The same story continues:</a:t>
            </a:r>
          </a:p>
          <a:p>
            <a:endParaRPr/>
          </a:p>
          <a:p>
            <a:r>
              <a:t>Router z says:</a:t>
            </a:r>
          </a:p>
          <a:p>
            <a:r>
              <a:t>- my path to router x is through router y;</a:t>
            </a:r>
          </a:p>
          <a:p>
            <a:r>
              <a:t>- router y’s cost to router x has increased to 6;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2" name="Shape 2552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553" name="Shape 255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616857" indent="-299357">
              <a:buSzPct val="95000"/>
              <a:buChar char="-"/>
            </a:pPr>
            <a:r>
              <a:t>so let me update my cost to router x to 7.</a:t>
            </a:r>
          </a:p>
          <a:p>
            <a:endParaRPr/>
          </a:p>
          <a:p>
            <a:r>
              <a:t>And the loop persists.</a:t>
            </a:r>
          </a:p>
          <a:p>
            <a:pPr>
              <a:defRPr u="sng"/>
            </a:pPr>
            <a:endParaRPr/>
          </a:p>
          <a:p>
            <a:r>
              <a:t>Then the neighbors exchange tables again.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7" name="Shape 2597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598" name="Shape 259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Router y says:</a:t>
            </a:r>
          </a:p>
          <a:p>
            <a:r>
              <a:t>- my path to router x is through router z;</a:t>
            </a:r>
          </a:p>
          <a:p>
            <a:r>
              <a:t>- router z’s cost to router x has increased to 7;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2" name="Shape 2642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643" name="Shape 264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616857" indent="-299357">
              <a:buSzPct val="95000"/>
              <a:buChar char="-"/>
            </a:pPr>
            <a:r>
              <a:t>so, let me update my cost to router x to 8.</a:t>
            </a:r>
          </a:p>
          <a:p>
            <a:endParaRPr/>
          </a:p>
          <a:p>
            <a:r>
              <a:t>And the loop persists.</a:t>
            </a:r>
          </a:p>
          <a:p>
            <a:endParaRPr/>
          </a:p>
          <a:p>
            <a:r>
              <a:t>Then the neighbors exchange tables again.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7" name="Shape 2687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688" name="Shape 268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Router z says:</a:t>
            </a:r>
          </a:p>
          <a:p>
            <a:r>
              <a:rPr dirty="0"/>
              <a:t>- my path to router x is through router y;</a:t>
            </a:r>
          </a:p>
          <a:p>
            <a:r>
              <a:rPr dirty="0"/>
              <a:t>- router y’s cost to router x has increased to 8;</a:t>
            </a:r>
          </a:p>
          <a:p>
            <a:r>
              <a:rPr dirty="0"/>
              <a:t>- </a:t>
            </a:r>
            <a:r>
              <a:rPr b="1" dirty="0"/>
              <a:t>so, if I continue to route through router y, my cost to router x will become 9;</a:t>
            </a:r>
          </a:p>
          <a:p>
            <a:r>
              <a:rPr b="1" dirty="0"/>
              <a:t>- I have a better path to router x: I have a direct path, of cost 7.</a:t>
            </a:r>
          </a:p>
          <a:p>
            <a:endParaRPr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3" name="Shape 2733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734" name="Shape 273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b="1" dirty="0"/>
              <a:t>At this point, router z changes its path to router x</a:t>
            </a:r>
            <a:r>
              <a:rPr dirty="0"/>
              <a:t>: it routes to x through the direct link of cost 7 (note that the number 7 in z’s table has now become green, it indicate that it corresponds to a direct link).</a:t>
            </a:r>
          </a:p>
          <a:p>
            <a:endParaRPr dirty="0"/>
          </a:p>
          <a:p>
            <a:r>
              <a:rPr b="1" dirty="0"/>
              <a:t>This is where the routing loop ends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The scenario I just described is called </a:t>
            </a:r>
            <a:r>
              <a:rPr b="1" dirty="0"/>
              <a:t>“count-to-infinity”</a:t>
            </a:r>
            <a:r>
              <a:rPr dirty="0"/>
              <a:t> (because the routers keep “counting,” i.e., increasing their costs to router x by 1). 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9" name="Shape 2739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740" name="Shape 274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So: If we are not careful with the Bellman-Ford implementation (or any routing protocol implementation, for that matter), we may end up with routing loops,</a:t>
            </a:r>
            <a:r>
              <a:rPr u="sng" dirty="0"/>
              <a:t> </a:t>
            </a:r>
            <a:r>
              <a:rPr dirty="0"/>
              <a:t>which </a:t>
            </a:r>
            <a:r>
              <a:rPr b="1" dirty="0"/>
              <a:t>may take a long time to resolve</a:t>
            </a:r>
            <a:r>
              <a:rPr dirty="0"/>
              <a:t>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" name="Shape 2785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786" name="Shape 2786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Here is a solution:</a:t>
            </a:r>
          </a:p>
          <a:p>
            <a:r>
              <a:rPr dirty="0"/>
              <a:t>- If the path from router z to router x goes through router y,</a:t>
            </a:r>
          </a:p>
          <a:p>
            <a:r>
              <a:rPr dirty="0"/>
              <a:t>- then router z tells router y that its cost to router x is infinity.</a:t>
            </a:r>
          </a:p>
          <a:p>
            <a:r>
              <a:rPr dirty="0"/>
              <a:t>- In other words, </a:t>
            </a:r>
            <a:r>
              <a:rPr b="1" dirty="0"/>
              <a:t>router y should never try to route to router x through router z,</a:t>
            </a:r>
          </a:p>
          <a:p>
            <a:r>
              <a:rPr b="1" dirty="0"/>
              <a:t>- because z is routing to x through y</a:t>
            </a:r>
            <a:r>
              <a:rPr dirty="0"/>
              <a:t>.</a:t>
            </a:r>
          </a:p>
          <a:p>
            <a:endParaRPr dirty="0"/>
          </a:p>
          <a:p>
            <a:r>
              <a:rPr b="1" dirty="0"/>
              <a:t>This technique </a:t>
            </a:r>
            <a:r>
              <a:rPr dirty="0"/>
              <a:t>is called *</a:t>
            </a:r>
            <a:r>
              <a:rPr b="1" dirty="0"/>
              <a:t>poisoned reverse</a:t>
            </a:r>
            <a:r>
              <a:rPr dirty="0"/>
              <a:t>*. This is because the “reverse path” (the path from y to z to x, in our example) is  “poisoned” (i.e., y is not allowed to use it).</a:t>
            </a:r>
          </a:p>
          <a:p>
            <a:endParaRPr dirty="0"/>
          </a:p>
          <a:p>
            <a:r>
              <a:rPr dirty="0"/>
              <a:t>Now, if the link between x and y goes down, router y realizes that:</a:t>
            </a:r>
          </a:p>
          <a:p>
            <a:pPr marL="616857" indent="-299357">
              <a:buSzPct val="95000"/>
              <a:buChar char="-"/>
            </a:pPr>
            <a:r>
              <a:rPr dirty="0"/>
              <a:t>it cannot route to x directly</a:t>
            </a:r>
          </a:p>
          <a:p>
            <a:pPr marL="616857" indent="-299357">
              <a:buSzPct val="95000"/>
              <a:buChar char="-"/>
            </a:pPr>
            <a:r>
              <a:rPr dirty="0"/>
              <a:t>and it cannot route to x through z (because of the poisoned reverse).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7" name="Shape 2827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828" name="Shape 282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b="1" dirty="0"/>
              <a:t>Hence, router y sets the cost of the path from itself to router x to infinity</a:t>
            </a:r>
            <a:r>
              <a:rPr dirty="0"/>
              <a:t>. Note that this infinity is NOT a poisoned reverse. It just indicates that the link from y to x is down, and y cannot route to x.</a:t>
            </a:r>
          </a:p>
          <a:p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8" name="Shape 2868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869" name="Shape 286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Then the neighbors exchange tables,</a:t>
            </a:r>
          </a:p>
          <a:p>
            <a:r>
              <a:rPr b="1" dirty="0"/>
              <a:t>router z learns that router y has been disconnected from router x</a:t>
            </a:r>
            <a:r>
              <a:rPr dirty="0"/>
              <a:t>…</a:t>
            </a:r>
          </a:p>
          <a:p>
            <a:endParaRPr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0" name="Shape 2910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911" name="Shape 291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b="1" dirty="0"/>
              <a:t>hence chooses the direct path to router x</a:t>
            </a:r>
            <a:r>
              <a:rPr dirty="0"/>
              <a:t>, which has cost 7, and updates its table accordingly.</a:t>
            </a:r>
          </a:p>
          <a:p>
            <a:pPr>
              <a:defRPr u="sng"/>
            </a:pPr>
            <a:endParaRPr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1" name="Shape 295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952" name="Shape 295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Then the neighbors exchange tables again,</a:t>
            </a:r>
          </a:p>
          <a:p>
            <a:r>
              <a:t>Router y learns that router z has a path to router x of cost 7…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4" name="Shape 2994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995" name="Shape 299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hence realizes that it (router y) can route to router x through router z with cost 1+7=8 and updates its table accordingly.</a:t>
            </a:r>
          </a:p>
          <a:p>
            <a:pPr>
              <a:defRPr u="sng"/>
            </a:pPr>
            <a:endParaRPr dirty="0"/>
          </a:p>
          <a:p>
            <a:r>
              <a:rPr b="1" dirty="0"/>
              <a:t>At this point, both routers have computed their paths to router x correctly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Important: notice the poisoned reverse in router z’s table, which ensures that router z will never try to route to router x through router y. 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0" name="Shape 3000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001" name="Shape 300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So: One way to avoid the count-to-infinity scenario is poisoned reverse, which enables the Bellman-Ford algorithm to re-converge quickly after a link failure.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0DB8B576-2EBA-3017-37F6-A97B7B2612F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E1FA5122-CA8E-9461-DBD6-6F47061008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IT" altLang="en-IT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3108FC5F-A8B6-EB96-46AA-988F4DE222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245F7239-18E0-5805-931F-2502F7A762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IT" altLang="en-IT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843FC8F1-A99D-ED66-CB08-1471948C36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66717F2A-5593-4109-B04B-01503DC2FC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IT" altLang="en-IT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0AC9BB65-B232-99B0-46A5-ED0C4E861B5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F621FB8E-42A4-4998-560E-BF78B1E5F5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IT" altLang="en-IT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7B1DB455-E6F8-51D2-7FA6-0D67D5EFD7B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2A227369-B953-74F4-1C4A-9E32748E65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IT" altLang="en-IT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4DBE956A-8AEC-367B-D35E-4C6288AA6A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B274A56-FDA3-AB4F-AF41-AB5A09BB1EC7}" type="slidenum">
              <a:rPr lang="en-US" altLang="it-IT">
                <a:latin typeface="Times New Roman" panose="02020603050405020304" pitchFamily="18" charset="0"/>
              </a:rPr>
              <a:pPr/>
              <a:t>62</a:t>
            </a:fld>
            <a:endParaRPr lang="en-US" altLang="it-IT">
              <a:latin typeface="Times New Roman" panose="02020603050405020304" pitchFamily="18" charset="0"/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7F767F77-5A7B-6B4B-310A-A72A9B7A24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3A41B9AD-7CA4-C8CA-3B74-74B4595EED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it-IT" altLang="it-IT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 l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13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988840"/>
            <a:ext cx="10363200" cy="866775"/>
          </a:xfrm>
        </p:spPr>
        <p:txBody>
          <a:bodyPr/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it-IT" dirty="0"/>
          </a:p>
        </p:txBody>
      </p:sp>
      <p:sp>
        <p:nvSpPr>
          <p:cNvPr id="30413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2996952"/>
            <a:ext cx="8534400" cy="6953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400"/>
            </a:lvl1pPr>
          </a:lstStyle>
          <a:p>
            <a:r>
              <a:rPr lang="en-GB"/>
              <a:t>Click to edit Master subtitle style</a:t>
            </a:r>
            <a:endParaRPr lang="it-IT" dirty="0"/>
          </a:p>
        </p:txBody>
      </p:sp>
      <p:pic>
        <p:nvPicPr>
          <p:cNvPr id="7" name="Picture 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B150B1F-FA08-F63A-3429-F7F8A760DB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788" y="150788"/>
            <a:ext cx="4234565" cy="945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6119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pyrigh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59400-AFF6-4FC9-8E2F-F363C6F660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altLang="it-IT" dirty="0"/>
              <a:t>copyright </a:t>
            </a:r>
            <a:r>
              <a:rPr lang="it-IT" altLang="it-IT" dirty="0" err="1"/>
              <a:t>notice</a:t>
            </a:r>
            <a:endParaRPr lang="it-IT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95E1F6-EE88-4027-874C-C2A60CB40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altLang="it-IT"/>
              <a:t>last update: Oct 2023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4B42B5-5FDC-4B42-887A-B68A97D00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altLang="it-IT"/>
              <a:t>kathara – [ lab: rip_frr ]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9C412A2-966A-4BF2-921A-CFBA729795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412876"/>
            <a:ext cx="10972800" cy="4713288"/>
          </a:xfrm>
        </p:spPr>
        <p:txBody>
          <a:bodyPr/>
          <a:lstStyle/>
          <a:p>
            <a:pPr lvl="0" eaLnBrk="1" hangingPunct="1">
              <a:lnSpc>
                <a:spcPct val="80000"/>
              </a:lnSpc>
            </a:pPr>
            <a:r>
              <a:rPr lang="en-GB" altLang="it-IT" sz="1800"/>
              <a:t>Click to edit Master text styles</a:t>
            </a:r>
          </a:p>
          <a:p>
            <a:pPr lvl="1" eaLnBrk="1" hangingPunct="1">
              <a:lnSpc>
                <a:spcPct val="80000"/>
              </a:lnSpc>
            </a:pPr>
            <a:r>
              <a:rPr lang="en-GB" altLang="it-IT" sz="1800"/>
              <a:t>Second level</a:t>
            </a:r>
          </a:p>
          <a:p>
            <a:pPr lvl="2" eaLnBrk="1" hangingPunct="1">
              <a:lnSpc>
                <a:spcPct val="80000"/>
              </a:lnSpc>
            </a:pPr>
            <a:r>
              <a:rPr lang="en-GB" altLang="it-IT" sz="1800"/>
              <a:t>Third level</a:t>
            </a:r>
          </a:p>
          <a:p>
            <a:pPr lvl="3" eaLnBrk="1" hangingPunct="1">
              <a:lnSpc>
                <a:spcPct val="80000"/>
              </a:lnSpc>
            </a:pPr>
            <a:r>
              <a:rPr lang="en-GB" altLang="it-IT" sz="1800"/>
              <a:t>Fourth level</a:t>
            </a:r>
          </a:p>
          <a:p>
            <a:pPr lvl="4" eaLnBrk="1" hangingPunct="1">
              <a:lnSpc>
                <a:spcPct val="80000"/>
              </a:lnSpc>
            </a:pPr>
            <a:r>
              <a:rPr lang="en-GB" altLang="it-IT" sz="1800"/>
              <a:t>Fifth level</a:t>
            </a:r>
            <a:endParaRPr lang="it-IT" altLang="it-IT" sz="1800" dirty="0"/>
          </a:p>
        </p:txBody>
      </p:sp>
    </p:spTree>
    <p:extLst>
      <p:ext uri="{BB962C8B-B14F-4D97-AF65-F5344CB8AC3E}">
        <p14:creationId xmlns:p14="http://schemas.microsoft.com/office/powerpoint/2010/main" val="32250820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2C402-67A5-4652-B395-80C3CFCC7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86000"/>
            <a:ext cx="10972800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it-IT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2A33B8-9C12-4DD4-B7A2-462DBDF9F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altLang="it-IT"/>
              <a:t>last update: Oct 2023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054AC4-794D-4989-9E00-3CA5380BB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altLang="it-IT"/>
              <a:t>kathara – [ lab: rip_frr ]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BE93C49-2746-445A-8FEE-BFD8EDF009A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828800" y="3645024"/>
            <a:ext cx="8534400" cy="6953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GB"/>
              <a:t>Click to edit Master subtitle style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11556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1B5F34A-3762-4DC4-8521-3CCFBDBBB55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it-IT" altLang="it-IT"/>
              <a:t>last update: Oct 2023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AD2D072-E423-4081-B786-4B5AABE6E90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it-IT" altLang="it-IT"/>
              <a:t>kathara – [ lab: rip_frr ]</a:t>
            </a:r>
          </a:p>
        </p:txBody>
      </p:sp>
    </p:spTree>
    <p:extLst>
      <p:ext uri="{BB962C8B-B14F-4D97-AF65-F5344CB8AC3E}">
        <p14:creationId xmlns:p14="http://schemas.microsoft.com/office/powerpoint/2010/main" val="1580988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09600" y="1412875"/>
            <a:ext cx="5392615" cy="471329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89786" y="1412875"/>
            <a:ext cx="5392615" cy="471329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D3FD9D-035D-4317-87B9-2E07DC513C5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it-IT" altLang="it-IT"/>
              <a:t>last update: Oct 2023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56CC62-4927-46CE-8071-12D4280A824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it-IT" altLang="it-IT"/>
              <a:t>kathara – [ lab: rip_frr ]</a:t>
            </a:r>
          </a:p>
        </p:txBody>
      </p:sp>
    </p:spTree>
    <p:extLst>
      <p:ext uri="{BB962C8B-B14F-4D97-AF65-F5344CB8AC3E}">
        <p14:creationId xmlns:p14="http://schemas.microsoft.com/office/powerpoint/2010/main" val="2482742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09E61840-3800-42E1-8104-908EC2290A8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it-IT" altLang="it-IT"/>
              <a:t>last update: Oct 2023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BDBC235-FCC8-44F7-AF2D-D19BB003DF7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it-IT" altLang="it-IT"/>
              <a:t>kathara – [ lab: rip_frr ]</a:t>
            </a:r>
          </a:p>
        </p:txBody>
      </p:sp>
    </p:spTree>
    <p:extLst>
      <p:ext uri="{BB962C8B-B14F-4D97-AF65-F5344CB8AC3E}">
        <p14:creationId xmlns:p14="http://schemas.microsoft.com/office/powerpoint/2010/main" val="3610628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210B621-DDDB-4969-8052-9E481273EFD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it-IT" altLang="it-IT"/>
              <a:t>last update: Oct 2023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F427022-EF7C-4DDD-9245-E8A971AB8D5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it-IT" altLang="it-IT"/>
              <a:t>kathara – [ lab: rip_frr ]</a:t>
            </a:r>
          </a:p>
        </p:txBody>
      </p:sp>
    </p:spTree>
    <p:extLst>
      <p:ext uri="{BB962C8B-B14F-4D97-AF65-F5344CB8AC3E}">
        <p14:creationId xmlns:p14="http://schemas.microsoft.com/office/powerpoint/2010/main" val="3754912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247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767386" y="273053"/>
            <a:ext cx="6815015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609601" y="1435103"/>
            <a:ext cx="4011247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12" indent="0">
              <a:buNone/>
              <a:defRPr sz="1200"/>
            </a:lvl2pPr>
            <a:lvl3pPr marL="914423" indent="0">
              <a:buNone/>
              <a:defRPr sz="1000"/>
            </a:lvl3pPr>
            <a:lvl4pPr marL="1371634" indent="0">
              <a:buNone/>
              <a:defRPr sz="900"/>
            </a:lvl4pPr>
            <a:lvl5pPr marL="1828846" indent="0">
              <a:buNone/>
              <a:defRPr sz="900"/>
            </a:lvl5pPr>
            <a:lvl6pPr marL="2286057" indent="0">
              <a:buNone/>
              <a:defRPr sz="900"/>
            </a:lvl6pPr>
            <a:lvl7pPr marL="2743269" indent="0">
              <a:buNone/>
              <a:defRPr sz="900"/>
            </a:lvl7pPr>
            <a:lvl8pPr marL="3200480" indent="0">
              <a:buNone/>
              <a:defRPr sz="900"/>
            </a:lvl8pPr>
            <a:lvl9pPr marL="3657691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B7462A-E94B-4E5C-AF83-8E8FA72FC51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it-IT" altLang="it-IT"/>
              <a:t>last update: Oct 2023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ECA9AC3-825F-4AAC-8B76-9EC322D8ACC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it-IT" altLang="it-IT"/>
              <a:t>kathara – [ lab: rip_frr ]</a:t>
            </a:r>
          </a:p>
        </p:txBody>
      </p:sp>
    </p:spTree>
    <p:extLst>
      <p:ext uri="{BB962C8B-B14F-4D97-AF65-F5344CB8AC3E}">
        <p14:creationId xmlns:p14="http://schemas.microsoft.com/office/powerpoint/2010/main" val="3650981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389554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2389554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12" indent="0">
              <a:buNone/>
              <a:defRPr sz="2800"/>
            </a:lvl2pPr>
            <a:lvl3pPr marL="914423" indent="0">
              <a:buNone/>
              <a:defRPr sz="2400"/>
            </a:lvl3pPr>
            <a:lvl4pPr marL="1371634" indent="0">
              <a:buNone/>
              <a:defRPr sz="2000"/>
            </a:lvl4pPr>
            <a:lvl5pPr marL="1828846" indent="0">
              <a:buNone/>
              <a:defRPr sz="2000"/>
            </a:lvl5pPr>
            <a:lvl6pPr marL="2286057" indent="0">
              <a:buNone/>
              <a:defRPr sz="2000"/>
            </a:lvl6pPr>
            <a:lvl7pPr marL="2743269" indent="0">
              <a:buNone/>
              <a:defRPr sz="2000"/>
            </a:lvl7pPr>
            <a:lvl8pPr marL="3200480" indent="0">
              <a:buNone/>
              <a:defRPr sz="2000"/>
            </a:lvl8pPr>
            <a:lvl9pPr marL="3657691" indent="0">
              <a:buNone/>
              <a:defRPr sz="2000"/>
            </a:lvl9pPr>
          </a:lstStyle>
          <a:p>
            <a:pPr lvl="0"/>
            <a:r>
              <a:rPr lang="en-GB" noProof="0"/>
              <a:t>Click icon to add picture</a:t>
            </a:r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2389554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12" indent="0">
              <a:buNone/>
              <a:defRPr sz="1200"/>
            </a:lvl2pPr>
            <a:lvl3pPr marL="914423" indent="0">
              <a:buNone/>
              <a:defRPr sz="1000"/>
            </a:lvl3pPr>
            <a:lvl4pPr marL="1371634" indent="0">
              <a:buNone/>
              <a:defRPr sz="900"/>
            </a:lvl4pPr>
            <a:lvl5pPr marL="1828846" indent="0">
              <a:buNone/>
              <a:defRPr sz="900"/>
            </a:lvl5pPr>
            <a:lvl6pPr marL="2286057" indent="0">
              <a:buNone/>
              <a:defRPr sz="900"/>
            </a:lvl6pPr>
            <a:lvl7pPr marL="2743269" indent="0">
              <a:buNone/>
              <a:defRPr sz="900"/>
            </a:lvl7pPr>
            <a:lvl8pPr marL="3200480" indent="0">
              <a:buNone/>
              <a:defRPr sz="900"/>
            </a:lvl8pPr>
            <a:lvl9pPr marL="3657691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58AB6D-2A9D-4F16-A910-0B79968AB2D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it-IT" altLang="it-IT"/>
              <a:t>last update: Oct 2023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A098BE-69C9-4538-89C8-C00B289910E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it-IT" altLang="it-IT"/>
              <a:t>kathara – [ lab: rip_frr ]</a:t>
            </a:r>
          </a:p>
        </p:txBody>
      </p:sp>
    </p:spTree>
    <p:extLst>
      <p:ext uri="{BB962C8B-B14F-4D97-AF65-F5344CB8AC3E}">
        <p14:creationId xmlns:p14="http://schemas.microsoft.com/office/powerpoint/2010/main" val="2747891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486F16B-0B58-45B6-9061-CA60B6CB76B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it-IT" altLang="it-IT"/>
              <a:t>last update: Oct 2023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D754CCF-D619-4891-8E0C-E8A44AB624B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it-IT" altLang="it-IT"/>
              <a:t>kathara – [ lab: rip_frr ]</a:t>
            </a:r>
          </a:p>
        </p:txBody>
      </p:sp>
    </p:spTree>
    <p:extLst>
      <p:ext uri="{BB962C8B-B14F-4D97-AF65-F5344CB8AC3E}">
        <p14:creationId xmlns:p14="http://schemas.microsoft.com/office/powerpoint/2010/main" val="3221629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09601" y="274641"/>
            <a:ext cx="8042031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6ABEC1F-57AF-4AF1-B41E-3F8C5810604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it-IT" altLang="it-IT"/>
              <a:t>last update: Oct 2023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AC44205-C96E-4D3D-B0E4-CEBDE5B2D64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it-IT" altLang="it-IT"/>
              <a:t>kathara – [ lab: rip_frr ]</a:t>
            </a:r>
          </a:p>
        </p:txBody>
      </p:sp>
    </p:spTree>
    <p:extLst>
      <p:ext uri="{BB962C8B-B14F-4D97-AF65-F5344CB8AC3E}">
        <p14:creationId xmlns:p14="http://schemas.microsoft.com/office/powerpoint/2010/main" val="16034176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 l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13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988840"/>
            <a:ext cx="10363200" cy="866775"/>
          </a:xfrm>
        </p:spPr>
        <p:txBody>
          <a:bodyPr/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it-IT" dirty="0"/>
          </a:p>
        </p:txBody>
      </p:sp>
      <p:sp>
        <p:nvSpPr>
          <p:cNvPr id="30413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2996952"/>
            <a:ext cx="8534400" cy="6953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400"/>
            </a:lvl1pPr>
          </a:lstStyle>
          <a:p>
            <a:r>
              <a:rPr lang="en-GB"/>
              <a:t>Click to edit Master subtitle style</a:t>
            </a:r>
            <a:endParaRPr lang="it-IT" dirty="0"/>
          </a:p>
        </p:txBody>
      </p:sp>
      <p:pic>
        <p:nvPicPr>
          <p:cNvPr id="7" name="Picture 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B150B1F-FA08-F63A-3429-F7F8A760DB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788" y="150788"/>
            <a:ext cx="4234565" cy="945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1292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pyrigh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59400-AFF6-4FC9-8E2F-F363C6F660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altLang="it-IT" dirty="0"/>
              <a:t>copyright </a:t>
            </a:r>
            <a:r>
              <a:rPr lang="it-IT" altLang="it-IT" dirty="0" err="1"/>
              <a:t>notice</a:t>
            </a:r>
            <a:endParaRPr lang="it-IT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95E1F6-EE88-4027-874C-C2A60CB40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altLang="it-IT"/>
              <a:t>last update: Oct 2023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4B42B5-5FDC-4B42-887A-B68A97D00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altLang="it-IT"/>
              <a:t>kathara – [ lab: rip_frr ]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9C412A2-966A-4BF2-921A-CFBA729795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412876"/>
            <a:ext cx="10972800" cy="4713288"/>
          </a:xfrm>
        </p:spPr>
        <p:txBody>
          <a:bodyPr/>
          <a:lstStyle/>
          <a:p>
            <a:pPr lvl="0" eaLnBrk="1" hangingPunct="1">
              <a:lnSpc>
                <a:spcPct val="80000"/>
              </a:lnSpc>
            </a:pPr>
            <a:r>
              <a:rPr lang="en-GB" altLang="it-IT" sz="1800"/>
              <a:t>Click to edit Master text styles</a:t>
            </a:r>
          </a:p>
          <a:p>
            <a:pPr lvl="1" eaLnBrk="1" hangingPunct="1">
              <a:lnSpc>
                <a:spcPct val="80000"/>
              </a:lnSpc>
            </a:pPr>
            <a:r>
              <a:rPr lang="en-GB" altLang="it-IT" sz="1800"/>
              <a:t>Second level</a:t>
            </a:r>
          </a:p>
          <a:p>
            <a:pPr lvl="2" eaLnBrk="1" hangingPunct="1">
              <a:lnSpc>
                <a:spcPct val="80000"/>
              </a:lnSpc>
            </a:pPr>
            <a:r>
              <a:rPr lang="en-GB" altLang="it-IT" sz="1800"/>
              <a:t>Third level</a:t>
            </a:r>
          </a:p>
          <a:p>
            <a:pPr lvl="3" eaLnBrk="1" hangingPunct="1">
              <a:lnSpc>
                <a:spcPct val="80000"/>
              </a:lnSpc>
            </a:pPr>
            <a:r>
              <a:rPr lang="en-GB" altLang="it-IT" sz="1800"/>
              <a:t>Fourth level</a:t>
            </a:r>
          </a:p>
          <a:p>
            <a:pPr lvl="4" eaLnBrk="1" hangingPunct="1">
              <a:lnSpc>
                <a:spcPct val="80000"/>
              </a:lnSpc>
            </a:pPr>
            <a:r>
              <a:rPr lang="en-GB" altLang="it-IT" sz="1800"/>
              <a:t>Fifth level</a:t>
            </a:r>
            <a:endParaRPr lang="it-IT" altLang="it-IT" sz="1800" dirty="0"/>
          </a:p>
        </p:txBody>
      </p:sp>
    </p:spTree>
    <p:extLst>
      <p:ext uri="{BB962C8B-B14F-4D97-AF65-F5344CB8AC3E}">
        <p14:creationId xmlns:p14="http://schemas.microsoft.com/office/powerpoint/2010/main" val="12866783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2C402-67A5-4652-B395-80C3CFCC7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86000"/>
            <a:ext cx="10972800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it-IT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2A33B8-9C12-4DD4-B7A2-462DBDF9F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altLang="it-IT"/>
              <a:t>last update: Oct 2023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054AC4-794D-4989-9E00-3CA5380BB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altLang="it-IT"/>
              <a:t>kathara – [ lab: rip_frr ]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BE93C49-2746-445A-8FEE-BFD8EDF009A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828800" y="3645024"/>
            <a:ext cx="8534400" cy="6953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GB"/>
              <a:t>Click to edit Master subtitle style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0999482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1B5F34A-3762-4DC4-8521-3CCFBDBBB55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it-IT" altLang="it-IT"/>
              <a:t>last update: Oct 2023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AD2D072-E423-4081-B786-4B5AABE6E90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it-IT" altLang="it-IT"/>
              <a:t>kathara – [ lab: rip_frr ]</a:t>
            </a:r>
          </a:p>
        </p:txBody>
      </p:sp>
    </p:spTree>
    <p:extLst>
      <p:ext uri="{BB962C8B-B14F-4D97-AF65-F5344CB8AC3E}">
        <p14:creationId xmlns:p14="http://schemas.microsoft.com/office/powerpoint/2010/main" val="384055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09600" y="1412875"/>
            <a:ext cx="5392615" cy="471329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89786" y="1412875"/>
            <a:ext cx="5392615" cy="471329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D3FD9D-035D-4317-87B9-2E07DC513C5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it-IT" altLang="it-IT"/>
              <a:t>last update: Oct 2023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56CC62-4927-46CE-8071-12D4280A824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it-IT" altLang="it-IT"/>
              <a:t>kathara – [ lab: rip_frr ]</a:t>
            </a:r>
          </a:p>
        </p:txBody>
      </p:sp>
    </p:spTree>
    <p:extLst>
      <p:ext uri="{BB962C8B-B14F-4D97-AF65-F5344CB8AC3E}">
        <p14:creationId xmlns:p14="http://schemas.microsoft.com/office/powerpoint/2010/main" val="20701308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09E61840-3800-42E1-8104-908EC2290A8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it-IT" altLang="it-IT"/>
              <a:t>last update: Oct 2023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BDBC235-FCC8-44F7-AF2D-D19BB003DF7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it-IT" altLang="it-IT"/>
              <a:t>kathara – [ lab: rip_frr ]</a:t>
            </a:r>
          </a:p>
        </p:txBody>
      </p:sp>
    </p:spTree>
    <p:extLst>
      <p:ext uri="{BB962C8B-B14F-4D97-AF65-F5344CB8AC3E}">
        <p14:creationId xmlns:p14="http://schemas.microsoft.com/office/powerpoint/2010/main" val="2314785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210B621-DDDB-4969-8052-9E481273EFD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it-IT" altLang="it-IT"/>
              <a:t>last update: Oct 2023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F427022-EF7C-4DDD-9245-E8A971AB8D5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it-IT" altLang="it-IT"/>
              <a:t>kathara – [ lab: rip_frr ]</a:t>
            </a:r>
          </a:p>
        </p:txBody>
      </p:sp>
    </p:spTree>
    <p:extLst>
      <p:ext uri="{BB962C8B-B14F-4D97-AF65-F5344CB8AC3E}">
        <p14:creationId xmlns:p14="http://schemas.microsoft.com/office/powerpoint/2010/main" val="34485967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247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767386" y="273053"/>
            <a:ext cx="6815015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609601" y="1435103"/>
            <a:ext cx="4011247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12" indent="0">
              <a:buNone/>
              <a:defRPr sz="1200"/>
            </a:lvl2pPr>
            <a:lvl3pPr marL="914423" indent="0">
              <a:buNone/>
              <a:defRPr sz="1000"/>
            </a:lvl3pPr>
            <a:lvl4pPr marL="1371634" indent="0">
              <a:buNone/>
              <a:defRPr sz="900"/>
            </a:lvl4pPr>
            <a:lvl5pPr marL="1828846" indent="0">
              <a:buNone/>
              <a:defRPr sz="900"/>
            </a:lvl5pPr>
            <a:lvl6pPr marL="2286057" indent="0">
              <a:buNone/>
              <a:defRPr sz="900"/>
            </a:lvl6pPr>
            <a:lvl7pPr marL="2743269" indent="0">
              <a:buNone/>
              <a:defRPr sz="900"/>
            </a:lvl7pPr>
            <a:lvl8pPr marL="3200480" indent="0">
              <a:buNone/>
              <a:defRPr sz="900"/>
            </a:lvl8pPr>
            <a:lvl9pPr marL="3657691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B7462A-E94B-4E5C-AF83-8E8FA72FC51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it-IT" altLang="it-IT"/>
              <a:t>last update: Oct 2023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ECA9AC3-825F-4AAC-8B76-9EC322D8ACC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it-IT" altLang="it-IT"/>
              <a:t>kathara – [ lab: rip_frr ]</a:t>
            </a:r>
          </a:p>
        </p:txBody>
      </p:sp>
    </p:spTree>
    <p:extLst>
      <p:ext uri="{BB962C8B-B14F-4D97-AF65-F5344CB8AC3E}">
        <p14:creationId xmlns:p14="http://schemas.microsoft.com/office/powerpoint/2010/main" val="40280900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389554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2389554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12" indent="0">
              <a:buNone/>
              <a:defRPr sz="2800"/>
            </a:lvl2pPr>
            <a:lvl3pPr marL="914423" indent="0">
              <a:buNone/>
              <a:defRPr sz="2400"/>
            </a:lvl3pPr>
            <a:lvl4pPr marL="1371634" indent="0">
              <a:buNone/>
              <a:defRPr sz="2000"/>
            </a:lvl4pPr>
            <a:lvl5pPr marL="1828846" indent="0">
              <a:buNone/>
              <a:defRPr sz="2000"/>
            </a:lvl5pPr>
            <a:lvl6pPr marL="2286057" indent="0">
              <a:buNone/>
              <a:defRPr sz="2000"/>
            </a:lvl6pPr>
            <a:lvl7pPr marL="2743269" indent="0">
              <a:buNone/>
              <a:defRPr sz="2000"/>
            </a:lvl7pPr>
            <a:lvl8pPr marL="3200480" indent="0">
              <a:buNone/>
              <a:defRPr sz="2000"/>
            </a:lvl8pPr>
            <a:lvl9pPr marL="3657691" indent="0">
              <a:buNone/>
              <a:defRPr sz="2000"/>
            </a:lvl9pPr>
          </a:lstStyle>
          <a:p>
            <a:pPr lvl="0"/>
            <a:r>
              <a:rPr lang="en-GB" noProof="0"/>
              <a:t>Click icon to add picture</a:t>
            </a:r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2389554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12" indent="0">
              <a:buNone/>
              <a:defRPr sz="1200"/>
            </a:lvl2pPr>
            <a:lvl3pPr marL="914423" indent="0">
              <a:buNone/>
              <a:defRPr sz="1000"/>
            </a:lvl3pPr>
            <a:lvl4pPr marL="1371634" indent="0">
              <a:buNone/>
              <a:defRPr sz="900"/>
            </a:lvl4pPr>
            <a:lvl5pPr marL="1828846" indent="0">
              <a:buNone/>
              <a:defRPr sz="900"/>
            </a:lvl5pPr>
            <a:lvl6pPr marL="2286057" indent="0">
              <a:buNone/>
              <a:defRPr sz="900"/>
            </a:lvl6pPr>
            <a:lvl7pPr marL="2743269" indent="0">
              <a:buNone/>
              <a:defRPr sz="900"/>
            </a:lvl7pPr>
            <a:lvl8pPr marL="3200480" indent="0">
              <a:buNone/>
              <a:defRPr sz="900"/>
            </a:lvl8pPr>
            <a:lvl9pPr marL="3657691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58AB6D-2A9D-4F16-A910-0B79968AB2D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it-IT" altLang="it-IT"/>
              <a:t>last update: Oct 2023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A098BE-69C9-4538-89C8-C00B289910E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it-IT" altLang="it-IT"/>
              <a:t>kathara – [ lab: rip_frr ]</a:t>
            </a:r>
          </a:p>
        </p:txBody>
      </p:sp>
    </p:spTree>
    <p:extLst>
      <p:ext uri="{BB962C8B-B14F-4D97-AF65-F5344CB8AC3E}">
        <p14:creationId xmlns:p14="http://schemas.microsoft.com/office/powerpoint/2010/main" val="355214955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486F16B-0B58-45B6-9061-CA60B6CB76B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it-IT" altLang="it-IT"/>
              <a:t>last update: Oct 2023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D754CCF-D619-4891-8E0C-E8A44AB624B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it-IT" altLang="it-IT"/>
              <a:t>kathara – [ lab: rip_frr ]</a:t>
            </a:r>
          </a:p>
        </p:txBody>
      </p:sp>
    </p:spTree>
    <p:extLst>
      <p:ext uri="{BB962C8B-B14F-4D97-AF65-F5344CB8AC3E}">
        <p14:creationId xmlns:p14="http://schemas.microsoft.com/office/powerpoint/2010/main" val="322568254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09601" y="274641"/>
            <a:ext cx="8042031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6ABEC1F-57AF-4AF1-B41E-3F8C5810604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it-IT" altLang="it-IT"/>
              <a:t>last update: Oct 2023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AC44205-C96E-4D3D-B0E4-CEBDE5B2D64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it-IT" altLang="it-IT"/>
              <a:t>kathara – [ lab: rip_frr ]</a:t>
            </a:r>
          </a:p>
        </p:txBody>
      </p:sp>
    </p:spTree>
    <p:extLst>
      <p:ext uri="{BB962C8B-B14F-4D97-AF65-F5344CB8AC3E}">
        <p14:creationId xmlns:p14="http://schemas.microsoft.com/office/powerpoint/2010/main" val="210959686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mputer Networks"/>
          <p:cNvSpPr/>
          <p:nvPr/>
        </p:nvSpPr>
        <p:spPr>
          <a:xfrm>
            <a:off x="738188" y="6327163"/>
            <a:ext cx="1919977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>
              <a:defRPr sz="1800">
                <a:solidFill>
                  <a:srgbClr val="C0C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sz="1266"/>
              <a:t>Computer Networks</a:t>
            </a:r>
          </a:p>
        </p:txBody>
      </p:sp>
      <p:sp>
        <p:nvSpPr>
          <p:cNvPr id="21" name="Title Text"/>
          <p:cNvSpPr txBox="1">
            <a:spLocks noGrp="1"/>
          </p:cNvSpPr>
          <p:nvPr>
            <p:ph type="title"/>
          </p:nvPr>
        </p:nvSpPr>
        <p:spPr>
          <a:xfrm>
            <a:off x="1190625" y="178594"/>
            <a:ext cx="9810750" cy="1714500"/>
          </a:xfrm>
          <a:prstGeom prst="rect">
            <a:avLst/>
          </a:prstGeom>
        </p:spPr>
        <p:txBody>
          <a:bodyPr anchor="ctr"/>
          <a:lstStyle>
            <a:lvl1pPr>
              <a:defRPr sz="45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Title Text</a:t>
            </a:r>
          </a:p>
        </p:txBody>
      </p:sp>
      <p:sp>
        <p:nvSpPr>
          <p:cNvPr id="22" name="Body Level One…"/>
          <p:cNvSpPr txBox="1">
            <a:spLocks noGrp="1"/>
          </p:cNvSpPr>
          <p:nvPr>
            <p:ph type="body" idx="1"/>
          </p:nvPr>
        </p:nvSpPr>
        <p:spPr>
          <a:xfrm>
            <a:off x="1166813" y="1946672"/>
            <a:ext cx="9810750" cy="4018359"/>
          </a:xfrm>
          <a:prstGeom prst="rect">
            <a:avLst/>
          </a:prstGeom>
        </p:spPr>
        <p:txBody>
          <a:bodyPr/>
          <a:lstStyle>
            <a:lvl1pPr marL="625056" indent="-401822" algn="l">
              <a:spcBef>
                <a:spcPts val="2109"/>
              </a:spcBef>
              <a:buClr>
                <a:srgbClr val="4F8F00"/>
              </a:buClr>
              <a:buSzPct val="95000"/>
              <a:buChar char="•"/>
              <a:defRPr sz="2812"/>
            </a:lvl1pPr>
            <a:lvl2pPr marL="937584" indent="-401822" algn="l">
              <a:buClr>
                <a:srgbClr val="4F8F00"/>
              </a:buClr>
              <a:buSzPct val="95000"/>
              <a:buChar char="‣"/>
              <a:defRPr sz="2391"/>
            </a:lvl2pPr>
            <a:lvl3pPr marL="1250112" indent="-401822" algn="l">
              <a:buClr>
                <a:srgbClr val="4F8F00"/>
              </a:buClr>
              <a:buSzPct val="95000"/>
              <a:buChar char="‣"/>
              <a:defRPr sz="2391" i="1">
                <a:solidFill>
                  <a:srgbClr val="424242"/>
                </a:solidFill>
              </a:defRPr>
            </a:lvl3pPr>
            <a:lvl4pPr marL="1562640" indent="-401822" algn="l">
              <a:buClr>
                <a:srgbClr val="4F8F00"/>
              </a:buClr>
              <a:buSzPct val="95000"/>
              <a:buChar char="‣"/>
              <a:defRPr sz="2391" i="1">
                <a:solidFill>
                  <a:srgbClr val="424242"/>
                </a:solidFill>
              </a:defRPr>
            </a:lvl4pPr>
            <a:lvl5pPr marL="1875168" indent="-401822" algn="l">
              <a:buClr>
                <a:srgbClr val="4F8F00"/>
              </a:buClr>
              <a:buSzPct val="95000"/>
              <a:buChar char="‣"/>
              <a:defRPr sz="2391" i="1">
                <a:solidFill>
                  <a:srgbClr val="424242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132343" y="6248679"/>
            <a:ext cx="321470" cy="25213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C0C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98867718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mputer Networks"/>
          <p:cNvSpPr/>
          <p:nvPr/>
        </p:nvSpPr>
        <p:spPr>
          <a:xfrm>
            <a:off x="738187" y="6327163"/>
            <a:ext cx="2025968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>
              <a:defRPr sz="1800">
                <a:solidFill>
                  <a:srgbClr val="C0C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sz="1266"/>
              <a:t>Computer Networks</a:t>
            </a:r>
          </a:p>
        </p:txBody>
      </p:sp>
      <p:sp>
        <p:nvSpPr>
          <p:cNvPr id="2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929171" y="6337977"/>
            <a:ext cx="321470" cy="252133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C0C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66298095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xemple exter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texte 6"/>
          <p:cNvSpPr>
            <a:spLocks noGrp="1"/>
          </p:cNvSpPr>
          <p:nvPr>
            <p:ph type="body" sz="quarter" idx="13" hasCustomPrompt="1"/>
          </p:nvPr>
        </p:nvSpPr>
        <p:spPr>
          <a:xfrm>
            <a:off x="1007535" y="2420938"/>
            <a:ext cx="10176933" cy="2016125"/>
          </a:xfrm>
        </p:spPr>
        <p:txBody>
          <a:bodyPr>
            <a:normAutofit/>
          </a:bodyPr>
          <a:lstStyle>
            <a:lvl1pPr marL="0" indent="0" algn="l">
              <a:buNone/>
              <a:defRPr sz="5400" baseline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  <a:ea typeface="Roboto Condensed" pitchFamily="2" charset="0"/>
              </a:defRPr>
            </a:lvl1pPr>
            <a:lvl5pPr>
              <a:defRPr/>
            </a:lvl5pPr>
          </a:lstStyle>
          <a:p>
            <a:pPr lvl="0"/>
            <a:r>
              <a:rPr lang="fr-FR" dirty="0" err="1"/>
              <a:t>Demo</a:t>
            </a:r>
            <a:r>
              <a:rPr lang="fr-FR" dirty="0"/>
              <a:t> </a:t>
            </a:r>
            <a:r>
              <a:rPr lang="fr-FR" dirty="0" err="1"/>
              <a:t>text</a:t>
            </a:r>
            <a:endParaRPr lang="fr-CH" dirty="0"/>
          </a:p>
        </p:txBody>
      </p:sp>
      <p:sp>
        <p:nvSpPr>
          <p:cNvPr id="2" name="Espace réservé de la date 3">
            <a:extLst>
              <a:ext uri="{FF2B5EF4-FFF2-40B4-BE49-F238E27FC236}">
                <a16:creationId xmlns:a16="http://schemas.microsoft.com/office/drawing/2014/main" id="{9BAB171B-C3A4-4557-1E13-20F09DBC30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41003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defTabSz="685797">
              <a:defRPr/>
            </a:pPr>
            <a:r>
              <a:rPr lang="LID4096">
                <a:solidFill>
                  <a:prstClr val="black">
                    <a:lumMod val="65000"/>
                    <a:lumOff val="35000"/>
                  </a:prstClr>
                </a:solidFill>
              </a:rPr>
              <a:t>Dr P.-A. Mudry</a:t>
            </a:r>
            <a:endParaRPr lang="fr-CH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" name="Espace réservé du pied de page 4">
            <a:extLst>
              <a:ext uri="{FF2B5EF4-FFF2-40B4-BE49-F238E27FC236}">
                <a16:creationId xmlns:a16="http://schemas.microsoft.com/office/drawing/2014/main" id="{6E631C47-F2A2-9BB2-DBB1-BE5B1FDF18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668" y="6520260"/>
            <a:ext cx="3860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defTabSz="685797">
              <a:defRPr/>
            </a:pPr>
            <a:r>
              <a:rPr lang="fr-FR">
                <a:solidFill>
                  <a:prstClr val="black">
                    <a:lumMod val="65000"/>
                    <a:lumOff val="35000"/>
                  </a:prstClr>
                </a:solidFill>
              </a:rPr>
              <a:t>1. Demo course</a:t>
            </a:r>
            <a:endParaRPr lang="fr-FR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8" name="Espace réservé du numéro de diapositive 5">
            <a:extLst>
              <a:ext uri="{FF2B5EF4-FFF2-40B4-BE49-F238E27FC236}">
                <a16:creationId xmlns:a16="http://schemas.microsoft.com/office/drawing/2014/main" id="{26F02FD8-6A90-5053-B217-1C48456468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88725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defTabSz="685797" hangingPunct="1">
              <a:defRPr/>
            </a:pPr>
            <a:fld id="{23C040C7-4060-4381-887A-2EF827EF70EC}" type="slidenum">
              <a:rPr lang="fr-CH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 defTabSz="685797" hangingPunct="1">
                <a:defRPr/>
              </a:pPr>
              <a:t>‹#›</a:t>
            </a:fld>
            <a:endParaRPr lang="fr-CH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7063246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44DAC59-5E6E-45D0-8524-3E061722C9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16632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 dirty="0"/>
              <a:t>Fare clic per modificare lo stile del titolo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F11B519-1465-43CA-9B06-0B1C84B88C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412777"/>
            <a:ext cx="10972800" cy="47133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 dirty="0"/>
              <a:t>Fare clic per modificare gli stili del testo dello schema</a:t>
            </a:r>
          </a:p>
          <a:p>
            <a:pPr lvl="1"/>
            <a:r>
              <a:rPr lang="it-IT" altLang="it-IT" dirty="0"/>
              <a:t>Secondo livello</a:t>
            </a:r>
          </a:p>
          <a:p>
            <a:pPr lvl="2"/>
            <a:r>
              <a:rPr lang="it-IT" altLang="it-IT" dirty="0"/>
              <a:t>Terzo livello</a:t>
            </a:r>
          </a:p>
          <a:p>
            <a:pPr lvl="3"/>
            <a:r>
              <a:rPr lang="it-IT" altLang="it-IT" dirty="0"/>
              <a:t>Quarto livello</a:t>
            </a:r>
          </a:p>
          <a:p>
            <a:pPr lvl="4"/>
            <a:r>
              <a:rPr lang="it-IT" altLang="it-IT" dirty="0"/>
              <a:t>Quinto livello</a:t>
            </a:r>
          </a:p>
        </p:txBody>
      </p:sp>
      <p:sp>
        <p:nvSpPr>
          <p:cNvPr id="303108" name="Rectangle 4">
            <a:extLst>
              <a:ext uri="{FF2B5EF4-FFF2-40B4-BE49-F238E27FC236}">
                <a16:creationId xmlns:a16="http://schemas.microsoft.com/office/drawing/2014/main" id="{9F6A8ACC-B973-483A-9EBB-30DD75AA7EB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265138" y="6453191"/>
            <a:ext cx="2782277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dirty="0">
                <a:latin typeface="+mn-lt"/>
              </a:defRPr>
            </a:lvl1pPr>
          </a:lstStyle>
          <a:p>
            <a:r>
              <a:rPr lang="it-IT" altLang="it-IT"/>
              <a:t>last update: Oct 2023</a:t>
            </a:r>
          </a:p>
        </p:txBody>
      </p:sp>
      <p:sp>
        <p:nvSpPr>
          <p:cNvPr id="303109" name="Rectangle 5">
            <a:extLst>
              <a:ext uri="{FF2B5EF4-FFF2-40B4-BE49-F238E27FC236}">
                <a16:creationId xmlns:a16="http://schemas.microsoft.com/office/drawing/2014/main" id="{6276769E-8AF7-4AB3-B25A-CA8C5C6A001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0295" y="6453191"/>
            <a:ext cx="5951415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dirty="0" err="1">
                <a:latin typeface="+mn-lt"/>
              </a:defRPr>
            </a:lvl1pPr>
          </a:lstStyle>
          <a:p>
            <a:r>
              <a:rPr lang="it-IT" altLang="it-IT"/>
              <a:t>kathara – [ lab: rip_frr ]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53844C4-97BD-413F-90CB-BB662D34AA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584" y="6453191"/>
            <a:ext cx="2279007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it-IT" sz="900" dirty="0">
                <a:solidFill>
                  <a:schemeClr val="bg2"/>
                </a:solidFill>
                <a:cs typeface="Arial" panose="020B0604020202020204" pitchFamily="34" charset="0"/>
              </a:rPr>
              <a:t>© Computer Networks Research Group Roma Tre</a:t>
            </a:r>
          </a:p>
        </p:txBody>
      </p:sp>
      <p:pic>
        <p:nvPicPr>
          <p:cNvPr id="3" name="Picture 2" descr="A group of cubes with different colors&#10;&#10;Description automatically generated">
            <a:extLst>
              <a:ext uri="{FF2B5EF4-FFF2-40B4-BE49-F238E27FC236}">
                <a16:creationId xmlns:a16="http://schemas.microsoft.com/office/drawing/2014/main" id="{04BC26E2-2780-755F-DAB8-E568CC768E7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458" y="200174"/>
            <a:ext cx="1264030" cy="852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802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hf sldNum="0" hdr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5pPr>
      <a:lvl6pPr marL="457212"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6pPr>
      <a:lvl7pPr marL="914423"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7pPr>
      <a:lvl8pPr marL="1371634"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8pPr>
      <a:lvl9pPr marL="1828846"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9pPr>
    </p:titleStyle>
    <p:bodyStyle>
      <a:lvl1pPr marL="342908" indent="-342908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69" indent="-285757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28" indent="-228606" algn="l" rtl="0" eaLnBrk="1" fontAlgn="base" hangingPunct="1">
        <a:spcBef>
          <a:spcPct val="20000"/>
        </a:spcBef>
        <a:spcAft>
          <a:spcPct val="0"/>
        </a:spcAft>
        <a:buClr>
          <a:srgbClr val="66CC00"/>
        </a:buClr>
        <a:buSzPct val="7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40" indent="-228606" algn="l" rtl="0" eaLnBrk="1" fontAlgn="base" hangingPunct="1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</a:defRPr>
      </a:lvl4pPr>
      <a:lvl5pPr marL="2057452" indent="-228606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</a:defRPr>
      </a:lvl5pPr>
      <a:lvl6pPr marL="2514663" indent="-2286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6pPr>
      <a:lvl7pPr marL="2971874" indent="-2286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7pPr>
      <a:lvl8pPr marL="3429086" indent="-2286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8pPr>
      <a:lvl9pPr marL="3886297" indent="-2286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9pPr>
    </p:bodyStyle>
    <p:otherStyle>
      <a:defPPr>
        <a:defRPr lang="it-IT"/>
      </a:defPPr>
      <a:lvl1pPr marL="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4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6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7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9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1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9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44DAC59-5E6E-45D0-8524-3E061722C9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16632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 dirty="0"/>
              <a:t>Fare clic per modificare lo stile del titolo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F11B519-1465-43CA-9B06-0B1C84B88C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412777"/>
            <a:ext cx="10972800" cy="47133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 dirty="0"/>
              <a:t>Fare clic per modificare gli stili del testo dello schema</a:t>
            </a:r>
          </a:p>
          <a:p>
            <a:pPr lvl="1"/>
            <a:r>
              <a:rPr lang="it-IT" altLang="it-IT" dirty="0"/>
              <a:t>Secondo livello</a:t>
            </a:r>
          </a:p>
          <a:p>
            <a:pPr lvl="2"/>
            <a:r>
              <a:rPr lang="it-IT" altLang="it-IT" dirty="0"/>
              <a:t>Terzo livello</a:t>
            </a:r>
          </a:p>
          <a:p>
            <a:pPr lvl="3"/>
            <a:r>
              <a:rPr lang="it-IT" altLang="it-IT" dirty="0"/>
              <a:t>Quarto livello</a:t>
            </a:r>
          </a:p>
          <a:p>
            <a:pPr lvl="4"/>
            <a:r>
              <a:rPr lang="it-IT" altLang="it-IT" dirty="0"/>
              <a:t>Quinto livello</a:t>
            </a:r>
          </a:p>
        </p:txBody>
      </p:sp>
      <p:sp>
        <p:nvSpPr>
          <p:cNvPr id="303108" name="Rectangle 4">
            <a:extLst>
              <a:ext uri="{FF2B5EF4-FFF2-40B4-BE49-F238E27FC236}">
                <a16:creationId xmlns:a16="http://schemas.microsoft.com/office/drawing/2014/main" id="{9F6A8ACC-B973-483A-9EBB-30DD75AA7EB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265138" y="6453191"/>
            <a:ext cx="2782277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dirty="0">
                <a:latin typeface="+mn-lt"/>
              </a:defRPr>
            </a:lvl1pPr>
          </a:lstStyle>
          <a:p>
            <a:r>
              <a:rPr lang="it-IT" altLang="it-IT"/>
              <a:t>last update: Oct 2023</a:t>
            </a:r>
          </a:p>
        </p:txBody>
      </p:sp>
      <p:sp>
        <p:nvSpPr>
          <p:cNvPr id="303109" name="Rectangle 5">
            <a:extLst>
              <a:ext uri="{FF2B5EF4-FFF2-40B4-BE49-F238E27FC236}">
                <a16:creationId xmlns:a16="http://schemas.microsoft.com/office/drawing/2014/main" id="{6276769E-8AF7-4AB3-B25A-CA8C5C6A001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0295" y="6453191"/>
            <a:ext cx="5951415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dirty="0" err="1">
                <a:latin typeface="+mn-lt"/>
              </a:defRPr>
            </a:lvl1pPr>
          </a:lstStyle>
          <a:p>
            <a:r>
              <a:rPr lang="it-IT" altLang="it-IT"/>
              <a:t>kathara – [ lab: rip_frr ]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53844C4-97BD-413F-90CB-BB662D34AA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584" y="6453191"/>
            <a:ext cx="2279007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it-IT" sz="900" dirty="0">
                <a:solidFill>
                  <a:schemeClr val="bg2"/>
                </a:solidFill>
                <a:cs typeface="Arial" panose="020B0604020202020204" pitchFamily="34" charset="0"/>
              </a:rPr>
              <a:t>© Computer Networks Research Group Roma Tre University</a:t>
            </a:r>
          </a:p>
        </p:txBody>
      </p:sp>
      <p:pic>
        <p:nvPicPr>
          <p:cNvPr id="3" name="Picture 2" descr="A group of cubes with different colors&#10;&#10;Description automatically generated">
            <a:extLst>
              <a:ext uri="{FF2B5EF4-FFF2-40B4-BE49-F238E27FC236}">
                <a16:creationId xmlns:a16="http://schemas.microsoft.com/office/drawing/2014/main" id="{04BC26E2-2780-755F-DAB8-E568CC768E7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458" y="200174"/>
            <a:ext cx="1264030" cy="852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49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</p:sldLayoutIdLst>
  <p:hf sldNum="0" hdr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5pPr>
      <a:lvl6pPr marL="457212"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6pPr>
      <a:lvl7pPr marL="914423"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7pPr>
      <a:lvl8pPr marL="1371634"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8pPr>
      <a:lvl9pPr marL="1828846"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9pPr>
    </p:titleStyle>
    <p:bodyStyle>
      <a:lvl1pPr marL="342908" indent="-342908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69" indent="-285757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28" indent="-228606" algn="l" rtl="0" eaLnBrk="1" fontAlgn="base" hangingPunct="1">
        <a:spcBef>
          <a:spcPct val="20000"/>
        </a:spcBef>
        <a:spcAft>
          <a:spcPct val="0"/>
        </a:spcAft>
        <a:buClr>
          <a:srgbClr val="66CC00"/>
        </a:buClr>
        <a:buSzPct val="7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40" indent="-228606" algn="l" rtl="0" eaLnBrk="1" fontAlgn="base" hangingPunct="1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</a:defRPr>
      </a:lvl4pPr>
      <a:lvl5pPr marL="2057452" indent="-228606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</a:defRPr>
      </a:lvl5pPr>
      <a:lvl6pPr marL="2514663" indent="-2286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6pPr>
      <a:lvl7pPr marL="2971874" indent="-2286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7pPr>
      <a:lvl8pPr marL="3429086" indent="-2286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8pPr>
      <a:lvl9pPr marL="3886297" indent="-2286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9pPr>
    </p:bodyStyle>
    <p:otherStyle>
      <a:defPPr>
        <a:defRPr lang="it-IT"/>
      </a:defPPr>
      <a:lvl1pPr marL="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4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6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7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9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1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9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>
            <a:extLst>
              <a:ext uri="{FF2B5EF4-FFF2-40B4-BE49-F238E27FC236}">
                <a16:creationId xmlns:a16="http://schemas.microsoft.com/office/drawing/2014/main" id="{BA09FD3B-EC31-415D-D99E-80D88CF52D0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775520" y="2204864"/>
            <a:ext cx="8420100" cy="866775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CH" altLang="it-IT" dirty="0"/>
              <a:t>RIP</a:t>
            </a:r>
            <a:r>
              <a:rPr lang="it-IT" altLang="it-IT" dirty="0"/>
              <a:t> with FRRouting</a:t>
            </a:r>
            <a:endParaRPr lang="en-US" altLang="it-IT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37F20-57C9-7AD9-AAE6-C29EB0D7F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Recalls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BE49F8-819B-08B4-8199-108FD8990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altLang="it-IT"/>
              <a:t>last update: Oct 2023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884EA5-C561-9167-BB3D-B02332BC3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altLang="it-IT"/>
              <a:t>kathara – [ lab: rip_frr ]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38F79F-EDCF-B596-3616-3FB446B19B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3050" y="1488400"/>
            <a:ext cx="10972800" cy="4713288"/>
          </a:xfrm>
        </p:spPr>
        <p:txBody>
          <a:bodyPr/>
          <a:lstStyle/>
          <a:p>
            <a:r>
              <a:rPr lang="en-CH" dirty="0"/>
              <a:t>What is RIP?</a:t>
            </a:r>
          </a:p>
          <a:p>
            <a:r>
              <a:rPr lang="en-CH" dirty="0"/>
              <a:t>RIP with FRR</a:t>
            </a:r>
          </a:p>
        </p:txBody>
      </p:sp>
      <p:pic>
        <p:nvPicPr>
          <p:cNvPr id="1026" name="Picture 2" descr="Rip symbol Vector Images | DepositPhotos">
            <a:extLst>
              <a:ext uri="{FF2B5EF4-FFF2-40B4-BE49-F238E27FC236}">
                <a16:creationId xmlns:a16="http://schemas.microsoft.com/office/drawing/2014/main" id="{E34DA812-BB0C-AF9C-72D0-D4E115D1DB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6280" y="1233914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729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6" name="Distance-vector routing algorithm"/>
          <p:cNvSpPr txBox="1">
            <a:spLocks noGrp="1"/>
          </p:cNvSpPr>
          <p:nvPr>
            <p:ph type="title"/>
          </p:nvPr>
        </p:nvSpPr>
        <p:spPr>
          <a:xfrm>
            <a:off x="2257891" y="-53212"/>
            <a:ext cx="7358063" cy="1714500"/>
          </a:xfrm>
          <a:prstGeom prst="rect">
            <a:avLst/>
          </a:prstGeom>
        </p:spPr>
        <p:txBody>
          <a:bodyPr/>
          <a:lstStyle/>
          <a:p>
            <a:r>
              <a:rPr lang="en-CH" dirty="0"/>
              <a:t>The </a:t>
            </a:r>
            <a:r>
              <a:rPr lang="fr-FR" dirty="0"/>
              <a:t>Distance-Vector</a:t>
            </a:r>
            <a:r>
              <a:rPr lang="it-CH" dirty="0"/>
              <a:t> routing algorithm</a:t>
            </a:r>
            <a:endParaRPr dirty="0"/>
          </a:p>
        </p:txBody>
      </p:sp>
      <p:sp>
        <p:nvSpPr>
          <p:cNvPr id="2177" name="Input to each router: local link costs  &amp; neighbor messages…"/>
          <p:cNvSpPr txBox="1">
            <a:spLocks noGrp="1"/>
          </p:cNvSpPr>
          <p:nvPr>
            <p:ph type="body" idx="1"/>
          </p:nvPr>
        </p:nvSpPr>
        <p:spPr>
          <a:xfrm>
            <a:off x="440806" y="1669807"/>
            <a:ext cx="10326250" cy="5034642"/>
          </a:xfrm>
          <a:prstGeom prst="rect">
            <a:avLst/>
          </a:prstGeom>
        </p:spPr>
        <p:txBody>
          <a:bodyPr/>
          <a:lstStyle/>
          <a:p>
            <a:pPr marL="223234" indent="0">
              <a:buNone/>
            </a:pPr>
            <a:r>
              <a:rPr lang="fr-CH" b="1" dirty="0" err="1"/>
              <a:t>Based</a:t>
            </a:r>
            <a:r>
              <a:rPr lang="fr-CH" b="1" dirty="0"/>
              <a:t> on </a:t>
            </a:r>
            <a:r>
              <a:rPr lang="fr-CH" b="1" dirty="0" err="1"/>
              <a:t>routers</a:t>
            </a:r>
            <a:r>
              <a:rPr lang="fr-CH" b="1" dirty="0"/>
              <a:t>’ interaction and </a:t>
            </a:r>
            <a:r>
              <a:rPr lang="fr-CH" b="1" dirty="0" err="1"/>
              <a:t>cooperation</a:t>
            </a:r>
            <a:r>
              <a:rPr lang="fr-CH" b="1" dirty="0"/>
              <a:t> </a:t>
            </a:r>
            <a:r>
              <a:rPr lang="fr-CH" b="1" dirty="0" err="1"/>
              <a:t>during</a:t>
            </a:r>
            <a:r>
              <a:rPr lang="fr-CH" b="1" dirty="0"/>
              <a:t> the </a:t>
            </a:r>
            <a:r>
              <a:rPr lang="fr-CH" b="1" dirty="0" err="1"/>
              <a:t>computing</a:t>
            </a:r>
            <a:r>
              <a:rPr lang="fr-CH" b="1" dirty="0"/>
              <a:t> phase</a:t>
            </a:r>
          </a:p>
          <a:p>
            <a:r>
              <a:rPr lang="fr-CH" dirty="0"/>
              <a:t>It </a:t>
            </a:r>
            <a:r>
              <a:rPr lang="fr-CH" dirty="0" err="1"/>
              <a:t>works</a:t>
            </a:r>
            <a:r>
              <a:rPr lang="fr-CH" dirty="0"/>
              <a:t> in </a:t>
            </a:r>
            <a:r>
              <a:rPr lang="fr-CH" b="1" dirty="0"/>
              <a:t>rounds</a:t>
            </a:r>
          </a:p>
          <a:p>
            <a:r>
              <a:rPr lang="en-US" dirty="0"/>
              <a:t>At each round, each router takes as </a:t>
            </a:r>
            <a:r>
              <a:rPr lang="en-US" b="1" dirty="0"/>
              <a:t>input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the router’s </a:t>
            </a:r>
            <a:r>
              <a:rPr lang="en-US" b="1" dirty="0"/>
              <a:t>current set of least-cost paths </a:t>
            </a:r>
          </a:p>
          <a:p>
            <a:pPr lvl="1"/>
            <a:r>
              <a:rPr lang="en-US" dirty="0"/>
              <a:t>That of all </a:t>
            </a:r>
            <a:r>
              <a:rPr lang="en-US" b="1" dirty="0"/>
              <a:t>its neighbors</a:t>
            </a:r>
            <a:endParaRPr b="1" dirty="0"/>
          </a:p>
          <a:p>
            <a:r>
              <a:rPr b="1" dirty="0"/>
              <a:t>Output</a:t>
            </a:r>
            <a:r>
              <a:rPr dirty="0"/>
              <a:t> of each router: </a:t>
            </a:r>
            <a:endParaRPr lang="fr-CH" dirty="0"/>
          </a:p>
          <a:p>
            <a:pPr lvl="1"/>
            <a:r>
              <a:rPr lang="fr-CH" b="1" dirty="0"/>
              <a:t>A new set of least-</a:t>
            </a:r>
            <a:r>
              <a:rPr lang="fr-CH" b="1" dirty="0" err="1"/>
              <a:t>cost</a:t>
            </a:r>
            <a:r>
              <a:rPr lang="fr-CH" b="1" dirty="0"/>
              <a:t> </a:t>
            </a:r>
            <a:r>
              <a:rPr lang="fr-CH" b="1" dirty="0" err="1"/>
              <a:t>paths</a:t>
            </a:r>
            <a:r>
              <a:rPr lang="fr-CH" dirty="0"/>
              <a:t> to </a:t>
            </a:r>
            <a:r>
              <a:rPr lang="fr-CH" dirty="0" err="1"/>
              <a:t>every</a:t>
            </a:r>
            <a:r>
              <a:rPr lang="fr-CH" dirty="0"/>
              <a:t> </a:t>
            </a:r>
            <a:r>
              <a:rPr lang="fr-CH" dirty="0" err="1"/>
              <a:t>other</a:t>
            </a:r>
            <a:r>
              <a:rPr lang="fr-CH" dirty="0"/>
              <a:t> router</a:t>
            </a:r>
          </a:p>
          <a:p>
            <a:r>
              <a:rPr lang="fr-CH" b="1" dirty="0" err="1"/>
              <a:t>Termination</a:t>
            </a:r>
            <a:r>
              <a:rPr lang="fr-CH" dirty="0"/>
              <a:t>: </a:t>
            </a:r>
            <a:r>
              <a:rPr lang="fr-CH" dirty="0" err="1"/>
              <a:t>When</a:t>
            </a:r>
            <a:r>
              <a:rPr lang="fr-CH" dirty="0"/>
              <a:t> at </a:t>
            </a:r>
            <a:r>
              <a:rPr lang="fr-CH" dirty="0" err="1"/>
              <a:t>every</a:t>
            </a:r>
            <a:r>
              <a:rPr lang="fr-CH" dirty="0"/>
              <a:t> router, output==input</a:t>
            </a:r>
            <a:endParaRPr dirty="0"/>
          </a:p>
        </p:txBody>
      </p:sp>
      <p:sp>
        <p:nvSpPr>
          <p:cNvPr id="217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32231712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17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1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21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1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1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17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217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217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217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77" grpId="0" build="p" animBg="1" advAuto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4</a:t>
            </a:fld>
            <a:endParaRPr/>
          </a:p>
        </p:txBody>
      </p:sp>
      <p:sp>
        <p:nvSpPr>
          <p:cNvPr id="1426" name="Rectangle"/>
          <p:cNvSpPr/>
          <p:nvPr/>
        </p:nvSpPr>
        <p:spPr>
          <a:xfrm>
            <a:off x="1916906" y="4205883"/>
            <a:ext cx="2428875" cy="1589484"/>
          </a:xfrm>
          <a:prstGeom prst="rect">
            <a:avLst/>
          </a:prstGeom>
          <a:ln w="63500">
            <a:solidFill>
              <a:srgbClr val="424242"/>
            </a:solidFill>
            <a:miter lim="400000"/>
          </a:ln>
        </p:spPr>
        <p:txBody>
          <a:bodyPr lIns="35719" tIns="35719" rIns="35719" bIns="35719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1427" name="x"/>
          <p:cNvSpPr/>
          <p:nvPr/>
        </p:nvSpPr>
        <p:spPr>
          <a:xfrm>
            <a:off x="2774156" y="4223742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x</a:t>
            </a:r>
          </a:p>
        </p:txBody>
      </p:sp>
      <p:sp>
        <p:nvSpPr>
          <p:cNvPr id="1428" name="Line"/>
          <p:cNvSpPr/>
          <p:nvPr/>
        </p:nvSpPr>
        <p:spPr>
          <a:xfrm flipV="1">
            <a:off x="1979194" y="4664400"/>
            <a:ext cx="2232831" cy="702"/>
          </a:xfrm>
          <a:prstGeom prst="line">
            <a:avLst/>
          </a:prstGeom>
          <a:ln w="38100">
            <a:solidFill>
              <a:srgbClr val="424242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429" name="Line"/>
          <p:cNvSpPr/>
          <p:nvPr/>
        </p:nvSpPr>
        <p:spPr>
          <a:xfrm flipV="1">
            <a:off x="2552958" y="4304030"/>
            <a:ext cx="692" cy="1437768"/>
          </a:xfrm>
          <a:prstGeom prst="line">
            <a:avLst/>
          </a:prstGeom>
          <a:ln w="38100">
            <a:solidFill>
              <a:srgbClr val="424242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430" name="x"/>
          <p:cNvSpPr/>
          <p:nvPr/>
        </p:nvSpPr>
        <p:spPr>
          <a:xfrm>
            <a:off x="2149078" y="4652367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x</a:t>
            </a:r>
          </a:p>
        </p:txBody>
      </p:sp>
      <p:sp>
        <p:nvSpPr>
          <p:cNvPr id="1431" name="y"/>
          <p:cNvSpPr/>
          <p:nvPr/>
        </p:nvSpPr>
        <p:spPr>
          <a:xfrm>
            <a:off x="2149078" y="5000625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1432" name="0"/>
          <p:cNvSpPr/>
          <p:nvPr/>
        </p:nvSpPr>
        <p:spPr>
          <a:xfrm>
            <a:off x="2756297" y="4697016"/>
            <a:ext cx="267891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1433" name="-"/>
          <p:cNvSpPr/>
          <p:nvPr/>
        </p:nvSpPr>
        <p:spPr>
          <a:xfrm>
            <a:off x="2800945" y="5036344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-</a:t>
            </a:r>
          </a:p>
        </p:txBody>
      </p:sp>
      <p:sp>
        <p:nvSpPr>
          <p:cNvPr id="1434" name="y"/>
          <p:cNvSpPr/>
          <p:nvPr/>
        </p:nvSpPr>
        <p:spPr>
          <a:xfrm>
            <a:off x="3149203" y="4223742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1435" name="v"/>
          <p:cNvSpPr/>
          <p:nvPr/>
        </p:nvSpPr>
        <p:spPr>
          <a:xfrm>
            <a:off x="3542109" y="4223742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v</a:t>
            </a:r>
          </a:p>
        </p:txBody>
      </p:sp>
      <p:sp>
        <p:nvSpPr>
          <p:cNvPr id="1436" name="v"/>
          <p:cNvSpPr/>
          <p:nvPr/>
        </p:nvSpPr>
        <p:spPr>
          <a:xfrm>
            <a:off x="2149078" y="5348883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v</a:t>
            </a:r>
          </a:p>
        </p:txBody>
      </p:sp>
      <p:sp>
        <p:nvSpPr>
          <p:cNvPr id="1437" name="1"/>
          <p:cNvSpPr/>
          <p:nvPr/>
        </p:nvSpPr>
        <p:spPr>
          <a:xfrm>
            <a:off x="3140273" y="4697016"/>
            <a:ext cx="267891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1438" name="2"/>
          <p:cNvSpPr/>
          <p:nvPr/>
        </p:nvSpPr>
        <p:spPr>
          <a:xfrm>
            <a:off x="3533180" y="4697016"/>
            <a:ext cx="267891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2</a:t>
            </a:r>
          </a:p>
        </p:txBody>
      </p:sp>
      <p:sp>
        <p:nvSpPr>
          <p:cNvPr id="1439" name="-"/>
          <p:cNvSpPr/>
          <p:nvPr/>
        </p:nvSpPr>
        <p:spPr>
          <a:xfrm>
            <a:off x="3193852" y="5036344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-</a:t>
            </a:r>
          </a:p>
        </p:txBody>
      </p:sp>
      <p:sp>
        <p:nvSpPr>
          <p:cNvPr id="1440" name="-"/>
          <p:cNvSpPr/>
          <p:nvPr/>
        </p:nvSpPr>
        <p:spPr>
          <a:xfrm>
            <a:off x="3568899" y="5036344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-</a:t>
            </a:r>
          </a:p>
        </p:txBody>
      </p:sp>
      <p:sp>
        <p:nvSpPr>
          <p:cNvPr id="1441" name="-"/>
          <p:cNvSpPr/>
          <p:nvPr/>
        </p:nvSpPr>
        <p:spPr>
          <a:xfrm>
            <a:off x="2809875" y="5348883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-</a:t>
            </a:r>
          </a:p>
        </p:txBody>
      </p:sp>
      <p:sp>
        <p:nvSpPr>
          <p:cNvPr id="1442" name="-"/>
          <p:cNvSpPr/>
          <p:nvPr/>
        </p:nvSpPr>
        <p:spPr>
          <a:xfrm>
            <a:off x="3202781" y="5348883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-</a:t>
            </a:r>
          </a:p>
        </p:txBody>
      </p:sp>
      <p:sp>
        <p:nvSpPr>
          <p:cNvPr id="1443" name="-"/>
          <p:cNvSpPr/>
          <p:nvPr/>
        </p:nvSpPr>
        <p:spPr>
          <a:xfrm>
            <a:off x="3577828" y="5348883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-</a:t>
            </a:r>
          </a:p>
        </p:txBody>
      </p:sp>
      <p:sp>
        <p:nvSpPr>
          <p:cNvPr id="1444" name="from"/>
          <p:cNvSpPr/>
          <p:nvPr/>
        </p:nvSpPr>
        <p:spPr>
          <a:xfrm rot="16200000">
            <a:off x="1300758" y="4991695"/>
            <a:ext cx="7411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from</a:t>
            </a:r>
          </a:p>
        </p:txBody>
      </p:sp>
      <p:sp>
        <p:nvSpPr>
          <p:cNvPr id="1445" name="to"/>
          <p:cNvSpPr/>
          <p:nvPr/>
        </p:nvSpPr>
        <p:spPr>
          <a:xfrm>
            <a:off x="3109019" y="3772793"/>
            <a:ext cx="46434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to</a:t>
            </a:r>
          </a:p>
        </p:txBody>
      </p:sp>
      <p:sp>
        <p:nvSpPr>
          <p:cNvPr id="1446" name="Line"/>
          <p:cNvSpPr/>
          <p:nvPr/>
        </p:nvSpPr>
        <p:spPr>
          <a:xfrm flipH="1">
            <a:off x="3528367" y="2606714"/>
            <a:ext cx="2308421" cy="768710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447" name="Line"/>
          <p:cNvSpPr/>
          <p:nvPr/>
        </p:nvSpPr>
        <p:spPr>
          <a:xfrm>
            <a:off x="6142661" y="2606715"/>
            <a:ext cx="2320587" cy="823433"/>
          </a:xfrm>
          <a:prstGeom prst="line">
            <a:avLst/>
          </a:prstGeom>
          <a:ln w="63500">
            <a:solidFill>
              <a:srgbClr val="5E5E5E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448" name="y"/>
          <p:cNvSpPr/>
          <p:nvPr/>
        </p:nvSpPr>
        <p:spPr>
          <a:xfrm>
            <a:off x="5729883" y="2294930"/>
            <a:ext cx="535781" cy="535781"/>
          </a:xfrm>
          <a:prstGeom prst="roundRect">
            <a:avLst>
              <a:gd name="adj" fmla="val 25000"/>
            </a:avLst>
          </a:prstGeom>
          <a:solidFill>
            <a:schemeClr val="accent4">
              <a:hueOff val="-1081314"/>
              <a:satOff val="4338"/>
              <a:lumOff val="-8931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r>
              <a:t>y</a:t>
            </a:r>
          </a:p>
        </p:txBody>
      </p:sp>
      <p:sp>
        <p:nvSpPr>
          <p:cNvPr id="1449" name="2"/>
          <p:cNvSpPr/>
          <p:nvPr/>
        </p:nvSpPr>
        <p:spPr>
          <a:xfrm>
            <a:off x="4551164" y="3575901"/>
            <a:ext cx="267891" cy="3491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>
                <a:solidFill>
                  <a:srgbClr val="942193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t>2</a:t>
            </a:r>
          </a:p>
        </p:txBody>
      </p:sp>
      <p:sp>
        <p:nvSpPr>
          <p:cNvPr id="1450" name="1"/>
          <p:cNvSpPr/>
          <p:nvPr/>
        </p:nvSpPr>
        <p:spPr>
          <a:xfrm>
            <a:off x="4551164" y="2544522"/>
            <a:ext cx="267891" cy="3491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>
                <a:solidFill>
                  <a:srgbClr val="942193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t>1</a:t>
            </a:r>
          </a:p>
        </p:txBody>
      </p:sp>
      <p:sp>
        <p:nvSpPr>
          <p:cNvPr id="1451" name="3"/>
          <p:cNvSpPr/>
          <p:nvPr/>
        </p:nvSpPr>
        <p:spPr>
          <a:xfrm>
            <a:off x="7105055" y="2544522"/>
            <a:ext cx="267891" cy="3491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>
                <a:solidFill>
                  <a:srgbClr val="942193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t>3</a:t>
            </a:r>
          </a:p>
        </p:txBody>
      </p:sp>
      <p:sp>
        <p:nvSpPr>
          <p:cNvPr id="1452" name="Line"/>
          <p:cNvSpPr/>
          <p:nvPr/>
        </p:nvSpPr>
        <p:spPr>
          <a:xfrm flipV="1">
            <a:off x="6046068" y="3578163"/>
            <a:ext cx="2382593" cy="821030"/>
          </a:xfrm>
          <a:prstGeom prst="line">
            <a:avLst/>
          </a:prstGeom>
          <a:ln w="63500">
            <a:solidFill>
              <a:srgbClr val="5E5E5E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453" name="Line"/>
          <p:cNvSpPr/>
          <p:nvPr/>
        </p:nvSpPr>
        <p:spPr>
          <a:xfrm>
            <a:off x="3604851" y="3679032"/>
            <a:ext cx="2334296" cy="676141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454" name="z"/>
          <p:cNvSpPr/>
          <p:nvPr/>
        </p:nvSpPr>
        <p:spPr>
          <a:xfrm>
            <a:off x="8256985" y="3223617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008F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r>
              <a:t>z</a:t>
            </a:r>
          </a:p>
        </p:txBody>
      </p:sp>
      <p:sp>
        <p:nvSpPr>
          <p:cNvPr id="1455" name="v"/>
          <p:cNvSpPr/>
          <p:nvPr/>
        </p:nvSpPr>
        <p:spPr>
          <a:xfrm>
            <a:off x="5729883" y="4089797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7A81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r>
              <a:t>v</a:t>
            </a:r>
          </a:p>
        </p:txBody>
      </p:sp>
      <p:sp>
        <p:nvSpPr>
          <p:cNvPr id="1456" name="1"/>
          <p:cNvSpPr/>
          <p:nvPr/>
        </p:nvSpPr>
        <p:spPr>
          <a:xfrm>
            <a:off x="7096125" y="3580366"/>
            <a:ext cx="267891" cy="3491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>
                <a:solidFill>
                  <a:srgbClr val="942193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t>1</a:t>
            </a:r>
          </a:p>
        </p:txBody>
      </p:sp>
      <p:sp>
        <p:nvSpPr>
          <p:cNvPr id="1457" name="x"/>
          <p:cNvSpPr/>
          <p:nvPr/>
        </p:nvSpPr>
        <p:spPr>
          <a:xfrm>
            <a:off x="3122414" y="3223617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424242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r>
              <a:t>x</a:t>
            </a:r>
          </a:p>
        </p:txBody>
      </p:sp>
      <p:sp>
        <p:nvSpPr>
          <p:cNvPr id="1458" name="z"/>
          <p:cNvSpPr/>
          <p:nvPr/>
        </p:nvSpPr>
        <p:spPr>
          <a:xfrm>
            <a:off x="3935015" y="4214813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sp>
        <p:nvSpPr>
          <p:cNvPr id="1459" name="-"/>
          <p:cNvSpPr/>
          <p:nvPr/>
        </p:nvSpPr>
        <p:spPr>
          <a:xfrm>
            <a:off x="3979664" y="4697016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-</a:t>
            </a:r>
          </a:p>
        </p:txBody>
      </p:sp>
      <p:sp>
        <p:nvSpPr>
          <p:cNvPr id="1460" name="-"/>
          <p:cNvSpPr/>
          <p:nvPr/>
        </p:nvSpPr>
        <p:spPr>
          <a:xfrm>
            <a:off x="3979664" y="5027414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-</a:t>
            </a:r>
          </a:p>
        </p:txBody>
      </p:sp>
      <p:sp>
        <p:nvSpPr>
          <p:cNvPr id="1461" name="-"/>
          <p:cNvSpPr/>
          <p:nvPr/>
        </p:nvSpPr>
        <p:spPr>
          <a:xfrm>
            <a:off x="3979664" y="5357812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-</a:t>
            </a:r>
          </a:p>
        </p:txBody>
      </p:sp>
      <p:sp>
        <p:nvSpPr>
          <p:cNvPr id="1462" name="Rectangle"/>
          <p:cNvSpPr/>
          <p:nvPr/>
        </p:nvSpPr>
        <p:spPr>
          <a:xfrm>
            <a:off x="3167063" y="526852"/>
            <a:ext cx="2428875" cy="1714500"/>
          </a:xfrm>
          <a:prstGeom prst="rect">
            <a:avLst/>
          </a:prstGeom>
          <a:ln w="63500">
            <a:solidFill>
              <a:schemeClr val="accent4">
                <a:hueOff val="-1081314"/>
                <a:satOff val="4338"/>
                <a:lumOff val="-8931"/>
              </a:schemeClr>
            </a:solidFill>
            <a:miter lim="400000"/>
          </a:ln>
        </p:spPr>
        <p:txBody>
          <a:bodyPr lIns="35719" tIns="35719" rIns="35719" bIns="35719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1463" name="x"/>
          <p:cNvSpPr/>
          <p:nvPr/>
        </p:nvSpPr>
        <p:spPr>
          <a:xfrm>
            <a:off x="4024312" y="54471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x</a:t>
            </a:r>
          </a:p>
        </p:txBody>
      </p:sp>
      <p:sp>
        <p:nvSpPr>
          <p:cNvPr id="1464" name="Line"/>
          <p:cNvSpPr/>
          <p:nvPr/>
        </p:nvSpPr>
        <p:spPr>
          <a:xfrm flipV="1">
            <a:off x="3229479" y="981491"/>
            <a:ext cx="2232831" cy="702"/>
          </a:xfrm>
          <a:prstGeom prst="line">
            <a:avLst/>
          </a:prstGeom>
          <a:ln w="38100">
            <a:solidFill>
              <a:schemeClr val="accent4">
                <a:hueOff val="-1081314"/>
                <a:satOff val="4338"/>
                <a:lumOff val="-8931"/>
              </a:schemeClr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465" name="Line"/>
          <p:cNvSpPr/>
          <p:nvPr/>
        </p:nvSpPr>
        <p:spPr>
          <a:xfrm flipV="1">
            <a:off x="3801239" y="625067"/>
            <a:ext cx="693" cy="1553785"/>
          </a:xfrm>
          <a:prstGeom prst="line">
            <a:avLst/>
          </a:prstGeom>
          <a:ln w="38100">
            <a:solidFill>
              <a:schemeClr val="accent4">
                <a:hueOff val="-1081314"/>
                <a:satOff val="4338"/>
                <a:lumOff val="-8931"/>
              </a:schemeClr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466" name="x"/>
          <p:cNvSpPr/>
          <p:nvPr/>
        </p:nvSpPr>
        <p:spPr>
          <a:xfrm>
            <a:off x="3399234" y="973336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x</a:t>
            </a:r>
          </a:p>
        </p:txBody>
      </p:sp>
      <p:sp>
        <p:nvSpPr>
          <p:cNvPr id="1467" name="y"/>
          <p:cNvSpPr/>
          <p:nvPr/>
        </p:nvSpPr>
        <p:spPr>
          <a:xfrm>
            <a:off x="3399234" y="1321594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1468" name="-"/>
          <p:cNvSpPr/>
          <p:nvPr/>
        </p:nvSpPr>
        <p:spPr>
          <a:xfrm>
            <a:off x="4024312" y="1017984"/>
            <a:ext cx="267891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-</a:t>
            </a:r>
          </a:p>
        </p:txBody>
      </p:sp>
      <p:sp>
        <p:nvSpPr>
          <p:cNvPr id="1469" name="1"/>
          <p:cNvSpPr/>
          <p:nvPr/>
        </p:nvSpPr>
        <p:spPr>
          <a:xfrm>
            <a:off x="4033242" y="1357312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1470" name="y"/>
          <p:cNvSpPr/>
          <p:nvPr/>
        </p:nvSpPr>
        <p:spPr>
          <a:xfrm>
            <a:off x="4399359" y="54471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1471" name="v"/>
          <p:cNvSpPr/>
          <p:nvPr/>
        </p:nvSpPr>
        <p:spPr>
          <a:xfrm>
            <a:off x="4792265" y="54471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v</a:t>
            </a:r>
          </a:p>
        </p:txBody>
      </p:sp>
      <p:sp>
        <p:nvSpPr>
          <p:cNvPr id="1472" name="-"/>
          <p:cNvSpPr/>
          <p:nvPr/>
        </p:nvSpPr>
        <p:spPr>
          <a:xfrm>
            <a:off x="4408289" y="1017984"/>
            <a:ext cx="267891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-</a:t>
            </a:r>
          </a:p>
        </p:txBody>
      </p:sp>
      <p:sp>
        <p:nvSpPr>
          <p:cNvPr id="1473" name="-"/>
          <p:cNvSpPr/>
          <p:nvPr/>
        </p:nvSpPr>
        <p:spPr>
          <a:xfrm>
            <a:off x="4801195" y="1017984"/>
            <a:ext cx="267891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-</a:t>
            </a:r>
          </a:p>
        </p:txBody>
      </p:sp>
      <p:sp>
        <p:nvSpPr>
          <p:cNvPr id="1474" name="0"/>
          <p:cNvSpPr/>
          <p:nvPr/>
        </p:nvSpPr>
        <p:spPr>
          <a:xfrm>
            <a:off x="4426148" y="1357312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1475" name="-"/>
          <p:cNvSpPr/>
          <p:nvPr/>
        </p:nvSpPr>
        <p:spPr>
          <a:xfrm>
            <a:off x="4801195" y="1357312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-</a:t>
            </a:r>
          </a:p>
        </p:txBody>
      </p:sp>
      <p:sp>
        <p:nvSpPr>
          <p:cNvPr id="1476" name="z"/>
          <p:cNvSpPr/>
          <p:nvPr/>
        </p:nvSpPr>
        <p:spPr>
          <a:xfrm>
            <a:off x="3399234" y="1768078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sp>
        <p:nvSpPr>
          <p:cNvPr id="1477" name="-"/>
          <p:cNvSpPr/>
          <p:nvPr/>
        </p:nvSpPr>
        <p:spPr>
          <a:xfrm>
            <a:off x="4051102" y="1768078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-</a:t>
            </a:r>
          </a:p>
        </p:txBody>
      </p:sp>
      <p:sp>
        <p:nvSpPr>
          <p:cNvPr id="1478" name="-"/>
          <p:cNvSpPr/>
          <p:nvPr/>
        </p:nvSpPr>
        <p:spPr>
          <a:xfrm>
            <a:off x="4444008" y="1768078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-</a:t>
            </a:r>
          </a:p>
        </p:txBody>
      </p:sp>
      <p:sp>
        <p:nvSpPr>
          <p:cNvPr id="1479" name="-"/>
          <p:cNvSpPr/>
          <p:nvPr/>
        </p:nvSpPr>
        <p:spPr>
          <a:xfrm>
            <a:off x="4819055" y="1768078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-</a:t>
            </a:r>
          </a:p>
        </p:txBody>
      </p:sp>
      <p:sp>
        <p:nvSpPr>
          <p:cNvPr id="1480" name="z"/>
          <p:cNvSpPr/>
          <p:nvPr/>
        </p:nvSpPr>
        <p:spPr>
          <a:xfrm>
            <a:off x="5185172" y="54471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sp>
        <p:nvSpPr>
          <p:cNvPr id="1481" name="-"/>
          <p:cNvSpPr/>
          <p:nvPr/>
        </p:nvSpPr>
        <p:spPr>
          <a:xfrm>
            <a:off x="5247680" y="1017984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-</a:t>
            </a:r>
          </a:p>
        </p:txBody>
      </p:sp>
      <p:sp>
        <p:nvSpPr>
          <p:cNvPr id="1482" name="3"/>
          <p:cNvSpPr/>
          <p:nvPr/>
        </p:nvSpPr>
        <p:spPr>
          <a:xfrm>
            <a:off x="5211961" y="1366242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3</a:t>
            </a:r>
          </a:p>
        </p:txBody>
      </p:sp>
      <p:sp>
        <p:nvSpPr>
          <p:cNvPr id="1483" name="-"/>
          <p:cNvSpPr/>
          <p:nvPr/>
        </p:nvSpPr>
        <p:spPr>
          <a:xfrm>
            <a:off x="5229820" y="1750219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-</a:t>
            </a:r>
          </a:p>
        </p:txBody>
      </p:sp>
      <p:sp>
        <p:nvSpPr>
          <p:cNvPr id="1484" name="Rectangle"/>
          <p:cNvSpPr/>
          <p:nvPr/>
        </p:nvSpPr>
        <p:spPr>
          <a:xfrm>
            <a:off x="7926586" y="1098352"/>
            <a:ext cx="2428875" cy="1660922"/>
          </a:xfrm>
          <a:prstGeom prst="rect">
            <a:avLst/>
          </a:prstGeom>
          <a:ln w="63500">
            <a:solidFill>
              <a:srgbClr val="008F00"/>
            </a:solidFill>
            <a:miter lim="400000"/>
          </a:ln>
        </p:spPr>
        <p:txBody>
          <a:bodyPr lIns="35719" tIns="35719" rIns="35719" bIns="35719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1485" name="x"/>
          <p:cNvSpPr/>
          <p:nvPr/>
        </p:nvSpPr>
        <p:spPr>
          <a:xfrm>
            <a:off x="8783836" y="111621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x</a:t>
            </a:r>
          </a:p>
        </p:txBody>
      </p:sp>
      <p:sp>
        <p:nvSpPr>
          <p:cNvPr id="1486" name="Line"/>
          <p:cNvSpPr/>
          <p:nvPr/>
        </p:nvSpPr>
        <p:spPr>
          <a:xfrm flipV="1">
            <a:off x="7989002" y="1552991"/>
            <a:ext cx="2232831" cy="702"/>
          </a:xfrm>
          <a:prstGeom prst="line">
            <a:avLst/>
          </a:prstGeom>
          <a:ln w="38100">
            <a:solidFill>
              <a:srgbClr val="008F00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487" name="Line"/>
          <p:cNvSpPr/>
          <p:nvPr/>
        </p:nvSpPr>
        <p:spPr>
          <a:xfrm flipV="1">
            <a:off x="8560764" y="1196566"/>
            <a:ext cx="766" cy="1473419"/>
          </a:xfrm>
          <a:prstGeom prst="line">
            <a:avLst/>
          </a:prstGeom>
          <a:ln w="38100">
            <a:solidFill>
              <a:srgbClr val="008F00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488" name="y"/>
          <p:cNvSpPr/>
          <p:nvPr/>
        </p:nvSpPr>
        <p:spPr>
          <a:xfrm>
            <a:off x="8158758" y="1544836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1489" name="v"/>
          <p:cNvSpPr/>
          <p:nvPr/>
        </p:nvSpPr>
        <p:spPr>
          <a:xfrm>
            <a:off x="8158758" y="1910953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v</a:t>
            </a:r>
          </a:p>
        </p:txBody>
      </p:sp>
      <p:sp>
        <p:nvSpPr>
          <p:cNvPr id="1490" name="-"/>
          <p:cNvSpPr/>
          <p:nvPr/>
        </p:nvSpPr>
        <p:spPr>
          <a:xfrm>
            <a:off x="8765976" y="1589484"/>
            <a:ext cx="267891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-</a:t>
            </a:r>
          </a:p>
        </p:txBody>
      </p:sp>
      <p:sp>
        <p:nvSpPr>
          <p:cNvPr id="1491" name="-"/>
          <p:cNvSpPr/>
          <p:nvPr/>
        </p:nvSpPr>
        <p:spPr>
          <a:xfrm>
            <a:off x="8810625" y="1928812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-</a:t>
            </a:r>
          </a:p>
        </p:txBody>
      </p:sp>
      <p:sp>
        <p:nvSpPr>
          <p:cNvPr id="1492" name="y"/>
          <p:cNvSpPr/>
          <p:nvPr/>
        </p:nvSpPr>
        <p:spPr>
          <a:xfrm>
            <a:off x="9158883" y="111621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1493" name="v"/>
          <p:cNvSpPr/>
          <p:nvPr/>
        </p:nvSpPr>
        <p:spPr>
          <a:xfrm>
            <a:off x="9551789" y="111621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v</a:t>
            </a:r>
          </a:p>
        </p:txBody>
      </p:sp>
      <p:sp>
        <p:nvSpPr>
          <p:cNvPr id="1494" name="z"/>
          <p:cNvSpPr/>
          <p:nvPr/>
        </p:nvSpPr>
        <p:spPr>
          <a:xfrm>
            <a:off x="8158758" y="2241351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sp>
        <p:nvSpPr>
          <p:cNvPr id="1495" name="-"/>
          <p:cNvSpPr/>
          <p:nvPr/>
        </p:nvSpPr>
        <p:spPr>
          <a:xfrm>
            <a:off x="9149953" y="1589484"/>
            <a:ext cx="267891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-</a:t>
            </a:r>
          </a:p>
        </p:txBody>
      </p:sp>
      <p:sp>
        <p:nvSpPr>
          <p:cNvPr id="1496" name="-"/>
          <p:cNvSpPr/>
          <p:nvPr/>
        </p:nvSpPr>
        <p:spPr>
          <a:xfrm>
            <a:off x="9542859" y="1589484"/>
            <a:ext cx="267891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-</a:t>
            </a:r>
          </a:p>
        </p:txBody>
      </p:sp>
      <p:sp>
        <p:nvSpPr>
          <p:cNvPr id="1497" name="-"/>
          <p:cNvSpPr/>
          <p:nvPr/>
        </p:nvSpPr>
        <p:spPr>
          <a:xfrm>
            <a:off x="9203531" y="1928812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-</a:t>
            </a:r>
          </a:p>
        </p:txBody>
      </p:sp>
      <p:sp>
        <p:nvSpPr>
          <p:cNvPr id="1498" name="-"/>
          <p:cNvSpPr/>
          <p:nvPr/>
        </p:nvSpPr>
        <p:spPr>
          <a:xfrm>
            <a:off x="9578578" y="1928812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-</a:t>
            </a:r>
          </a:p>
        </p:txBody>
      </p:sp>
      <p:sp>
        <p:nvSpPr>
          <p:cNvPr id="1499" name="-"/>
          <p:cNvSpPr/>
          <p:nvPr/>
        </p:nvSpPr>
        <p:spPr>
          <a:xfrm>
            <a:off x="8801695" y="2241351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-</a:t>
            </a:r>
          </a:p>
        </p:txBody>
      </p:sp>
      <p:sp>
        <p:nvSpPr>
          <p:cNvPr id="1500" name="3"/>
          <p:cNvSpPr/>
          <p:nvPr/>
        </p:nvSpPr>
        <p:spPr>
          <a:xfrm>
            <a:off x="9141023" y="2277070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3</a:t>
            </a:r>
          </a:p>
        </p:txBody>
      </p:sp>
      <p:sp>
        <p:nvSpPr>
          <p:cNvPr id="1501" name="1"/>
          <p:cNvSpPr/>
          <p:nvPr/>
        </p:nvSpPr>
        <p:spPr>
          <a:xfrm>
            <a:off x="9507141" y="2277070"/>
            <a:ext cx="20538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1502" name="z"/>
          <p:cNvSpPr/>
          <p:nvPr/>
        </p:nvSpPr>
        <p:spPr>
          <a:xfrm>
            <a:off x="9944695" y="110728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sp>
        <p:nvSpPr>
          <p:cNvPr id="1503" name="-"/>
          <p:cNvSpPr/>
          <p:nvPr/>
        </p:nvSpPr>
        <p:spPr>
          <a:xfrm>
            <a:off x="9989344" y="1589484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-</a:t>
            </a:r>
          </a:p>
        </p:txBody>
      </p:sp>
      <p:sp>
        <p:nvSpPr>
          <p:cNvPr id="1504" name="-"/>
          <p:cNvSpPr/>
          <p:nvPr/>
        </p:nvSpPr>
        <p:spPr>
          <a:xfrm>
            <a:off x="9989344" y="1919883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-</a:t>
            </a:r>
          </a:p>
        </p:txBody>
      </p:sp>
      <p:sp>
        <p:nvSpPr>
          <p:cNvPr id="1505" name="0"/>
          <p:cNvSpPr/>
          <p:nvPr/>
        </p:nvSpPr>
        <p:spPr>
          <a:xfrm>
            <a:off x="9926836" y="2277070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1506" name="Rectangle"/>
          <p:cNvSpPr/>
          <p:nvPr/>
        </p:nvSpPr>
        <p:spPr>
          <a:xfrm>
            <a:off x="6506766" y="4500562"/>
            <a:ext cx="2428875" cy="1660922"/>
          </a:xfrm>
          <a:prstGeom prst="rect">
            <a:avLst/>
          </a:prstGeom>
          <a:ln w="63500">
            <a:solidFill>
              <a:srgbClr val="7A81FF"/>
            </a:solidFill>
            <a:miter lim="400000"/>
          </a:ln>
        </p:spPr>
        <p:txBody>
          <a:bodyPr lIns="35719" tIns="35719" rIns="35719" bIns="35719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1507" name="x"/>
          <p:cNvSpPr/>
          <p:nvPr/>
        </p:nvSpPr>
        <p:spPr>
          <a:xfrm>
            <a:off x="7364015" y="4518422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x</a:t>
            </a:r>
          </a:p>
        </p:txBody>
      </p:sp>
      <p:sp>
        <p:nvSpPr>
          <p:cNvPr id="1508" name="Line"/>
          <p:cNvSpPr/>
          <p:nvPr/>
        </p:nvSpPr>
        <p:spPr>
          <a:xfrm flipV="1">
            <a:off x="6569182" y="4955202"/>
            <a:ext cx="2232831" cy="702"/>
          </a:xfrm>
          <a:prstGeom prst="line">
            <a:avLst/>
          </a:prstGeom>
          <a:ln w="38100">
            <a:solidFill>
              <a:srgbClr val="7A81FF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509" name="Line"/>
          <p:cNvSpPr/>
          <p:nvPr/>
        </p:nvSpPr>
        <p:spPr>
          <a:xfrm flipV="1">
            <a:off x="7140938" y="4598781"/>
            <a:ext cx="726" cy="1464485"/>
          </a:xfrm>
          <a:prstGeom prst="line">
            <a:avLst/>
          </a:prstGeom>
          <a:ln w="38100">
            <a:solidFill>
              <a:srgbClr val="7A81FF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510" name="x"/>
          <p:cNvSpPr/>
          <p:nvPr/>
        </p:nvSpPr>
        <p:spPr>
          <a:xfrm>
            <a:off x="6738937" y="4947047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x</a:t>
            </a:r>
          </a:p>
        </p:txBody>
      </p:sp>
      <p:sp>
        <p:nvSpPr>
          <p:cNvPr id="1511" name="-"/>
          <p:cNvSpPr/>
          <p:nvPr/>
        </p:nvSpPr>
        <p:spPr>
          <a:xfrm>
            <a:off x="7346156" y="4991695"/>
            <a:ext cx="267891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-</a:t>
            </a:r>
          </a:p>
        </p:txBody>
      </p:sp>
      <p:sp>
        <p:nvSpPr>
          <p:cNvPr id="1512" name="y"/>
          <p:cNvSpPr/>
          <p:nvPr/>
        </p:nvSpPr>
        <p:spPr>
          <a:xfrm>
            <a:off x="7739062" y="4518422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1513" name="v"/>
          <p:cNvSpPr/>
          <p:nvPr/>
        </p:nvSpPr>
        <p:spPr>
          <a:xfrm>
            <a:off x="8131969" y="4518422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v</a:t>
            </a:r>
          </a:p>
        </p:txBody>
      </p:sp>
      <p:sp>
        <p:nvSpPr>
          <p:cNvPr id="1514" name="v"/>
          <p:cNvSpPr/>
          <p:nvPr/>
        </p:nvSpPr>
        <p:spPr>
          <a:xfrm>
            <a:off x="6738937" y="5295305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v</a:t>
            </a:r>
          </a:p>
        </p:txBody>
      </p:sp>
      <p:sp>
        <p:nvSpPr>
          <p:cNvPr id="1515" name="-"/>
          <p:cNvSpPr/>
          <p:nvPr/>
        </p:nvSpPr>
        <p:spPr>
          <a:xfrm>
            <a:off x="7730133" y="4991695"/>
            <a:ext cx="267891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-</a:t>
            </a:r>
          </a:p>
        </p:txBody>
      </p:sp>
      <p:sp>
        <p:nvSpPr>
          <p:cNvPr id="1516" name="-"/>
          <p:cNvSpPr/>
          <p:nvPr/>
        </p:nvSpPr>
        <p:spPr>
          <a:xfrm>
            <a:off x="8123039" y="4991695"/>
            <a:ext cx="267891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-</a:t>
            </a:r>
          </a:p>
        </p:txBody>
      </p:sp>
      <p:sp>
        <p:nvSpPr>
          <p:cNvPr id="1517" name="2"/>
          <p:cNvSpPr/>
          <p:nvPr/>
        </p:nvSpPr>
        <p:spPr>
          <a:xfrm>
            <a:off x="7372945" y="5322094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2</a:t>
            </a:r>
          </a:p>
        </p:txBody>
      </p:sp>
      <p:sp>
        <p:nvSpPr>
          <p:cNvPr id="1518" name="-"/>
          <p:cNvSpPr/>
          <p:nvPr/>
        </p:nvSpPr>
        <p:spPr>
          <a:xfrm>
            <a:off x="7756922" y="5322094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-</a:t>
            </a:r>
          </a:p>
        </p:txBody>
      </p:sp>
      <p:sp>
        <p:nvSpPr>
          <p:cNvPr id="1519" name="0"/>
          <p:cNvSpPr/>
          <p:nvPr/>
        </p:nvSpPr>
        <p:spPr>
          <a:xfrm>
            <a:off x="8123039" y="5322094"/>
            <a:ext cx="250031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1520" name="z"/>
          <p:cNvSpPr/>
          <p:nvPr/>
        </p:nvSpPr>
        <p:spPr>
          <a:xfrm>
            <a:off x="6738937" y="5625703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sp>
        <p:nvSpPr>
          <p:cNvPr id="1521" name="-"/>
          <p:cNvSpPr/>
          <p:nvPr/>
        </p:nvSpPr>
        <p:spPr>
          <a:xfrm>
            <a:off x="7390805" y="5625703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-</a:t>
            </a:r>
          </a:p>
        </p:txBody>
      </p:sp>
      <p:sp>
        <p:nvSpPr>
          <p:cNvPr id="1522" name="-"/>
          <p:cNvSpPr/>
          <p:nvPr/>
        </p:nvSpPr>
        <p:spPr>
          <a:xfrm>
            <a:off x="7783711" y="5625703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-</a:t>
            </a:r>
          </a:p>
        </p:txBody>
      </p:sp>
      <p:sp>
        <p:nvSpPr>
          <p:cNvPr id="1523" name="-"/>
          <p:cNvSpPr/>
          <p:nvPr/>
        </p:nvSpPr>
        <p:spPr>
          <a:xfrm>
            <a:off x="8158758" y="5625703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-</a:t>
            </a:r>
          </a:p>
        </p:txBody>
      </p:sp>
      <p:sp>
        <p:nvSpPr>
          <p:cNvPr id="1524" name="z"/>
          <p:cNvSpPr/>
          <p:nvPr/>
        </p:nvSpPr>
        <p:spPr>
          <a:xfrm>
            <a:off x="8524875" y="4509492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sp>
        <p:nvSpPr>
          <p:cNvPr id="1525" name="-"/>
          <p:cNvSpPr/>
          <p:nvPr/>
        </p:nvSpPr>
        <p:spPr>
          <a:xfrm>
            <a:off x="8569524" y="4991695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-</a:t>
            </a:r>
          </a:p>
        </p:txBody>
      </p:sp>
      <p:sp>
        <p:nvSpPr>
          <p:cNvPr id="1526" name="1"/>
          <p:cNvSpPr/>
          <p:nvPr/>
        </p:nvSpPr>
        <p:spPr>
          <a:xfrm>
            <a:off x="8551664" y="5322094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1527" name="-"/>
          <p:cNvSpPr/>
          <p:nvPr/>
        </p:nvSpPr>
        <p:spPr>
          <a:xfrm>
            <a:off x="8569524" y="5607844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-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5</a:t>
            </a:fld>
            <a:endParaRPr/>
          </a:p>
        </p:txBody>
      </p:sp>
      <p:sp>
        <p:nvSpPr>
          <p:cNvPr id="1532" name="x"/>
          <p:cNvSpPr/>
          <p:nvPr/>
        </p:nvSpPr>
        <p:spPr>
          <a:xfrm>
            <a:off x="2774156" y="4223742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x</a:t>
            </a:r>
          </a:p>
        </p:txBody>
      </p:sp>
      <p:sp>
        <p:nvSpPr>
          <p:cNvPr id="1533" name="Line"/>
          <p:cNvSpPr/>
          <p:nvPr/>
        </p:nvSpPr>
        <p:spPr>
          <a:xfrm flipV="1">
            <a:off x="1979194" y="4664400"/>
            <a:ext cx="2232831" cy="702"/>
          </a:xfrm>
          <a:prstGeom prst="line">
            <a:avLst/>
          </a:prstGeom>
          <a:ln w="38100">
            <a:solidFill>
              <a:srgbClr val="424242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534" name="x"/>
          <p:cNvSpPr/>
          <p:nvPr/>
        </p:nvSpPr>
        <p:spPr>
          <a:xfrm>
            <a:off x="2149078" y="4652367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x</a:t>
            </a:r>
          </a:p>
        </p:txBody>
      </p:sp>
      <p:sp>
        <p:nvSpPr>
          <p:cNvPr id="1535" name="y"/>
          <p:cNvSpPr/>
          <p:nvPr/>
        </p:nvSpPr>
        <p:spPr>
          <a:xfrm>
            <a:off x="2149078" y="5000625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1536" name="0"/>
          <p:cNvSpPr/>
          <p:nvPr/>
        </p:nvSpPr>
        <p:spPr>
          <a:xfrm>
            <a:off x="2756297" y="4697016"/>
            <a:ext cx="267891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1537" name="1"/>
          <p:cNvSpPr/>
          <p:nvPr/>
        </p:nvSpPr>
        <p:spPr>
          <a:xfrm>
            <a:off x="2783086" y="5036344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1538" name="y"/>
          <p:cNvSpPr/>
          <p:nvPr/>
        </p:nvSpPr>
        <p:spPr>
          <a:xfrm>
            <a:off x="3149203" y="4223742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1539" name="v"/>
          <p:cNvSpPr/>
          <p:nvPr/>
        </p:nvSpPr>
        <p:spPr>
          <a:xfrm>
            <a:off x="3542109" y="4223742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v</a:t>
            </a:r>
          </a:p>
        </p:txBody>
      </p:sp>
      <p:sp>
        <p:nvSpPr>
          <p:cNvPr id="1540" name="v"/>
          <p:cNvSpPr/>
          <p:nvPr/>
        </p:nvSpPr>
        <p:spPr>
          <a:xfrm>
            <a:off x="2149078" y="5348883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v</a:t>
            </a:r>
          </a:p>
        </p:txBody>
      </p:sp>
      <p:sp>
        <p:nvSpPr>
          <p:cNvPr id="1541" name="1"/>
          <p:cNvSpPr/>
          <p:nvPr/>
        </p:nvSpPr>
        <p:spPr>
          <a:xfrm>
            <a:off x="3140273" y="4697016"/>
            <a:ext cx="267891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1542" name="2"/>
          <p:cNvSpPr/>
          <p:nvPr/>
        </p:nvSpPr>
        <p:spPr>
          <a:xfrm>
            <a:off x="3533180" y="4697016"/>
            <a:ext cx="267891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2</a:t>
            </a:r>
          </a:p>
        </p:txBody>
      </p:sp>
      <p:sp>
        <p:nvSpPr>
          <p:cNvPr id="1543" name="0"/>
          <p:cNvSpPr/>
          <p:nvPr/>
        </p:nvSpPr>
        <p:spPr>
          <a:xfrm>
            <a:off x="3175992" y="5036344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1544" name="-"/>
          <p:cNvSpPr/>
          <p:nvPr/>
        </p:nvSpPr>
        <p:spPr>
          <a:xfrm>
            <a:off x="3551039" y="5036344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-</a:t>
            </a:r>
          </a:p>
        </p:txBody>
      </p:sp>
      <p:sp>
        <p:nvSpPr>
          <p:cNvPr id="1545" name="2"/>
          <p:cNvSpPr/>
          <p:nvPr/>
        </p:nvSpPr>
        <p:spPr>
          <a:xfrm>
            <a:off x="2792016" y="5384601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2</a:t>
            </a:r>
          </a:p>
        </p:txBody>
      </p:sp>
      <p:sp>
        <p:nvSpPr>
          <p:cNvPr id="1546" name="-"/>
          <p:cNvSpPr/>
          <p:nvPr/>
        </p:nvSpPr>
        <p:spPr>
          <a:xfrm>
            <a:off x="3184922" y="5384601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-</a:t>
            </a:r>
          </a:p>
        </p:txBody>
      </p:sp>
      <p:sp>
        <p:nvSpPr>
          <p:cNvPr id="1547" name="0"/>
          <p:cNvSpPr/>
          <p:nvPr/>
        </p:nvSpPr>
        <p:spPr>
          <a:xfrm>
            <a:off x="3515320" y="5384601"/>
            <a:ext cx="19645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1548" name="from"/>
          <p:cNvSpPr/>
          <p:nvPr/>
        </p:nvSpPr>
        <p:spPr>
          <a:xfrm rot="16200000">
            <a:off x="1300758" y="4991695"/>
            <a:ext cx="7411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from</a:t>
            </a:r>
          </a:p>
        </p:txBody>
      </p:sp>
      <p:sp>
        <p:nvSpPr>
          <p:cNvPr id="1549" name="to"/>
          <p:cNvSpPr/>
          <p:nvPr/>
        </p:nvSpPr>
        <p:spPr>
          <a:xfrm>
            <a:off x="3109019" y="3772793"/>
            <a:ext cx="46434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to</a:t>
            </a:r>
          </a:p>
        </p:txBody>
      </p:sp>
      <p:sp>
        <p:nvSpPr>
          <p:cNvPr id="1550" name="Line"/>
          <p:cNvSpPr/>
          <p:nvPr/>
        </p:nvSpPr>
        <p:spPr>
          <a:xfrm flipH="1">
            <a:off x="3528367" y="2606714"/>
            <a:ext cx="2308421" cy="768710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551" name="Line"/>
          <p:cNvSpPr/>
          <p:nvPr/>
        </p:nvSpPr>
        <p:spPr>
          <a:xfrm>
            <a:off x="6142661" y="2606715"/>
            <a:ext cx="2320587" cy="823433"/>
          </a:xfrm>
          <a:prstGeom prst="line">
            <a:avLst/>
          </a:prstGeom>
          <a:ln w="63500">
            <a:solidFill>
              <a:srgbClr val="5E5E5E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552" name="y"/>
          <p:cNvSpPr/>
          <p:nvPr/>
        </p:nvSpPr>
        <p:spPr>
          <a:xfrm>
            <a:off x="5729883" y="2294930"/>
            <a:ext cx="535781" cy="535781"/>
          </a:xfrm>
          <a:prstGeom prst="roundRect">
            <a:avLst>
              <a:gd name="adj" fmla="val 25000"/>
            </a:avLst>
          </a:prstGeom>
          <a:solidFill>
            <a:schemeClr val="accent4">
              <a:hueOff val="-1081314"/>
              <a:satOff val="4338"/>
              <a:lumOff val="-8931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r>
              <a:t>y</a:t>
            </a:r>
          </a:p>
        </p:txBody>
      </p:sp>
      <p:sp>
        <p:nvSpPr>
          <p:cNvPr id="1553" name="2"/>
          <p:cNvSpPr/>
          <p:nvPr/>
        </p:nvSpPr>
        <p:spPr>
          <a:xfrm>
            <a:off x="4551164" y="3575901"/>
            <a:ext cx="267891" cy="3491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>
                <a:solidFill>
                  <a:srgbClr val="942193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t>2</a:t>
            </a:r>
          </a:p>
        </p:txBody>
      </p:sp>
      <p:sp>
        <p:nvSpPr>
          <p:cNvPr id="1554" name="1"/>
          <p:cNvSpPr/>
          <p:nvPr/>
        </p:nvSpPr>
        <p:spPr>
          <a:xfrm>
            <a:off x="4551164" y="2544522"/>
            <a:ext cx="267891" cy="3491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>
                <a:solidFill>
                  <a:srgbClr val="942193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t>1</a:t>
            </a:r>
          </a:p>
        </p:txBody>
      </p:sp>
      <p:sp>
        <p:nvSpPr>
          <p:cNvPr id="1555" name="3"/>
          <p:cNvSpPr/>
          <p:nvPr/>
        </p:nvSpPr>
        <p:spPr>
          <a:xfrm>
            <a:off x="7105055" y="2544522"/>
            <a:ext cx="267891" cy="3491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>
                <a:solidFill>
                  <a:srgbClr val="942193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t>3</a:t>
            </a:r>
          </a:p>
        </p:txBody>
      </p:sp>
      <p:sp>
        <p:nvSpPr>
          <p:cNvPr id="1556" name="Line"/>
          <p:cNvSpPr/>
          <p:nvPr/>
        </p:nvSpPr>
        <p:spPr>
          <a:xfrm flipV="1">
            <a:off x="6046068" y="3578163"/>
            <a:ext cx="2382593" cy="821030"/>
          </a:xfrm>
          <a:prstGeom prst="line">
            <a:avLst/>
          </a:prstGeom>
          <a:ln w="63500">
            <a:solidFill>
              <a:srgbClr val="5E5E5E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557" name="Line"/>
          <p:cNvSpPr/>
          <p:nvPr/>
        </p:nvSpPr>
        <p:spPr>
          <a:xfrm>
            <a:off x="3604851" y="3679032"/>
            <a:ext cx="2334296" cy="676141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558" name="z"/>
          <p:cNvSpPr/>
          <p:nvPr/>
        </p:nvSpPr>
        <p:spPr>
          <a:xfrm>
            <a:off x="8256985" y="3223617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008F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r>
              <a:t>z</a:t>
            </a:r>
          </a:p>
        </p:txBody>
      </p:sp>
      <p:sp>
        <p:nvSpPr>
          <p:cNvPr id="1559" name="v"/>
          <p:cNvSpPr/>
          <p:nvPr/>
        </p:nvSpPr>
        <p:spPr>
          <a:xfrm>
            <a:off x="5729883" y="4089797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7A81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r>
              <a:t>v</a:t>
            </a:r>
          </a:p>
        </p:txBody>
      </p:sp>
      <p:sp>
        <p:nvSpPr>
          <p:cNvPr id="1560" name="1"/>
          <p:cNvSpPr/>
          <p:nvPr/>
        </p:nvSpPr>
        <p:spPr>
          <a:xfrm>
            <a:off x="7096125" y="3580366"/>
            <a:ext cx="267891" cy="3491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>
                <a:solidFill>
                  <a:srgbClr val="942193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t>1</a:t>
            </a:r>
          </a:p>
        </p:txBody>
      </p:sp>
      <p:sp>
        <p:nvSpPr>
          <p:cNvPr id="1561" name="x"/>
          <p:cNvSpPr/>
          <p:nvPr/>
        </p:nvSpPr>
        <p:spPr>
          <a:xfrm>
            <a:off x="3122414" y="3223617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424242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r>
              <a:t>x</a:t>
            </a:r>
          </a:p>
        </p:txBody>
      </p:sp>
      <p:sp>
        <p:nvSpPr>
          <p:cNvPr id="1562" name="z"/>
          <p:cNvSpPr/>
          <p:nvPr/>
        </p:nvSpPr>
        <p:spPr>
          <a:xfrm>
            <a:off x="3935015" y="4214813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sp>
        <p:nvSpPr>
          <p:cNvPr id="1563" name="-"/>
          <p:cNvSpPr/>
          <p:nvPr/>
        </p:nvSpPr>
        <p:spPr>
          <a:xfrm>
            <a:off x="3979664" y="4697016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-</a:t>
            </a:r>
          </a:p>
        </p:txBody>
      </p:sp>
      <p:sp>
        <p:nvSpPr>
          <p:cNvPr id="1564" name="3"/>
          <p:cNvSpPr/>
          <p:nvPr/>
        </p:nvSpPr>
        <p:spPr>
          <a:xfrm>
            <a:off x="3899297" y="5027414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3</a:t>
            </a:r>
          </a:p>
        </p:txBody>
      </p:sp>
      <p:sp>
        <p:nvSpPr>
          <p:cNvPr id="1565" name="1"/>
          <p:cNvSpPr/>
          <p:nvPr/>
        </p:nvSpPr>
        <p:spPr>
          <a:xfrm>
            <a:off x="3926086" y="5393531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1566" name="x"/>
          <p:cNvSpPr/>
          <p:nvPr/>
        </p:nvSpPr>
        <p:spPr>
          <a:xfrm>
            <a:off x="8783836" y="111621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x</a:t>
            </a:r>
          </a:p>
        </p:txBody>
      </p:sp>
      <p:sp>
        <p:nvSpPr>
          <p:cNvPr id="1567" name="Line"/>
          <p:cNvSpPr/>
          <p:nvPr/>
        </p:nvSpPr>
        <p:spPr>
          <a:xfrm flipV="1">
            <a:off x="7989002" y="1552991"/>
            <a:ext cx="2232831" cy="702"/>
          </a:xfrm>
          <a:prstGeom prst="line">
            <a:avLst/>
          </a:prstGeom>
          <a:ln w="38100">
            <a:solidFill>
              <a:srgbClr val="008F00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568" name="y"/>
          <p:cNvSpPr/>
          <p:nvPr/>
        </p:nvSpPr>
        <p:spPr>
          <a:xfrm>
            <a:off x="8158758" y="1544836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1569" name="v"/>
          <p:cNvSpPr/>
          <p:nvPr/>
        </p:nvSpPr>
        <p:spPr>
          <a:xfrm>
            <a:off x="8158758" y="1910953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v</a:t>
            </a:r>
          </a:p>
        </p:txBody>
      </p:sp>
      <p:sp>
        <p:nvSpPr>
          <p:cNvPr id="1570" name="y"/>
          <p:cNvSpPr/>
          <p:nvPr/>
        </p:nvSpPr>
        <p:spPr>
          <a:xfrm>
            <a:off x="9158883" y="111621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1571" name="v"/>
          <p:cNvSpPr/>
          <p:nvPr/>
        </p:nvSpPr>
        <p:spPr>
          <a:xfrm>
            <a:off x="9551789" y="111621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v</a:t>
            </a:r>
          </a:p>
        </p:txBody>
      </p:sp>
      <p:sp>
        <p:nvSpPr>
          <p:cNvPr id="1572" name="z"/>
          <p:cNvSpPr/>
          <p:nvPr/>
        </p:nvSpPr>
        <p:spPr>
          <a:xfrm>
            <a:off x="9944695" y="110728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sp>
        <p:nvSpPr>
          <p:cNvPr id="1573" name="Rectangle"/>
          <p:cNvSpPr/>
          <p:nvPr/>
        </p:nvSpPr>
        <p:spPr>
          <a:xfrm>
            <a:off x="1916906" y="4205883"/>
            <a:ext cx="2428875" cy="1589484"/>
          </a:xfrm>
          <a:prstGeom prst="rect">
            <a:avLst/>
          </a:prstGeom>
          <a:ln w="63500">
            <a:solidFill>
              <a:srgbClr val="424242"/>
            </a:solidFill>
            <a:miter lim="400000"/>
          </a:ln>
        </p:spPr>
        <p:txBody>
          <a:bodyPr lIns="35719" tIns="35719" rIns="35719" bIns="35719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1574" name="Line"/>
          <p:cNvSpPr/>
          <p:nvPr/>
        </p:nvSpPr>
        <p:spPr>
          <a:xfrm flipV="1">
            <a:off x="1979194" y="4664400"/>
            <a:ext cx="2232831" cy="702"/>
          </a:xfrm>
          <a:prstGeom prst="line">
            <a:avLst/>
          </a:prstGeom>
          <a:ln w="38100">
            <a:solidFill>
              <a:srgbClr val="424242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575" name="Line"/>
          <p:cNvSpPr/>
          <p:nvPr/>
        </p:nvSpPr>
        <p:spPr>
          <a:xfrm flipV="1">
            <a:off x="2552958" y="4304030"/>
            <a:ext cx="692" cy="1437768"/>
          </a:xfrm>
          <a:prstGeom prst="line">
            <a:avLst/>
          </a:prstGeom>
          <a:ln w="38100">
            <a:solidFill>
              <a:srgbClr val="424242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576" name="Rectangle"/>
          <p:cNvSpPr/>
          <p:nvPr/>
        </p:nvSpPr>
        <p:spPr>
          <a:xfrm>
            <a:off x="7926586" y="1098352"/>
            <a:ext cx="2428875" cy="1660922"/>
          </a:xfrm>
          <a:prstGeom prst="rect">
            <a:avLst/>
          </a:prstGeom>
          <a:ln w="63500">
            <a:solidFill>
              <a:srgbClr val="008F00"/>
            </a:solidFill>
            <a:miter lim="400000"/>
          </a:ln>
        </p:spPr>
        <p:txBody>
          <a:bodyPr lIns="35719" tIns="35719" rIns="35719" bIns="35719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1577" name="Line"/>
          <p:cNvSpPr/>
          <p:nvPr/>
        </p:nvSpPr>
        <p:spPr>
          <a:xfrm flipV="1">
            <a:off x="8560764" y="1196566"/>
            <a:ext cx="766" cy="1473419"/>
          </a:xfrm>
          <a:prstGeom prst="line">
            <a:avLst/>
          </a:prstGeom>
          <a:ln w="38100">
            <a:solidFill>
              <a:srgbClr val="008F00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578" name="z"/>
          <p:cNvSpPr/>
          <p:nvPr/>
        </p:nvSpPr>
        <p:spPr>
          <a:xfrm>
            <a:off x="8158758" y="2241351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sp>
        <p:nvSpPr>
          <p:cNvPr id="1579" name="-"/>
          <p:cNvSpPr/>
          <p:nvPr/>
        </p:nvSpPr>
        <p:spPr>
          <a:xfrm>
            <a:off x="8801695" y="2241351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-</a:t>
            </a:r>
          </a:p>
        </p:txBody>
      </p:sp>
      <p:sp>
        <p:nvSpPr>
          <p:cNvPr id="1580" name="3"/>
          <p:cNvSpPr/>
          <p:nvPr/>
        </p:nvSpPr>
        <p:spPr>
          <a:xfrm>
            <a:off x="9141023" y="2277070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3</a:t>
            </a:r>
          </a:p>
        </p:txBody>
      </p:sp>
      <p:sp>
        <p:nvSpPr>
          <p:cNvPr id="1581" name="1"/>
          <p:cNvSpPr/>
          <p:nvPr/>
        </p:nvSpPr>
        <p:spPr>
          <a:xfrm>
            <a:off x="9507141" y="2277070"/>
            <a:ext cx="20538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1582" name="0"/>
          <p:cNvSpPr/>
          <p:nvPr/>
        </p:nvSpPr>
        <p:spPr>
          <a:xfrm>
            <a:off x="5176242" y="1785937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1583" name="Rectangle"/>
          <p:cNvSpPr/>
          <p:nvPr/>
        </p:nvSpPr>
        <p:spPr>
          <a:xfrm>
            <a:off x="3167063" y="526852"/>
            <a:ext cx="2428875" cy="1714500"/>
          </a:xfrm>
          <a:prstGeom prst="rect">
            <a:avLst/>
          </a:prstGeom>
          <a:ln w="63500">
            <a:solidFill>
              <a:schemeClr val="accent4">
                <a:hueOff val="-1081314"/>
                <a:satOff val="4338"/>
                <a:lumOff val="-8931"/>
              </a:schemeClr>
            </a:solidFill>
            <a:miter lim="400000"/>
          </a:ln>
        </p:spPr>
        <p:txBody>
          <a:bodyPr lIns="35719" tIns="35719" rIns="35719" bIns="35719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1584" name="x"/>
          <p:cNvSpPr/>
          <p:nvPr/>
        </p:nvSpPr>
        <p:spPr>
          <a:xfrm>
            <a:off x="4024312" y="54471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x</a:t>
            </a:r>
          </a:p>
        </p:txBody>
      </p:sp>
      <p:sp>
        <p:nvSpPr>
          <p:cNvPr id="1585" name="Line"/>
          <p:cNvSpPr/>
          <p:nvPr/>
        </p:nvSpPr>
        <p:spPr>
          <a:xfrm flipV="1">
            <a:off x="3229479" y="981491"/>
            <a:ext cx="2232831" cy="702"/>
          </a:xfrm>
          <a:prstGeom prst="line">
            <a:avLst/>
          </a:prstGeom>
          <a:ln w="38100">
            <a:solidFill>
              <a:schemeClr val="accent4">
                <a:hueOff val="-1081314"/>
                <a:satOff val="4338"/>
                <a:lumOff val="-8931"/>
              </a:schemeClr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586" name="Line"/>
          <p:cNvSpPr/>
          <p:nvPr/>
        </p:nvSpPr>
        <p:spPr>
          <a:xfrm flipV="1">
            <a:off x="3801239" y="625067"/>
            <a:ext cx="693" cy="1553785"/>
          </a:xfrm>
          <a:prstGeom prst="line">
            <a:avLst/>
          </a:prstGeom>
          <a:ln w="38100">
            <a:solidFill>
              <a:schemeClr val="accent4">
                <a:hueOff val="-1081314"/>
                <a:satOff val="4338"/>
                <a:lumOff val="-8931"/>
              </a:schemeClr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587" name="x"/>
          <p:cNvSpPr/>
          <p:nvPr/>
        </p:nvSpPr>
        <p:spPr>
          <a:xfrm>
            <a:off x="3399234" y="973336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x</a:t>
            </a:r>
          </a:p>
        </p:txBody>
      </p:sp>
      <p:sp>
        <p:nvSpPr>
          <p:cNvPr id="1588" name="y"/>
          <p:cNvSpPr/>
          <p:nvPr/>
        </p:nvSpPr>
        <p:spPr>
          <a:xfrm>
            <a:off x="3399234" y="1321594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1589" name="1"/>
          <p:cNvSpPr/>
          <p:nvPr/>
        </p:nvSpPr>
        <p:spPr>
          <a:xfrm>
            <a:off x="4033242" y="1357312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1590" name="y"/>
          <p:cNvSpPr/>
          <p:nvPr/>
        </p:nvSpPr>
        <p:spPr>
          <a:xfrm>
            <a:off x="4399359" y="54471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1591" name="v"/>
          <p:cNvSpPr/>
          <p:nvPr/>
        </p:nvSpPr>
        <p:spPr>
          <a:xfrm>
            <a:off x="4792265" y="54471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v</a:t>
            </a:r>
          </a:p>
        </p:txBody>
      </p:sp>
      <p:sp>
        <p:nvSpPr>
          <p:cNvPr id="1592" name="0"/>
          <p:cNvSpPr/>
          <p:nvPr/>
        </p:nvSpPr>
        <p:spPr>
          <a:xfrm>
            <a:off x="4426148" y="1357312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1593" name="-"/>
          <p:cNvSpPr/>
          <p:nvPr/>
        </p:nvSpPr>
        <p:spPr>
          <a:xfrm>
            <a:off x="4801195" y="1357312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-</a:t>
            </a:r>
          </a:p>
        </p:txBody>
      </p:sp>
      <p:sp>
        <p:nvSpPr>
          <p:cNvPr id="1594" name="z"/>
          <p:cNvSpPr/>
          <p:nvPr/>
        </p:nvSpPr>
        <p:spPr>
          <a:xfrm>
            <a:off x="3399234" y="1768078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sp>
        <p:nvSpPr>
          <p:cNvPr id="1595" name="z"/>
          <p:cNvSpPr/>
          <p:nvPr/>
        </p:nvSpPr>
        <p:spPr>
          <a:xfrm>
            <a:off x="5185172" y="54471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sp>
        <p:nvSpPr>
          <p:cNvPr id="1596" name="3"/>
          <p:cNvSpPr/>
          <p:nvPr/>
        </p:nvSpPr>
        <p:spPr>
          <a:xfrm>
            <a:off x="5211961" y="1366242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3</a:t>
            </a:r>
          </a:p>
        </p:txBody>
      </p:sp>
      <p:sp>
        <p:nvSpPr>
          <p:cNvPr id="1597" name="Rectangle"/>
          <p:cNvSpPr/>
          <p:nvPr/>
        </p:nvSpPr>
        <p:spPr>
          <a:xfrm>
            <a:off x="6506766" y="4500562"/>
            <a:ext cx="2428875" cy="1660922"/>
          </a:xfrm>
          <a:prstGeom prst="rect">
            <a:avLst/>
          </a:prstGeom>
          <a:ln w="63500">
            <a:solidFill>
              <a:srgbClr val="7A81FF"/>
            </a:solidFill>
            <a:miter lim="400000"/>
          </a:ln>
        </p:spPr>
        <p:txBody>
          <a:bodyPr lIns="35719" tIns="35719" rIns="35719" bIns="35719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1598" name="x"/>
          <p:cNvSpPr/>
          <p:nvPr/>
        </p:nvSpPr>
        <p:spPr>
          <a:xfrm>
            <a:off x="7364015" y="4518422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x</a:t>
            </a:r>
          </a:p>
        </p:txBody>
      </p:sp>
      <p:sp>
        <p:nvSpPr>
          <p:cNvPr id="1599" name="Line"/>
          <p:cNvSpPr/>
          <p:nvPr/>
        </p:nvSpPr>
        <p:spPr>
          <a:xfrm flipV="1">
            <a:off x="6569182" y="4955202"/>
            <a:ext cx="2232831" cy="702"/>
          </a:xfrm>
          <a:prstGeom prst="line">
            <a:avLst/>
          </a:prstGeom>
          <a:ln w="38100">
            <a:solidFill>
              <a:srgbClr val="7A81FF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600" name="Line"/>
          <p:cNvSpPr/>
          <p:nvPr/>
        </p:nvSpPr>
        <p:spPr>
          <a:xfrm flipV="1">
            <a:off x="7140938" y="4598781"/>
            <a:ext cx="726" cy="1464485"/>
          </a:xfrm>
          <a:prstGeom prst="line">
            <a:avLst/>
          </a:prstGeom>
          <a:ln w="38100">
            <a:solidFill>
              <a:srgbClr val="7A81FF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601" name="x"/>
          <p:cNvSpPr/>
          <p:nvPr/>
        </p:nvSpPr>
        <p:spPr>
          <a:xfrm>
            <a:off x="6738937" y="4947047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x</a:t>
            </a:r>
          </a:p>
        </p:txBody>
      </p:sp>
      <p:sp>
        <p:nvSpPr>
          <p:cNvPr id="1602" name="y"/>
          <p:cNvSpPr/>
          <p:nvPr/>
        </p:nvSpPr>
        <p:spPr>
          <a:xfrm>
            <a:off x="7739062" y="4518422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1603" name="v"/>
          <p:cNvSpPr/>
          <p:nvPr/>
        </p:nvSpPr>
        <p:spPr>
          <a:xfrm>
            <a:off x="8131969" y="4518422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v</a:t>
            </a:r>
          </a:p>
        </p:txBody>
      </p:sp>
      <p:sp>
        <p:nvSpPr>
          <p:cNvPr id="1604" name="v"/>
          <p:cNvSpPr/>
          <p:nvPr/>
        </p:nvSpPr>
        <p:spPr>
          <a:xfrm>
            <a:off x="6738937" y="5295305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v</a:t>
            </a:r>
          </a:p>
        </p:txBody>
      </p:sp>
      <p:sp>
        <p:nvSpPr>
          <p:cNvPr id="1605" name="2"/>
          <p:cNvSpPr/>
          <p:nvPr/>
        </p:nvSpPr>
        <p:spPr>
          <a:xfrm>
            <a:off x="7372945" y="5322094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2</a:t>
            </a:r>
          </a:p>
        </p:txBody>
      </p:sp>
      <p:sp>
        <p:nvSpPr>
          <p:cNvPr id="1606" name="-"/>
          <p:cNvSpPr/>
          <p:nvPr/>
        </p:nvSpPr>
        <p:spPr>
          <a:xfrm>
            <a:off x="7756922" y="5322094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-</a:t>
            </a:r>
          </a:p>
        </p:txBody>
      </p:sp>
      <p:sp>
        <p:nvSpPr>
          <p:cNvPr id="1607" name="0"/>
          <p:cNvSpPr/>
          <p:nvPr/>
        </p:nvSpPr>
        <p:spPr>
          <a:xfrm>
            <a:off x="8123039" y="5322094"/>
            <a:ext cx="250031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1608" name="z"/>
          <p:cNvSpPr/>
          <p:nvPr/>
        </p:nvSpPr>
        <p:spPr>
          <a:xfrm>
            <a:off x="6738937" y="5625703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sp>
        <p:nvSpPr>
          <p:cNvPr id="1609" name="z"/>
          <p:cNvSpPr/>
          <p:nvPr/>
        </p:nvSpPr>
        <p:spPr>
          <a:xfrm>
            <a:off x="8524875" y="4509492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sp>
        <p:nvSpPr>
          <p:cNvPr id="1610" name="1"/>
          <p:cNvSpPr/>
          <p:nvPr/>
        </p:nvSpPr>
        <p:spPr>
          <a:xfrm>
            <a:off x="8551664" y="5322094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1611" name="1"/>
          <p:cNvSpPr/>
          <p:nvPr/>
        </p:nvSpPr>
        <p:spPr>
          <a:xfrm>
            <a:off x="8783836" y="1607344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1612" name="0"/>
          <p:cNvSpPr/>
          <p:nvPr/>
        </p:nvSpPr>
        <p:spPr>
          <a:xfrm>
            <a:off x="9176742" y="1607344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1613" name="-"/>
          <p:cNvSpPr/>
          <p:nvPr/>
        </p:nvSpPr>
        <p:spPr>
          <a:xfrm>
            <a:off x="9551789" y="1607344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-</a:t>
            </a:r>
          </a:p>
        </p:txBody>
      </p:sp>
      <p:sp>
        <p:nvSpPr>
          <p:cNvPr id="1614" name="2"/>
          <p:cNvSpPr/>
          <p:nvPr/>
        </p:nvSpPr>
        <p:spPr>
          <a:xfrm>
            <a:off x="8783836" y="1937742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2</a:t>
            </a:r>
          </a:p>
        </p:txBody>
      </p:sp>
      <p:sp>
        <p:nvSpPr>
          <p:cNvPr id="1615" name="-"/>
          <p:cNvSpPr/>
          <p:nvPr/>
        </p:nvSpPr>
        <p:spPr>
          <a:xfrm>
            <a:off x="9167813" y="1937742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-</a:t>
            </a:r>
          </a:p>
        </p:txBody>
      </p:sp>
      <p:sp>
        <p:nvSpPr>
          <p:cNvPr id="1616" name="0"/>
          <p:cNvSpPr/>
          <p:nvPr/>
        </p:nvSpPr>
        <p:spPr>
          <a:xfrm>
            <a:off x="9507141" y="1937742"/>
            <a:ext cx="258961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1617" name="3"/>
          <p:cNvSpPr/>
          <p:nvPr/>
        </p:nvSpPr>
        <p:spPr>
          <a:xfrm>
            <a:off x="9953625" y="1616273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3</a:t>
            </a:r>
          </a:p>
        </p:txBody>
      </p:sp>
      <p:sp>
        <p:nvSpPr>
          <p:cNvPr id="1618" name="1"/>
          <p:cNvSpPr/>
          <p:nvPr/>
        </p:nvSpPr>
        <p:spPr>
          <a:xfrm>
            <a:off x="9944695" y="1937742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1619" name="0"/>
          <p:cNvSpPr/>
          <p:nvPr/>
        </p:nvSpPr>
        <p:spPr>
          <a:xfrm>
            <a:off x="4006453" y="973336"/>
            <a:ext cx="267891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1620" name="1"/>
          <p:cNvSpPr/>
          <p:nvPr/>
        </p:nvSpPr>
        <p:spPr>
          <a:xfrm>
            <a:off x="4390430" y="973336"/>
            <a:ext cx="267891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1621" name="2"/>
          <p:cNvSpPr/>
          <p:nvPr/>
        </p:nvSpPr>
        <p:spPr>
          <a:xfrm>
            <a:off x="4783336" y="973336"/>
            <a:ext cx="267891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2</a:t>
            </a:r>
          </a:p>
        </p:txBody>
      </p:sp>
      <p:sp>
        <p:nvSpPr>
          <p:cNvPr id="1622" name="-"/>
          <p:cNvSpPr/>
          <p:nvPr/>
        </p:nvSpPr>
        <p:spPr>
          <a:xfrm>
            <a:off x="5229820" y="973336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-</a:t>
            </a:r>
          </a:p>
        </p:txBody>
      </p:sp>
      <p:sp>
        <p:nvSpPr>
          <p:cNvPr id="1623" name="-"/>
          <p:cNvSpPr/>
          <p:nvPr/>
        </p:nvSpPr>
        <p:spPr>
          <a:xfrm>
            <a:off x="4060031" y="1750219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-</a:t>
            </a:r>
          </a:p>
        </p:txBody>
      </p:sp>
      <p:sp>
        <p:nvSpPr>
          <p:cNvPr id="1624" name="3"/>
          <p:cNvSpPr/>
          <p:nvPr/>
        </p:nvSpPr>
        <p:spPr>
          <a:xfrm>
            <a:off x="4399359" y="1785937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3</a:t>
            </a:r>
          </a:p>
        </p:txBody>
      </p:sp>
      <p:sp>
        <p:nvSpPr>
          <p:cNvPr id="1625" name="1"/>
          <p:cNvSpPr/>
          <p:nvPr/>
        </p:nvSpPr>
        <p:spPr>
          <a:xfrm>
            <a:off x="4765476" y="1785937"/>
            <a:ext cx="20538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1626" name="0"/>
          <p:cNvSpPr/>
          <p:nvPr/>
        </p:nvSpPr>
        <p:spPr>
          <a:xfrm>
            <a:off x="9926836" y="2277070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1627" name="-"/>
          <p:cNvSpPr/>
          <p:nvPr/>
        </p:nvSpPr>
        <p:spPr>
          <a:xfrm>
            <a:off x="7408664" y="5679281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-</a:t>
            </a:r>
          </a:p>
        </p:txBody>
      </p:sp>
      <p:sp>
        <p:nvSpPr>
          <p:cNvPr id="1628" name="3"/>
          <p:cNvSpPr/>
          <p:nvPr/>
        </p:nvSpPr>
        <p:spPr>
          <a:xfrm>
            <a:off x="7739063" y="5688211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3</a:t>
            </a:r>
          </a:p>
        </p:txBody>
      </p:sp>
      <p:sp>
        <p:nvSpPr>
          <p:cNvPr id="1629" name="1"/>
          <p:cNvSpPr/>
          <p:nvPr/>
        </p:nvSpPr>
        <p:spPr>
          <a:xfrm>
            <a:off x="8105180" y="5688211"/>
            <a:ext cx="20538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1630" name="0"/>
          <p:cNvSpPr/>
          <p:nvPr/>
        </p:nvSpPr>
        <p:spPr>
          <a:xfrm>
            <a:off x="8524875" y="5688211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1631" name="0"/>
          <p:cNvSpPr/>
          <p:nvPr/>
        </p:nvSpPr>
        <p:spPr>
          <a:xfrm>
            <a:off x="7337226" y="4964906"/>
            <a:ext cx="267891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1632" name="1"/>
          <p:cNvSpPr/>
          <p:nvPr/>
        </p:nvSpPr>
        <p:spPr>
          <a:xfrm>
            <a:off x="7721203" y="4964906"/>
            <a:ext cx="267891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1633" name="2"/>
          <p:cNvSpPr/>
          <p:nvPr/>
        </p:nvSpPr>
        <p:spPr>
          <a:xfrm>
            <a:off x="8114109" y="4964906"/>
            <a:ext cx="267891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2</a:t>
            </a:r>
          </a:p>
        </p:txBody>
      </p:sp>
      <p:sp>
        <p:nvSpPr>
          <p:cNvPr id="1634" name="-"/>
          <p:cNvSpPr/>
          <p:nvPr/>
        </p:nvSpPr>
        <p:spPr>
          <a:xfrm>
            <a:off x="8560594" y="4964906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-</a:t>
            </a:r>
          </a:p>
        </p:txBody>
      </p:sp>
      <p:sp>
        <p:nvSpPr>
          <p:cNvPr id="1635" name="Line"/>
          <p:cNvSpPr/>
          <p:nvPr/>
        </p:nvSpPr>
        <p:spPr>
          <a:xfrm>
            <a:off x="3582733" y="4777509"/>
            <a:ext cx="450761" cy="998113"/>
          </a:xfrm>
          <a:prstGeom prst="line">
            <a:avLst/>
          </a:prstGeom>
          <a:ln w="63500">
            <a:solidFill>
              <a:srgbClr val="942193"/>
            </a:solidFill>
            <a:miter lim="400000"/>
            <a:tailEnd type="stealth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1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5" grpId="0" animBg="1" advAuto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6</a:t>
            </a:fld>
            <a:endParaRPr/>
          </a:p>
        </p:txBody>
      </p:sp>
      <p:sp>
        <p:nvSpPr>
          <p:cNvPr id="1640" name="x"/>
          <p:cNvSpPr/>
          <p:nvPr/>
        </p:nvSpPr>
        <p:spPr>
          <a:xfrm>
            <a:off x="2774156" y="4223742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x</a:t>
            </a:r>
          </a:p>
        </p:txBody>
      </p:sp>
      <p:sp>
        <p:nvSpPr>
          <p:cNvPr id="1641" name="Line"/>
          <p:cNvSpPr/>
          <p:nvPr/>
        </p:nvSpPr>
        <p:spPr>
          <a:xfrm flipV="1">
            <a:off x="1979194" y="4664400"/>
            <a:ext cx="2232831" cy="702"/>
          </a:xfrm>
          <a:prstGeom prst="line">
            <a:avLst/>
          </a:prstGeom>
          <a:ln w="38100">
            <a:solidFill>
              <a:srgbClr val="424242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642" name="x"/>
          <p:cNvSpPr/>
          <p:nvPr/>
        </p:nvSpPr>
        <p:spPr>
          <a:xfrm>
            <a:off x="2149078" y="4652367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x</a:t>
            </a:r>
          </a:p>
        </p:txBody>
      </p:sp>
      <p:sp>
        <p:nvSpPr>
          <p:cNvPr id="1643" name="y"/>
          <p:cNvSpPr/>
          <p:nvPr/>
        </p:nvSpPr>
        <p:spPr>
          <a:xfrm>
            <a:off x="2149078" y="5000625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1644" name="0"/>
          <p:cNvSpPr/>
          <p:nvPr/>
        </p:nvSpPr>
        <p:spPr>
          <a:xfrm>
            <a:off x="2756297" y="4697016"/>
            <a:ext cx="267891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1645" name="1"/>
          <p:cNvSpPr/>
          <p:nvPr/>
        </p:nvSpPr>
        <p:spPr>
          <a:xfrm>
            <a:off x="2783086" y="5036344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1646" name="y"/>
          <p:cNvSpPr/>
          <p:nvPr/>
        </p:nvSpPr>
        <p:spPr>
          <a:xfrm>
            <a:off x="3149203" y="4223742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1647" name="v"/>
          <p:cNvSpPr/>
          <p:nvPr/>
        </p:nvSpPr>
        <p:spPr>
          <a:xfrm>
            <a:off x="3542109" y="4223742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v</a:t>
            </a:r>
          </a:p>
        </p:txBody>
      </p:sp>
      <p:sp>
        <p:nvSpPr>
          <p:cNvPr id="1648" name="v"/>
          <p:cNvSpPr/>
          <p:nvPr/>
        </p:nvSpPr>
        <p:spPr>
          <a:xfrm>
            <a:off x="2149078" y="5348883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v</a:t>
            </a:r>
          </a:p>
        </p:txBody>
      </p:sp>
      <p:sp>
        <p:nvSpPr>
          <p:cNvPr id="1649" name="1"/>
          <p:cNvSpPr/>
          <p:nvPr/>
        </p:nvSpPr>
        <p:spPr>
          <a:xfrm>
            <a:off x="3140273" y="4697016"/>
            <a:ext cx="267891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1650" name="2"/>
          <p:cNvSpPr/>
          <p:nvPr/>
        </p:nvSpPr>
        <p:spPr>
          <a:xfrm>
            <a:off x="3533180" y="4697016"/>
            <a:ext cx="267891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2</a:t>
            </a:r>
          </a:p>
        </p:txBody>
      </p:sp>
      <p:sp>
        <p:nvSpPr>
          <p:cNvPr id="1651" name="0"/>
          <p:cNvSpPr/>
          <p:nvPr/>
        </p:nvSpPr>
        <p:spPr>
          <a:xfrm>
            <a:off x="3175992" y="5036344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1652" name="-"/>
          <p:cNvSpPr/>
          <p:nvPr/>
        </p:nvSpPr>
        <p:spPr>
          <a:xfrm>
            <a:off x="3551039" y="5036344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-</a:t>
            </a:r>
          </a:p>
        </p:txBody>
      </p:sp>
      <p:sp>
        <p:nvSpPr>
          <p:cNvPr id="1653" name="2"/>
          <p:cNvSpPr/>
          <p:nvPr/>
        </p:nvSpPr>
        <p:spPr>
          <a:xfrm>
            <a:off x="2792016" y="5384601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2</a:t>
            </a:r>
          </a:p>
        </p:txBody>
      </p:sp>
      <p:sp>
        <p:nvSpPr>
          <p:cNvPr id="1654" name="-"/>
          <p:cNvSpPr/>
          <p:nvPr/>
        </p:nvSpPr>
        <p:spPr>
          <a:xfrm>
            <a:off x="3184922" y="5384601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-</a:t>
            </a:r>
          </a:p>
        </p:txBody>
      </p:sp>
      <p:sp>
        <p:nvSpPr>
          <p:cNvPr id="1655" name="0"/>
          <p:cNvSpPr/>
          <p:nvPr/>
        </p:nvSpPr>
        <p:spPr>
          <a:xfrm>
            <a:off x="3515320" y="5384601"/>
            <a:ext cx="19645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1656" name="from"/>
          <p:cNvSpPr/>
          <p:nvPr/>
        </p:nvSpPr>
        <p:spPr>
          <a:xfrm rot="16200000">
            <a:off x="1300758" y="4991695"/>
            <a:ext cx="7411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from</a:t>
            </a:r>
          </a:p>
        </p:txBody>
      </p:sp>
      <p:sp>
        <p:nvSpPr>
          <p:cNvPr id="1657" name="to"/>
          <p:cNvSpPr/>
          <p:nvPr/>
        </p:nvSpPr>
        <p:spPr>
          <a:xfrm>
            <a:off x="3109019" y="3772793"/>
            <a:ext cx="46434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to</a:t>
            </a:r>
          </a:p>
        </p:txBody>
      </p:sp>
      <p:sp>
        <p:nvSpPr>
          <p:cNvPr id="1658" name="Line"/>
          <p:cNvSpPr/>
          <p:nvPr/>
        </p:nvSpPr>
        <p:spPr>
          <a:xfrm flipH="1">
            <a:off x="3528367" y="2606714"/>
            <a:ext cx="2308421" cy="768710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659" name="Line"/>
          <p:cNvSpPr/>
          <p:nvPr/>
        </p:nvSpPr>
        <p:spPr>
          <a:xfrm>
            <a:off x="6142661" y="2606715"/>
            <a:ext cx="2320587" cy="823433"/>
          </a:xfrm>
          <a:prstGeom prst="line">
            <a:avLst/>
          </a:prstGeom>
          <a:ln w="63500">
            <a:solidFill>
              <a:srgbClr val="5E5E5E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660" name="y"/>
          <p:cNvSpPr/>
          <p:nvPr/>
        </p:nvSpPr>
        <p:spPr>
          <a:xfrm>
            <a:off x="5729883" y="2294930"/>
            <a:ext cx="535781" cy="535781"/>
          </a:xfrm>
          <a:prstGeom prst="roundRect">
            <a:avLst>
              <a:gd name="adj" fmla="val 25000"/>
            </a:avLst>
          </a:prstGeom>
          <a:solidFill>
            <a:schemeClr val="accent4">
              <a:hueOff val="-1081314"/>
              <a:satOff val="4338"/>
              <a:lumOff val="-8931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r>
              <a:t>y</a:t>
            </a:r>
          </a:p>
        </p:txBody>
      </p:sp>
      <p:sp>
        <p:nvSpPr>
          <p:cNvPr id="1661" name="2"/>
          <p:cNvSpPr/>
          <p:nvPr/>
        </p:nvSpPr>
        <p:spPr>
          <a:xfrm>
            <a:off x="4551164" y="3575901"/>
            <a:ext cx="267891" cy="3491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>
                <a:solidFill>
                  <a:srgbClr val="942193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t>2</a:t>
            </a:r>
          </a:p>
        </p:txBody>
      </p:sp>
      <p:sp>
        <p:nvSpPr>
          <p:cNvPr id="1662" name="1"/>
          <p:cNvSpPr/>
          <p:nvPr/>
        </p:nvSpPr>
        <p:spPr>
          <a:xfrm>
            <a:off x="4551164" y="2544522"/>
            <a:ext cx="267891" cy="3491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>
                <a:solidFill>
                  <a:srgbClr val="942193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t>1</a:t>
            </a:r>
          </a:p>
        </p:txBody>
      </p:sp>
      <p:sp>
        <p:nvSpPr>
          <p:cNvPr id="1663" name="3"/>
          <p:cNvSpPr/>
          <p:nvPr/>
        </p:nvSpPr>
        <p:spPr>
          <a:xfrm>
            <a:off x="7105055" y="2544522"/>
            <a:ext cx="267891" cy="3491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>
                <a:solidFill>
                  <a:srgbClr val="942193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t>3</a:t>
            </a:r>
          </a:p>
        </p:txBody>
      </p:sp>
      <p:sp>
        <p:nvSpPr>
          <p:cNvPr id="1664" name="Line"/>
          <p:cNvSpPr/>
          <p:nvPr/>
        </p:nvSpPr>
        <p:spPr>
          <a:xfrm flipV="1">
            <a:off x="6046068" y="3578163"/>
            <a:ext cx="2382593" cy="821030"/>
          </a:xfrm>
          <a:prstGeom prst="line">
            <a:avLst/>
          </a:prstGeom>
          <a:ln w="63500">
            <a:solidFill>
              <a:srgbClr val="5E5E5E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665" name="Line"/>
          <p:cNvSpPr/>
          <p:nvPr/>
        </p:nvSpPr>
        <p:spPr>
          <a:xfrm>
            <a:off x="3604851" y="3679032"/>
            <a:ext cx="2334296" cy="676141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666" name="z"/>
          <p:cNvSpPr/>
          <p:nvPr/>
        </p:nvSpPr>
        <p:spPr>
          <a:xfrm>
            <a:off x="8256985" y="3223617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008F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r>
              <a:t>z</a:t>
            </a:r>
          </a:p>
        </p:txBody>
      </p:sp>
      <p:sp>
        <p:nvSpPr>
          <p:cNvPr id="1667" name="v"/>
          <p:cNvSpPr/>
          <p:nvPr/>
        </p:nvSpPr>
        <p:spPr>
          <a:xfrm>
            <a:off x="5729883" y="4089797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7A81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r>
              <a:t>v</a:t>
            </a:r>
          </a:p>
        </p:txBody>
      </p:sp>
      <p:sp>
        <p:nvSpPr>
          <p:cNvPr id="1668" name="1"/>
          <p:cNvSpPr/>
          <p:nvPr/>
        </p:nvSpPr>
        <p:spPr>
          <a:xfrm>
            <a:off x="7096125" y="3580366"/>
            <a:ext cx="267891" cy="3491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>
                <a:solidFill>
                  <a:srgbClr val="942193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t>1</a:t>
            </a:r>
          </a:p>
        </p:txBody>
      </p:sp>
      <p:sp>
        <p:nvSpPr>
          <p:cNvPr id="1669" name="x"/>
          <p:cNvSpPr/>
          <p:nvPr/>
        </p:nvSpPr>
        <p:spPr>
          <a:xfrm>
            <a:off x="3122414" y="3223617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424242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r>
              <a:t>x</a:t>
            </a:r>
          </a:p>
        </p:txBody>
      </p:sp>
      <p:sp>
        <p:nvSpPr>
          <p:cNvPr id="1670" name="z"/>
          <p:cNvSpPr/>
          <p:nvPr/>
        </p:nvSpPr>
        <p:spPr>
          <a:xfrm>
            <a:off x="3935015" y="4214813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sp>
        <p:nvSpPr>
          <p:cNvPr id="1671" name="3"/>
          <p:cNvSpPr/>
          <p:nvPr/>
        </p:nvSpPr>
        <p:spPr>
          <a:xfrm>
            <a:off x="3899297" y="4697016"/>
            <a:ext cx="330398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3</a:t>
            </a:r>
          </a:p>
        </p:txBody>
      </p:sp>
      <p:sp>
        <p:nvSpPr>
          <p:cNvPr id="1672" name="3"/>
          <p:cNvSpPr/>
          <p:nvPr/>
        </p:nvSpPr>
        <p:spPr>
          <a:xfrm>
            <a:off x="3899297" y="5027414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3</a:t>
            </a:r>
          </a:p>
        </p:txBody>
      </p:sp>
      <p:sp>
        <p:nvSpPr>
          <p:cNvPr id="1673" name="1"/>
          <p:cNvSpPr/>
          <p:nvPr/>
        </p:nvSpPr>
        <p:spPr>
          <a:xfrm>
            <a:off x="3926086" y="5393531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1674" name="Rectangle"/>
          <p:cNvSpPr/>
          <p:nvPr/>
        </p:nvSpPr>
        <p:spPr>
          <a:xfrm>
            <a:off x="1916906" y="4205883"/>
            <a:ext cx="2428875" cy="1589484"/>
          </a:xfrm>
          <a:prstGeom prst="rect">
            <a:avLst/>
          </a:prstGeom>
          <a:ln w="63500">
            <a:solidFill>
              <a:srgbClr val="424242"/>
            </a:solidFill>
            <a:miter lim="400000"/>
          </a:ln>
        </p:spPr>
        <p:txBody>
          <a:bodyPr lIns="35719" tIns="35719" rIns="35719" bIns="35719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1675" name="Line"/>
          <p:cNvSpPr/>
          <p:nvPr/>
        </p:nvSpPr>
        <p:spPr>
          <a:xfrm flipV="1">
            <a:off x="2552958" y="4304030"/>
            <a:ext cx="692" cy="1437768"/>
          </a:xfrm>
          <a:prstGeom prst="line">
            <a:avLst/>
          </a:prstGeom>
          <a:ln w="38100">
            <a:solidFill>
              <a:srgbClr val="424242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676" name="x"/>
          <p:cNvSpPr/>
          <p:nvPr/>
        </p:nvSpPr>
        <p:spPr>
          <a:xfrm>
            <a:off x="8783836" y="111621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x</a:t>
            </a:r>
          </a:p>
        </p:txBody>
      </p:sp>
      <p:sp>
        <p:nvSpPr>
          <p:cNvPr id="1677" name="Line"/>
          <p:cNvSpPr/>
          <p:nvPr/>
        </p:nvSpPr>
        <p:spPr>
          <a:xfrm flipV="1">
            <a:off x="7989002" y="1552991"/>
            <a:ext cx="2232831" cy="702"/>
          </a:xfrm>
          <a:prstGeom prst="line">
            <a:avLst/>
          </a:prstGeom>
          <a:ln w="38100">
            <a:solidFill>
              <a:srgbClr val="008F00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678" name="y"/>
          <p:cNvSpPr/>
          <p:nvPr/>
        </p:nvSpPr>
        <p:spPr>
          <a:xfrm>
            <a:off x="8158758" y="1544836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1679" name="v"/>
          <p:cNvSpPr/>
          <p:nvPr/>
        </p:nvSpPr>
        <p:spPr>
          <a:xfrm>
            <a:off x="8158758" y="1910953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v</a:t>
            </a:r>
          </a:p>
        </p:txBody>
      </p:sp>
      <p:sp>
        <p:nvSpPr>
          <p:cNvPr id="1680" name="y"/>
          <p:cNvSpPr/>
          <p:nvPr/>
        </p:nvSpPr>
        <p:spPr>
          <a:xfrm>
            <a:off x="9158883" y="111621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1681" name="v"/>
          <p:cNvSpPr/>
          <p:nvPr/>
        </p:nvSpPr>
        <p:spPr>
          <a:xfrm>
            <a:off x="9551789" y="111621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v</a:t>
            </a:r>
          </a:p>
        </p:txBody>
      </p:sp>
      <p:sp>
        <p:nvSpPr>
          <p:cNvPr id="1682" name="z"/>
          <p:cNvSpPr/>
          <p:nvPr/>
        </p:nvSpPr>
        <p:spPr>
          <a:xfrm>
            <a:off x="9944695" y="110728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sp>
        <p:nvSpPr>
          <p:cNvPr id="1683" name="Rectangle"/>
          <p:cNvSpPr/>
          <p:nvPr/>
        </p:nvSpPr>
        <p:spPr>
          <a:xfrm>
            <a:off x="7926586" y="1098352"/>
            <a:ext cx="2428875" cy="1660922"/>
          </a:xfrm>
          <a:prstGeom prst="rect">
            <a:avLst/>
          </a:prstGeom>
          <a:ln w="63500">
            <a:solidFill>
              <a:srgbClr val="008F00"/>
            </a:solidFill>
            <a:miter lim="400000"/>
          </a:ln>
        </p:spPr>
        <p:txBody>
          <a:bodyPr lIns="35719" tIns="35719" rIns="35719" bIns="35719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1684" name="Line"/>
          <p:cNvSpPr/>
          <p:nvPr/>
        </p:nvSpPr>
        <p:spPr>
          <a:xfrm flipV="1">
            <a:off x="8560764" y="1196566"/>
            <a:ext cx="766" cy="1473419"/>
          </a:xfrm>
          <a:prstGeom prst="line">
            <a:avLst/>
          </a:prstGeom>
          <a:ln w="38100">
            <a:solidFill>
              <a:srgbClr val="008F00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685" name="z"/>
          <p:cNvSpPr/>
          <p:nvPr/>
        </p:nvSpPr>
        <p:spPr>
          <a:xfrm>
            <a:off x="8158758" y="2241351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sp>
        <p:nvSpPr>
          <p:cNvPr id="1686" name="-"/>
          <p:cNvSpPr/>
          <p:nvPr/>
        </p:nvSpPr>
        <p:spPr>
          <a:xfrm>
            <a:off x="8801695" y="2241351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-</a:t>
            </a:r>
          </a:p>
        </p:txBody>
      </p:sp>
      <p:sp>
        <p:nvSpPr>
          <p:cNvPr id="1687" name="3"/>
          <p:cNvSpPr/>
          <p:nvPr/>
        </p:nvSpPr>
        <p:spPr>
          <a:xfrm>
            <a:off x="9141023" y="2277070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3</a:t>
            </a:r>
          </a:p>
        </p:txBody>
      </p:sp>
      <p:sp>
        <p:nvSpPr>
          <p:cNvPr id="1688" name="1"/>
          <p:cNvSpPr/>
          <p:nvPr/>
        </p:nvSpPr>
        <p:spPr>
          <a:xfrm>
            <a:off x="9507141" y="2277070"/>
            <a:ext cx="20538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1689" name="0"/>
          <p:cNvSpPr/>
          <p:nvPr/>
        </p:nvSpPr>
        <p:spPr>
          <a:xfrm>
            <a:off x="9926836" y="2277070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1690" name="Rectangle"/>
          <p:cNvSpPr/>
          <p:nvPr/>
        </p:nvSpPr>
        <p:spPr>
          <a:xfrm>
            <a:off x="3167063" y="526852"/>
            <a:ext cx="2428875" cy="1714500"/>
          </a:xfrm>
          <a:prstGeom prst="rect">
            <a:avLst/>
          </a:prstGeom>
          <a:ln w="63500">
            <a:solidFill>
              <a:schemeClr val="accent4">
                <a:hueOff val="-1081314"/>
                <a:satOff val="4338"/>
                <a:lumOff val="-8931"/>
              </a:schemeClr>
            </a:solidFill>
            <a:miter lim="400000"/>
          </a:ln>
        </p:spPr>
        <p:txBody>
          <a:bodyPr lIns="35719" tIns="35719" rIns="35719" bIns="35719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1691" name="x"/>
          <p:cNvSpPr/>
          <p:nvPr/>
        </p:nvSpPr>
        <p:spPr>
          <a:xfrm>
            <a:off x="4024312" y="54471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x</a:t>
            </a:r>
          </a:p>
        </p:txBody>
      </p:sp>
      <p:sp>
        <p:nvSpPr>
          <p:cNvPr id="1692" name="Line"/>
          <p:cNvSpPr/>
          <p:nvPr/>
        </p:nvSpPr>
        <p:spPr>
          <a:xfrm flipV="1">
            <a:off x="3229479" y="981491"/>
            <a:ext cx="2232831" cy="702"/>
          </a:xfrm>
          <a:prstGeom prst="line">
            <a:avLst/>
          </a:prstGeom>
          <a:ln w="38100">
            <a:solidFill>
              <a:schemeClr val="accent4">
                <a:hueOff val="-1081314"/>
                <a:satOff val="4338"/>
                <a:lumOff val="-8931"/>
              </a:schemeClr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693" name="Line"/>
          <p:cNvSpPr/>
          <p:nvPr/>
        </p:nvSpPr>
        <p:spPr>
          <a:xfrm flipV="1">
            <a:off x="3801239" y="625067"/>
            <a:ext cx="693" cy="1553785"/>
          </a:xfrm>
          <a:prstGeom prst="line">
            <a:avLst/>
          </a:prstGeom>
          <a:ln w="38100">
            <a:solidFill>
              <a:schemeClr val="accent4">
                <a:hueOff val="-1081314"/>
                <a:satOff val="4338"/>
                <a:lumOff val="-8931"/>
              </a:schemeClr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694" name="x"/>
          <p:cNvSpPr/>
          <p:nvPr/>
        </p:nvSpPr>
        <p:spPr>
          <a:xfrm>
            <a:off x="3399234" y="973336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x</a:t>
            </a:r>
          </a:p>
        </p:txBody>
      </p:sp>
      <p:sp>
        <p:nvSpPr>
          <p:cNvPr id="1695" name="y"/>
          <p:cNvSpPr/>
          <p:nvPr/>
        </p:nvSpPr>
        <p:spPr>
          <a:xfrm>
            <a:off x="3399234" y="1321594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1696" name="1"/>
          <p:cNvSpPr/>
          <p:nvPr/>
        </p:nvSpPr>
        <p:spPr>
          <a:xfrm>
            <a:off x="4033242" y="1357312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1697" name="y"/>
          <p:cNvSpPr/>
          <p:nvPr/>
        </p:nvSpPr>
        <p:spPr>
          <a:xfrm>
            <a:off x="4399359" y="54471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1698" name="v"/>
          <p:cNvSpPr/>
          <p:nvPr/>
        </p:nvSpPr>
        <p:spPr>
          <a:xfrm>
            <a:off x="4792265" y="54471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v</a:t>
            </a:r>
          </a:p>
        </p:txBody>
      </p:sp>
      <p:sp>
        <p:nvSpPr>
          <p:cNvPr id="1699" name="0"/>
          <p:cNvSpPr/>
          <p:nvPr/>
        </p:nvSpPr>
        <p:spPr>
          <a:xfrm>
            <a:off x="4426148" y="1357312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1700" name="-"/>
          <p:cNvSpPr/>
          <p:nvPr/>
        </p:nvSpPr>
        <p:spPr>
          <a:xfrm>
            <a:off x="4801195" y="1357312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-</a:t>
            </a:r>
          </a:p>
        </p:txBody>
      </p:sp>
      <p:sp>
        <p:nvSpPr>
          <p:cNvPr id="1701" name="z"/>
          <p:cNvSpPr/>
          <p:nvPr/>
        </p:nvSpPr>
        <p:spPr>
          <a:xfrm>
            <a:off x="3399234" y="1768078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sp>
        <p:nvSpPr>
          <p:cNvPr id="1702" name="z"/>
          <p:cNvSpPr/>
          <p:nvPr/>
        </p:nvSpPr>
        <p:spPr>
          <a:xfrm>
            <a:off x="5185172" y="54471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sp>
        <p:nvSpPr>
          <p:cNvPr id="1703" name="3"/>
          <p:cNvSpPr/>
          <p:nvPr/>
        </p:nvSpPr>
        <p:spPr>
          <a:xfrm>
            <a:off x="5211961" y="1366242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3</a:t>
            </a:r>
          </a:p>
        </p:txBody>
      </p:sp>
      <p:sp>
        <p:nvSpPr>
          <p:cNvPr id="1704" name="Rectangle"/>
          <p:cNvSpPr/>
          <p:nvPr/>
        </p:nvSpPr>
        <p:spPr>
          <a:xfrm>
            <a:off x="6506766" y="4500562"/>
            <a:ext cx="2428875" cy="1660922"/>
          </a:xfrm>
          <a:prstGeom prst="rect">
            <a:avLst/>
          </a:prstGeom>
          <a:ln w="63500">
            <a:solidFill>
              <a:srgbClr val="7A81FF"/>
            </a:solidFill>
            <a:miter lim="400000"/>
          </a:ln>
        </p:spPr>
        <p:txBody>
          <a:bodyPr lIns="35719" tIns="35719" rIns="35719" bIns="35719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1705" name="x"/>
          <p:cNvSpPr/>
          <p:nvPr/>
        </p:nvSpPr>
        <p:spPr>
          <a:xfrm>
            <a:off x="7364015" y="4518422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x</a:t>
            </a:r>
          </a:p>
        </p:txBody>
      </p:sp>
      <p:sp>
        <p:nvSpPr>
          <p:cNvPr id="1706" name="Line"/>
          <p:cNvSpPr/>
          <p:nvPr/>
        </p:nvSpPr>
        <p:spPr>
          <a:xfrm flipV="1">
            <a:off x="6569182" y="4955202"/>
            <a:ext cx="2232831" cy="702"/>
          </a:xfrm>
          <a:prstGeom prst="line">
            <a:avLst/>
          </a:prstGeom>
          <a:ln w="38100">
            <a:solidFill>
              <a:srgbClr val="7A81FF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707" name="Line"/>
          <p:cNvSpPr/>
          <p:nvPr/>
        </p:nvSpPr>
        <p:spPr>
          <a:xfrm flipV="1">
            <a:off x="7140938" y="4598781"/>
            <a:ext cx="726" cy="1464485"/>
          </a:xfrm>
          <a:prstGeom prst="line">
            <a:avLst/>
          </a:prstGeom>
          <a:ln w="38100">
            <a:solidFill>
              <a:srgbClr val="7A81FF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708" name="x"/>
          <p:cNvSpPr/>
          <p:nvPr/>
        </p:nvSpPr>
        <p:spPr>
          <a:xfrm>
            <a:off x="6738937" y="4947047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x</a:t>
            </a:r>
          </a:p>
        </p:txBody>
      </p:sp>
      <p:sp>
        <p:nvSpPr>
          <p:cNvPr id="1709" name="y"/>
          <p:cNvSpPr/>
          <p:nvPr/>
        </p:nvSpPr>
        <p:spPr>
          <a:xfrm>
            <a:off x="7739062" y="4518422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1710" name="v"/>
          <p:cNvSpPr/>
          <p:nvPr/>
        </p:nvSpPr>
        <p:spPr>
          <a:xfrm>
            <a:off x="8131969" y="4518422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v</a:t>
            </a:r>
          </a:p>
        </p:txBody>
      </p:sp>
      <p:sp>
        <p:nvSpPr>
          <p:cNvPr id="1711" name="v"/>
          <p:cNvSpPr/>
          <p:nvPr/>
        </p:nvSpPr>
        <p:spPr>
          <a:xfrm>
            <a:off x="6738937" y="5295305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v</a:t>
            </a:r>
          </a:p>
        </p:txBody>
      </p:sp>
      <p:sp>
        <p:nvSpPr>
          <p:cNvPr id="1712" name="2"/>
          <p:cNvSpPr/>
          <p:nvPr/>
        </p:nvSpPr>
        <p:spPr>
          <a:xfrm>
            <a:off x="7372945" y="5322094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2</a:t>
            </a:r>
          </a:p>
        </p:txBody>
      </p:sp>
      <p:sp>
        <p:nvSpPr>
          <p:cNvPr id="1713" name="-"/>
          <p:cNvSpPr/>
          <p:nvPr/>
        </p:nvSpPr>
        <p:spPr>
          <a:xfrm>
            <a:off x="7756922" y="5322094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-</a:t>
            </a:r>
          </a:p>
        </p:txBody>
      </p:sp>
      <p:sp>
        <p:nvSpPr>
          <p:cNvPr id="1714" name="0"/>
          <p:cNvSpPr/>
          <p:nvPr/>
        </p:nvSpPr>
        <p:spPr>
          <a:xfrm>
            <a:off x="8123039" y="5322094"/>
            <a:ext cx="250031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1715" name="z"/>
          <p:cNvSpPr/>
          <p:nvPr/>
        </p:nvSpPr>
        <p:spPr>
          <a:xfrm>
            <a:off x="6738937" y="5625703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sp>
        <p:nvSpPr>
          <p:cNvPr id="1716" name="z"/>
          <p:cNvSpPr/>
          <p:nvPr/>
        </p:nvSpPr>
        <p:spPr>
          <a:xfrm>
            <a:off x="8524875" y="4509492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sp>
        <p:nvSpPr>
          <p:cNvPr id="1717" name="1"/>
          <p:cNvSpPr/>
          <p:nvPr/>
        </p:nvSpPr>
        <p:spPr>
          <a:xfrm>
            <a:off x="8551664" y="5322094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1718" name="1"/>
          <p:cNvSpPr/>
          <p:nvPr/>
        </p:nvSpPr>
        <p:spPr>
          <a:xfrm>
            <a:off x="8783836" y="1607344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1719" name="0"/>
          <p:cNvSpPr/>
          <p:nvPr/>
        </p:nvSpPr>
        <p:spPr>
          <a:xfrm>
            <a:off x="9176742" y="1607344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1720" name="-"/>
          <p:cNvSpPr/>
          <p:nvPr/>
        </p:nvSpPr>
        <p:spPr>
          <a:xfrm>
            <a:off x="9551789" y="1607344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-</a:t>
            </a:r>
          </a:p>
        </p:txBody>
      </p:sp>
      <p:sp>
        <p:nvSpPr>
          <p:cNvPr id="1721" name="2"/>
          <p:cNvSpPr/>
          <p:nvPr/>
        </p:nvSpPr>
        <p:spPr>
          <a:xfrm>
            <a:off x="8783836" y="1937742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2</a:t>
            </a:r>
          </a:p>
        </p:txBody>
      </p:sp>
      <p:sp>
        <p:nvSpPr>
          <p:cNvPr id="1722" name="-"/>
          <p:cNvSpPr/>
          <p:nvPr/>
        </p:nvSpPr>
        <p:spPr>
          <a:xfrm>
            <a:off x="9167813" y="1937742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-</a:t>
            </a:r>
          </a:p>
        </p:txBody>
      </p:sp>
      <p:sp>
        <p:nvSpPr>
          <p:cNvPr id="1723" name="0"/>
          <p:cNvSpPr/>
          <p:nvPr/>
        </p:nvSpPr>
        <p:spPr>
          <a:xfrm>
            <a:off x="9507141" y="1937742"/>
            <a:ext cx="258961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1724" name="3"/>
          <p:cNvSpPr/>
          <p:nvPr/>
        </p:nvSpPr>
        <p:spPr>
          <a:xfrm>
            <a:off x="9953625" y="1616273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3</a:t>
            </a:r>
          </a:p>
        </p:txBody>
      </p:sp>
      <p:sp>
        <p:nvSpPr>
          <p:cNvPr id="1725" name="1"/>
          <p:cNvSpPr/>
          <p:nvPr/>
        </p:nvSpPr>
        <p:spPr>
          <a:xfrm>
            <a:off x="9944695" y="1937742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1726" name="0"/>
          <p:cNvSpPr/>
          <p:nvPr/>
        </p:nvSpPr>
        <p:spPr>
          <a:xfrm>
            <a:off x="5176242" y="1785937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1727" name="0"/>
          <p:cNvSpPr/>
          <p:nvPr/>
        </p:nvSpPr>
        <p:spPr>
          <a:xfrm>
            <a:off x="4006453" y="973336"/>
            <a:ext cx="267891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1728" name="1"/>
          <p:cNvSpPr/>
          <p:nvPr/>
        </p:nvSpPr>
        <p:spPr>
          <a:xfrm>
            <a:off x="4390430" y="973336"/>
            <a:ext cx="267891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1729" name="2"/>
          <p:cNvSpPr/>
          <p:nvPr/>
        </p:nvSpPr>
        <p:spPr>
          <a:xfrm>
            <a:off x="4783336" y="973336"/>
            <a:ext cx="267891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2</a:t>
            </a:r>
          </a:p>
        </p:txBody>
      </p:sp>
      <p:sp>
        <p:nvSpPr>
          <p:cNvPr id="1730" name="-"/>
          <p:cNvSpPr/>
          <p:nvPr/>
        </p:nvSpPr>
        <p:spPr>
          <a:xfrm>
            <a:off x="5229820" y="973336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-</a:t>
            </a:r>
          </a:p>
        </p:txBody>
      </p:sp>
      <p:sp>
        <p:nvSpPr>
          <p:cNvPr id="1731" name="-"/>
          <p:cNvSpPr/>
          <p:nvPr/>
        </p:nvSpPr>
        <p:spPr>
          <a:xfrm>
            <a:off x="4060031" y="1750219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-</a:t>
            </a:r>
          </a:p>
        </p:txBody>
      </p:sp>
      <p:sp>
        <p:nvSpPr>
          <p:cNvPr id="1732" name="3"/>
          <p:cNvSpPr/>
          <p:nvPr/>
        </p:nvSpPr>
        <p:spPr>
          <a:xfrm>
            <a:off x="4399359" y="1785937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3</a:t>
            </a:r>
          </a:p>
        </p:txBody>
      </p:sp>
      <p:sp>
        <p:nvSpPr>
          <p:cNvPr id="1733" name="1"/>
          <p:cNvSpPr/>
          <p:nvPr/>
        </p:nvSpPr>
        <p:spPr>
          <a:xfrm>
            <a:off x="4765476" y="1785937"/>
            <a:ext cx="20538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1734" name="-"/>
          <p:cNvSpPr/>
          <p:nvPr/>
        </p:nvSpPr>
        <p:spPr>
          <a:xfrm>
            <a:off x="7408664" y="5679281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-</a:t>
            </a:r>
          </a:p>
        </p:txBody>
      </p:sp>
      <p:sp>
        <p:nvSpPr>
          <p:cNvPr id="1735" name="3"/>
          <p:cNvSpPr/>
          <p:nvPr/>
        </p:nvSpPr>
        <p:spPr>
          <a:xfrm>
            <a:off x="7739063" y="5688211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3</a:t>
            </a:r>
          </a:p>
        </p:txBody>
      </p:sp>
      <p:sp>
        <p:nvSpPr>
          <p:cNvPr id="1736" name="1"/>
          <p:cNvSpPr/>
          <p:nvPr/>
        </p:nvSpPr>
        <p:spPr>
          <a:xfrm>
            <a:off x="8105180" y="5688211"/>
            <a:ext cx="20538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1737" name="0"/>
          <p:cNvSpPr/>
          <p:nvPr/>
        </p:nvSpPr>
        <p:spPr>
          <a:xfrm>
            <a:off x="8524875" y="5688211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1738" name="0"/>
          <p:cNvSpPr/>
          <p:nvPr/>
        </p:nvSpPr>
        <p:spPr>
          <a:xfrm>
            <a:off x="7337226" y="4964906"/>
            <a:ext cx="267891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1739" name="1"/>
          <p:cNvSpPr/>
          <p:nvPr/>
        </p:nvSpPr>
        <p:spPr>
          <a:xfrm>
            <a:off x="7721203" y="4964906"/>
            <a:ext cx="267891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1740" name="2"/>
          <p:cNvSpPr/>
          <p:nvPr/>
        </p:nvSpPr>
        <p:spPr>
          <a:xfrm>
            <a:off x="8114109" y="4964906"/>
            <a:ext cx="267891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2</a:t>
            </a:r>
          </a:p>
        </p:txBody>
      </p:sp>
      <p:sp>
        <p:nvSpPr>
          <p:cNvPr id="1741" name="-"/>
          <p:cNvSpPr/>
          <p:nvPr/>
        </p:nvSpPr>
        <p:spPr>
          <a:xfrm>
            <a:off x="8560594" y="4964906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-</a:t>
            </a:r>
          </a:p>
        </p:txBody>
      </p:sp>
      <p:sp>
        <p:nvSpPr>
          <p:cNvPr id="1742" name="Line"/>
          <p:cNvSpPr/>
          <p:nvPr/>
        </p:nvSpPr>
        <p:spPr>
          <a:xfrm>
            <a:off x="8703972" y="2092817"/>
            <a:ext cx="1030311" cy="482958"/>
          </a:xfrm>
          <a:prstGeom prst="line">
            <a:avLst/>
          </a:prstGeom>
          <a:ln w="63500">
            <a:solidFill>
              <a:srgbClr val="942193"/>
            </a:solidFill>
            <a:miter lim="400000"/>
            <a:headEnd type="stealth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743" name="Line"/>
          <p:cNvSpPr/>
          <p:nvPr/>
        </p:nvSpPr>
        <p:spPr>
          <a:xfrm>
            <a:off x="3582733" y="4777509"/>
            <a:ext cx="450761" cy="998113"/>
          </a:xfrm>
          <a:prstGeom prst="line">
            <a:avLst/>
          </a:prstGeom>
          <a:ln w="63500">
            <a:solidFill>
              <a:srgbClr val="942193"/>
            </a:solidFill>
            <a:miter lim="400000"/>
            <a:tailEnd type="stealth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1" dur="1000"/>
                                        <p:tgtEl>
                                          <p:spTgt spid="1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2" grpId="0" animBg="1" advAuto="0"/>
      <p:bldP spid="1743" grpId="0" animBg="1" advAuto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7</a:t>
            </a:fld>
            <a:endParaRPr/>
          </a:p>
        </p:txBody>
      </p:sp>
      <p:sp>
        <p:nvSpPr>
          <p:cNvPr id="1748" name="x"/>
          <p:cNvSpPr/>
          <p:nvPr/>
        </p:nvSpPr>
        <p:spPr>
          <a:xfrm>
            <a:off x="2774156" y="4223742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x</a:t>
            </a:r>
          </a:p>
        </p:txBody>
      </p:sp>
      <p:sp>
        <p:nvSpPr>
          <p:cNvPr id="1749" name="Line"/>
          <p:cNvSpPr/>
          <p:nvPr/>
        </p:nvSpPr>
        <p:spPr>
          <a:xfrm flipV="1">
            <a:off x="1979194" y="4664400"/>
            <a:ext cx="2232831" cy="702"/>
          </a:xfrm>
          <a:prstGeom prst="line">
            <a:avLst/>
          </a:prstGeom>
          <a:ln w="38100">
            <a:solidFill>
              <a:srgbClr val="424242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750" name="x"/>
          <p:cNvSpPr/>
          <p:nvPr/>
        </p:nvSpPr>
        <p:spPr>
          <a:xfrm>
            <a:off x="2149078" y="4652367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x</a:t>
            </a:r>
          </a:p>
        </p:txBody>
      </p:sp>
      <p:sp>
        <p:nvSpPr>
          <p:cNvPr id="1751" name="y"/>
          <p:cNvSpPr/>
          <p:nvPr/>
        </p:nvSpPr>
        <p:spPr>
          <a:xfrm>
            <a:off x="2149078" y="5000625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1752" name="0"/>
          <p:cNvSpPr/>
          <p:nvPr/>
        </p:nvSpPr>
        <p:spPr>
          <a:xfrm>
            <a:off x="2756297" y="4697016"/>
            <a:ext cx="267891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1753" name="1"/>
          <p:cNvSpPr/>
          <p:nvPr/>
        </p:nvSpPr>
        <p:spPr>
          <a:xfrm>
            <a:off x="2783086" y="5036344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1754" name="y"/>
          <p:cNvSpPr/>
          <p:nvPr/>
        </p:nvSpPr>
        <p:spPr>
          <a:xfrm>
            <a:off x="3149203" y="4223742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1755" name="v"/>
          <p:cNvSpPr/>
          <p:nvPr/>
        </p:nvSpPr>
        <p:spPr>
          <a:xfrm>
            <a:off x="3542109" y="4223742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v</a:t>
            </a:r>
          </a:p>
        </p:txBody>
      </p:sp>
      <p:sp>
        <p:nvSpPr>
          <p:cNvPr id="1756" name="v"/>
          <p:cNvSpPr/>
          <p:nvPr/>
        </p:nvSpPr>
        <p:spPr>
          <a:xfrm>
            <a:off x="2149078" y="5348883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v</a:t>
            </a:r>
          </a:p>
        </p:txBody>
      </p:sp>
      <p:sp>
        <p:nvSpPr>
          <p:cNvPr id="1757" name="1"/>
          <p:cNvSpPr/>
          <p:nvPr/>
        </p:nvSpPr>
        <p:spPr>
          <a:xfrm>
            <a:off x="3140273" y="4697016"/>
            <a:ext cx="267891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1758" name="2"/>
          <p:cNvSpPr/>
          <p:nvPr/>
        </p:nvSpPr>
        <p:spPr>
          <a:xfrm>
            <a:off x="3533180" y="4697016"/>
            <a:ext cx="267891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2</a:t>
            </a:r>
          </a:p>
        </p:txBody>
      </p:sp>
      <p:sp>
        <p:nvSpPr>
          <p:cNvPr id="1759" name="0"/>
          <p:cNvSpPr/>
          <p:nvPr/>
        </p:nvSpPr>
        <p:spPr>
          <a:xfrm>
            <a:off x="3175992" y="5036344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1760" name="-"/>
          <p:cNvSpPr/>
          <p:nvPr/>
        </p:nvSpPr>
        <p:spPr>
          <a:xfrm>
            <a:off x="3551039" y="5036344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-</a:t>
            </a:r>
          </a:p>
        </p:txBody>
      </p:sp>
      <p:sp>
        <p:nvSpPr>
          <p:cNvPr id="1761" name="2"/>
          <p:cNvSpPr/>
          <p:nvPr/>
        </p:nvSpPr>
        <p:spPr>
          <a:xfrm>
            <a:off x="2792016" y="5384601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2</a:t>
            </a:r>
          </a:p>
        </p:txBody>
      </p:sp>
      <p:sp>
        <p:nvSpPr>
          <p:cNvPr id="1762" name="-"/>
          <p:cNvSpPr/>
          <p:nvPr/>
        </p:nvSpPr>
        <p:spPr>
          <a:xfrm>
            <a:off x="3184922" y="5384601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-</a:t>
            </a:r>
          </a:p>
        </p:txBody>
      </p:sp>
      <p:sp>
        <p:nvSpPr>
          <p:cNvPr id="1763" name="0"/>
          <p:cNvSpPr/>
          <p:nvPr/>
        </p:nvSpPr>
        <p:spPr>
          <a:xfrm>
            <a:off x="3515320" y="5384601"/>
            <a:ext cx="19645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1764" name="from"/>
          <p:cNvSpPr/>
          <p:nvPr/>
        </p:nvSpPr>
        <p:spPr>
          <a:xfrm rot="16200000">
            <a:off x="1300758" y="4991695"/>
            <a:ext cx="7411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from</a:t>
            </a:r>
          </a:p>
        </p:txBody>
      </p:sp>
      <p:sp>
        <p:nvSpPr>
          <p:cNvPr id="1765" name="to"/>
          <p:cNvSpPr/>
          <p:nvPr/>
        </p:nvSpPr>
        <p:spPr>
          <a:xfrm>
            <a:off x="3109019" y="3772793"/>
            <a:ext cx="46434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to</a:t>
            </a:r>
          </a:p>
        </p:txBody>
      </p:sp>
      <p:sp>
        <p:nvSpPr>
          <p:cNvPr id="1766" name="Line"/>
          <p:cNvSpPr/>
          <p:nvPr/>
        </p:nvSpPr>
        <p:spPr>
          <a:xfrm flipH="1">
            <a:off x="3528367" y="2606714"/>
            <a:ext cx="2308421" cy="768710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767" name="Line"/>
          <p:cNvSpPr/>
          <p:nvPr/>
        </p:nvSpPr>
        <p:spPr>
          <a:xfrm>
            <a:off x="6142661" y="2606715"/>
            <a:ext cx="2320587" cy="823433"/>
          </a:xfrm>
          <a:prstGeom prst="line">
            <a:avLst/>
          </a:prstGeom>
          <a:ln w="63500">
            <a:solidFill>
              <a:srgbClr val="5E5E5E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768" name="y"/>
          <p:cNvSpPr/>
          <p:nvPr/>
        </p:nvSpPr>
        <p:spPr>
          <a:xfrm>
            <a:off x="5729883" y="2294930"/>
            <a:ext cx="535781" cy="535781"/>
          </a:xfrm>
          <a:prstGeom prst="roundRect">
            <a:avLst>
              <a:gd name="adj" fmla="val 25000"/>
            </a:avLst>
          </a:prstGeom>
          <a:solidFill>
            <a:schemeClr val="accent4">
              <a:hueOff val="-1081314"/>
              <a:satOff val="4338"/>
              <a:lumOff val="-8931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r>
              <a:t>y</a:t>
            </a:r>
          </a:p>
        </p:txBody>
      </p:sp>
      <p:sp>
        <p:nvSpPr>
          <p:cNvPr id="1769" name="2"/>
          <p:cNvSpPr/>
          <p:nvPr/>
        </p:nvSpPr>
        <p:spPr>
          <a:xfrm>
            <a:off x="4551164" y="3575901"/>
            <a:ext cx="267891" cy="3491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>
                <a:solidFill>
                  <a:srgbClr val="942193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t>2</a:t>
            </a:r>
          </a:p>
        </p:txBody>
      </p:sp>
      <p:sp>
        <p:nvSpPr>
          <p:cNvPr id="1770" name="1"/>
          <p:cNvSpPr/>
          <p:nvPr/>
        </p:nvSpPr>
        <p:spPr>
          <a:xfrm>
            <a:off x="4551164" y="2544522"/>
            <a:ext cx="267891" cy="3491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>
                <a:solidFill>
                  <a:srgbClr val="942193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t>1</a:t>
            </a:r>
          </a:p>
        </p:txBody>
      </p:sp>
      <p:sp>
        <p:nvSpPr>
          <p:cNvPr id="1771" name="3"/>
          <p:cNvSpPr/>
          <p:nvPr/>
        </p:nvSpPr>
        <p:spPr>
          <a:xfrm>
            <a:off x="7105055" y="2544522"/>
            <a:ext cx="267891" cy="3491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>
                <a:solidFill>
                  <a:srgbClr val="942193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t>3</a:t>
            </a:r>
          </a:p>
        </p:txBody>
      </p:sp>
      <p:sp>
        <p:nvSpPr>
          <p:cNvPr id="1772" name="Line"/>
          <p:cNvSpPr/>
          <p:nvPr/>
        </p:nvSpPr>
        <p:spPr>
          <a:xfrm flipV="1">
            <a:off x="6046068" y="3578163"/>
            <a:ext cx="2382593" cy="821030"/>
          </a:xfrm>
          <a:prstGeom prst="line">
            <a:avLst/>
          </a:prstGeom>
          <a:ln w="63500">
            <a:solidFill>
              <a:srgbClr val="5E5E5E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773" name="Line"/>
          <p:cNvSpPr/>
          <p:nvPr/>
        </p:nvSpPr>
        <p:spPr>
          <a:xfrm>
            <a:off x="3604851" y="3679032"/>
            <a:ext cx="2334296" cy="676141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774" name="z"/>
          <p:cNvSpPr/>
          <p:nvPr/>
        </p:nvSpPr>
        <p:spPr>
          <a:xfrm>
            <a:off x="8256985" y="3223617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008F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r>
              <a:t>z</a:t>
            </a:r>
          </a:p>
        </p:txBody>
      </p:sp>
      <p:sp>
        <p:nvSpPr>
          <p:cNvPr id="1775" name="v"/>
          <p:cNvSpPr/>
          <p:nvPr/>
        </p:nvSpPr>
        <p:spPr>
          <a:xfrm>
            <a:off x="5729883" y="4089797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7A81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r>
              <a:t>v</a:t>
            </a:r>
          </a:p>
        </p:txBody>
      </p:sp>
      <p:sp>
        <p:nvSpPr>
          <p:cNvPr id="1776" name="1"/>
          <p:cNvSpPr/>
          <p:nvPr/>
        </p:nvSpPr>
        <p:spPr>
          <a:xfrm>
            <a:off x="7096125" y="3580366"/>
            <a:ext cx="267891" cy="3491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>
                <a:solidFill>
                  <a:srgbClr val="942193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t>1</a:t>
            </a:r>
          </a:p>
        </p:txBody>
      </p:sp>
      <p:sp>
        <p:nvSpPr>
          <p:cNvPr id="1777" name="x"/>
          <p:cNvSpPr/>
          <p:nvPr/>
        </p:nvSpPr>
        <p:spPr>
          <a:xfrm>
            <a:off x="3122414" y="3223617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424242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r>
              <a:t>x</a:t>
            </a:r>
          </a:p>
        </p:txBody>
      </p:sp>
      <p:sp>
        <p:nvSpPr>
          <p:cNvPr id="1778" name="z"/>
          <p:cNvSpPr/>
          <p:nvPr/>
        </p:nvSpPr>
        <p:spPr>
          <a:xfrm>
            <a:off x="3935015" y="4214813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sp>
        <p:nvSpPr>
          <p:cNvPr id="1779" name="3"/>
          <p:cNvSpPr/>
          <p:nvPr/>
        </p:nvSpPr>
        <p:spPr>
          <a:xfrm>
            <a:off x="3899297" y="4697016"/>
            <a:ext cx="330398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3</a:t>
            </a:r>
          </a:p>
        </p:txBody>
      </p:sp>
      <p:sp>
        <p:nvSpPr>
          <p:cNvPr id="1780" name="3"/>
          <p:cNvSpPr/>
          <p:nvPr/>
        </p:nvSpPr>
        <p:spPr>
          <a:xfrm>
            <a:off x="3899297" y="5027414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3</a:t>
            </a:r>
          </a:p>
        </p:txBody>
      </p:sp>
      <p:sp>
        <p:nvSpPr>
          <p:cNvPr id="1781" name="1"/>
          <p:cNvSpPr/>
          <p:nvPr/>
        </p:nvSpPr>
        <p:spPr>
          <a:xfrm>
            <a:off x="3926086" y="5393531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1782" name="x"/>
          <p:cNvSpPr/>
          <p:nvPr/>
        </p:nvSpPr>
        <p:spPr>
          <a:xfrm>
            <a:off x="8783836" y="111621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x</a:t>
            </a:r>
          </a:p>
        </p:txBody>
      </p:sp>
      <p:sp>
        <p:nvSpPr>
          <p:cNvPr id="1783" name="Line"/>
          <p:cNvSpPr/>
          <p:nvPr/>
        </p:nvSpPr>
        <p:spPr>
          <a:xfrm flipV="1">
            <a:off x="7989002" y="1552991"/>
            <a:ext cx="2232831" cy="702"/>
          </a:xfrm>
          <a:prstGeom prst="line">
            <a:avLst/>
          </a:prstGeom>
          <a:ln w="38100">
            <a:solidFill>
              <a:srgbClr val="008F00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784" name="y"/>
          <p:cNvSpPr/>
          <p:nvPr/>
        </p:nvSpPr>
        <p:spPr>
          <a:xfrm>
            <a:off x="8158758" y="1544836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1785" name="v"/>
          <p:cNvSpPr/>
          <p:nvPr/>
        </p:nvSpPr>
        <p:spPr>
          <a:xfrm>
            <a:off x="8158758" y="1910953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v</a:t>
            </a:r>
          </a:p>
        </p:txBody>
      </p:sp>
      <p:sp>
        <p:nvSpPr>
          <p:cNvPr id="1786" name="1"/>
          <p:cNvSpPr/>
          <p:nvPr/>
        </p:nvSpPr>
        <p:spPr>
          <a:xfrm>
            <a:off x="8783836" y="1607344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1787" name="y"/>
          <p:cNvSpPr/>
          <p:nvPr/>
        </p:nvSpPr>
        <p:spPr>
          <a:xfrm>
            <a:off x="9158883" y="111621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1788" name="v"/>
          <p:cNvSpPr/>
          <p:nvPr/>
        </p:nvSpPr>
        <p:spPr>
          <a:xfrm>
            <a:off x="9551789" y="111621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v</a:t>
            </a:r>
          </a:p>
        </p:txBody>
      </p:sp>
      <p:sp>
        <p:nvSpPr>
          <p:cNvPr id="1789" name="z"/>
          <p:cNvSpPr/>
          <p:nvPr/>
        </p:nvSpPr>
        <p:spPr>
          <a:xfrm>
            <a:off x="8158758" y="2241351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sp>
        <p:nvSpPr>
          <p:cNvPr id="1790" name="0"/>
          <p:cNvSpPr/>
          <p:nvPr/>
        </p:nvSpPr>
        <p:spPr>
          <a:xfrm>
            <a:off x="9176742" y="1607344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1791" name="-"/>
          <p:cNvSpPr/>
          <p:nvPr/>
        </p:nvSpPr>
        <p:spPr>
          <a:xfrm>
            <a:off x="9551789" y="1607344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-</a:t>
            </a:r>
          </a:p>
        </p:txBody>
      </p:sp>
      <p:sp>
        <p:nvSpPr>
          <p:cNvPr id="1792" name="2"/>
          <p:cNvSpPr/>
          <p:nvPr/>
        </p:nvSpPr>
        <p:spPr>
          <a:xfrm>
            <a:off x="8783836" y="1937742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2</a:t>
            </a:r>
          </a:p>
        </p:txBody>
      </p:sp>
      <p:sp>
        <p:nvSpPr>
          <p:cNvPr id="1793" name="-"/>
          <p:cNvSpPr/>
          <p:nvPr/>
        </p:nvSpPr>
        <p:spPr>
          <a:xfrm>
            <a:off x="9167813" y="1937742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-</a:t>
            </a:r>
          </a:p>
        </p:txBody>
      </p:sp>
      <p:sp>
        <p:nvSpPr>
          <p:cNvPr id="1794" name="0"/>
          <p:cNvSpPr/>
          <p:nvPr/>
        </p:nvSpPr>
        <p:spPr>
          <a:xfrm>
            <a:off x="9507141" y="1937742"/>
            <a:ext cx="258961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1795" name="z"/>
          <p:cNvSpPr/>
          <p:nvPr/>
        </p:nvSpPr>
        <p:spPr>
          <a:xfrm>
            <a:off x="9944695" y="110728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sp>
        <p:nvSpPr>
          <p:cNvPr id="1796" name="3"/>
          <p:cNvSpPr/>
          <p:nvPr/>
        </p:nvSpPr>
        <p:spPr>
          <a:xfrm>
            <a:off x="9953625" y="1616273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3</a:t>
            </a:r>
          </a:p>
        </p:txBody>
      </p:sp>
      <p:sp>
        <p:nvSpPr>
          <p:cNvPr id="1797" name="1"/>
          <p:cNvSpPr/>
          <p:nvPr/>
        </p:nvSpPr>
        <p:spPr>
          <a:xfrm>
            <a:off x="9944695" y="1937742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1798" name="Rectangle"/>
          <p:cNvSpPr/>
          <p:nvPr/>
        </p:nvSpPr>
        <p:spPr>
          <a:xfrm>
            <a:off x="1916906" y="4205883"/>
            <a:ext cx="2428875" cy="1589484"/>
          </a:xfrm>
          <a:prstGeom prst="rect">
            <a:avLst/>
          </a:prstGeom>
          <a:ln w="63500">
            <a:solidFill>
              <a:srgbClr val="424242"/>
            </a:solidFill>
            <a:miter lim="400000"/>
          </a:ln>
        </p:spPr>
        <p:txBody>
          <a:bodyPr lIns="35719" tIns="35719" rIns="35719" bIns="35719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1799" name="Line"/>
          <p:cNvSpPr/>
          <p:nvPr/>
        </p:nvSpPr>
        <p:spPr>
          <a:xfrm flipV="1">
            <a:off x="2552958" y="4304030"/>
            <a:ext cx="692" cy="1437768"/>
          </a:xfrm>
          <a:prstGeom prst="line">
            <a:avLst/>
          </a:prstGeom>
          <a:ln w="38100">
            <a:solidFill>
              <a:srgbClr val="424242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800" name="Rectangle"/>
          <p:cNvSpPr/>
          <p:nvPr/>
        </p:nvSpPr>
        <p:spPr>
          <a:xfrm>
            <a:off x="7926586" y="1098352"/>
            <a:ext cx="2428875" cy="1660922"/>
          </a:xfrm>
          <a:prstGeom prst="rect">
            <a:avLst/>
          </a:prstGeom>
          <a:ln w="63500">
            <a:solidFill>
              <a:srgbClr val="008F00"/>
            </a:solidFill>
            <a:miter lim="400000"/>
          </a:ln>
        </p:spPr>
        <p:txBody>
          <a:bodyPr lIns="35719" tIns="35719" rIns="35719" bIns="35719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1801" name="Line"/>
          <p:cNvSpPr/>
          <p:nvPr/>
        </p:nvSpPr>
        <p:spPr>
          <a:xfrm flipV="1">
            <a:off x="8560764" y="1196566"/>
            <a:ext cx="766" cy="1473419"/>
          </a:xfrm>
          <a:prstGeom prst="line">
            <a:avLst/>
          </a:prstGeom>
          <a:ln w="38100">
            <a:solidFill>
              <a:srgbClr val="008F00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802" name="3"/>
          <p:cNvSpPr/>
          <p:nvPr/>
        </p:nvSpPr>
        <p:spPr>
          <a:xfrm>
            <a:off x="8765977" y="2277070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3</a:t>
            </a:r>
          </a:p>
        </p:txBody>
      </p:sp>
      <p:sp>
        <p:nvSpPr>
          <p:cNvPr id="1803" name="3"/>
          <p:cNvSpPr/>
          <p:nvPr/>
        </p:nvSpPr>
        <p:spPr>
          <a:xfrm>
            <a:off x="9141023" y="2277070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3</a:t>
            </a:r>
          </a:p>
        </p:txBody>
      </p:sp>
      <p:sp>
        <p:nvSpPr>
          <p:cNvPr id="1804" name="1"/>
          <p:cNvSpPr/>
          <p:nvPr/>
        </p:nvSpPr>
        <p:spPr>
          <a:xfrm>
            <a:off x="9507141" y="2277070"/>
            <a:ext cx="20538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1805" name="0"/>
          <p:cNvSpPr/>
          <p:nvPr/>
        </p:nvSpPr>
        <p:spPr>
          <a:xfrm>
            <a:off x="9926836" y="2277070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1806" name="Rectangle"/>
          <p:cNvSpPr/>
          <p:nvPr/>
        </p:nvSpPr>
        <p:spPr>
          <a:xfrm>
            <a:off x="3167063" y="526852"/>
            <a:ext cx="2428875" cy="1714500"/>
          </a:xfrm>
          <a:prstGeom prst="rect">
            <a:avLst/>
          </a:prstGeom>
          <a:ln w="63500">
            <a:solidFill>
              <a:schemeClr val="accent4">
                <a:hueOff val="-1081314"/>
                <a:satOff val="4338"/>
                <a:lumOff val="-8931"/>
              </a:schemeClr>
            </a:solidFill>
            <a:miter lim="400000"/>
          </a:ln>
        </p:spPr>
        <p:txBody>
          <a:bodyPr lIns="35719" tIns="35719" rIns="35719" bIns="35719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1807" name="x"/>
          <p:cNvSpPr/>
          <p:nvPr/>
        </p:nvSpPr>
        <p:spPr>
          <a:xfrm>
            <a:off x="4024312" y="54471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x</a:t>
            </a:r>
          </a:p>
        </p:txBody>
      </p:sp>
      <p:sp>
        <p:nvSpPr>
          <p:cNvPr id="1808" name="Line"/>
          <p:cNvSpPr/>
          <p:nvPr/>
        </p:nvSpPr>
        <p:spPr>
          <a:xfrm flipV="1">
            <a:off x="3229479" y="981491"/>
            <a:ext cx="2232831" cy="702"/>
          </a:xfrm>
          <a:prstGeom prst="line">
            <a:avLst/>
          </a:prstGeom>
          <a:ln w="38100">
            <a:solidFill>
              <a:schemeClr val="accent4">
                <a:hueOff val="-1081314"/>
                <a:satOff val="4338"/>
                <a:lumOff val="-8931"/>
              </a:schemeClr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809" name="Line"/>
          <p:cNvSpPr/>
          <p:nvPr/>
        </p:nvSpPr>
        <p:spPr>
          <a:xfrm flipV="1">
            <a:off x="3801239" y="625067"/>
            <a:ext cx="693" cy="1553785"/>
          </a:xfrm>
          <a:prstGeom prst="line">
            <a:avLst/>
          </a:prstGeom>
          <a:ln w="38100">
            <a:solidFill>
              <a:schemeClr val="accent4">
                <a:hueOff val="-1081314"/>
                <a:satOff val="4338"/>
                <a:lumOff val="-8931"/>
              </a:schemeClr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810" name="x"/>
          <p:cNvSpPr/>
          <p:nvPr/>
        </p:nvSpPr>
        <p:spPr>
          <a:xfrm>
            <a:off x="3399234" y="973336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x</a:t>
            </a:r>
          </a:p>
        </p:txBody>
      </p:sp>
      <p:sp>
        <p:nvSpPr>
          <p:cNvPr id="1811" name="y"/>
          <p:cNvSpPr/>
          <p:nvPr/>
        </p:nvSpPr>
        <p:spPr>
          <a:xfrm>
            <a:off x="3399234" y="1321594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1812" name="1"/>
          <p:cNvSpPr/>
          <p:nvPr/>
        </p:nvSpPr>
        <p:spPr>
          <a:xfrm>
            <a:off x="4033242" y="1357312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1813" name="y"/>
          <p:cNvSpPr/>
          <p:nvPr/>
        </p:nvSpPr>
        <p:spPr>
          <a:xfrm>
            <a:off x="4399359" y="54471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1814" name="v"/>
          <p:cNvSpPr/>
          <p:nvPr/>
        </p:nvSpPr>
        <p:spPr>
          <a:xfrm>
            <a:off x="4792265" y="54471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v</a:t>
            </a:r>
          </a:p>
        </p:txBody>
      </p:sp>
      <p:sp>
        <p:nvSpPr>
          <p:cNvPr id="1815" name="0"/>
          <p:cNvSpPr/>
          <p:nvPr/>
        </p:nvSpPr>
        <p:spPr>
          <a:xfrm>
            <a:off x="4426148" y="1357312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1816" name="-"/>
          <p:cNvSpPr/>
          <p:nvPr/>
        </p:nvSpPr>
        <p:spPr>
          <a:xfrm>
            <a:off x="4801195" y="1357312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-</a:t>
            </a:r>
          </a:p>
        </p:txBody>
      </p:sp>
      <p:sp>
        <p:nvSpPr>
          <p:cNvPr id="1817" name="z"/>
          <p:cNvSpPr/>
          <p:nvPr/>
        </p:nvSpPr>
        <p:spPr>
          <a:xfrm>
            <a:off x="3399234" y="1768078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sp>
        <p:nvSpPr>
          <p:cNvPr id="1818" name="z"/>
          <p:cNvSpPr/>
          <p:nvPr/>
        </p:nvSpPr>
        <p:spPr>
          <a:xfrm>
            <a:off x="5185172" y="54471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sp>
        <p:nvSpPr>
          <p:cNvPr id="1819" name="3"/>
          <p:cNvSpPr/>
          <p:nvPr/>
        </p:nvSpPr>
        <p:spPr>
          <a:xfrm>
            <a:off x="5211961" y="1366242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3</a:t>
            </a:r>
          </a:p>
        </p:txBody>
      </p:sp>
      <p:sp>
        <p:nvSpPr>
          <p:cNvPr id="1820" name="Rectangle"/>
          <p:cNvSpPr/>
          <p:nvPr/>
        </p:nvSpPr>
        <p:spPr>
          <a:xfrm>
            <a:off x="6506766" y="4500562"/>
            <a:ext cx="2428875" cy="1660922"/>
          </a:xfrm>
          <a:prstGeom prst="rect">
            <a:avLst/>
          </a:prstGeom>
          <a:ln w="63500">
            <a:solidFill>
              <a:srgbClr val="7A81FF"/>
            </a:solidFill>
            <a:miter lim="400000"/>
          </a:ln>
        </p:spPr>
        <p:txBody>
          <a:bodyPr lIns="35719" tIns="35719" rIns="35719" bIns="35719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1821" name="x"/>
          <p:cNvSpPr/>
          <p:nvPr/>
        </p:nvSpPr>
        <p:spPr>
          <a:xfrm>
            <a:off x="7364015" y="4518422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x</a:t>
            </a:r>
          </a:p>
        </p:txBody>
      </p:sp>
      <p:sp>
        <p:nvSpPr>
          <p:cNvPr id="1822" name="Line"/>
          <p:cNvSpPr/>
          <p:nvPr/>
        </p:nvSpPr>
        <p:spPr>
          <a:xfrm flipV="1">
            <a:off x="6569182" y="4955202"/>
            <a:ext cx="2232831" cy="702"/>
          </a:xfrm>
          <a:prstGeom prst="line">
            <a:avLst/>
          </a:prstGeom>
          <a:ln w="38100">
            <a:solidFill>
              <a:srgbClr val="7A81FF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823" name="Line"/>
          <p:cNvSpPr/>
          <p:nvPr/>
        </p:nvSpPr>
        <p:spPr>
          <a:xfrm flipV="1">
            <a:off x="7140938" y="4598781"/>
            <a:ext cx="726" cy="1464485"/>
          </a:xfrm>
          <a:prstGeom prst="line">
            <a:avLst/>
          </a:prstGeom>
          <a:ln w="38100">
            <a:solidFill>
              <a:srgbClr val="7A81FF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824" name="x"/>
          <p:cNvSpPr/>
          <p:nvPr/>
        </p:nvSpPr>
        <p:spPr>
          <a:xfrm>
            <a:off x="6738937" y="4947047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x</a:t>
            </a:r>
          </a:p>
        </p:txBody>
      </p:sp>
      <p:sp>
        <p:nvSpPr>
          <p:cNvPr id="1825" name="y"/>
          <p:cNvSpPr/>
          <p:nvPr/>
        </p:nvSpPr>
        <p:spPr>
          <a:xfrm>
            <a:off x="7739062" y="4518422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1826" name="v"/>
          <p:cNvSpPr/>
          <p:nvPr/>
        </p:nvSpPr>
        <p:spPr>
          <a:xfrm>
            <a:off x="8131969" y="4518422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v</a:t>
            </a:r>
          </a:p>
        </p:txBody>
      </p:sp>
      <p:sp>
        <p:nvSpPr>
          <p:cNvPr id="1827" name="v"/>
          <p:cNvSpPr/>
          <p:nvPr/>
        </p:nvSpPr>
        <p:spPr>
          <a:xfrm>
            <a:off x="6738937" y="5295305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v</a:t>
            </a:r>
          </a:p>
        </p:txBody>
      </p:sp>
      <p:sp>
        <p:nvSpPr>
          <p:cNvPr id="1828" name="2"/>
          <p:cNvSpPr/>
          <p:nvPr/>
        </p:nvSpPr>
        <p:spPr>
          <a:xfrm>
            <a:off x="7372945" y="5322094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2</a:t>
            </a:r>
          </a:p>
        </p:txBody>
      </p:sp>
      <p:sp>
        <p:nvSpPr>
          <p:cNvPr id="1829" name="-"/>
          <p:cNvSpPr/>
          <p:nvPr/>
        </p:nvSpPr>
        <p:spPr>
          <a:xfrm>
            <a:off x="7756922" y="5322094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-</a:t>
            </a:r>
          </a:p>
        </p:txBody>
      </p:sp>
      <p:sp>
        <p:nvSpPr>
          <p:cNvPr id="1830" name="0"/>
          <p:cNvSpPr/>
          <p:nvPr/>
        </p:nvSpPr>
        <p:spPr>
          <a:xfrm>
            <a:off x="8123039" y="5322094"/>
            <a:ext cx="250031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1831" name="z"/>
          <p:cNvSpPr/>
          <p:nvPr/>
        </p:nvSpPr>
        <p:spPr>
          <a:xfrm>
            <a:off x="6738937" y="5625703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sp>
        <p:nvSpPr>
          <p:cNvPr id="1832" name="z"/>
          <p:cNvSpPr/>
          <p:nvPr/>
        </p:nvSpPr>
        <p:spPr>
          <a:xfrm>
            <a:off x="8524875" y="4509492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sp>
        <p:nvSpPr>
          <p:cNvPr id="1833" name="1"/>
          <p:cNvSpPr/>
          <p:nvPr/>
        </p:nvSpPr>
        <p:spPr>
          <a:xfrm>
            <a:off x="8551664" y="5322094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1834" name="0"/>
          <p:cNvSpPr/>
          <p:nvPr/>
        </p:nvSpPr>
        <p:spPr>
          <a:xfrm>
            <a:off x="5176242" y="1785937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1835" name="0"/>
          <p:cNvSpPr/>
          <p:nvPr/>
        </p:nvSpPr>
        <p:spPr>
          <a:xfrm>
            <a:off x="4006453" y="973336"/>
            <a:ext cx="267891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1836" name="1"/>
          <p:cNvSpPr/>
          <p:nvPr/>
        </p:nvSpPr>
        <p:spPr>
          <a:xfrm>
            <a:off x="4390430" y="973336"/>
            <a:ext cx="267891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1837" name="2"/>
          <p:cNvSpPr/>
          <p:nvPr/>
        </p:nvSpPr>
        <p:spPr>
          <a:xfrm>
            <a:off x="4783336" y="973336"/>
            <a:ext cx="267891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2</a:t>
            </a:r>
          </a:p>
        </p:txBody>
      </p:sp>
      <p:sp>
        <p:nvSpPr>
          <p:cNvPr id="1838" name="-"/>
          <p:cNvSpPr/>
          <p:nvPr/>
        </p:nvSpPr>
        <p:spPr>
          <a:xfrm>
            <a:off x="5229820" y="973336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-</a:t>
            </a:r>
          </a:p>
        </p:txBody>
      </p:sp>
      <p:sp>
        <p:nvSpPr>
          <p:cNvPr id="1839" name="-"/>
          <p:cNvSpPr/>
          <p:nvPr/>
        </p:nvSpPr>
        <p:spPr>
          <a:xfrm>
            <a:off x="4060031" y="1750219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-</a:t>
            </a:r>
          </a:p>
        </p:txBody>
      </p:sp>
      <p:sp>
        <p:nvSpPr>
          <p:cNvPr id="1840" name="3"/>
          <p:cNvSpPr/>
          <p:nvPr/>
        </p:nvSpPr>
        <p:spPr>
          <a:xfrm>
            <a:off x="4399359" y="1785937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3</a:t>
            </a:r>
          </a:p>
        </p:txBody>
      </p:sp>
      <p:sp>
        <p:nvSpPr>
          <p:cNvPr id="1841" name="1"/>
          <p:cNvSpPr/>
          <p:nvPr/>
        </p:nvSpPr>
        <p:spPr>
          <a:xfrm>
            <a:off x="4765476" y="1785937"/>
            <a:ext cx="20538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1842" name="-"/>
          <p:cNvSpPr/>
          <p:nvPr/>
        </p:nvSpPr>
        <p:spPr>
          <a:xfrm>
            <a:off x="7408664" y="5679281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-</a:t>
            </a:r>
          </a:p>
        </p:txBody>
      </p:sp>
      <p:sp>
        <p:nvSpPr>
          <p:cNvPr id="1843" name="3"/>
          <p:cNvSpPr/>
          <p:nvPr/>
        </p:nvSpPr>
        <p:spPr>
          <a:xfrm>
            <a:off x="7739063" y="5688211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3</a:t>
            </a:r>
          </a:p>
        </p:txBody>
      </p:sp>
      <p:sp>
        <p:nvSpPr>
          <p:cNvPr id="1844" name="1"/>
          <p:cNvSpPr/>
          <p:nvPr/>
        </p:nvSpPr>
        <p:spPr>
          <a:xfrm>
            <a:off x="8105180" y="5688211"/>
            <a:ext cx="20538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1845" name="0"/>
          <p:cNvSpPr/>
          <p:nvPr/>
        </p:nvSpPr>
        <p:spPr>
          <a:xfrm>
            <a:off x="8524875" y="5688211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1846" name="0"/>
          <p:cNvSpPr/>
          <p:nvPr/>
        </p:nvSpPr>
        <p:spPr>
          <a:xfrm>
            <a:off x="7337226" y="4964906"/>
            <a:ext cx="267891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1847" name="1"/>
          <p:cNvSpPr/>
          <p:nvPr/>
        </p:nvSpPr>
        <p:spPr>
          <a:xfrm>
            <a:off x="7721203" y="4964906"/>
            <a:ext cx="267891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1848" name="2"/>
          <p:cNvSpPr/>
          <p:nvPr/>
        </p:nvSpPr>
        <p:spPr>
          <a:xfrm>
            <a:off x="8114109" y="4964906"/>
            <a:ext cx="267891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2</a:t>
            </a:r>
          </a:p>
        </p:txBody>
      </p:sp>
      <p:sp>
        <p:nvSpPr>
          <p:cNvPr id="1849" name="-"/>
          <p:cNvSpPr/>
          <p:nvPr/>
        </p:nvSpPr>
        <p:spPr>
          <a:xfrm>
            <a:off x="8560594" y="4964906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-</a:t>
            </a:r>
          </a:p>
        </p:txBody>
      </p:sp>
      <p:sp>
        <p:nvSpPr>
          <p:cNvPr id="1850" name="Line"/>
          <p:cNvSpPr/>
          <p:nvPr/>
        </p:nvSpPr>
        <p:spPr>
          <a:xfrm>
            <a:off x="8703972" y="2092817"/>
            <a:ext cx="1030311" cy="482958"/>
          </a:xfrm>
          <a:prstGeom prst="line">
            <a:avLst/>
          </a:prstGeom>
          <a:ln w="63500">
            <a:solidFill>
              <a:srgbClr val="942193"/>
            </a:solidFill>
            <a:miter lim="400000"/>
            <a:headEnd type="stealth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851" name="Line"/>
          <p:cNvSpPr/>
          <p:nvPr/>
        </p:nvSpPr>
        <p:spPr>
          <a:xfrm flipH="1">
            <a:off x="4003183" y="1159099"/>
            <a:ext cx="1014212" cy="466860"/>
          </a:xfrm>
          <a:prstGeom prst="line">
            <a:avLst/>
          </a:prstGeom>
          <a:ln w="63500">
            <a:solidFill>
              <a:srgbClr val="942193"/>
            </a:solidFill>
            <a:miter lim="400000"/>
            <a:headEnd type="stealth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1" dur="1000"/>
                                        <p:tgtEl>
                                          <p:spTgt spid="1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0" grpId="0" animBg="1" advAuto="0"/>
      <p:bldP spid="1851" grpId="0" animBg="1" advAuto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8</a:t>
            </a:fld>
            <a:endParaRPr/>
          </a:p>
        </p:txBody>
      </p:sp>
      <p:sp>
        <p:nvSpPr>
          <p:cNvPr id="1856" name="x"/>
          <p:cNvSpPr/>
          <p:nvPr/>
        </p:nvSpPr>
        <p:spPr>
          <a:xfrm>
            <a:off x="2774156" y="4223742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x</a:t>
            </a:r>
          </a:p>
        </p:txBody>
      </p:sp>
      <p:sp>
        <p:nvSpPr>
          <p:cNvPr id="1857" name="Line"/>
          <p:cNvSpPr/>
          <p:nvPr/>
        </p:nvSpPr>
        <p:spPr>
          <a:xfrm flipV="1">
            <a:off x="1979194" y="4664400"/>
            <a:ext cx="2232831" cy="702"/>
          </a:xfrm>
          <a:prstGeom prst="line">
            <a:avLst/>
          </a:prstGeom>
          <a:ln w="38100">
            <a:solidFill>
              <a:srgbClr val="424242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858" name="x"/>
          <p:cNvSpPr/>
          <p:nvPr/>
        </p:nvSpPr>
        <p:spPr>
          <a:xfrm>
            <a:off x="2149078" y="4652367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x</a:t>
            </a:r>
          </a:p>
        </p:txBody>
      </p:sp>
      <p:sp>
        <p:nvSpPr>
          <p:cNvPr id="1859" name="y"/>
          <p:cNvSpPr/>
          <p:nvPr/>
        </p:nvSpPr>
        <p:spPr>
          <a:xfrm>
            <a:off x="2149078" y="5000625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1860" name="0"/>
          <p:cNvSpPr/>
          <p:nvPr/>
        </p:nvSpPr>
        <p:spPr>
          <a:xfrm>
            <a:off x="2756297" y="4697016"/>
            <a:ext cx="267891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1861" name="1"/>
          <p:cNvSpPr/>
          <p:nvPr/>
        </p:nvSpPr>
        <p:spPr>
          <a:xfrm>
            <a:off x="2783086" y="5036344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1862" name="y"/>
          <p:cNvSpPr/>
          <p:nvPr/>
        </p:nvSpPr>
        <p:spPr>
          <a:xfrm>
            <a:off x="3149203" y="4223742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1863" name="v"/>
          <p:cNvSpPr/>
          <p:nvPr/>
        </p:nvSpPr>
        <p:spPr>
          <a:xfrm>
            <a:off x="3542109" y="4223742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v</a:t>
            </a:r>
          </a:p>
        </p:txBody>
      </p:sp>
      <p:sp>
        <p:nvSpPr>
          <p:cNvPr id="1864" name="v"/>
          <p:cNvSpPr/>
          <p:nvPr/>
        </p:nvSpPr>
        <p:spPr>
          <a:xfrm>
            <a:off x="2149078" y="5348883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v</a:t>
            </a:r>
          </a:p>
        </p:txBody>
      </p:sp>
      <p:sp>
        <p:nvSpPr>
          <p:cNvPr id="1865" name="1"/>
          <p:cNvSpPr/>
          <p:nvPr/>
        </p:nvSpPr>
        <p:spPr>
          <a:xfrm>
            <a:off x="3140273" y="4697016"/>
            <a:ext cx="267891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1866" name="2"/>
          <p:cNvSpPr/>
          <p:nvPr/>
        </p:nvSpPr>
        <p:spPr>
          <a:xfrm>
            <a:off x="3533180" y="4697016"/>
            <a:ext cx="267891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2</a:t>
            </a:r>
          </a:p>
        </p:txBody>
      </p:sp>
      <p:sp>
        <p:nvSpPr>
          <p:cNvPr id="1867" name="0"/>
          <p:cNvSpPr/>
          <p:nvPr/>
        </p:nvSpPr>
        <p:spPr>
          <a:xfrm>
            <a:off x="3175992" y="5036344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1868" name="-"/>
          <p:cNvSpPr/>
          <p:nvPr/>
        </p:nvSpPr>
        <p:spPr>
          <a:xfrm>
            <a:off x="3551039" y="5036344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-</a:t>
            </a:r>
          </a:p>
        </p:txBody>
      </p:sp>
      <p:sp>
        <p:nvSpPr>
          <p:cNvPr id="1869" name="2"/>
          <p:cNvSpPr/>
          <p:nvPr/>
        </p:nvSpPr>
        <p:spPr>
          <a:xfrm>
            <a:off x="2792016" y="5384601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2</a:t>
            </a:r>
          </a:p>
        </p:txBody>
      </p:sp>
      <p:sp>
        <p:nvSpPr>
          <p:cNvPr id="1870" name="-"/>
          <p:cNvSpPr/>
          <p:nvPr/>
        </p:nvSpPr>
        <p:spPr>
          <a:xfrm>
            <a:off x="3184922" y="5384601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-</a:t>
            </a:r>
          </a:p>
        </p:txBody>
      </p:sp>
      <p:sp>
        <p:nvSpPr>
          <p:cNvPr id="1871" name="0"/>
          <p:cNvSpPr/>
          <p:nvPr/>
        </p:nvSpPr>
        <p:spPr>
          <a:xfrm>
            <a:off x="3515320" y="5384601"/>
            <a:ext cx="19645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1872" name="from"/>
          <p:cNvSpPr/>
          <p:nvPr/>
        </p:nvSpPr>
        <p:spPr>
          <a:xfrm rot="16200000">
            <a:off x="1300758" y="4991695"/>
            <a:ext cx="7411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from</a:t>
            </a:r>
          </a:p>
        </p:txBody>
      </p:sp>
      <p:sp>
        <p:nvSpPr>
          <p:cNvPr id="1873" name="to"/>
          <p:cNvSpPr/>
          <p:nvPr/>
        </p:nvSpPr>
        <p:spPr>
          <a:xfrm>
            <a:off x="3109019" y="3772793"/>
            <a:ext cx="46434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to</a:t>
            </a:r>
          </a:p>
        </p:txBody>
      </p:sp>
      <p:sp>
        <p:nvSpPr>
          <p:cNvPr id="1874" name="Line"/>
          <p:cNvSpPr/>
          <p:nvPr/>
        </p:nvSpPr>
        <p:spPr>
          <a:xfrm flipH="1">
            <a:off x="3528367" y="2606714"/>
            <a:ext cx="2308421" cy="768710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875" name="Line"/>
          <p:cNvSpPr/>
          <p:nvPr/>
        </p:nvSpPr>
        <p:spPr>
          <a:xfrm>
            <a:off x="6142661" y="2606715"/>
            <a:ext cx="2320587" cy="823433"/>
          </a:xfrm>
          <a:prstGeom prst="line">
            <a:avLst/>
          </a:prstGeom>
          <a:ln w="63500">
            <a:solidFill>
              <a:srgbClr val="5E5E5E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876" name="y"/>
          <p:cNvSpPr/>
          <p:nvPr/>
        </p:nvSpPr>
        <p:spPr>
          <a:xfrm>
            <a:off x="5729883" y="2294930"/>
            <a:ext cx="535781" cy="535781"/>
          </a:xfrm>
          <a:prstGeom prst="roundRect">
            <a:avLst>
              <a:gd name="adj" fmla="val 25000"/>
            </a:avLst>
          </a:prstGeom>
          <a:solidFill>
            <a:schemeClr val="accent4">
              <a:hueOff val="-1081314"/>
              <a:satOff val="4338"/>
              <a:lumOff val="-8931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r>
              <a:t>y</a:t>
            </a:r>
          </a:p>
        </p:txBody>
      </p:sp>
      <p:sp>
        <p:nvSpPr>
          <p:cNvPr id="1877" name="2"/>
          <p:cNvSpPr/>
          <p:nvPr/>
        </p:nvSpPr>
        <p:spPr>
          <a:xfrm>
            <a:off x="4551164" y="3575901"/>
            <a:ext cx="267891" cy="3491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>
                <a:solidFill>
                  <a:srgbClr val="942193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t>2</a:t>
            </a:r>
          </a:p>
        </p:txBody>
      </p:sp>
      <p:sp>
        <p:nvSpPr>
          <p:cNvPr id="1878" name="1"/>
          <p:cNvSpPr/>
          <p:nvPr/>
        </p:nvSpPr>
        <p:spPr>
          <a:xfrm>
            <a:off x="4551164" y="2544522"/>
            <a:ext cx="267891" cy="3491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>
                <a:solidFill>
                  <a:srgbClr val="942193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t>1</a:t>
            </a:r>
          </a:p>
        </p:txBody>
      </p:sp>
      <p:sp>
        <p:nvSpPr>
          <p:cNvPr id="1879" name="3"/>
          <p:cNvSpPr/>
          <p:nvPr/>
        </p:nvSpPr>
        <p:spPr>
          <a:xfrm>
            <a:off x="7105055" y="2544522"/>
            <a:ext cx="267891" cy="3491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>
                <a:solidFill>
                  <a:srgbClr val="942193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t>3</a:t>
            </a:r>
          </a:p>
        </p:txBody>
      </p:sp>
      <p:sp>
        <p:nvSpPr>
          <p:cNvPr id="1880" name="Line"/>
          <p:cNvSpPr/>
          <p:nvPr/>
        </p:nvSpPr>
        <p:spPr>
          <a:xfrm flipV="1">
            <a:off x="6046068" y="3578163"/>
            <a:ext cx="2382593" cy="821030"/>
          </a:xfrm>
          <a:prstGeom prst="line">
            <a:avLst/>
          </a:prstGeom>
          <a:ln w="63500">
            <a:solidFill>
              <a:srgbClr val="5E5E5E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881" name="Line"/>
          <p:cNvSpPr/>
          <p:nvPr/>
        </p:nvSpPr>
        <p:spPr>
          <a:xfrm>
            <a:off x="3604851" y="3679032"/>
            <a:ext cx="2334296" cy="676141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882" name="z"/>
          <p:cNvSpPr/>
          <p:nvPr/>
        </p:nvSpPr>
        <p:spPr>
          <a:xfrm>
            <a:off x="8256985" y="3223617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008F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r>
              <a:t>z</a:t>
            </a:r>
          </a:p>
        </p:txBody>
      </p:sp>
      <p:sp>
        <p:nvSpPr>
          <p:cNvPr id="1883" name="v"/>
          <p:cNvSpPr/>
          <p:nvPr/>
        </p:nvSpPr>
        <p:spPr>
          <a:xfrm>
            <a:off x="5729883" y="4089797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7A81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r>
              <a:t>v</a:t>
            </a:r>
          </a:p>
        </p:txBody>
      </p:sp>
      <p:sp>
        <p:nvSpPr>
          <p:cNvPr id="1884" name="1"/>
          <p:cNvSpPr/>
          <p:nvPr/>
        </p:nvSpPr>
        <p:spPr>
          <a:xfrm>
            <a:off x="7096125" y="3580366"/>
            <a:ext cx="267891" cy="3491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>
                <a:solidFill>
                  <a:srgbClr val="942193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t>1</a:t>
            </a:r>
          </a:p>
        </p:txBody>
      </p:sp>
      <p:sp>
        <p:nvSpPr>
          <p:cNvPr id="1885" name="x"/>
          <p:cNvSpPr/>
          <p:nvPr/>
        </p:nvSpPr>
        <p:spPr>
          <a:xfrm>
            <a:off x="3122414" y="3223617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424242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r>
              <a:t>x</a:t>
            </a:r>
          </a:p>
        </p:txBody>
      </p:sp>
      <p:sp>
        <p:nvSpPr>
          <p:cNvPr id="1886" name="z"/>
          <p:cNvSpPr/>
          <p:nvPr/>
        </p:nvSpPr>
        <p:spPr>
          <a:xfrm>
            <a:off x="3935015" y="4214813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sp>
        <p:nvSpPr>
          <p:cNvPr id="1887" name="3"/>
          <p:cNvSpPr/>
          <p:nvPr/>
        </p:nvSpPr>
        <p:spPr>
          <a:xfrm>
            <a:off x="3899297" y="4697016"/>
            <a:ext cx="330398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3</a:t>
            </a:r>
          </a:p>
        </p:txBody>
      </p:sp>
      <p:sp>
        <p:nvSpPr>
          <p:cNvPr id="1888" name="3"/>
          <p:cNvSpPr/>
          <p:nvPr/>
        </p:nvSpPr>
        <p:spPr>
          <a:xfrm>
            <a:off x="3899297" y="5027414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3</a:t>
            </a:r>
          </a:p>
        </p:txBody>
      </p:sp>
      <p:sp>
        <p:nvSpPr>
          <p:cNvPr id="1889" name="1"/>
          <p:cNvSpPr/>
          <p:nvPr/>
        </p:nvSpPr>
        <p:spPr>
          <a:xfrm>
            <a:off x="3926086" y="5393531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1890" name="x"/>
          <p:cNvSpPr/>
          <p:nvPr/>
        </p:nvSpPr>
        <p:spPr>
          <a:xfrm>
            <a:off x="8783836" y="111621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x</a:t>
            </a:r>
          </a:p>
        </p:txBody>
      </p:sp>
      <p:sp>
        <p:nvSpPr>
          <p:cNvPr id="1891" name="Line"/>
          <p:cNvSpPr/>
          <p:nvPr/>
        </p:nvSpPr>
        <p:spPr>
          <a:xfrm flipV="1">
            <a:off x="7989002" y="1552991"/>
            <a:ext cx="2232831" cy="702"/>
          </a:xfrm>
          <a:prstGeom prst="line">
            <a:avLst/>
          </a:prstGeom>
          <a:ln w="38100">
            <a:solidFill>
              <a:srgbClr val="008F00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892" name="y"/>
          <p:cNvSpPr/>
          <p:nvPr/>
        </p:nvSpPr>
        <p:spPr>
          <a:xfrm>
            <a:off x="8158758" y="1544836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1893" name="v"/>
          <p:cNvSpPr/>
          <p:nvPr/>
        </p:nvSpPr>
        <p:spPr>
          <a:xfrm>
            <a:off x="8158758" y="1910953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v</a:t>
            </a:r>
          </a:p>
        </p:txBody>
      </p:sp>
      <p:sp>
        <p:nvSpPr>
          <p:cNvPr id="1894" name="1"/>
          <p:cNvSpPr/>
          <p:nvPr/>
        </p:nvSpPr>
        <p:spPr>
          <a:xfrm>
            <a:off x="8783836" y="1607344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1895" name="y"/>
          <p:cNvSpPr/>
          <p:nvPr/>
        </p:nvSpPr>
        <p:spPr>
          <a:xfrm>
            <a:off x="9158883" y="111621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1896" name="v"/>
          <p:cNvSpPr/>
          <p:nvPr/>
        </p:nvSpPr>
        <p:spPr>
          <a:xfrm>
            <a:off x="9551789" y="111621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v</a:t>
            </a:r>
          </a:p>
        </p:txBody>
      </p:sp>
      <p:sp>
        <p:nvSpPr>
          <p:cNvPr id="1897" name="z"/>
          <p:cNvSpPr/>
          <p:nvPr/>
        </p:nvSpPr>
        <p:spPr>
          <a:xfrm>
            <a:off x="8158758" y="2241351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sp>
        <p:nvSpPr>
          <p:cNvPr id="1898" name="0"/>
          <p:cNvSpPr/>
          <p:nvPr/>
        </p:nvSpPr>
        <p:spPr>
          <a:xfrm>
            <a:off x="9176742" y="1607344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1899" name="-"/>
          <p:cNvSpPr/>
          <p:nvPr/>
        </p:nvSpPr>
        <p:spPr>
          <a:xfrm>
            <a:off x="9551789" y="1607344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-</a:t>
            </a:r>
          </a:p>
        </p:txBody>
      </p:sp>
      <p:sp>
        <p:nvSpPr>
          <p:cNvPr id="1900" name="2"/>
          <p:cNvSpPr/>
          <p:nvPr/>
        </p:nvSpPr>
        <p:spPr>
          <a:xfrm>
            <a:off x="8783836" y="1937742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2</a:t>
            </a:r>
          </a:p>
        </p:txBody>
      </p:sp>
      <p:sp>
        <p:nvSpPr>
          <p:cNvPr id="1901" name="-"/>
          <p:cNvSpPr/>
          <p:nvPr/>
        </p:nvSpPr>
        <p:spPr>
          <a:xfrm>
            <a:off x="9167813" y="1937742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-</a:t>
            </a:r>
          </a:p>
        </p:txBody>
      </p:sp>
      <p:sp>
        <p:nvSpPr>
          <p:cNvPr id="1902" name="0"/>
          <p:cNvSpPr/>
          <p:nvPr/>
        </p:nvSpPr>
        <p:spPr>
          <a:xfrm>
            <a:off x="9507141" y="1937742"/>
            <a:ext cx="258961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1903" name="z"/>
          <p:cNvSpPr/>
          <p:nvPr/>
        </p:nvSpPr>
        <p:spPr>
          <a:xfrm>
            <a:off x="9944695" y="110728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sp>
        <p:nvSpPr>
          <p:cNvPr id="1904" name="3"/>
          <p:cNvSpPr/>
          <p:nvPr/>
        </p:nvSpPr>
        <p:spPr>
          <a:xfrm>
            <a:off x="9953625" y="1616273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3</a:t>
            </a:r>
          </a:p>
        </p:txBody>
      </p:sp>
      <p:sp>
        <p:nvSpPr>
          <p:cNvPr id="1905" name="1"/>
          <p:cNvSpPr/>
          <p:nvPr/>
        </p:nvSpPr>
        <p:spPr>
          <a:xfrm>
            <a:off x="9944695" y="1937742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1906" name="Rectangle"/>
          <p:cNvSpPr/>
          <p:nvPr/>
        </p:nvSpPr>
        <p:spPr>
          <a:xfrm>
            <a:off x="1916906" y="4205883"/>
            <a:ext cx="2428875" cy="1589484"/>
          </a:xfrm>
          <a:prstGeom prst="rect">
            <a:avLst/>
          </a:prstGeom>
          <a:ln w="63500">
            <a:solidFill>
              <a:srgbClr val="424242"/>
            </a:solidFill>
            <a:miter lim="400000"/>
          </a:ln>
        </p:spPr>
        <p:txBody>
          <a:bodyPr lIns="35719" tIns="35719" rIns="35719" bIns="35719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1907" name="Line"/>
          <p:cNvSpPr/>
          <p:nvPr/>
        </p:nvSpPr>
        <p:spPr>
          <a:xfrm flipV="1">
            <a:off x="2552958" y="4304030"/>
            <a:ext cx="692" cy="1437768"/>
          </a:xfrm>
          <a:prstGeom prst="line">
            <a:avLst/>
          </a:prstGeom>
          <a:ln w="38100">
            <a:solidFill>
              <a:srgbClr val="424242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908" name="Rectangle"/>
          <p:cNvSpPr/>
          <p:nvPr/>
        </p:nvSpPr>
        <p:spPr>
          <a:xfrm>
            <a:off x="7926586" y="1098352"/>
            <a:ext cx="2428875" cy="1660922"/>
          </a:xfrm>
          <a:prstGeom prst="rect">
            <a:avLst/>
          </a:prstGeom>
          <a:ln w="63500">
            <a:solidFill>
              <a:srgbClr val="008F00"/>
            </a:solidFill>
            <a:miter lim="400000"/>
          </a:ln>
        </p:spPr>
        <p:txBody>
          <a:bodyPr lIns="35719" tIns="35719" rIns="35719" bIns="35719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1909" name="Line"/>
          <p:cNvSpPr/>
          <p:nvPr/>
        </p:nvSpPr>
        <p:spPr>
          <a:xfrm flipV="1">
            <a:off x="8560764" y="1196566"/>
            <a:ext cx="766" cy="1473419"/>
          </a:xfrm>
          <a:prstGeom prst="line">
            <a:avLst/>
          </a:prstGeom>
          <a:ln w="38100">
            <a:solidFill>
              <a:srgbClr val="008F00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910" name="3"/>
          <p:cNvSpPr/>
          <p:nvPr/>
        </p:nvSpPr>
        <p:spPr>
          <a:xfrm>
            <a:off x="8765977" y="2277070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3</a:t>
            </a:r>
          </a:p>
        </p:txBody>
      </p:sp>
      <p:sp>
        <p:nvSpPr>
          <p:cNvPr id="1911" name="3"/>
          <p:cNvSpPr/>
          <p:nvPr/>
        </p:nvSpPr>
        <p:spPr>
          <a:xfrm>
            <a:off x="9141023" y="2277070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3</a:t>
            </a:r>
          </a:p>
        </p:txBody>
      </p:sp>
      <p:sp>
        <p:nvSpPr>
          <p:cNvPr id="1912" name="1"/>
          <p:cNvSpPr/>
          <p:nvPr/>
        </p:nvSpPr>
        <p:spPr>
          <a:xfrm>
            <a:off x="9507141" y="2277070"/>
            <a:ext cx="20538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1913" name="0"/>
          <p:cNvSpPr/>
          <p:nvPr/>
        </p:nvSpPr>
        <p:spPr>
          <a:xfrm>
            <a:off x="9926836" y="2277070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1914" name="Rectangle"/>
          <p:cNvSpPr/>
          <p:nvPr/>
        </p:nvSpPr>
        <p:spPr>
          <a:xfrm>
            <a:off x="3167063" y="526852"/>
            <a:ext cx="2428875" cy="1714500"/>
          </a:xfrm>
          <a:prstGeom prst="rect">
            <a:avLst/>
          </a:prstGeom>
          <a:ln w="63500">
            <a:solidFill>
              <a:schemeClr val="accent4">
                <a:hueOff val="-1081314"/>
                <a:satOff val="4338"/>
                <a:lumOff val="-8931"/>
              </a:schemeClr>
            </a:solidFill>
            <a:miter lim="400000"/>
          </a:ln>
        </p:spPr>
        <p:txBody>
          <a:bodyPr lIns="35719" tIns="35719" rIns="35719" bIns="35719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1915" name="x"/>
          <p:cNvSpPr/>
          <p:nvPr/>
        </p:nvSpPr>
        <p:spPr>
          <a:xfrm>
            <a:off x="4024312" y="54471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x</a:t>
            </a:r>
          </a:p>
        </p:txBody>
      </p:sp>
      <p:sp>
        <p:nvSpPr>
          <p:cNvPr id="1916" name="Line"/>
          <p:cNvSpPr/>
          <p:nvPr/>
        </p:nvSpPr>
        <p:spPr>
          <a:xfrm flipV="1">
            <a:off x="3229479" y="981491"/>
            <a:ext cx="2232831" cy="702"/>
          </a:xfrm>
          <a:prstGeom prst="line">
            <a:avLst/>
          </a:prstGeom>
          <a:ln w="38100">
            <a:solidFill>
              <a:schemeClr val="accent4">
                <a:hueOff val="-1081314"/>
                <a:satOff val="4338"/>
                <a:lumOff val="-8931"/>
              </a:schemeClr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917" name="Line"/>
          <p:cNvSpPr/>
          <p:nvPr/>
        </p:nvSpPr>
        <p:spPr>
          <a:xfrm flipV="1">
            <a:off x="3801239" y="625067"/>
            <a:ext cx="693" cy="1553785"/>
          </a:xfrm>
          <a:prstGeom prst="line">
            <a:avLst/>
          </a:prstGeom>
          <a:ln w="38100">
            <a:solidFill>
              <a:schemeClr val="accent4">
                <a:hueOff val="-1081314"/>
                <a:satOff val="4338"/>
                <a:lumOff val="-8931"/>
              </a:schemeClr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918" name="x"/>
          <p:cNvSpPr/>
          <p:nvPr/>
        </p:nvSpPr>
        <p:spPr>
          <a:xfrm>
            <a:off x="3399234" y="973336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x</a:t>
            </a:r>
          </a:p>
        </p:txBody>
      </p:sp>
      <p:sp>
        <p:nvSpPr>
          <p:cNvPr id="1919" name="y"/>
          <p:cNvSpPr/>
          <p:nvPr/>
        </p:nvSpPr>
        <p:spPr>
          <a:xfrm>
            <a:off x="3399234" y="1321594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1920" name="1"/>
          <p:cNvSpPr/>
          <p:nvPr/>
        </p:nvSpPr>
        <p:spPr>
          <a:xfrm>
            <a:off x="4033242" y="1357312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1921" name="y"/>
          <p:cNvSpPr/>
          <p:nvPr/>
        </p:nvSpPr>
        <p:spPr>
          <a:xfrm>
            <a:off x="4399359" y="54471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1922" name="v"/>
          <p:cNvSpPr/>
          <p:nvPr/>
        </p:nvSpPr>
        <p:spPr>
          <a:xfrm>
            <a:off x="4792265" y="54471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v</a:t>
            </a:r>
          </a:p>
        </p:txBody>
      </p:sp>
      <p:sp>
        <p:nvSpPr>
          <p:cNvPr id="1923" name="0"/>
          <p:cNvSpPr/>
          <p:nvPr/>
        </p:nvSpPr>
        <p:spPr>
          <a:xfrm>
            <a:off x="4426148" y="1357312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1924" name="3"/>
          <p:cNvSpPr/>
          <p:nvPr/>
        </p:nvSpPr>
        <p:spPr>
          <a:xfrm>
            <a:off x="4783336" y="1357312"/>
            <a:ext cx="22324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3</a:t>
            </a:r>
          </a:p>
        </p:txBody>
      </p:sp>
      <p:sp>
        <p:nvSpPr>
          <p:cNvPr id="1925" name="z"/>
          <p:cNvSpPr/>
          <p:nvPr/>
        </p:nvSpPr>
        <p:spPr>
          <a:xfrm>
            <a:off x="3399234" y="1768078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sp>
        <p:nvSpPr>
          <p:cNvPr id="1926" name="z"/>
          <p:cNvSpPr/>
          <p:nvPr/>
        </p:nvSpPr>
        <p:spPr>
          <a:xfrm>
            <a:off x="5185172" y="54471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sp>
        <p:nvSpPr>
          <p:cNvPr id="1927" name="3"/>
          <p:cNvSpPr/>
          <p:nvPr/>
        </p:nvSpPr>
        <p:spPr>
          <a:xfrm>
            <a:off x="5211961" y="1366242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3</a:t>
            </a:r>
          </a:p>
        </p:txBody>
      </p:sp>
      <p:sp>
        <p:nvSpPr>
          <p:cNvPr id="1928" name="Rectangle"/>
          <p:cNvSpPr/>
          <p:nvPr/>
        </p:nvSpPr>
        <p:spPr>
          <a:xfrm>
            <a:off x="6506766" y="4500562"/>
            <a:ext cx="2428875" cy="1660922"/>
          </a:xfrm>
          <a:prstGeom prst="rect">
            <a:avLst/>
          </a:prstGeom>
          <a:ln w="63500">
            <a:solidFill>
              <a:srgbClr val="7A81FF"/>
            </a:solidFill>
            <a:miter lim="400000"/>
          </a:ln>
        </p:spPr>
        <p:txBody>
          <a:bodyPr lIns="35719" tIns="35719" rIns="35719" bIns="35719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1929" name="x"/>
          <p:cNvSpPr/>
          <p:nvPr/>
        </p:nvSpPr>
        <p:spPr>
          <a:xfrm>
            <a:off x="7364015" y="4518422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x</a:t>
            </a:r>
          </a:p>
        </p:txBody>
      </p:sp>
      <p:sp>
        <p:nvSpPr>
          <p:cNvPr id="1930" name="Line"/>
          <p:cNvSpPr/>
          <p:nvPr/>
        </p:nvSpPr>
        <p:spPr>
          <a:xfrm flipV="1">
            <a:off x="6569182" y="4955202"/>
            <a:ext cx="2232831" cy="702"/>
          </a:xfrm>
          <a:prstGeom prst="line">
            <a:avLst/>
          </a:prstGeom>
          <a:ln w="38100">
            <a:solidFill>
              <a:srgbClr val="7A81FF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931" name="Line"/>
          <p:cNvSpPr/>
          <p:nvPr/>
        </p:nvSpPr>
        <p:spPr>
          <a:xfrm flipV="1">
            <a:off x="7140938" y="4598781"/>
            <a:ext cx="726" cy="1464485"/>
          </a:xfrm>
          <a:prstGeom prst="line">
            <a:avLst/>
          </a:prstGeom>
          <a:ln w="38100">
            <a:solidFill>
              <a:srgbClr val="7A81FF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932" name="x"/>
          <p:cNvSpPr/>
          <p:nvPr/>
        </p:nvSpPr>
        <p:spPr>
          <a:xfrm>
            <a:off x="6738937" y="4947047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x</a:t>
            </a:r>
          </a:p>
        </p:txBody>
      </p:sp>
      <p:sp>
        <p:nvSpPr>
          <p:cNvPr id="1933" name="y"/>
          <p:cNvSpPr/>
          <p:nvPr/>
        </p:nvSpPr>
        <p:spPr>
          <a:xfrm>
            <a:off x="7739062" y="4518422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1934" name="v"/>
          <p:cNvSpPr/>
          <p:nvPr/>
        </p:nvSpPr>
        <p:spPr>
          <a:xfrm>
            <a:off x="8131969" y="4518422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v</a:t>
            </a:r>
          </a:p>
        </p:txBody>
      </p:sp>
      <p:sp>
        <p:nvSpPr>
          <p:cNvPr id="1935" name="v"/>
          <p:cNvSpPr/>
          <p:nvPr/>
        </p:nvSpPr>
        <p:spPr>
          <a:xfrm>
            <a:off x="6738937" y="5295305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v</a:t>
            </a:r>
          </a:p>
        </p:txBody>
      </p:sp>
      <p:sp>
        <p:nvSpPr>
          <p:cNvPr id="1936" name="2"/>
          <p:cNvSpPr/>
          <p:nvPr/>
        </p:nvSpPr>
        <p:spPr>
          <a:xfrm>
            <a:off x="7372945" y="5322094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2</a:t>
            </a:r>
          </a:p>
        </p:txBody>
      </p:sp>
      <p:sp>
        <p:nvSpPr>
          <p:cNvPr id="1937" name="-"/>
          <p:cNvSpPr/>
          <p:nvPr/>
        </p:nvSpPr>
        <p:spPr>
          <a:xfrm>
            <a:off x="7756922" y="5322094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-</a:t>
            </a:r>
          </a:p>
        </p:txBody>
      </p:sp>
      <p:sp>
        <p:nvSpPr>
          <p:cNvPr id="1938" name="0"/>
          <p:cNvSpPr/>
          <p:nvPr/>
        </p:nvSpPr>
        <p:spPr>
          <a:xfrm>
            <a:off x="8123039" y="5322094"/>
            <a:ext cx="250031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1939" name="z"/>
          <p:cNvSpPr/>
          <p:nvPr/>
        </p:nvSpPr>
        <p:spPr>
          <a:xfrm>
            <a:off x="6738937" y="5625703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sp>
        <p:nvSpPr>
          <p:cNvPr id="1940" name="z"/>
          <p:cNvSpPr/>
          <p:nvPr/>
        </p:nvSpPr>
        <p:spPr>
          <a:xfrm>
            <a:off x="8524875" y="4509492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sp>
        <p:nvSpPr>
          <p:cNvPr id="1941" name="1"/>
          <p:cNvSpPr/>
          <p:nvPr/>
        </p:nvSpPr>
        <p:spPr>
          <a:xfrm>
            <a:off x="8551664" y="5322094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1942" name="0"/>
          <p:cNvSpPr/>
          <p:nvPr/>
        </p:nvSpPr>
        <p:spPr>
          <a:xfrm>
            <a:off x="5176242" y="1785937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1943" name="0"/>
          <p:cNvSpPr/>
          <p:nvPr/>
        </p:nvSpPr>
        <p:spPr>
          <a:xfrm>
            <a:off x="4006453" y="973336"/>
            <a:ext cx="267891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1944" name="1"/>
          <p:cNvSpPr/>
          <p:nvPr/>
        </p:nvSpPr>
        <p:spPr>
          <a:xfrm>
            <a:off x="4390430" y="973336"/>
            <a:ext cx="267891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1945" name="2"/>
          <p:cNvSpPr/>
          <p:nvPr/>
        </p:nvSpPr>
        <p:spPr>
          <a:xfrm>
            <a:off x="4783336" y="973336"/>
            <a:ext cx="267891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2</a:t>
            </a:r>
          </a:p>
        </p:txBody>
      </p:sp>
      <p:sp>
        <p:nvSpPr>
          <p:cNvPr id="1946" name="-"/>
          <p:cNvSpPr/>
          <p:nvPr/>
        </p:nvSpPr>
        <p:spPr>
          <a:xfrm>
            <a:off x="5229820" y="973336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-</a:t>
            </a:r>
          </a:p>
        </p:txBody>
      </p:sp>
      <p:sp>
        <p:nvSpPr>
          <p:cNvPr id="1947" name="-"/>
          <p:cNvSpPr/>
          <p:nvPr/>
        </p:nvSpPr>
        <p:spPr>
          <a:xfrm>
            <a:off x="4060031" y="1750219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-</a:t>
            </a:r>
          </a:p>
        </p:txBody>
      </p:sp>
      <p:sp>
        <p:nvSpPr>
          <p:cNvPr id="1948" name="3"/>
          <p:cNvSpPr/>
          <p:nvPr/>
        </p:nvSpPr>
        <p:spPr>
          <a:xfrm>
            <a:off x="4399359" y="1785937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3</a:t>
            </a:r>
          </a:p>
        </p:txBody>
      </p:sp>
      <p:sp>
        <p:nvSpPr>
          <p:cNvPr id="1949" name="1"/>
          <p:cNvSpPr/>
          <p:nvPr/>
        </p:nvSpPr>
        <p:spPr>
          <a:xfrm>
            <a:off x="4765476" y="1785937"/>
            <a:ext cx="20538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1950" name="-"/>
          <p:cNvSpPr/>
          <p:nvPr/>
        </p:nvSpPr>
        <p:spPr>
          <a:xfrm>
            <a:off x="7408664" y="5679281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-</a:t>
            </a:r>
          </a:p>
        </p:txBody>
      </p:sp>
      <p:sp>
        <p:nvSpPr>
          <p:cNvPr id="1951" name="3"/>
          <p:cNvSpPr/>
          <p:nvPr/>
        </p:nvSpPr>
        <p:spPr>
          <a:xfrm>
            <a:off x="7739063" y="5688211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3</a:t>
            </a:r>
          </a:p>
        </p:txBody>
      </p:sp>
      <p:sp>
        <p:nvSpPr>
          <p:cNvPr id="1952" name="1"/>
          <p:cNvSpPr/>
          <p:nvPr/>
        </p:nvSpPr>
        <p:spPr>
          <a:xfrm>
            <a:off x="8105180" y="5688211"/>
            <a:ext cx="20538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1953" name="0"/>
          <p:cNvSpPr/>
          <p:nvPr/>
        </p:nvSpPr>
        <p:spPr>
          <a:xfrm>
            <a:off x="8524875" y="5688211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1954" name="0"/>
          <p:cNvSpPr/>
          <p:nvPr/>
        </p:nvSpPr>
        <p:spPr>
          <a:xfrm>
            <a:off x="7337226" y="4964906"/>
            <a:ext cx="267891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1955" name="1"/>
          <p:cNvSpPr/>
          <p:nvPr/>
        </p:nvSpPr>
        <p:spPr>
          <a:xfrm>
            <a:off x="7721203" y="4964906"/>
            <a:ext cx="267891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1956" name="2"/>
          <p:cNvSpPr/>
          <p:nvPr/>
        </p:nvSpPr>
        <p:spPr>
          <a:xfrm>
            <a:off x="8114109" y="4964906"/>
            <a:ext cx="267891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2</a:t>
            </a:r>
          </a:p>
        </p:txBody>
      </p:sp>
      <p:sp>
        <p:nvSpPr>
          <p:cNvPr id="1957" name="-"/>
          <p:cNvSpPr/>
          <p:nvPr/>
        </p:nvSpPr>
        <p:spPr>
          <a:xfrm>
            <a:off x="8560594" y="4964906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-</a:t>
            </a:r>
          </a:p>
        </p:txBody>
      </p:sp>
      <p:sp>
        <p:nvSpPr>
          <p:cNvPr id="1958" name="Line"/>
          <p:cNvSpPr/>
          <p:nvPr/>
        </p:nvSpPr>
        <p:spPr>
          <a:xfrm flipH="1">
            <a:off x="4003183" y="1159099"/>
            <a:ext cx="1014212" cy="466860"/>
          </a:xfrm>
          <a:prstGeom prst="line">
            <a:avLst/>
          </a:prstGeom>
          <a:ln w="63500">
            <a:solidFill>
              <a:srgbClr val="942193"/>
            </a:solidFill>
            <a:miter lim="400000"/>
            <a:headEnd type="stealth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959" name="Line"/>
          <p:cNvSpPr/>
          <p:nvPr/>
        </p:nvSpPr>
        <p:spPr>
          <a:xfrm flipH="1">
            <a:off x="7255098" y="5119352"/>
            <a:ext cx="708339" cy="595648"/>
          </a:xfrm>
          <a:prstGeom prst="line">
            <a:avLst/>
          </a:prstGeom>
          <a:ln w="63500">
            <a:solidFill>
              <a:srgbClr val="942193"/>
            </a:solidFill>
            <a:miter lim="400000"/>
            <a:headEnd type="stealth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1" dur="1000"/>
                                        <p:tgtEl>
                                          <p:spTgt spid="1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8" grpId="0" animBg="1" advAuto="0"/>
      <p:bldP spid="1959" grpId="0" animBg="1" advAuto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9</a:t>
            </a:fld>
            <a:endParaRPr/>
          </a:p>
        </p:txBody>
      </p:sp>
      <p:sp>
        <p:nvSpPr>
          <p:cNvPr id="1964" name="x"/>
          <p:cNvSpPr/>
          <p:nvPr/>
        </p:nvSpPr>
        <p:spPr>
          <a:xfrm>
            <a:off x="2774156" y="4223742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x</a:t>
            </a:r>
          </a:p>
        </p:txBody>
      </p:sp>
      <p:sp>
        <p:nvSpPr>
          <p:cNvPr id="1965" name="Line"/>
          <p:cNvSpPr/>
          <p:nvPr/>
        </p:nvSpPr>
        <p:spPr>
          <a:xfrm flipV="1">
            <a:off x="1979194" y="4664400"/>
            <a:ext cx="2232831" cy="702"/>
          </a:xfrm>
          <a:prstGeom prst="line">
            <a:avLst/>
          </a:prstGeom>
          <a:ln w="38100">
            <a:solidFill>
              <a:srgbClr val="424242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966" name="x"/>
          <p:cNvSpPr/>
          <p:nvPr/>
        </p:nvSpPr>
        <p:spPr>
          <a:xfrm>
            <a:off x="2149078" y="4652367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x</a:t>
            </a:r>
          </a:p>
        </p:txBody>
      </p:sp>
      <p:sp>
        <p:nvSpPr>
          <p:cNvPr id="1967" name="y"/>
          <p:cNvSpPr/>
          <p:nvPr/>
        </p:nvSpPr>
        <p:spPr>
          <a:xfrm>
            <a:off x="2149078" y="5000625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1968" name="0"/>
          <p:cNvSpPr/>
          <p:nvPr/>
        </p:nvSpPr>
        <p:spPr>
          <a:xfrm>
            <a:off x="2756297" y="4697016"/>
            <a:ext cx="267891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1969" name="1"/>
          <p:cNvSpPr/>
          <p:nvPr/>
        </p:nvSpPr>
        <p:spPr>
          <a:xfrm>
            <a:off x="2783086" y="5036344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1970" name="y"/>
          <p:cNvSpPr/>
          <p:nvPr/>
        </p:nvSpPr>
        <p:spPr>
          <a:xfrm>
            <a:off x="3149203" y="4223742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1971" name="v"/>
          <p:cNvSpPr/>
          <p:nvPr/>
        </p:nvSpPr>
        <p:spPr>
          <a:xfrm>
            <a:off x="3542109" y="4223742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v</a:t>
            </a:r>
          </a:p>
        </p:txBody>
      </p:sp>
      <p:sp>
        <p:nvSpPr>
          <p:cNvPr id="1972" name="v"/>
          <p:cNvSpPr/>
          <p:nvPr/>
        </p:nvSpPr>
        <p:spPr>
          <a:xfrm>
            <a:off x="2149078" y="5348883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v</a:t>
            </a:r>
          </a:p>
        </p:txBody>
      </p:sp>
      <p:sp>
        <p:nvSpPr>
          <p:cNvPr id="1973" name="1"/>
          <p:cNvSpPr/>
          <p:nvPr/>
        </p:nvSpPr>
        <p:spPr>
          <a:xfrm>
            <a:off x="3140273" y="4697016"/>
            <a:ext cx="267891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1974" name="2"/>
          <p:cNvSpPr/>
          <p:nvPr/>
        </p:nvSpPr>
        <p:spPr>
          <a:xfrm>
            <a:off x="3533180" y="4697016"/>
            <a:ext cx="267891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2</a:t>
            </a:r>
          </a:p>
        </p:txBody>
      </p:sp>
      <p:sp>
        <p:nvSpPr>
          <p:cNvPr id="1975" name="0"/>
          <p:cNvSpPr/>
          <p:nvPr/>
        </p:nvSpPr>
        <p:spPr>
          <a:xfrm>
            <a:off x="3175992" y="5036344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1976" name="-"/>
          <p:cNvSpPr/>
          <p:nvPr/>
        </p:nvSpPr>
        <p:spPr>
          <a:xfrm>
            <a:off x="3551039" y="5036344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-</a:t>
            </a:r>
          </a:p>
        </p:txBody>
      </p:sp>
      <p:sp>
        <p:nvSpPr>
          <p:cNvPr id="1977" name="2"/>
          <p:cNvSpPr/>
          <p:nvPr/>
        </p:nvSpPr>
        <p:spPr>
          <a:xfrm>
            <a:off x="2792016" y="5384601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2</a:t>
            </a:r>
          </a:p>
        </p:txBody>
      </p:sp>
      <p:sp>
        <p:nvSpPr>
          <p:cNvPr id="1978" name="-"/>
          <p:cNvSpPr/>
          <p:nvPr/>
        </p:nvSpPr>
        <p:spPr>
          <a:xfrm>
            <a:off x="3184922" y="5384601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-</a:t>
            </a:r>
          </a:p>
        </p:txBody>
      </p:sp>
      <p:sp>
        <p:nvSpPr>
          <p:cNvPr id="1979" name="0"/>
          <p:cNvSpPr/>
          <p:nvPr/>
        </p:nvSpPr>
        <p:spPr>
          <a:xfrm>
            <a:off x="3515320" y="5384601"/>
            <a:ext cx="19645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1980" name="from"/>
          <p:cNvSpPr/>
          <p:nvPr/>
        </p:nvSpPr>
        <p:spPr>
          <a:xfrm rot="16200000">
            <a:off x="1300758" y="4991695"/>
            <a:ext cx="7411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from</a:t>
            </a:r>
          </a:p>
        </p:txBody>
      </p:sp>
      <p:sp>
        <p:nvSpPr>
          <p:cNvPr id="1981" name="to"/>
          <p:cNvSpPr/>
          <p:nvPr/>
        </p:nvSpPr>
        <p:spPr>
          <a:xfrm>
            <a:off x="3109019" y="3772793"/>
            <a:ext cx="46434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to</a:t>
            </a:r>
          </a:p>
        </p:txBody>
      </p:sp>
      <p:sp>
        <p:nvSpPr>
          <p:cNvPr id="1982" name="Line"/>
          <p:cNvSpPr/>
          <p:nvPr/>
        </p:nvSpPr>
        <p:spPr>
          <a:xfrm flipH="1">
            <a:off x="3528367" y="2606714"/>
            <a:ext cx="2308421" cy="768710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983" name="Line"/>
          <p:cNvSpPr/>
          <p:nvPr/>
        </p:nvSpPr>
        <p:spPr>
          <a:xfrm>
            <a:off x="6142661" y="2606715"/>
            <a:ext cx="2320587" cy="823433"/>
          </a:xfrm>
          <a:prstGeom prst="line">
            <a:avLst/>
          </a:prstGeom>
          <a:ln w="63500">
            <a:solidFill>
              <a:srgbClr val="5E5E5E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984" name="y"/>
          <p:cNvSpPr/>
          <p:nvPr/>
        </p:nvSpPr>
        <p:spPr>
          <a:xfrm>
            <a:off x="5729883" y="2294930"/>
            <a:ext cx="535781" cy="535781"/>
          </a:xfrm>
          <a:prstGeom prst="roundRect">
            <a:avLst>
              <a:gd name="adj" fmla="val 25000"/>
            </a:avLst>
          </a:prstGeom>
          <a:solidFill>
            <a:schemeClr val="accent4">
              <a:hueOff val="-1081314"/>
              <a:satOff val="4338"/>
              <a:lumOff val="-8931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r>
              <a:t>y</a:t>
            </a:r>
          </a:p>
        </p:txBody>
      </p:sp>
      <p:sp>
        <p:nvSpPr>
          <p:cNvPr id="1985" name="2"/>
          <p:cNvSpPr/>
          <p:nvPr/>
        </p:nvSpPr>
        <p:spPr>
          <a:xfrm>
            <a:off x="4551164" y="3575901"/>
            <a:ext cx="267891" cy="3491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>
                <a:solidFill>
                  <a:srgbClr val="942193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t>2</a:t>
            </a:r>
          </a:p>
        </p:txBody>
      </p:sp>
      <p:sp>
        <p:nvSpPr>
          <p:cNvPr id="1986" name="1"/>
          <p:cNvSpPr/>
          <p:nvPr/>
        </p:nvSpPr>
        <p:spPr>
          <a:xfrm>
            <a:off x="4551164" y="2544522"/>
            <a:ext cx="267891" cy="3491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>
                <a:solidFill>
                  <a:srgbClr val="942193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t>1</a:t>
            </a:r>
          </a:p>
        </p:txBody>
      </p:sp>
      <p:sp>
        <p:nvSpPr>
          <p:cNvPr id="1987" name="3"/>
          <p:cNvSpPr/>
          <p:nvPr/>
        </p:nvSpPr>
        <p:spPr>
          <a:xfrm>
            <a:off x="7105055" y="2544522"/>
            <a:ext cx="267891" cy="3491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>
                <a:solidFill>
                  <a:srgbClr val="942193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t>3</a:t>
            </a:r>
          </a:p>
        </p:txBody>
      </p:sp>
      <p:sp>
        <p:nvSpPr>
          <p:cNvPr id="1988" name="Line"/>
          <p:cNvSpPr/>
          <p:nvPr/>
        </p:nvSpPr>
        <p:spPr>
          <a:xfrm flipV="1">
            <a:off x="6046068" y="3578163"/>
            <a:ext cx="2382593" cy="821030"/>
          </a:xfrm>
          <a:prstGeom prst="line">
            <a:avLst/>
          </a:prstGeom>
          <a:ln w="63500">
            <a:solidFill>
              <a:srgbClr val="5E5E5E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989" name="Line"/>
          <p:cNvSpPr/>
          <p:nvPr/>
        </p:nvSpPr>
        <p:spPr>
          <a:xfrm>
            <a:off x="3604851" y="3679032"/>
            <a:ext cx="2334296" cy="676141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990" name="z"/>
          <p:cNvSpPr/>
          <p:nvPr/>
        </p:nvSpPr>
        <p:spPr>
          <a:xfrm>
            <a:off x="8256985" y="3223617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008F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r>
              <a:t>z</a:t>
            </a:r>
          </a:p>
        </p:txBody>
      </p:sp>
      <p:sp>
        <p:nvSpPr>
          <p:cNvPr id="1991" name="v"/>
          <p:cNvSpPr/>
          <p:nvPr/>
        </p:nvSpPr>
        <p:spPr>
          <a:xfrm>
            <a:off x="5729883" y="4089797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7A81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r>
              <a:t>v</a:t>
            </a:r>
          </a:p>
        </p:txBody>
      </p:sp>
      <p:sp>
        <p:nvSpPr>
          <p:cNvPr id="1992" name="1"/>
          <p:cNvSpPr/>
          <p:nvPr/>
        </p:nvSpPr>
        <p:spPr>
          <a:xfrm>
            <a:off x="7096125" y="3580366"/>
            <a:ext cx="267891" cy="3491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>
                <a:solidFill>
                  <a:srgbClr val="942193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t>1</a:t>
            </a:r>
          </a:p>
        </p:txBody>
      </p:sp>
      <p:sp>
        <p:nvSpPr>
          <p:cNvPr id="1993" name="x"/>
          <p:cNvSpPr/>
          <p:nvPr/>
        </p:nvSpPr>
        <p:spPr>
          <a:xfrm>
            <a:off x="3122414" y="3223617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424242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r>
              <a:t>x</a:t>
            </a:r>
          </a:p>
        </p:txBody>
      </p:sp>
      <p:sp>
        <p:nvSpPr>
          <p:cNvPr id="1994" name="z"/>
          <p:cNvSpPr/>
          <p:nvPr/>
        </p:nvSpPr>
        <p:spPr>
          <a:xfrm>
            <a:off x="3935015" y="4214813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sp>
        <p:nvSpPr>
          <p:cNvPr id="1995" name="3"/>
          <p:cNvSpPr/>
          <p:nvPr/>
        </p:nvSpPr>
        <p:spPr>
          <a:xfrm>
            <a:off x="3899297" y="4697016"/>
            <a:ext cx="330398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3</a:t>
            </a:r>
          </a:p>
        </p:txBody>
      </p:sp>
      <p:sp>
        <p:nvSpPr>
          <p:cNvPr id="1996" name="3"/>
          <p:cNvSpPr/>
          <p:nvPr/>
        </p:nvSpPr>
        <p:spPr>
          <a:xfrm>
            <a:off x="3899297" y="5027414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3</a:t>
            </a:r>
          </a:p>
        </p:txBody>
      </p:sp>
      <p:sp>
        <p:nvSpPr>
          <p:cNvPr id="1997" name="1"/>
          <p:cNvSpPr/>
          <p:nvPr/>
        </p:nvSpPr>
        <p:spPr>
          <a:xfrm>
            <a:off x="3926086" y="5393531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1998" name="x"/>
          <p:cNvSpPr/>
          <p:nvPr/>
        </p:nvSpPr>
        <p:spPr>
          <a:xfrm>
            <a:off x="8783836" y="111621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x</a:t>
            </a:r>
          </a:p>
        </p:txBody>
      </p:sp>
      <p:sp>
        <p:nvSpPr>
          <p:cNvPr id="1999" name="Line"/>
          <p:cNvSpPr/>
          <p:nvPr/>
        </p:nvSpPr>
        <p:spPr>
          <a:xfrm flipV="1">
            <a:off x="7989002" y="1552991"/>
            <a:ext cx="2232831" cy="702"/>
          </a:xfrm>
          <a:prstGeom prst="line">
            <a:avLst/>
          </a:prstGeom>
          <a:ln w="38100">
            <a:solidFill>
              <a:srgbClr val="008F00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000" name="y"/>
          <p:cNvSpPr/>
          <p:nvPr/>
        </p:nvSpPr>
        <p:spPr>
          <a:xfrm>
            <a:off x="8158758" y="1544836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2001" name="v"/>
          <p:cNvSpPr/>
          <p:nvPr/>
        </p:nvSpPr>
        <p:spPr>
          <a:xfrm>
            <a:off x="8158758" y="1910953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v</a:t>
            </a:r>
          </a:p>
        </p:txBody>
      </p:sp>
      <p:sp>
        <p:nvSpPr>
          <p:cNvPr id="2002" name="1"/>
          <p:cNvSpPr/>
          <p:nvPr/>
        </p:nvSpPr>
        <p:spPr>
          <a:xfrm>
            <a:off x="8783836" y="1607344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2003" name="y"/>
          <p:cNvSpPr/>
          <p:nvPr/>
        </p:nvSpPr>
        <p:spPr>
          <a:xfrm>
            <a:off x="9158883" y="111621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2004" name="v"/>
          <p:cNvSpPr/>
          <p:nvPr/>
        </p:nvSpPr>
        <p:spPr>
          <a:xfrm>
            <a:off x="9551789" y="111621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v</a:t>
            </a:r>
          </a:p>
        </p:txBody>
      </p:sp>
      <p:sp>
        <p:nvSpPr>
          <p:cNvPr id="2005" name="z"/>
          <p:cNvSpPr/>
          <p:nvPr/>
        </p:nvSpPr>
        <p:spPr>
          <a:xfrm>
            <a:off x="8158758" y="2241351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sp>
        <p:nvSpPr>
          <p:cNvPr id="2006" name="0"/>
          <p:cNvSpPr/>
          <p:nvPr/>
        </p:nvSpPr>
        <p:spPr>
          <a:xfrm>
            <a:off x="9176742" y="1607344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2007" name="-"/>
          <p:cNvSpPr/>
          <p:nvPr/>
        </p:nvSpPr>
        <p:spPr>
          <a:xfrm>
            <a:off x="9551789" y="1607344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-</a:t>
            </a:r>
          </a:p>
        </p:txBody>
      </p:sp>
      <p:sp>
        <p:nvSpPr>
          <p:cNvPr id="2008" name="2"/>
          <p:cNvSpPr/>
          <p:nvPr/>
        </p:nvSpPr>
        <p:spPr>
          <a:xfrm>
            <a:off x="8783836" y="1937742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2</a:t>
            </a:r>
          </a:p>
        </p:txBody>
      </p:sp>
      <p:sp>
        <p:nvSpPr>
          <p:cNvPr id="2009" name="-"/>
          <p:cNvSpPr/>
          <p:nvPr/>
        </p:nvSpPr>
        <p:spPr>
          <a:xfrm>
            <a:off x="9167813" y="1937742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-</a:t>
            </a:r>
          </a:p>
        </p:txBody>
      </p:sp>
      <p:sp>
        <p:nvSpPr>
          <p:cNvPr id="2010" name="0"/>
          <p:cNvSpPr/>
          <p:nvPr/>
        </p:nvSpPr>
        <p:spPr>
          <a:xfrm>
            <a:off x="9507141" y="1937742"/>
            <a:ext cx="258961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2011" name="z"/>
          <p:cNvSpPr/>
          <p:nvPr/>
        </p:nvSpPr>
        <p:spPr>
          <a:xfrm>
            <a:off x="9944695" y="110728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sp>
        <p:nvSpPr>
          <p:cNvPr id="2012" name="3"/>
          <p:cNvSpPr/>
          <p:nvPr/>
        </p:nvSpPr>
        <p:spPr>
          <a:xfrm>
            <a:off x="9953625" y="1616273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3</a:t>
            </a:r>
          </a:p>
        </p:txBody>
      </p:sp>
      <p:sp>
        <p:nvSpPr>
          <p:cNvPr id="2013" name="1"/>
          <p:cNvSpPr/>
          <p:nvPr/>
        </p:nvSpPr>
        <p:spPr>
          <a:xfrm>
            <a:off x="9944695" y="1937742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2014" name="Rectangle"/>
          <p:cNvSpPr/>
          <p:nvPr/>
        </p:nvSpPr>
        <p:spPr>
          <a:xfrm>
            <a:off x="1916906" y="4205883"/>
            <a:ext cx="2428875" cy="1589484"/>
          </a:xfrm>
          <a:prstGeom prst="rect">
            <a:avLst/>
          </a:prstGeom>
          <a:ln w="63500">
            <a:solidFill>
              <a:srgbClr val="424242"/>
            </a:solidFill>
            <a:miter lim="400000"/>
          </a:ln>
        </p:spPr>
        <p:txBody>
          <a:bodyPr lIns="35719" tIns="35719" rIns="35719" bIns="35719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2015" name="Line"/>
          <p:cNvSpPr/>
          <p:nvPr/>
        </p:nvSpPr>
        <p:spPr>
          <a:xfrm flipV="1">
            <a:off x="2552958" y="4304030"/>
            <a:ext cx="692" cy="1437768"/>
          </a:xfrm>
          <a:prstGeom prst="line">
            <a:avLst/>
          </a:prstGeom>
          <a:ln w="38100">
            <a:solidFill>
              <a:srgbClr val="424242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016" name="Rectangle"/>
          <p:cNvSpPr/>
          <p:nvPr/>
        </p:nvSpPr>
        <p:spPr>
          <a:xfrm>
            <a:off x="7926586" y="1098352"/>
            <a:ext cx="2428875" cy="1660922"/>
          </a:xfrm>
          <a:prstGeom prst="rect">
            <a:avLst/>
          </a:prstGeom>
          <a:ln w="63500">
            <a:solidFill>
              <a:srgbClr val="008F00"/>
            </a:solidFill>
            <a:miter lim="400000"/>
          </a:ln>
        </p:spPr>
        <p:txBody>
          <a:bodyPr lIns="35719" tIns="35719" rIns="35719" bIns="35719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2017" name="Line"/>
          <p:cNvSpPr/>
          <p:nvPr/>
        </p:nvSpPr>
        <p:spPr>
          <a:xfrm flipV="1">
            <a:off x="8560764" y="1196566"/>
            <a:ext cx="766" cy="1473419"/>
          </a:xfrm>
          <a:prstGeom prst="line">
            <a:avLst/>
          </a:prstGeom>
          <a:ln w="38100">
            <a:solidFill>
              <a:srgbClr val="008F00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018" name="3"/>
          <p:cNvSpPr/>
          <p:nvPr/>
        </p:nvSpPr>
        <p:spPr>
          <a:xfrm>
            <a:off x="8765977" y="2277070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3</a:t>
            </a:r>
          </a:p>
        </p:txBody>
      </p:sp>
      <p:sp>
        <p:nvSpPr>
          <p:cNvPr id="2019" name="3"/>
          <p:cNvSpPr/>
          <p:nvPr/>
        </p:nvSpPr>
        <p:spPr>
          <a:xfrm>
            <a:off x="9141023" y="2277070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3</a:t>
            </a:r>
          </a:p>
        </p:txBody>
      </p:sp>
      <p:sp>
        <p:nvSpPr>
          <p:cNvPr id="2020" name="1"/>
          <p:cNvSpPr/>
          <p:nvPr/>
        </p:nvSpPr>
        <p:spPr>
          <a:xfrm>
            <a:off x="9507141" y="2277070"/>
            <a:ext cx="20538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2021" name="0"/>
          <p:cNvSpPr/>
          <p:nvPr/>
        </p:nvSpPr>
        <p:spPr>
          <a:xfrm>
            <a:off x="9926836" y="2277070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2022" name="Rectangle"/>
          <p:cNvSpPr/>
          <p:nvPr/>
        </p:nvSpPr>
        <p:spPr>
          <a:xfrm>
            <a:off x="3167063" y="526852"/>
            <a:ext cx="2428875" cy="1714500"/>
          </a:xfrm>
          <a:prstGeom prst="rect">
            <a:avLst/>
          </a:prstGeom>
          <a:ln w="63500">
            <a:solidFill>
              <a:schemeClr val="accent4">
                <a:hueOff val="-1081314"/>
                <a:satOff val="4338"/>
                <a:lumOff val="-8931"/>
              </a:schemeClr>
            </a:solidFill>
            <a:miter lim="400000"/>
          </a:ln>
        </p:spPr>
        <p:txBody>
          <a:bodyPr lIns="35719" tIns="35719" rIns="35719" bIns="35719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2023" name="x"/>
          <p:cNvSpPr/>
          <p:nvPr/>
        </p:nvSpPr>
        <p:spPr>
          <a:xfrm>
            <a:off x="4024312" y="54471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x</a:t>
            </a:r>
          </a:p>
        </p:txBody>
      </p:sp>
      <p:sp>
        <p:nvSpPr>
          <p:cNvPr id="2024" name="Line"/>
          <p:cNvSpPr/>
          <p:nvPr/>
        </p:nvSpPr>
        <p:spPr>
          <a:xfrm flipV="1">
            <a:off x="3229479" y="981491"/>
            <a:ext cx="2232831" cy="702"/>
          </a:xfrm>
          <a:prstGeom prst="line">
            <a:avLst/>
          </a:prstGeom>
          <a:ln w="38100">
            <a:solidFill>
              <a:schemeClr val="accent4">
                <a:hueOff val="-1081314"/>
                <a:satOff val="4338"/>
                <a:lumOff val="-8931"/>
              </a:schemeClr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025" name="Line"/>
          <p:cNvSpPr/>
          <p:nvPr/>
        </p:nvSpPr>
        <p:spPr>
          <a:xfrm flipV="1">
            <a:off x="3801239" y="625067"/>
            <a:ext cx="693" cy="1553785"/>
          </a:xfrm>
          <a:prstGeom prst="line">
            <a:avLst/>
          </a:prstGeom>
          <a:ln w="38100">
            <a:solidFill>
              <a:schemeClr val="accent4">
                <a:hueOff val="-1081314"/>
                <a:satOff val="4338"/>
                <a:lumOff val="-8931"/>
              </a:schemeClr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026" name="x"/>
          <p:cNvSpPr/>
          <p:nvPr/>
        </p:nvSpPr>
        <p:spPr>
          <a:xfrm>
            <a:off x="3399234" y="973336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x</a:t>
            </a:r>
          </a:p>
        </p:txBody>
      </p:sp>
      <p:sp>
        <p:nvSpPr>
          <p:cNvPr id="2027" name="y"/>
          <p:cNvSpPr/>
          <p:nvPr/>
        </p:nvSpPr>
        <p:spPr>
          <a:xfrm>
            <a:off x="3399234" y="1321594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2028" name="1"/>
          <p:cNvSpPr/>
          <p:nvPr/>
        </p:nvSpPr>
        <p:spPr>
          <a:xfrm>
            <a:off x="4033242" y="1357312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2029" name="y"/>
          <p:cNvSpPr/>
          <p:nvPr/>
        </p:nvSpPr>
        <p:spPr>
          <a:xfrm>
            <a:off x="4399359" y="54471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2030" name="v"/>
          <p:cNvSpPr/>
          <p:nvPr/>
        </p:nvSpPr>
        <p:spPr>
          <a:xfrm>
            <a:off x="4792265" y="54471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v</a:t>
            </a:r>
          </a:p>
        </p:txBody>
      </p:sp>
      <p:sp>
        <p:nvSpPr>
          <p:cNvPr id="2031" name="0"/>
          <p:cNvSpPr/>
          <p:nvPr/>
        </p:nvSpPr>
        <p:spPr>
          <a:xfrm>
            <a:off x="4426148" y="1357312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2032" name="3"/>
          <p:cNvSpPr/>
          <p:nvPr/>
        </p:nvSpPr>
        <p:spPr>
          <a:xfrm>
            <a:off x="4792266" y="1357312"/>
            <a:ext cx="17859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3</a:t>
            </a:r>
          </a:p>
        </p:txBody>
      </p:sp>
      <p:sp>
        <p:nvSpPr>
          <p:cNvPr id="2033" name="z"/>
          <p:cNvSpPr/>
          <p:nvPr/>
        </p:nvSpPr>
        <p:spPr>
          <a:xfrm>
            <a:off x="3399234" y="1768078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sp>
        <p:nvSpPr>
          <p:cNvPr id="2034" name="z"/>
          <p:cNvSpPr/>
          <p:nvPr/>
        </p:nvSpPr>
        <p:spPr>
          <a:xfrm>
            <a:off x="5185172" y="54471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sp>
        <p:nvSpPr>
          <p:cNvPr id="2035" name="3"/>
          <p:cNvSpPr/>
          <p:nvPr/>
        </p:nvSpPr>
        <p:spPr>
          <a:xfrm>
            <a:off x="5211961" y="1366242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3</a:t>
            </a:r>
          </a:p>
        </p:txBody>
      </p:sp>
      <p:sp>
        <p:nvSpPr>
          <p:cNvPr id="2036" name="Rectangle"/>
          <p:cNvSpPr/>
          <p:nvPr/>
        </p:nvSpPr>
        <p:spPr>
          <a:xfrm>
            <a:off x="6506766" y="4500562"/>
            <a:ext cx="2428875" cy="1660922"/>
          </a:xfrm>
          <a:prstGeom prst="rect">
            <a:avLst/>
          </a:prstGeom>
          <a:ln w="63500">
            <a:solidFill>
              <a:srgbClr val="7A81FF"/>
            </a:solidFill>
            <a:miter lim="400000"/>
          </a:ln>
        </p:spPr>
        <p:txBody>
          <a:bodyPr lIns="35719" tIns="35719" rIns="35719" bIns="35719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2037" name="x"/>
          <p:cNvSpPr/>
          <p:nvPr/>
        </p:nvSpPr>
        <p:spPr>
          <a:xfrm>
            <a:off x="7364015" y="4518422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x</a:t>
            </a:r>
          </a:p>
        </p:txBody>
      </p:sp>
      <p:sp>
        <p:nvSpPr>
          <p:cNvPr id="2038" name="Line"/>
          <p:cNvSpPr/>
          <p:nvPr/>
        </p:nvSpPr>
        <p:spPr>
          <a:xfrm flipV="1">
            <a:off x="6569182" y="4955202"/>
            <a:ext cx="2232831" cy="702"/>
          </a:xfrm>
          <a:prstGeom prst="line">
            <a:avLst/>
          </a:prstGeom>
          <a:ln w="38100">
            <a:solidFill>
              <a:srgbClr val="7A81FF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039" name="Line"/>
          <p:cNvSpPr/>
          <p:nvPr/>
        </p:nvSpPr>
        <p:spPr>
          <a:xfrm flipV="1">
            <a:off x="7140938" y="4598781"/>
            <a:ext cx="726" cy="1464485"/>
          </a:xfrm>
          <a:prstGeom prst="line">
            <a:avLst/>
          </a:prstGeom>
          <a:ln w="38100">
            <a:solidFill>
              <a:srgbClr val="7A81FF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040" name="x"/>
          <p:cNvSpPr/>
          <p:nvPr/>
        </p:nvSpPr>
        <p:spPr>
          <a:xfrm>
            <a:off x="6738937" y="4947047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x</a:t>
            </a:r>
          </a:p>
        </p:txBody>
      </p:sp>
      <p:sp>
        <p:nvSpPr>
          <p:cNvPr id="2041" name="y"/>
          <p:cNvSpPr/>
          <p:nvPr/>
        </p:nvSpPr>
        <p:spPr>
          <a:xfrm>
            <a:off x="7739062" y="4518422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2042" name="v"/>
          <p:cNvSpPr/>
          <p:nvPr/>
        </p:nvSpPr>
        <p:spPr>
          <a:xfrm>
            <a:off x="8131969" y="4518422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v</a:t>
            </a:r>
          </a:p>
        </p:txBody>
      </p:sp>
      <p:sp>
        <p:nvSpPr>
          <p:cNvPr id="2043" name="v"/>
          <p:cNvSpPr/>
          <p:nvPr/>
        </p:nvSpPr>
        <p:spPr>
          <a:xfrm>
            <a:off x="6738937" y="5295305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v</a:t>
            </a:r>
          </a:p>
        </p:txBody>
      </p:sp>
      <p:sp>
        <p:nvSpPr>
          <p:cNvPr id="2044" name="2"/>
          <p:cNvSpPr/>
          <p:nvPr/>
        </p:nvSpPr>
        <p:spPr>
          <a:xfrm>
            <a:off x="7372945" y="5322094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2</a:t>
            </a:r>
          </a:p>
        </p:txBody>
      </p:sp>
      <p:sp>
        <p:nvSpPr>
          <p:cNvPr id="2045" name="3"/>
          <p:cNvSpPr/>
          <p:nvPr/>
        </p:nvSpPr>
        <p:spPr>
          <a:xfrm>
            <a:off x="7756922" y="5322094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3</a:t>
            </a:r>
          </a:p>
        </p:txBody>
      </p:sp>
      <p:sp>
        <p:nvSpPr>
          <p:cNvPr id="2046" name="0"/>
          <p:cNvSpPr/>
          <p:nvPr/>
        </p:nvSpPr>
        <p:spPr>
          <a:xfrm>
            <a:off x="8123039" y="5322094"/>
            <a:ext cx="250031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2047" name="z"/>
          <p:cNvSpPr/>
          <p:nvPr/>
        </p:nvSpPr>
        <p:spPr>
          <a:xfrm>
            <a:off x="6738937" y="5625703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sp>
        <p:nvSpPr>
          <p:cNvPr id="2048" name="z"/>
          <p:cNvSpPr/>
          <p:nvPr/>
        </p:nvSpPr>
        <p:spPr>
          <a:xfrm>
            <a:off x="8524875" y="4509492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sp>
        <p:nvSpPr>
          <p:cNvPr id="2049" name="1"/>
          <p:cNvSpPr/>
          <p:nvPr/>
        </p:nvSpPr>
        <p:spPr>
          <a:xfrm>
            <a:off x="8551664" y="5322094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2050" name="0"/>
          <p:cNvSpPr/>
          <p:nvPr/>
        </p:nvSpPr>
        <p:spPr>
          <a:xfrm>
            <a:off x="5176242" y="1785937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2051" name="0"/>
          <p:cNvSpPr/>
          <p:nvPr/>
        </p:nvSpPr>
        <p:spPr>
          <a:xfrm>
            <a:off x="4006453" y="973336"/>
            <a:ext cx="267891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2052" name="1"/>
          <p:cNvSpPr/>
          <p:nvPr/>
        </p:nvSpPr>
        <p:spPr>
          <a:xfrm>
            <a:off x="4390430" y="973336"/>
            <a:ext cx="267891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2053" name="2"/>
          <p:cNvSpPr/>
          <p:nvPr/>
        </p:nvSpPr>
        <p:spPr>
          <a:xfrm>
            <a:off x="4783336" y="973336"/>
            <a:ext cx="267891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2</a:t>
            </a:r>
          </a:p>
        </p:txBody>
      </p:sp>
      <p:sp>
        <p:nvSpPr>
          <p:cNvPr id="2054" name="-"/>
          <p:cNvSpPr/>
          <p:nvPr/>
        </p:nvSpPr>
        <p:spPr>
          <a:xfrm>
            <a:off x="5229820" y="973336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-</a:t>
            </a:r>
          </a:p>
        </p:txBody>
      </p:sp>
      <p:sp>
        <p:nvSpPr>
          <p:cNvPr id="2055" name="-"/>
          <p:cNvSpPr/>
          <p:nvPr/>
        </p:nvSpPr>
        <p:spPr>
          <a:xfrm>
            <a:off x="4060031" y="1750219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-</a:t>
            </a:r>
          </a:p>
        </p:txBody>
      </p:sp>
      <p:sp>
        <p:nvSpPr>
          <p:cNvPr id="2056" name="3"/>
          <p:cNvSpPr/>
          <p:nvPr/>
        </p:nvSpPr>
        <p:spPr>
          <a:xfrm>
            <a:off x="4399359" y="1785937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3</a:t>
            </a:r>
          </a:p>
        </p:txBody>
      </p:sp>
      <p:sp>
        <p:nvSpPr>
          <p:cNvPr id="2057" name="1"/>
          <p:cNvSpPr/>
          <p:nvPr/>
        </p:nvSpPr>
        <p:spPr>
          <a:xfrm>
            <a:off x="4765476" y="1785937"/>
            <a:ext cx="20538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2058" name="-"/>
          <p:cNvSpPr/>
          <p:nvPr/>
        </p:nvSpPr>
        <p:spPr>
          <a:xfrm>
            <a:off x="7408664" y="5679281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-</a:t>
            </a:r>
          </a:p>
        </p:txBody>
      </p:sp>
      <p:sp>
        <p:nvSpPr>
          <p:cNvPr id="2059" name="3"/>
          <p:cNvSpPr/>
          <p:nvPr/>
        </p:nvSpPr>
        <p:spPr>
          <a:xfrm>
            <a:off x="7739063" y="5688211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3</a:t>
            </a:r>
          </a:p>
        </p:txBody>
      </p:sp>
      <p:sp>
        <p:nvSpPr>
          <p:cNvPr id="2060" name="1"/>
          <p:cNvSpPr/>
          <p:nvPr/>
        </p:nvSpPr>
        <p:spPr>
          <a:xfrm>
            <a:off x="8105180" y="5688211"/>
            <a:ext cx="20538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2061" name="0"/>
          <p:cNvSpPr/>
          <p:nvPr/>
        </p:nvSpPr>
        <p:spPr>
          <a:xfrm>
            <a:off x="8524875" y="5688211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2062" name="0"/>
          <p:cNvSpPr/>
          <p:nvPr/>
        </p:nvSpPr>
        <p:spPr>
          <a:xfrm>
            <a:off x="7337226" y="4964906"/>
            <a:ext cx="267891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2063" name="1"/>
          <p:cNvSpPr/>
          <p:nvPr/>
        </p:nvSpPr>
        <p:spPr>
          <a:xfrm>
            <a:off x="7721203" y="4964906"/>
            <a:ext cx="267891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2064" name="2"/>
          <p:cNvSpPr/>
          <p:nvPr/>
        </p:nvSpPr>
        <p:spPr>
          <a:xfrm>
            <a:off x="8114109" y="4964906"/>
            <a:ext cx="267891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2</a:t>
            </a:r>
          </a:p>
        </p:txBody>
      </p:sp>
      <p:sp>
        <p:nvSpPr>
          <p:cNvPr id="2065" name="-"/>
          <p:cNvSpPr/>
          <p:nvPr/>
        </p:nvSpPr>
        <p:spPr>
          <a:xfrm>
            <a:off x="8560594" y="4964906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-</a:t>
            </a:r>
          </a:p>
        </p:txBody>
      </p:sp>
      <p:sp>
        <p:nvSpPr>
          <p:cNvPr id="2066" name="Line"/>
          <p:cNvSpPr/>
          <p:nvPr/>
        </p:nvSpPr>
        <p:spPr>
          <a:xfrm flipH="1">
            <a:off x="7255098" y="5119352"/>
            <a:ext cx="708339" cy="595648"/>
          </a:xfrm>
          <a:prstGeom prst="line">
            <a:avLst/>
          </a:prstGeom>
          <a:ln w="63500">
            <a:solidFill>
              <a:srgbClr val="942193"/>
            </a:solidFill>
            <a:miter lim="400000"/>
            <a:headEnd type="stealth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6" grpId="0" animBg="1" advAuto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10</a:t>
            </a:fld>
            <a:endParaRPr/>
          </a:p>
        </p:txBody>
      </p:sp>
      <p:sp>
        <p:nvSpPr>
          <p:cNvPr id="2071" name="x"/>
          <p:cNvSpPr/>
          <p:nvPr/>
        </p:nvSpPr>
        <p:spPr>
          <a:xfrm>
            <a:off x="2774156" y="4223742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x</a:t>
            </a:r>
          </a:p>
        </p:txBody>
      </p:sp>
      <p:sp>
        <p:nvSpPr>
          <p:cNvPr id="2072" name="Line"/>
          <p:cNvSpPr/>
          <p:nvPr/>
        </p:nvSpPr>
        <p:spPr>
          <a:xfrm flipV="1">
            <a:off x="1979194" y="4664400"/>
            <a:ext cx="2232831" cy="702"/>
          </a:xfrm>
          <a:prstGeom prst="line">
            <a:avLst/>
          </a:prstGeom>
          <a:ln w="38100">
            <a:solidFill>
              <a:srgbClr val="424242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073" name="x"/>
          <p:cNvSpPr/>
          <p:nvPr/>
        </p:nvSpPr>
        <p:spPr>
          <a:xfrm>
            <a:off x="2149078" y="4652367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x</a:t>
            </a:r>
          </a:p>
        </p:txBody>
      </p:sp>
      <p:sp>
        <p:nvSpPr>
          <p:cNvPr id="2074" name="y"/>
          <p:cNvSpPr/>
          <p:nvPr/>
        </p:nvSpPr>
        <p:spPr>
          <a:xfrm>
            <a:off x="2149078" y="5000625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2075" name="0"/>
          <p:cNvSpPr/>
          <p:nvPr/>
        </p:nvSpPr>
        <p:spPr>
          <a:xfrm>
            <a:off x="2756297" y="4697016"/>
            <a:ext cx="267891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2076" name="1"/>
          <p:cNvSpPr/>
          <p:nvPr/>
        </p:nvSpPr>
        <p:spPr>
          <a:xfrm>
            <a:off x="2783086" y="5036344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2077" name="y"/>
          <p:cNvSpPr/>
          <p:nvPr/>
        </p:nvSpPr>
        <p:spPr>
          <a:xfrm>
            <a:off x="3149203" y="4223742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2078" name="v"/>
          <p:cNvSpPr/>
          <p:nvPr/>
        </p:nvSpPr>
        <p:spPr>
          <a:xfrm>
            <a:off x="3542109" y="4223742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v</a:t>
            </a:r>
          </a:p>
        </p:txBody>
      </p:sp>
      <p:sp>
        <p:nvSpPr>
          <p:cNvPr id="2079" name="v"/>
          <p:cNvSpPr/>
          <p:nvPr/>
        </p:nvSpPr>
        <p:spPr>
          <a:xfrm>
            <a:off x="2149078" y="5348883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v</a:t>
            </a:r>
          </a:p>
        </p:txBody>
      </p:sp>
      <p:sp>
        <p:nvSpPr>
          <p:cNvPr id="2080" name="1"/>
          <p:cNvSpPr/>
          <p:nvPr/>
        </p:nvSpPr>
        <p:spPr>
          <a:xfrm>
            <a:off x="3140273" y="4697016"/>
            <a:ext cx="267891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2081" name="2"/>
          <p:cNvSpPr/>
          <p:nvPr/>
        </p:nvSpPr>
        <p:spPr>
          <a:xfrm>
            <a:off x="3533180" y="4697016"/>
            <a:ext cx="267891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2</a:t>
            </a:r>
          </a:p>
        </p:txBody>
      </p:sp>
      <p:sp>
        <p:nvSpPr>
          <p:cNvPr id="2082" name="0"/>
          <p:cNvSpPr/>
          <p:nvPr/>
        </p:nvSpPr>
        <p:spPr>
          <a:xfrm>
            <a:off x="3175992" y="5036344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2083" name="3"/>
          <p:cNvSpPr/>
          <p:nvPr/>
        </p:nvSpPr>
        <p:spPr>
          <a:xfrm>
            <a:off x="3533180" y="5036344"/>
            <a:ext cx="19645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3</a:t>
            </a:r>
          </a:p>
        </p:txBody>
      </p:sp>
      <p:sp>
        <p:nvSpPr>
          <p:cNvPr id="2084" name="2"/>
          <p:cNvSpPr/>
          <p:nvPr/>
        </p:nvSpPr>
        <p:spPr>
          <a:xfrm>
            <a:off x="2792016" y="5384601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2</a:t>
            </a:r>
          </a:p>
        </p:txBody>
      </p:sp>
      <p:sp>
        <p:nvSpPr>
          <p:cNvPr id="2085" name="3"/>
          <p:cNvSpPr/>
          <p:nvPr/>
        </p:nvSpPr>
        <p:spPr>
          <a:xfrm>
            <a:off x="3184922" y="5384601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3</a:t>
            </a:r>
          </a:p>
        </p:txBody>
      </p:sp>
      <p:sp>
        <p:nvSpPr>
          <p:cNvPr id="2086" name="0"/>
          <p:cNvSpPr/>
          <p:nvPr/>
        </p:nvSpPr>
        <p:spPr>
          <a:xfrm>
            <a:off x="3515320" y="5384601"/>
            <a:ext cx="19645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2087" name="from"/>
          <p:cNvSpPr/>
          <p:nvPr/>
        </p:nvSpPr>
        <p:spPr>
          <a:xfrm rot="16200000">
            <a:off x="1300758" y="4991695"/>
            <a:ext cx="7411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from</a:t>
            </a:r>
          </a:p>
        </p:txBody>
      </p:sp>
      <p:sp>
        <p:nvSpPr>
          <p:cNvPr id="2088" name="to"/>
          <p:cNvSpPr/>
          <p:nvPr/>
        </p:nvSpPr>
        <p:spPr>
          <a:xfrm>
            <a:off x="3109019" y="3772793"/>
            <a:ext cx="46434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to</a:t>
            </a:r>
          </a:p>
        </p:txBody>
      </p:sp>
      <p:sp>
        <p:nvSpPr>
          <p:cNvPr id="2089" name="Line"/>
          <p:cNvSpPr/>
          <p:nvPr/>
        </p:nvSpPr>
        <p:spPr>
          <a:xfrm flipH="1">
            <a:off x="3528367" y="2606714"/>
            <a:ext cx="2308421" cy="768710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090" name="Line"/>
          <p:cNvSpPr/>
          <p:nvPr/>
        </p:nvSpPr>
        <p:spPr>
          <a:xfrm>
            <a:off x="6142661" y="2606715"/>
            <a:ext cx="2320587" cy="823433"/>
          </a:xfrm>
          <a:prstGeom prst="line">
            <a:avLst/>
          </a:prstGeom>
          <a:ln w="63500">
            <a:solidFill>
              <a:srgbClr val="5E5E5E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091" name="y"/>
          <p:cNvSpPr/>
          <p:nvPr/>
        </p:nvSpPr>
        <p:spPr>
          <a:xfrm>
            <a:off x="5729883" y="2294930"/>
            <a:ext cx="535781" cy="535781"/>
          </a:xfrm>
          <a:prstGeom prst="roundRect">
            <a:avLst>
              <a:gd name="adj" fmla="val 25000"/>
            </a:avLst>
          </a:prstGeom>
          <a:solidFill>
            <a:schemeClr val="accent4">
              <a:hueOff val="-1081314"/>
              <a:satOff val="4338"/>
              <a:lumOff val="-8931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r>
              <a:t>y</a:t>
            </a:r>
          </a:p>
        </p:txBody>
      </p:sp>
      <p:sp>
        <p:nvSpPr>
          <p:cNvPr id="2092" name="2"/>
          <p:cNvSpPr/>
          <p:nvPr/>
        </p:nvSpPr>
        <p:spPr>
          <a:xfrm>
            <a:off x="4551164" y="3575901"/>
            <a:ext cx="267891" cy="3491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>
                <a:solidFill>
                  <a:srgbClr val="942193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t>2</a:t>
            </a:r>
          </a:p>
        </p:txBody>
      </p:sp>
      <p:sp>
        <p:nvSpPr>
          <p:cNvPr id="2093" name="1"/>
          <p:cNvSpPr/>
          <p:nvPr/>
        </p:nvSpPr>
        <p:spPr>
          <a:xfrm>
            <a:off x="4551164" y="2544522"/>
            <a:ext cx="267891" cy="3491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>
                <a:solidFill>
                  <a:srgbClr val="942193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t>1</a:t>
            </a:r>
          </a:p>
        </p:txBody>
      </p:sp>
      <p:sp>
        <p:nvSpPr>
          <p:cNvPr id="2094" name="3"/>
          <p:cNvSpPr/>
          <p:nvPr/>
        </p:nvSpPr>
        <p:spPr>
          <a:xfrm>
            <a:off x="7105055" y="2544522"/>
            <a:ext cx="267891" cy="3491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>
                <a:solidFill>
                  <a:srgbClr val="942193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t>3</a:t>
            </a:r>
          </a:p>
        </p:txBody>
      </p:sp>
      <p:sp>
        <p:nvSpPr>
          <p:cNvPr id="2095" name="Line"/>
          <p:cNvSpPr/>
          <p:nvPr/>
        </p:nvSpPr>
        <p:spPr>
          <a:xfrm flipV="1">
            <a:off x="6046068" y="3578163"/>
            <a:ext cx="2382593" cy="821030"/>
          </a:xfrm>
          <a:prstGeom prst="line">
            <a:avLst/>
          </a:prstGeom>
          <a:ln w="63500">
            <a:solidFill>
              <a:srgbClr val="5E5E5E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096" name="Line"/>
          <p:cNvSpPr/>
          <p:nvPr/>
        </p:nvSpPr>
        <p:spPr>
          <a:xfrm>
            <a:off x="3604851" y="3679032"/>
            <a:ext cx="2334296" cy="676141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097" name="z"/>
          <p:cNvSpPr/>
          <p:nvPr/>
        </p:nvSpPr>
        <p:spPr>
          <a:xfrm>
            <a:off x="8256985" y="3223617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008F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r>
              <a:t>z</a:t>
            </a:r>
          </a:p>
        </p:txBody>
      </p:sp>
      <p:sp>
        <p:nvSpPr>
          <p:cNvPr id="2098" name="v"/>
          <p:cNvSpPr/>
          <p:nvPr/>
        </p:nvSpPr>
        <p:spPr>
          <a:xfrm>
            <a:off x="5729883" y="4089797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7A81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r>
              <a:t>v</a:t>
            </a:r>
          </a:p>
        </p:txBody>
      </p:sp>
      <p:sp>
        <p:nvSpPr>
          <p:cNvPr id="2099" name="1"/>
          <p:cNvSpPr/>
          <p:nvPr/>
        </p:nvSpPr>
        <p:spPr>
          <a:xfrm>
            <a:off x="7096125" y="3580366"/>
            <a:ext cx="267891" cy="3491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>
                <a:solidFill>
                  <a:srgbClr val="942193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t>1</a:t>
            </a:r>
          </a:p>
        </p:txBody>
      </p:sp>
      <p:sp>
        <p:nvSpPr>
          <p:cNvPr id="2100" name="x"/>
          <p:cNvSpPr/>
          <p:nvPr/>
        </p:nvSpPr>
        <p:spPr>
          <a:xfrm>
            <a:off x="3122414" y="3223617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424242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r>
              <a:t>x</a:t>
            </a:r>
          </a:p>
        </p:txBody>
      </p:sp>
      <p:sp>
        <p:nvSpPr>
          <p:cNvPr id="2101" name="z"/>
          <p:cNvSpPr/>
          <p:nvPr/>
        </p:nvSpPr>
        <p:spPr>
          <a:xfrm>
            <a:off x="3935015" y="4214813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sp>
        <p:nvSpPr>
          <p:cNvPr id="2102" name="3"/>
          <p:cNvSpPr/>
          <p:nvPr/>
        </p:nvSpPr>
        <p:spPr>
          <a:xfrm>
            <a:off x="3899297" y="4697016"/>
            <a:ext cx="330398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3</a:t>
            </a:r>
          </a:p>
        </p:txBody>
      </p:sp>
      <p:sp>
        <p:nvSpPr>
          <p:cNvPr id="2103" name="3"/>
          <p:cNvSpPr/>
          <p:nvPr/>
        </p:nvSpPr>
        <p:spPr>
          <a:xfrm>
            <a:off x="3899297" y="5027414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3</a:t>
            </a:r>
          </a:p>
        </p:txBody>
      </p:sp>
      <p:sp>
        <p:nvSpPr>
          <p:cNvPr id="2104" name="1"/>
          <p:cNvSpPr/>
          <p:nvPr/>
        </p:nvSpPr>
        <p:spPr>
          <a:xfrm>
            <a:off x="3926086" y="5393531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2105" name="x"/>
          <p:cNvSpPr/>
          <p:nvPr/>
        </p:nvSpPr>
        <p:spPr>
          <a:xfrm>
            <a:off x="8783836" y="111621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x</a:t>
            </a:r>
          </a:p>
        </p:txBody>
      </p:sp>
      <p:sp>
        <p:nvSpPr>
          <p:cNvPr id="2106" name="Line"/>
          <p:cNvSpPr/>
          <p:nvPr/>
        </p:nvSpPr>
        <p:spPr>
          <a:xfrm flipV="1">
            <a:off x="7989002" y="1552991"/>
            <a:ext cx="2232831" cy="702"/>
          </a:xfrm>
          <a:prstGeom prst="line">
            <a:avLst/>
          </a:prstGeom>
          <a:ln w="38100">
            <a:solidFill>
              <a:srgbClr val="008F00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107" name="y"/>
          <p:cNvSpPr/>
          <p:nvPr/>
        </p:nvSpPr>
        <p:spPr>
          <a:xfrm>
            <a:off x="8158758" y="1544836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2108" name="v"/>
          <p:cNvSpPr/>
          <p:nvPr/>
        </p:nvSpPr>
        <p:spPr>
          <a:xfrm>
            <a:off x="8158758" y="1910953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v</a:t>
            </a:r>
          </a:p>
        </p:txBody>
      </p:sp>
      <p:sp>
        <p:nvSpPr>
          <p:cNvPr id="2109" name="1"/>
          <p:cNvSpPr/>
          <p:nvPr/>
        </p:nvSpPr>
        <p:spPr>
          <a:xfrm>
            <a:off x="8783836" y="1607344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2110" name="y"/>
          <p:cNvSpPr/>
          <p:nvPr/>
        </p:nvSpPr>
        <p:spPr>
          <a:xfrm>
            <a:off x="9158883" y="111621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2111" name="v"/>
          <p:cNvSpPr/>
          <p:nvPr/>
        </p:nvSpPr>
        <p:spPr>
          <a:xfrm>
            <a:off x="9551789" y="111621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v</a:t>
            </a:r>
          </a:p>
        </p:txBody>
      </p:sp>
      <p:sp>
        <p:nvSpPr>
          <p:cNvPr id="2112" name="z"/>
          <p:cNvSpPr/>
          <p:nvPr/>
        </p:nvSpPr>
        <p:spPr>
          <a:xfrm>
            <a:off x="8158758" y="2241351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sp>
        <p:nvSpPr>
          <p:cNvPr id="2113" name="0"/>
          <p:cNvSpPr/>
          <p:nvPr/>
        </p:nvSpPr>
        <p:spPr>
          <a:xfrm>
            <a:off x="9176742" y="1607344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2114" name="3"/>
          <p:cNvSpPr/>
          <p:nvPr/>
        </p:nvSpPr>
        <p:spPr>
          <a:xfrm>
            <a:off x="9551789" y="1607344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3</a:t>
            </a:r>
          </a:p>
        </p:txBody>
      </p:sp>
      <p:sp>
        <p:nvSpPr>
          <p:cNvPr id="2115" name="2"/>
          <p:cNvSpPr/>
          <p:nvPr/>
        </p:nvSpPr>
        <p:spPr>
          <a:xfrm>
            <a:off x="8783836" y="1937742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2</a:t>
            </a:r>
          </a:p>
        </p:txBody>
      </p:sp>
      <p:sp>
        <p:nvSpPr>
          <p:cNvPr id="2116" name="3"/>
          <p:cNvSpPr/>
          <p:nvPr/>
        </p:nvSpPr>
        <p:spPr>
          <a:xfrm>
            <a:off x="9149953" y="1937742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3</a:t>
            </a:r>
          </a:p>
        </p:txBody>
      </p:sp>
      <p:sp>
        <p:nvSpPr>
          <p:cNvPr id="2117" name="0"/>
          <p:cNvSpPr/>
          <p:nvPr/>
        </p:nvSpPr>
        <p:spPr>
          <a:xfrm>
            <a:off x="9507141" y="1937742"/>
            <a:ext cx="258961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2118" name="z"/>
          <p:cNvSpPr/>
          <p:nvPr/>
        </p:nvSpPr>
        <p:spPr>
          <a:xfrm>
            <a:off x="9944695" y="110728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sp>
        <p:nvSpPr>
          <p:cNvPr id="2119" name="3"/>
          <p:cNvSpPr/>
          <p:nvPr/>
        </p:nvSpPr>
        <p:spPr>
          <a:xfrm>
            <a:off x="9953625" y="1616273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3</a:t>
            </a:r>
          </a:p>
        </p:txBody>
      </p:sp>
      <p:sp>
        <p:nvSpPr>
          <p:cNvPr id="2120" name="1"/>
          <p:cNvSpPr/>
          <p:nvPr/>
        </p:nvSpPr>
        <p:spPr>
          <a:xfrm>
            <a:off x="9944695" y="1937742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2121" name="Rectangle"/>
          <p:cNvSpPr/>
          <p:nvPr/>
        </p:nvSpPr>
        <p:spPr>
          <a:xfrm>
            <a:off x="1916906" y="4205883"/>
            <a:ext cx="2428875" cy="1589484"/>
          </a:xfrm>
          <a:prstGeom prst="rect">
            <a:avLst/>
          </a:prstGeom>
          <a:ln w="63500">
            <a:solidFill>
              <a:srgbClr val="424242"/>
            </a:solidFill>
            <a:miter lim="400000"/>
          </a:ln>
        </p:spPr>
        <p:txBody>
          <a:bodyPr lIns="35719" tIns="35719" rIns="35719" bIns="35719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2122" name="Line"/>
          <p:cNvSpPr/>
          <p:nvPr/>
        </p:nvSpPr>
        <p:spPr>
          <a:xfrm flipV="1">
            <a:off x="2552958" y="4304030"/>
            <a:ext cx="692" cy="1437768"/>
          </a:xfrm>
          <a:prstGeom prst="line">
            <a:avLst/>
          </a:prstGeom>
          <a:ln w="38100">
            <a:solidFill>
              <a:srgbClr val="424242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123" name="Rectangle"/>
          <p:cNvSpPr/>
          <p:nvPr/>
        </p:nvSpPr>
        <p:spPr>
          <a:xfrm>
            <a:off x="7926586" y="1098352"/>
            <a:ext cx="2428875" cy="1660922"/>
          </a:xfrm>
          <a:prstGeom prst="rect">
            <a:avLst/>
          </a:prstGeom>
          <a:ln w="63500">
            <a:solidFill>
              <a:srgbClr val="008F00"/>
            </a:solidFill>
            <a:miter lim="400000"/>
          </a:ln>
        </p:spPr>
        <p:txBody>
          <a:bodyPr lIns="35719" tIns="35719" rIns="35719" bIns="35719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2124" name="Line"/>
          <p:cNvSpPr/>
          <p:nvPr/>
        </p:nvSpPr>
        <p:spPr>
          <a:xfrm flipV="1">
            <a:off x="8560764" y="1196566"/>
            <a:ext cx="766" cy="1473419"/>
          </a:xfrm>
          <a:prstGeom prst="line">
            <a:avLst/>
          </a:prstGeom>
          <a:ln w="38100">
            <a:solidFill>
              <a:srgbClr val="008F00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125" name="3"/>
          <p:cNvSpPr/>
          <p:nvPr/>
        </p:nvSpPr>
        <p:spPr>
          <a:xfrm>
            <a:off x="8765977" y="2277070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3</a:t>
            </a:r>
          </a:p>
        </p:txBody>
      </p:sp>
      <p:sp>
        <p:nvSpPr>
          <p:cNvPr id="2126" name="3"/>
          <p:cNvSpPr/>
          <p:nvPr/>
        </p:nvSpPr>
        <p:spPr>
          <a:xfrm>
            <a:off x="9141023" y="2277070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3</a:t>
            </a:r>
          </a:p>
        </p:txBody>
      </p:sp>
      <p:sp>
        <p:nvSpPr>
          <p:cNvPr id="2127" name="1"/>
          <p:cNvSpPr/>
          <p:nvPr/>
        </p:nvSpPr>
        <p:spPr>
          <a:xfrm>
            <a:off x="9507141" y="2277070"/>
            <a:ext cx="20538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2128" name="0"/>
          <p:cNvSpPr/>
          <p:nvPr/>
        </p:nvSpPr>
        <p:spPr>
          <a:xfrm>
            <a:off x="9926836" y="2277070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2129" name="Rectangle"/>
          <p:cNvSpPr/>
          <p:nvPr/>
        </p:nvSpPr>
        <p:spPr>
          <a:xfrm>
            <a:off x="3167063" y="526852"/>
            <a:ext cx="2428875" cy="1714500"/>
          </a:xfrm>
          <a:prstGeom prst="rect">
            <a:avLst/>
          </a:prstGeom>
          <a:ln w="63500">
            <a:solidFill>
              <a:schemeClr val="accent4">
                <a:hueOff val="-1081314"/>
                <a:satOff val="4338"/>
                <a:lumOff val="-8931"/>
              </a:schemeClr>
            </a:solidFill>
            <a:miter lim="400000"/>
          </a:ln>
        </p:spPr>
        <p:txBody>
          <a:bodyPr lIns="35719" tIns="35719" rIns="35719" bIns="35719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2130" name="x"/>
          <p:cNvSpPr/>
          <p:nvPr/>
        </p:nvSpPr>
        <p:spPr>
          <a:xfrm>
            <a:off x="4024312" y="54471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x</a:t>
            </a:r>
          </a:p>
        </p:txBody>
      </p:sp>
      <p:sp>
        <p:nvSpPr>
          <p:cNvPr id="2131" name="Line"/>
          <p:cNvSpPr/>
          <p:nvPr/>
        </p:nvSpPr>
        <p:spPr>
          <a:xfrm flipV="1">
            <a:off x="3229479" y="981491"/>
            <a:ext cx="2232831" cy="702"/>
          </a:xfrm>
          <a:prstGeom prst="line">
            <a:avLst/>
          </a:prstGeom>
          <a:ln w="38100">
            <a:solidFill>
              <a:schemeClr val="accent4">
                <a:hueOff val="-1081314"/>
                <a:satOff val="4338"/>
                <a:lumOff val="-8931"/>
              </a:schemeClr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132" name="Line"/>
          <p:cNvSpPr/>
          <p:nvPr/>
        </p:nvSpPr>
        <p:spPr>
          <a:xfrm flipV="1">
            <a:off x="3801239" y="625067"/>
            <a:ext cx="693" cy="1553785"/>
          </a:xfrm>
          <a:prstGeom prst="line">
            <a:avLst/>
          </a:prstGeom>
          <a:ln w="38100">
            <a:solidFill>
              <a:schemeClr val="accent4">
                <a:hueOff val="-1081314"/>
                <a:satOff val="4338"/>
                <a:lumOff val="-8931"/>
              </a:schemeClr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133" name="x"/>
          <p:cNvSpPr/>
          <p:nvPr/>
        </p:nvSpPr>
        <p:spPr>
          <a:xfrm>
            <a:off x="3399234" y="973336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x</a:t>
            </a:r>
          </a:p>
        </p:txBody>
      </p:sp>
      <p:sp>
        <p:nvSpPr>
          <p:cNvPr id="2134" name="y"/>
          <p:cNvSpPr/>
          <p:nvPr/>
        </p:nvSpPr>
        <p:spPr>
          <a:xfrm>
            <a:off x="3399234" y="1321594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2135" name="1"/>
          <p:cNvSpPr/>
          <p:nvPr/>
        </p:nvSpPr>
        <p:spPr>
          <a:xfrm>
            <a:off x="4033242" y="1357312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2136" name="y"/>
          <p:cNvSpPr/>
          <p:nvPr/>
        </p:nvSpPr>
        <p:spPr>
          <a:xfrm>
            <a:off x="4399359" y="54471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2137" name="v"/>
          <p:cNvSpPr/>
          <p:nvPr/>
        </p:nvSpPr>
        <p:spPr>
          <a:xfrm>
            <a:off x="4792265" y="54471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v</a:t>
            </a:r>
          </a:p>
        </p:txBody>
      </p:sp>
      <p:sp>
        <p:nvSpPr>
          <p:cNvPr id="2138" name="0"/>
          <p:cNvSpPr/>
          <p:nvPr/>
        </p:nvSpPr>
        <p:spPr>
          <a:xfrm>
            <a:off x="4426148" y="1357312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2139" name="3"/>
          <p:cNvSpPr/>
          <p:nvPr/>
        </p:nvSpPr>
        <p:spPr>
          <a:xfrm>
            <a:off x="4783336" y="1357312"/>
            <a:ext cx="20538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3</a:t>
            </a:r>
          </a:p>
        </p:txBody>
      </p:sp>
      <p:sp>
        <p:nvSpPr>
          <p:cNvPr id="2140" name="z"/>
          <p:cNvSpPr/>
          <p:nvPr/>
        </p:nvSpPr>
        <p:spPr>
          <a:xfrm>
            <a:off x="3399234" y="1768078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sp>
        <p:nvSpPr>
          <p:cNvPr id="2141" name="z"/>
          <p:cNvSpPr/>
          <p:nvPr/>
        </p:nvSpPr>
        <p:spPr>
          <a:xfrm>
            <a:off x="5185172" y="54471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sp>
        <p:nvSpPr>
          <p:cNvPr id="2142" name="3"/>
          <p:cNvSpPr/>
          <p:nvPr/>
        </p:nvSpPr>
        <p:spPr>
          <a:xfrm>
            <a:off x="5211961" y="1366242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3</a:t>
            </a:r>
          </a:p>
        </p:txBody>
      </p:sp>
      <p:sp>
        <p:nvSpPr>
          <p:cNvPr id="2143" name="Rectangle"/>
          <p:cNvSpPr/>
          <p:nvPr/>
        </p:nvSpPr>
        <p:spPr>
          <a:xfrm>
            <a:off x="6506766" y="4500562"/>
            <a:ext cx="2428875" cy="1660922"/>
          </a:xfrm>
          <a:prstGeom prst="rect">
            <a:avLst/>
          </a:prstGeom>
          <a:ln w="63500">
            <a:solidFill>
              <a:srgbClr val="7A81FF"/>
            </a:solidFill>
            <a:miter lim="400000"/>
          </a:ln>
        </p:spPr>
        <p:txBody>
          <a:bodyPr lIns="35719" tIns="35719" rIns="35719" bIns="35719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2144" name="x"/>
          <p:cNvSpPr/>
          <p:nvPr/>
        </p:nvSpPr>
        <p:spPr>
          <a:xfrm>
            <a:off x="7364015" y="4518422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x</a:t>
            </a:r>
          </a:p>
        </p:txBody>
      </p:sp>
      <p:sp>
        <p:nvSpPr>
          <p:cNvPr id="2145" name="Line"/>
          <p:cNvSpPr/>
          <p:nvPr/>
        </p:nvSpPr>
        <p:spPr>
          <a:xfrm flipV="1">
            <a:off x="6569182" y="4955202"/>
            <a:ext cx="2232831" cy="702"/>
          </a:xfrm>
          <a:prstGeom prst="line">
            <a:avLst/>
          </a:prstGeom>
          <a:ln w="38100">
            <a:solidFill>
              <a:srgbClr val="7A81FF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146" name="Line"/>
          <p:cNvSpPr/>
          <p:nvPr/>
        </p:nvSpPr>
        <p:spPr>
          <a:xfrm flipV="1">
            <a:off x="7140938" y="4598781"/>
            <a:ext cx="726" cy="1464485"/>
          </a:xfrm>
          <a:prstGeom prst="line">
            <a:avLst/>
          </a:prstGeom>
          <a:ln w="38100">
            <a:solidFill>
              <a:srgbClr val="7A81FF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147" name="x"/>
          <p:cNvSpPr/>
          <p:nvPr/>
        </p:nvSpPr>
        <p:spPr>
          <a:xfrm>
            <a:off x="6738937" y="4947047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x</a:t>
            </a:r>
          </a:p>
        </p:txBody>
      </p:sp>
      <p:sp>
        <p:nvSpPr>
          <p:cNvPr id="2148" name="y"/>
          <p:cNvSpPr/>
          <p:nvPr/>
        </p:nvSpPr>
        <p:spPr>
          <a:xfrm>
            <a:off x="7739062" y="4518422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2149" name="v"/>
          <p:cNvSpPr/>
          <p:nvPr/>
        </p:nvSpPr>
        <p:spPr>
          <a:xfrm>
            <a:off x="8131969" y="4518422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v</a:t>
            </a:r>
          </a:p>
        </p:txBody>
      </p:sp>
      <p:sp>
        <p:nvSpPr>
          <p:cNvPr id="2150" name="v"/>
          <p:cNvSpPr/>
          <p:nvPr/>
        </p:nvSpPr>
        <p:spPr>
          <a:xfrm>
            <a:off x="6738937" y="5295305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v</a:t>
            </a:r>
          </a:p>
        </p:txBody>
      </p:sp>
      <p:sp>
        <p:nvSpPr>
          <p:cNvPr id="2151" name="2"/>
          <p:cNvSpPr/>
          <p:nvPr/>
        </p:nvSpPr>
        <p:spPr>
          <a:xfrm>
            <a:off x="7372945" y="5322094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2</a:t>
            </a:r>
          </a:p>
        </p:txBody>
      </p:sp>
      <p:sp>
        <p:nvSpPr>
          <p:cNvPr id="2152" name="3"/>
          <p:cNvSpPr/>
          <p:nvPr/>
        </p:nvSpPr>
        <p:spPr>
          <a:xfrm>
            <a:off x="7756922" y="5322094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3</a:t>
            </a:r>
          </a:p>
        </p:txBody>
      </p:sp>
      <p:sp>
        <p:nvSpPr>
          <p:cNvPr id="2153" name="0"/>
          <p:cNvSpPr/>
          <p:nvPr/>
        </p:nvSpPr>
        <p:spPr>
          <a:xfrm>
            <a:off x="8123039" y="5322094"/>
            <a:ext cx="250031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2154" name="z"/>
          <p:cNvSpPr/>
          <p:nvPr/>
        </p:nvSpPr>
        <p:spPr>
          <a:xfrm>
            <a:off x="6738937" y="5625703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sp>
        <p:nvSpPr>
          <p:cNvPr id="2155" name="z"/>
          <p:cNvSpPr/>
          <p:nvPr/>
        </p:nvSpPr>
        <p:spPr>
          <a:xfrm>
            <a:off x="8524875" y="4509492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sp>
        <p:nvSpPr>
          <p:cNvPr id="2156" name="1"/>
          <p:cNvSpPr/>
          <p:nvPr/>
        </p:nvSpPr>
        <p:spPr>
          <a:xfrm>
            <a:off x="8551664" y="5322094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2157" name="0"/>
          <p:cNvSpPr/>
          <p:nvPr/>
        </p:nvSpPr>
        <p:spPr>
          <a:xfrm>
            <a:off x="5176242" y="1785937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2158" name="0"/>
          <p:cNvSpPr/>
          <p:nvPr/>
        </p:nvSpPr>
        <p:spPr>
          <a:xfrm>
            <a:off x="4006453" y="973336"/>
            <a:ext cx="267891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2159" name="1"/>
          <p:cNvSpPr/>
          <p:nvPr/>
        </p:nvSpPr>
        <p:spPr>
          <a:xfrm>
            <a:off x="4390430" y="973336"/>
            <a:ext cx="267891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2160" name="2"/>
          <p:cNvSpPr/>
          <p:nvPr/>
        </p:nvSpPr>
        <p:spPr>
          <a:xfrm>
            <a:off x="4783336" y="973336"/>
            <a:ext cx="267891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2</a:t>
            </a:r>
          </a:p>
        </p:txBody>
      </p:sp>
      <p:sp>
        <p:nvSpPr>
          <p:cNvPr id="2161" name="3"/>
          <p:cNvSpPr/>
          <p:nvPr/>
        </p:nvSpPr>
        <p:spPr>
          <a:xfrm>
            <a:off x="5229820" y="973336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3</a:t>
            </a:r>
          </a:p>
        </p:txBody>
      </p:sp>
      <p:sp>
        <p:nvSpPr>
          <p:cNvPr id="2162" name="3"/>
          <p:cNvSpPr/>
          <p:nvPr/>
        </p:nvSpPr>
        <p:spPr>
          <a:xfrm>
            <a:off x="4033242" y="1777008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3</a:t>
            </a:r>
          </a:p>
        </p:txBody>
      </p:sp>
      <p:sp>
        <p:nvSpPr>
          <p:cNvPr id="2163" name="3"/>
          <p:cNvSpPr/>
          <p:nvPr/>
        </p:nvSpPr>
        <p:spPr>
          <a:xfrm>
            <a:off x="4399359" y="1785937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3</a:t>
            </a:r>
          </a:p>
        </p:txBody>
      </p:sp>
      <p:sp>
        <p:nvSpPr>
          <p:cNvPr id="2164" name="1"/>
          <p:cNvSpPr/>
          <p:nvPr/>
        </p:nvSpPr>
        <p:spPr>
          <a:xfrm>
            <a:off x="4765476" y="1785937"/>
            <a:ext cx="20538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2165" name="3"/>
          <p:cNvSpPr/>
          <p:nvPr/>
        </p:nvSpPr>
        <p:spPr>
          <a:xfrm>
            <a:off x="7364016" y="5679281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3</a:t>
            </a:r>
          </a:p>
        </p:txBody>
      </p:sp>
      <p:sp>
        <p:nvSpPr>
          <p:cNvPr id="2166" name="3"/>
          <p:cNvSpPr/>
          <p:nvPr/>
        </p:nvSpPr>
        <p:spPr>
          <a:xfrm>
            <a:off x="7739063" y="5688211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3</a:t>
            </a:r>
          </a:p>
        </p:txBody>
      </p:sp>
      <p:sp>
        <p:nvSpPr>
          <p:cNvPr id="2167" name="1"/>
          <p:cNvSpPr/>
          <p:nvPr/>
        </p:nvSpPr>
        <p:spPr>
          <a:xfrm>
            <a:off x="8105180" y="5688211"/>
            <a:ext cx="20538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2168" name="0"/>
          <p:cNvSpPr/>
          <p:nvPr/>
        </p:nvSpPr>
        <p:spPr>
          <a:xfrm>
            <a:off x="8524875" y="5688211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2169" name="0"/>
          <p:cNvSpPr/>
          <p:nvPr/>
        </p:nvSpPr>
        <p:spPr>
          <a:xfrm>
            <a:off x="7337226" y="4964906"/>
            <a:ext cx="267891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2170" name="1"/>
          <p:cNvSpPr/>
          <p:nvPr/>
        </p:nvSpPr>
        <p:spPr>
          <a:xfrm>
            <a:off x="7721203" y="4964906"/>
            <a:ext cx="267891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2171" name="2"/>
          <p:cNvSpPr/>
          <p:nvPr/>
        </p:nvSpPr>
        <p:spPr>
          <a:xfrm>
            <a:off x="8114109" y="4964906"/>
            <a:ext cx="267891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2</a:t>
            </a:r>
          </a:p>
        </p:txBody>
      </p:sp>
      <p:sp>
        <p:nvSpPr>
          <p:cNvPr id="2172" name="3"/>
          <p:cNvSpPr/>
          <p:nvPr/>
        </p:nvSpPr>
        <p:spPr>
          <a:xfrm>
            <a:off x="8560594" y="4964906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7A81FF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3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2" name="Distance-vector routing algorithm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Distance-vector routing algorithm</a:t>
            </a:r>
          </a:p>
        </p:txBody>
      </p:sp>
      <p:sp>
        <p:nvSpPr>
          <p:cNvPr id="2183" name="Distributed algorithm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Distributed algorithm</a:t>
            </a:r>
          </a:p>
          <a:p>
            <a:r>
              <a:t>All routers run it “together”: neighbors exchange and react to each other’s messages</a:t>
            </a:r>
          </a:p>
        </p:txBody>
      </p:sp>
      <p:sp>
        <p:nvSpPr>
          <p:cNvPr id="218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11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18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1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1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3" grpId="0" build="p" animBg="1" advAuto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8" name="Bellman-Ford algorithm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Bellman-Ford algorithm</a:t>
            </a:r>
          </a:p>
        </p:txBody>
      </p:sp>
      <p:sp>
        <p:nvSpPr>
          <p:cNvPr id="2189" name="All neighbors exchange information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All neighbors exchange information</a:t>
            </a:r>
          </a:p>
          <a:p>
            <a:r>
              <a:rPr dirty="0"/>
              <a:t>Each router checks whether it can improve current paths by leveraging the new information</a:t>
            </a:r>
          </a:p>
          <a:p>
            <a:r>
              <a:rPr dirty="0"/>
              <a:t>Ends when no improvement is possible </a:t>
            </a:r>
          </a:p>
        </p:txBody>
      </p:sp>
      <p:sp>
        <p:nvSpPr>
          <p:cNvPr id="219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12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18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1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1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1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9" grpId="0" build="p" animBg="1" advAuto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05172CA-696D-6AD4-BB3F-37051E55CE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53631" y="270797"/>
            <a:ext cx="8084739" cy="2635147"/>
          </a:xfrm>
        </p:spPr>
        <p:txBody>
          <a:bodyPr>
            <a:normAutofit/>
          </a:bodyPr>
          <a:lstStyle/>
          <a:p>
            <a:r>
              <a:rPr lang="en-US" dirty="0"/>
              <a:t>How to avoid routing loops?</a:t>
            </a:r>
          </a:p>
          <a:p>
            <a:endParaRPr lang="en-US" dirty="0"/>
          </a:p>
        </p:txBody>
      </p:sp>
      <p:pic>
        <p:nvPicPr>
          <p:cNvPr id="1026" name="Picture 2" descr="Dijkstra's Routing Loops | 0-Day Clothing: T-Shirts for Hackers, Engineers  and Geeks">
            <a:extLst>
              <a:ext uri="{FF2B5EF4-FFF2-40B4-BE49-F238E27FC236}">
                <a16:creationId xmlns:a16="http://schemas.microsoft.com/office/drawing/2014/main" id="{364C295C-3F04-4533-BCEE-20004238E61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727" t="28942" r="29844" b="51610"/>
          <a:stretch/>
        </p:blipFill>
        <p:spPr bwMode="auto">
          <a:xfrm>
            <a:off x="5738075" y="1646582"/>
            <a:ext cx="4183881" cy="2063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8A75687-2F1D-47BA-46C3-1E029E967030}"/>
              </a:ext>
            </a:extLst>
          </p:cNvPr>
          <p:cNvSpPr txBox="1"/>
          <p:nvPr/>
        </p:nvSpPr>
        <p:spPr>
          <a:xfrm>
            <a:off x="2027081" y="4248588"/>
            <a:ext cx="81967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We will see now how </a:t>
            </a:r>
            <a:r>
              <a:rPr lang="en-US" b="1" dirty="0"/>
              <a:t>a naive implementation of the Bellman-Ford routing protocol can lead to routing loops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980492574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4" name="Line"/>
          <p:cNvSpPr/>
          <p:nvPr/>
        </p:nvSpPr>
        <p:spPr>
          <a:xfrm flipH="1">
            <a:off x="3564086" y="2812097"/>
            <a:ext cx="2308421" cy="768710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195" name="Line"/>
          <p:cNvSpPr/>
          <p:nvPr/>
        </p:nvSpPr>
        <p:spPr>
          <a:xfrm>
            <a:off x="3631403" y="3821276"/>
            <a:ext cx="4865179" cy="1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196" name="Line"/>
          <p:cNvSpPr/>
          <p:nvPr/>
        </p:nvSpPr>
        <p:spPr>
          <a:xfrm>
            <a:off x="6178379" y="2812098"/>
            <a:ext cx="2320587" cy="823433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19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14</a:t>
            </a:fld>
            <a:endParaRPr/>
          </a:p>
        </p:txBody>
      </p:sp>
      <p:sp>
        <p:nvSpPr>
          <p:cNvPr id="2198" name="x"/>
          <p:cNvSpPr/>
          <p:nvPr/>
        </p:nvSpPr>
        <p:spPr>
          <a:xfrm>
            <a:off x="315813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424242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r>
              <a:t>x</a:t>
            </a:r>
          </a:p>
        </p:txBody>
      </p:sp>
      <p:sp>
        <p:nvSpPr>
          <p:cNvPr id="2199" name="z"/>
          <p:cNvSpPr/>
          <p:nvPr/>
        </p:nvSpPr>
        <p:spPr>
          <a:xfrm>
            <a:off x="829270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008F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r>
              <a:t>z</a:t>
            </a:r>
          </a:p>
        </p:txBody>
      </p:sp>
      <p:sp>
        <p:nvSpPr>
          <p:cNvPr id="2200" name="y"/>
          <p:cNvSpPr/>
          <p:nvPr/>
        </p:nvSpPr>
        <p:spPr>
          <a:xfrm>
            <a:off x="5765602" y="2500313"/>
            <a:ext cx="535781" cy="535781"/>
          </a:xfrm>
          <a:prstGeom prst="roundRect">
            <a:avLst>
              <a:gd name="adj" fmla="val 25000"/>
            </a:avLst>
          </a:prstGeom>
          <a:solidFill>
            <a:schemeClr val="accent4">
              <a:hueOff val="-1081314"/>
              <a:satOff val="4338"/>
              <a:lumOff val="-8931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r>
              <a:t>y</a:t>
            </a:r>
          </a:p>
        </p:txBody>
      </p:sp>
      <p:sp>
        <p:nvSpPr>
          <p:cNvPr id="2201" name="7"/>
          <p:cNvSpPr/>
          <p:nvPr/>
        </p:nvSpPr>
        <p:spPr>
          <a:xfrm>
            <a:off x="5899547" y="3379448"/>
            <a:ext cx="267891" cy="3491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>
                <a:solidFill>
                  <a:srgbClr val="942193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t>7</a:t>
            </a:r>
          </a:p>
        </p:txBody>
      </p:sp>
      <p:sp>
        <p:nvSpPr>
          <p:cNvPr id="2202" name="2"/>
          <p:cNvSpPr/>
          <p:nvPr/>
        </p:nvSpPr>
        <p:spPr>
          <a:xfrm>
            <a:off x="4435078" y="2678467"/>
            <a:ext cx="267891" cy="3491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>
                <a:solidFill>
                  <a:srgbClr val="942193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t>2</a:t>
            </a:r>
          </a:p>
        </p:txBody>
      </p:sp>
      <p:sp>
        <p:nvSpPr>
          <p:cNvPr id="2203" name="1"/>
          <p:cNvSpPr/>
          <p:nvPr/>
        </p:nvSpPr>
        <p:spPr>
          <a:xfrm>
            <a:off x="7346156" y="2749905"/>
            <a:ext cx="267891" cy="3491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>
                <a:solidFill>
                  <a:srgbClr val="942193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t>1</a:t>
            </a:r>
          </a:p>
        </p:txBody>
      </p:sp>
      <p:grpSp>
        <p:nvGrpSpPr>
          <p:cNvPr id="2219" name="Group"/>
          <p:cNvGrpSpPr/>
          <p:nvPr/>
        </p:nvGrpSpPr>
        <p:grpSpPr>
          <a:xfrm>
            <a:off x="4979789" y="535781"/>
            <a:ext cx="2107406" cy="1634133"/>
            <a:chOff x="0" y="0"/>
            <a:chExt cx="2997200" cy="2324100"/>
          </a:xfrm>
        </p:grpSpPr>
        <p:grpSp>
          <p:nvGrpSpPr>
            <p:cNvPr id="2207" name="Group"/>
            <p:cNvGrpSpPr/>
            <p:nvPr/>
          </p:nvGrpSpPr>
          <p:grpSpPr>
            <a:xfrm>
              <a:off x="1231900" y="1181100"/>
              <a:ext cx="1295400" cy="660400"/>
              <a:chOff x="0" y="0"/>
              <a:chExt cx="1295400" cy="660400"/>
            </a:xfrm>
          </p:grpSpPr>
          <p:sp>
            <p:nvSpPr>
              <p:cNvPr id="2204" name="2"/>
              <p:cNvSpPr/>
              <p:nvPr/>
            </p:nvSpPr>
            <p:spPr>
              <a:xfrm>
                <a:off x="0" y="0"/>
                <a:ext cx="241300" cy="6604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35719" tIns="35719" rIns="35719" bIns="35719" numCol="1" anchor="ctr">
                <a:noAutofit/>
              </a:bodyPr>
              <a:lstStyle>
                <a:lvl1pPr algn="l">
                  <a:defRPr sz="3600">
                    <a:solidFill>
                      <a:schemeClr val="accent4">
                        <a:hueOff val="-1081314"/>
                        <a:satOff val="4338"/>
                        <a:lumOff val="-8931"/>
                      </a:schemeClr>
                    </a:solidFill>
                    <a:latin typeface="+mn-lt"/>
                    <a:ea typeface="+mn-ea"/>
                    <a:cs typeface="+mn-cs"/>
                    <a:sym typeface="Chalkboard SE Regular"/>
                  </a:defRPr>
                </a:lvl1pPr>
              </a:lstStyle>
              <a:p>
                <a:r>
                  <a:rPr sz="2531"/>
                  <a:t>2</a:t>
                </a:r>
              </a:p>
            </p:txBody>
          </p:sp>
          <p:sp>
            <p:nvSpPr>
              <p:cNvPr id="2205" name="0"/>
              <p:cNvSpPr/>
              <p:nvPr/>
            </p:nvSpPr>
            <p:spPr>
              <a:xfrm>
                <a:off x="546100" y="0"/>
                <a:ext cx="241300" cy="6604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35719" tIns="35719" rIns="35719" bIns="35719" numCol="1" anchor="ctr">
                <a:noAutofit/>
              </a:bodyPr>
              <a:lstStyle>
                <a:lvl1pPr algn="l">
                  <a:defRPr sz="3600">
                    <a:solidFill>
                      <a:schemeClr val="accent4">
                        <a:hueOff val="-1081314"/>
                        <a:satOff val="4338"/>
                        <a:lumOff val="-8931"/>
                      </a:schemeClr>
                    </a:solidFill>
                    <a:latin typeface="+mn-lt"/>
                    <a:ea typeface="+mn-ea"/>
                    <a:cs typeface="+mn-cs"/>
                    <a:sym typeface="Chalkboard SE Regular"/>
                  </a:defRPr>
                </a:lvl1pPr>
              </a:lstStyle>
              <a:p>
                <a:r>
                  <a:rPr sz="2531"/>
                  <a:t>0</a:t>
                </a:r>
              </a:p>
            </p:txBody>
          </p:sp>
          <p:sp>
            <p:nvSpPr>
              <p:cNvPr id="2206" name="1"/>
              <p:cNvSpPr/>
              <p:nvPr/>
            </p:nvSpPr>
            <p:spPr>
              <a:xfrm>
                <a:off x="1104900" y="0"/>
                <a:ext cx="190500" cy="6604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35719" tIns="35719" rIns="35719" bIns="35719" numCol="1" anchor="ctr">
                <a:noAutofit/>
              </a:bodyPr>
              <a:lstStyle>
                <a:lvl1pPr algn="l">
                  <a:defRPr sz="3600">
                    <a:solidFill>
                      <a:schemeClr val="accent4">
                        <a:hueOff val="-1081314"/>
                        <a:satOff val="4338"/>
                        <a:lumOff val="-8931"/>
                      </a:schemeClr>
                    </a:solidFill>
                    <a:latin typeface="+mn-lt"/>
                    <a:ea typeface="+mn-ea"/>
                    <a:cs typeface="+mn-cs"/>
                    <a:sym typeface="Chalkboard SE Regular"/>
                  </a:defRPr>
                </a:lvl1pPr>
              </a:lstStyle>
              <a:p>
                <a:r>
                  <a:rPr sz="2531"/>
                  <a:t>1</a:t>
                </a:r>
              </a:p>
            </p:txBody>
          </p:sp>
        </p:grpSp>
        <p:sp>
          <p:nvSpPr>
            <p:cNvPr id="2208" name="Rectangle"/>
            <p:cNvSpPr/>
            <p:nvPr/>
          </p:nvSpPr>
          <p:spPr>
            <a:xfrm>
              <a:off x="0" y="0"/>
              <a:ext cx="2997200" cy="2311400"/>
            </a:xfrm>
            <a:prstGeom prst="rect">
              <a:avLst/>
            </a:prstGeom>
            <a:noFill/>
            <a:ln w="63500" cap="flat">
              <a:solidFill>
                <a:schemeClr val="accent4">
                  <a:hueOff val="-1081314"/>
                  <a:satOff val="4338"/>
                  <a:lumOff val="-8931"/>
                </a:schemeClr>
              </a:solidFill>
              <a:prstDash val="solid"/>
              <a:miter lim="400000"/>
            </a:ln>
            <a:effectLst/>
          </p:spPr>
          <p:txBody>
            <a:bodyPr wrap="square" lIns="35719" tIns="35719" rIns="35719" bIns="35719" numCol="1" anchor="ctr">
              <a:noAutofit/>
            </a:bodyPr>
            <a:lstStyle/>
            <a:p>
              <a:pPr>
                <a:defRPr sz="4000">
                  <a:solidFill>
                    <a:schemeClr val="accent4">
                      <a:hueOff val="-1081314"/>
                      <a:satOff val="4338"/>
                      <a:lumOff val="-8931"/>
                    </a:schemeClr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2812"/>
            </a:p>
          </p:txBody>
        </p:sp>
        <p:sp>
          <p:nvSpPr>
            <p:cNvPr id="2209" name="x"/>
            <p:cNvSpPr/>
            <p:nvPr/>
          </p:nvSpPr>
          <p:spPr>
            <a:xfrm>
              <a:off x="1219200" y="25400"/>
              <a:ext cx="381000" cy="596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200">
                  <a:solidFill>
                    <a:schemeClr val="accent4">
                      <a:hueOff val="-1081314"/>
                      <a:satOff val="4338"/>
                      <a:lumOff val="-8931"/>
                    </a:schemeClr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250"/>
                <a:t>x</a:t>
              </a:r>
            </a:p>
          </p:txBody>
        </p:sp>
        <p:sp>
          <p:nvSpPr>
            <p:cNvPr id="2210" name="Line"/>
            <p:cNvSpPr/>
            <p:nvPr/>
          </p:nvSpPr>
          <p:spPr>
            <a:xfrm flipV="1">
              <a:off x="88896" y="652173"/>
              <a:ext cx="2784760" cy="931"/>
            </a:xfrm>
            <a:prstGeom prst="line">
              <a:avLst/>
            </a:prstGeom>
            <a:noFill/>
            <a:ln w="38100" cap="flat">
              <a:solidFill>
                <a:schemeClr val="accent4">
                  <a:hueOff val="-1081314"/>
                  <a:satOff val="4338"/>
                  <a:lumOff val="-8931"/>
                </a:schemeClr>
              </a:solidFill>
              <a:prstDash val="solid"/>
              <a:miter lim="400000"/>
            </a:ln>
            <a:effectLst/>
          </p:spPr>
          <p:txBody>
            <a:bodyPr wrap="square" lIns="35719" tIns="35719" rIns="35719" bIns="35719" numCol="1" anchor="ctr">
              <a:noAutofit/>
            </a:bodyPr>
            <a:lstStyle/>
            <a:p>
              <a:pPr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844"/>
            </a:p>
          </p:txBody>
        </p:sp>
        <p:sp>
          <p:nvSpPr>
            <p:cNvPr id="2211" name="Line"/>
            <p:cNvSpPr/>
            <p:nvPr/>
          </p:nvSpPr>
          <p:spPr>
            <a:xfrm flipV="1">
              <a:off x="904605" y="139584"/>
              <a:ext cx="983" cy="2046721"/>
            </a:xfrm>
            <a:prstGeom prst="line">
              <a:avLst/>
            </a:prstGeom>
            <a:noFill/>
            <a:ln w="38100" cap="flat">
              <a:solidFill>
                <a:schemeClr val="accent4">
                  <a:hueOff val="-1081314"/>
                  <a:satOff val="4338"/>
                  <a:lumOff val="-8931"/>
                </a:schemeClr>
              </a:solidFill>
              <a:prstDash val="solid"/>
              <a:miter lim="400000"/>
            </a:ln>
            <a:effectLst/>
          </p:spPr>
          <p:txBody>
            <a:bodyPr wrap="square" lIns="35719" tIns="35719" rIns="35719" bIns="35719" numCol="1" anchor="ctr">
              <a:noAutofit/>
            </a:bodyPr>
            <a:lstStyle/>
            <a:p>
              <a:pPr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844"/>
            </a:p>
          </p:txBody>
        </p:sp>
        <p:sp>
          <p:nvSpPr>
            <p:cNvPr id="2212" name="y"/>
            <p:cNvSpPr/>
            <p:nvPr/>
          </p:nvSpPr>
          <p:spPr>
            <a:xfrm>
              <a:off x="330200" y="1130300"/>
              <a:ext cx="3429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200">
                  <a:solidFill>
                    <a:schemeClr val="accent4">
                      <a:hueOff val="-1081314"/>
                      <a:satOff val="4338"/>
                      <a:lumOff val="-8931"/>
                    </a:schemeClr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250"/>
                <a:t>y</a:t>
              </a:r>
            </a:p>
          </p:txBody>
        </p:sp>
        <p:sp>
          <p:nvSpPr>
            <p:cNvPr id="2213" name="y"/>
            <p:cNvSpPr/>
            <p:nvPr/>
          </p:nvSpPr>
          <p:spPr>
            <a:xfrm>
              <a:off x="1752600" y="25400"/>
              <a:ext cx="381000" cy="596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200">
                  <a:solidFill>
                    <a:schemeClr val="accent4">
                      <a:hueOff val="-1081314"/>
                      <a:satOff val="4338"/>
                      <a:lumOff val="-8931"/>
                    </a:schemeClr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250"/>
                <a:t>y</a:t>
              </a:r>
            </a:p>
          </p:txBody>
        </p:sp>
        <p:sp>
          <p:nvSpPr>
            <p:cNvPr id="2214" name="z"/>
            <p:cNvSpPr/>
            <p:nvPr/>
          </p:nvSpPr>
          <p:spPr>
            <a:xfrm>
              <a:off x="2311400" y="25400"/>
              <a:ext cx="381000" cy="596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200">
                  <a:solidFill>
                    <a:schemeClr val="accent4">
                      <a:hueOff val="-1081314"/>
                      <a:satOff val="4338"/>
                      <a:lumOff val="-8931"/>
                    </a:schemeClr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250"/>
                <a:t>z</a:t>
              </a:r>
            </a:p>
          </p:txBody>
        </p:sp>
        <p:sp>
          <p:nvSpPr>
            <p:cNvPr id="2215" name="z"/>
            <p:cNvSpPr/>
            <p:nvPr/>
          </p:nvSpPr>
          <p:spPr>
            <a:xfrm>
              <a:off x="330200" y="1600200"/>
              <a:ext cx="3429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200">
                  <a:solidFill>
                    <a:schemeClr val="accent4">
                      <a:hueOff val="-1081314"/>
                      <a:satOff val="4338"/>
                      <a:lumOff val="-8931"/>
                    </a:schemeClr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250"/>
                <a:t>z</a:t>
              </a:r>
            </a:p>
          </p:txBody>
        </p:sp>
        <p:sp>
          <p:nvSpPr>
            <p:cNvPr id="2216" name="3"/>
            <p:cNvSpPr/>
            <p:nvPr/>
          </p:nvSpPr>
          <p:spPr>
            <a:xfrm>
              <a:off x="1206500" y="166370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chemeClr val="accent4">
                      <a:hueOff val="-1081314"/>
                      <a:satOff val="4338"/>
                      <a:lumOff val="-8931"/>
                    </a:schemeClr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531"/>
                <a:t>3</a:t>
              </a:r>
            </a:p>
          </p:txBody>
        </p:sp>
        <p:sp>
          <p:nvSpPr>
            <p:cNvPr id="2217" name="1"/>
            <p:cNvSpPr/>
            <p:nvPr/>
          </p:nvSpPr>
          <p:spPr>
            <a:xfrm>
              <a:off x="1765300" y="166370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531"/>
                <a:t>1</a:t>
              </a:r>
            </a:p>
          </p:txBody>
        </p:sp>
        <p:sp>
          <p:nvSpPr>
            <p:cNvPr id="2218" name="0"/>
            <p:cNvSpPr/>
            <p:nvPr/>
          </p:nvSpPr>
          <p:spPr>
            <a:xfrm>
              <a:off x="2298700" y="1663700"/>
              <a:ext cx="3048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531"/>
                <a:t>0</a:t>
              </a:r>
            </a:p>
          </p:txBody>
        </p:sp>
      </p:grpSp>
      <p:grpSp>
        <p:nvGrpSpPr>
          <p:cNvPr id="2234" name="Group"/>
          <p:cNvGrpSpPr/>
          <p:nvPr/>
        </p:nvGrpSpPr>
        <p:grpSpPr>
          <a:xfrm>
            <a:off x="7569399" y="4589859"/>
            <a:ext cx="2107406" cy="1625203"/>
            <a:chOff x="0" y="0"/>
            <a:chExt cx="2997200" cy="2311400"/>
          </a:xfrm>
        </p:grpSpPr>
        <p:sp>
          <p:nvSpPr>
            <p:cNvPr id="2220" name="Rectangle"/>
            <p:cNvSpPr/>
            <p:nvPr/>
          </p:nvSpPr>
          <p:spPr>
            <a:xfrm>
              <a:off x="0" y="0"/>
              <a:ext cx="2997200" cy="2311400"/>
            </a:xfrm>
            <a:prstGeom prst="rect">
              <a:avLst/>
            </a:prstGeom>
            <a:noFill/>
            <a:ln w="63500" cap="flat">
              <a:solidFill>
                <a:srgbClr val="008F00"/>
              </a:solidFill>
              <a:prstDash val="solid"/>
              <a:miter lim="400000"/>
            </a:ln>
            <a:effectLst/>
          </p:spPr>
          <p:txBody>
            <a:bodyPr wrap="square" lIns="35719" tIns="35719" rIns="35719" bIns="35719" numCol="1" anchor="ctr">
              <a:noAutofit/>
            </a:bodyPr>
            <a:lstStyle/>
            <a:p>
              <a:pPr>
                <a:defRPr sz="4000">
                  <a:solidFill>
                    <a:srgbClr val="008F00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2812"/>
            </a:p>
          </p:txBody>
        </p:sp>
        <p:sp>
          <p:nvSpPr>
            <p:cNvPr id="2221" name="x"/>
            <p:cNvSpPr/>
            <p:nvPr/>
          </p:nvSpPr>
          <p:spPr>
            <a:xfrm>
              <a:off x="1219200" y="25400"/>
              <a:ext cx="381000" cy="596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2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250"/>
                <a:t>x</a:t>
              </a:r>
            </a:p>
          </p:txBody>
        </p:sp>
        <p:sp>
          <p:nvSpPr>
            <p:cNvPr id="2222" name="Line"/>
            <p:cNvSpPr/>
            <p:nvPr/>
          </p:nvSpPr>
          <p:spPr>
            <a:xfrm flipV="1">
              <a:off x="88896" y="652173"/>
              <a:ext cx="2784760" cy="931"/>
            </a:xfrm>
            <a:prstGeom prst="line">
              <a:avLst/>
            </a:prstGeom>
            <a:noFill/>
            <a:ln w="38100" cap="flat">
              <a:solidFill>
                <a:srgbClr val="008F00"/>
              </a:solidFill>
              <a:prstDash val="solid"/>
              <a:miter lim="400000"/>
            </a:ln>
            <a:effectLst/>
          </p:spPr>
          <p:txBody>
            <a:bodyPr wrap="square" lIns="35719" tIns="35719" rIns="35719" bIns="35719" numCol="1" anchor="ctr">
              <a:noAutofit/>
            </a:bodyPr>
            <a:lstStyle/>
            <a:p>
              <a:pPr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844"/>
            </a:p>
          </p:txBody>
        </p:sp>
        <p:sp>
          <p:nvSpPr>
            <p:cNvPr id="2223" name="Line"/>
            <p:cNvSpPr/>
            <p:nvPr/>
          </p:nvSpPr>
          <p:spPr>
            <a:xfrm flipV="1">
              <a:off x="904605" y="139584"/>
              <a:ext cx="983" cy="2046722"/>
            </a:xfrm>
            <a:prstGeom prst="line">
              <a:avLst/>
            </a:prstGeom>
            <a:noFill/>
            <a:ln w="38100" cap="flat">
              <a:solidFill>
                <a:srgbClr val="008F00"/>
              </a:solidFill>
              <a:prstDash val="solid"/>
              <a:miter lim="400000"/>
            </a:ln>
            <a:effectLst/>
          </p:spPr>
          <p:txBody>
            <a:bodyPr wrap="square" lIns="35719" tIns="35719" rIns="35719" bIns="35719" numCol="1" anchor="ctr">
              <a:noAutofit/>
            </a:bodyPr>
            <a:lstStyle/>
            <a:p>
              <a:pPr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844"/>
            </a:p>
          </p:txBody>
        </p:sp>
        <p:sp>
          <p:nvSpPr>
            <p:cNvPr id="2224" name="y"/>
            <p:cNvSpPr/>
            <p:nvPr/>
          </p:nvSpPr>
          <p:spPr>
            <a:xfrm>
              <a:off x="330200" y="1130300"/>
              <a:ext cx="3429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2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250"/>
                <a:t>y</a:t>
              </a:r>
            </a:p>
          </p:txBody>
        </p:sp>
        <p:sp>
          <p:nvSpPr>
            <p:cNvPr id="2225" name="y"/>
            <p:cNvSpPr/>
            <p:nvPr/>
          </p:nvSpPr>
          <p:spPr>
            <a:xfrm>
              <a:off x="1752600" y="25400"/>
              <a:ext cx="381000" cy="596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2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250"/>
                <a:t>y</a:t>
              </a:r>
            </a:p>
          </p:txBody>
        </p:sp>
        <p:sp>
          <p:nvSpPr>
            <p:cNvPr id="2226" name="z"/>
            <p:cNvSpPr/>
            <p:nvPr/>
          </p:nvSpPr>
          <p:spPr>
            <a:xfrm>
              <a:off x="2311400" y="25400"/>
              <a:ext cx="381000" cy="596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2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250"/>
                <a:t>z</a:t>
              </a:r>
            </a:p>
          </p:txBody>
        </p:sp>
        <p:sp>
          <p:nvSpPr>
            <p:cNvPr id="2227" name="z"/>
            <p:cNvSpPr/>
            <p:nvPr/>
          </p:nvSpPr>
          <p:spPr>
            <a:xfrm>
              <a:off x="330200" y="1600200"/>
              <a:ext cx="3429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2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250"/>
                <a:t>z</a:t>
              </a:r>
            </a:p>
          </p:txBody>
        </p:sp>
        <p:sp>
          <p:nvSpPr>
            <p:cNvPr id="2228" name="3"/>
            <p:cNvSpPr/>
            <p:nvPr/>
          </p:nvSpPr>
          <p:spPr>
            <a:xfrm>
              <a:off x="1206500" y="165100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chemeClr val="accent4">
                      <a:hueOff val="-1081314"/>
                      <a:satOff val="4338"/>
                      <a:lumOff val="-8931"/>
                    </a:schemeClr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531"/>
                <a:t>3</a:t>
              </a:r>
            </a:p>
          </p:txBody>
        </p:sp>
        <p:sp>
          <p:nvSpPr>
            <p:cNvPr id="2229" name="1"/>
            <p:cNvSpPr/>
            <p:nvPr/>
          </p:nvSpPr>
          <p:spPr>
            <a:xfrm>
              <a:off x="1765300" y="165100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531"/>
                <a:t>1</a:t>
              </a:r>
            </a:p>
          </p:txBody>
        </p:sp>
        <p:sp>
          <p:nvSpPr>
            <p:cNvPr id="2230" name="0"/>
            <p:cNvSpPr/>
            <p:nvPr/>
          </p:nvSpPr>
          <p:spPr>
            <a:xfrm>
              <a:off x="2298700" y="1651000"/>
              <a:ext cx="2794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531"/>
                <a:t>0</a:t>
              </a:r>
            </a:p>
          </p:txBody>
        </p:sp>
        <p:sp>
          <p:nvSpPr>
            <p:cNvPr id="2231" name="2"/>
            <p:cNvSpPr/>
            <p:nvPr/>
          </p:nvSpPr>
          <p:spPr>
            <a:xfrm>
              <a:off x="1181100" y="114300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chemeClr val="accent4">
                      <a:hueOff val="-1081314"/>
                      <a:satOff val="4338"/>
                      <a:lumOff val="-8931"/>
                    </a:schemeClr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531"/>
                <a:t>2</a:t>
              </a:r>
            </a:p>
          </p:txBody>
        </p:sp>
        <p:sp>
          <p:nvSpPr>
            <p:cNvPr id="2232" name="0"/>
            <p:cNvSpPr/>
            <p:nvPr/>
          </p:nvSpPr>
          <p:spPr>
            <a:xfrm>
              <a:off x="1727200" y="115570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chemeClr val="accent4">
                      <a:hueOff val="-1081314"/>
                      <a:satOff val="4338"/>
                      <a:lumOff val="-8931"/>
                    </a:schemeClr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531"/>
                <a:t>0</a:t>
              </a:r>
            </a:p>
          </p:txBody>
        </p:sp>
        <p:sp>
          <p:nvSpPr>
            <p:cNvPr id="2233" name="1"/>
            <p:cNvSpPr/>
            <p:nvPr/>
          </p:nvSpPr>
          <p:spPr>
            <a:xfrm>
              <a:off x="2286000" y="1143000"/>
              <a:ext cx="1905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chemeClr val="accent4">
                      <a:hueOff val="-1081314"/>
                      <a:satOff val="4338"/>
                      <a:lumOff val="-8931"/>
                    </a:schemeClr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531"/>
                <a:t>1</a:t>
              </a:r>
            </a:p>
          </p:txBody>
        </p:sp>
      </p:grpSp>
      <p:sp>
        <p:nvSpPr>
          <p:cNvPr id="2235" name="Line"/>
          <p:cNvSpPr/>
          <p:nvPr/>
        </p:nvSpPr>
        <p:spPr>
          <a:xfrm flipV="1">
            <a:off x="3719539" y="2708237"/>
            <a:ext cx="1992807" cy="673431"/>
          </a:xfrm>
          <a:prstGeom prst="line">
            <a:avLst/>
          </a:prstGeom>
          <a:ln w="50800">
            <a:solidFill>
              <a:srgbClr val="942193"/>
            </a:solidFill>
            <a:miter lim="400000"/>
            <a:headEnd type="stealth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236" name="Line"/>
          <p:cNvSpPr/>
          <p:nvPr/>
        </p:nvSpPr>
        <p:spPr>
          <a:xfrm>
            <a:off x="3773816" y="2928896"/>
            <a:ext cx="4494121" cy="7694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21" extrusionOk="0">
                <a:moveTo>
                  <a:pt x="21600" y="21038"/>
                </a:moveTo>
                <a:cubicBezTo>
                  <a:pt x="21600" y="21038"/>
                  <a:pt x="13263" y="-179"/>
                  <a:pt x="10818" y="1"/>
                </a:cubicBezTo>
                <a:cubicBezTo>
                  <a:pt x="8512" y="171"/>
                  <a:pt x="0" y="21421"/>
                  <a:pt x="0" y="21421"/>
                </a:cubicBezTo>
              </a:path>
            </a:pathLst>
          </a:custGeom>
          <a:ln w="50800">
            <a:solidFill>
              <a:srgbClr val="942193"/>
            </a:solidFill>
            <a:miter lim="400000"/>
            <a:tailEnd type="stealth"/>
          </a:ln>
        </p:spPr>
        <p:txBody>
          <a:bodyPr lIns="35719" tIns="35719" rIns="35719" bIns="35719" anchor="ctr"/>
          <a:lstStyle/>
          <a:p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2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2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1000"/>
                                        <p:tgtEl>
                                          <p:spTgt spid="2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2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24" dur="1000" fill="hold"/>
                                        <p:tgtEl>
                                          <p:spTgt spid="21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94" grpId="0" animBg="1" advAuto="0"/>
      <p:bldP spid="2202" grpId="0" animBg="1" advAuto="0"/>
      <p:bldP spid="2219" grpId="0" animBg="1" advAuto="0"/>
      <p:bldP spid="2234" grpId="0" animBg="1" advAuto="0"/>
      <p:bldP spid="2235" grpId="0" animBg="1" advAuto="0"/>
      <p:bldP spid="2236" grpId="0" animBg="1" advAuto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0" name="0"/>
          <p:cNvSpPr/>
          <p:nvPr/>
        </p:nvSpPr>
        <p:spPr>
          <a:xfrm>
            <a:off x="6229945" y="1366242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2241" name="1"/>
          <p:cNvSpPr/>
          <p:nvPr/>
        </p:nvSpPr>
        <p:spPr>
          <a:xfrm>
            <a:off x="6622852" y="1366242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2242" name="Line"/>
          <p:cNvSpPr/>
          <p:nvPr/>
        </p:nvSpPr>
        <p:spPr>
          <a:xfrm>
            <a:off x="3631403" y="3821276"/>
            <a:ext cx="4865179" cy="1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243" name="Line"/>
          <p:cNvSpPr/>
          <p:nvPr/>
        </p:nvSpPr>
        <p:spPr>
          <a:xfrm>
            <a:off x="6178379" y="2812098"/>
            <a:ext cx="2320587" cy="823433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24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15</a:t>
            </a:fld>
            <a:endParaRPr/>
          </a:p>
        </p:txBody>
      </p:sp>
      <p:sp>
        <p:nvSpPr>
          <p:cNvPr id="2245" name="x"/>
          <p:cNvSpPr/>
          <p:nvPr/>
        </p:nvSpPr>
        <p:spPr>
          <a:xfrm>
            <a:off x="315813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424242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r>
              <a:t>x</a:t>
            </a:r>
          </a:p>
        </p:txBody>
      </p:sp>
      <p:sp>
        <p:nvSpPr>
          <p:cNvPr id="2246" name="z"/>
          <p:cNvSpPr/>
          <p:nvPr/>
        </p:nvSpPr>
        <p:spPr>
          <a:xfrm>
            <a:off x="829270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008F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r>
              <a:t>z</a:t>
            </a:r>
          </a:p>
        </p:txBody>
      </p:sp>
      <p:sp>
        <p:nvSpPr>
          <p:cNvPr id="2247" name="y"/>
          <p:cNvSpPr/>
          <p:nvPr/>
        </p:nvSpPr>
        <p:spPr>
          <a:xfrm>
            <a:off x="5765602" y="2500313"/>
            <a:ext cx="535781" cy="535781"/>
          </a:xfrm>
          <a:prstGeom prst="roundRect">
            <a:avLst>
              <a:gd name="adj" fmla="val 25000"/>
            </a:avLst>
          </a:prstGeom>
          <a:solidFill>
            <a:schemeClr val="accent4">
              <a:hueOff val="-1081314"/>
              <a:satOff val="4338"/>
              <a:lumOff val="-8931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r>
              <a:t>y</a:t>
            </a:r>
          </a:p>
        </p:txBody>
      </p:sp>
      <p:sp>
        <p:nvSpPr>
          <p:cNvPr id="2248" name="7"/>
          <p:cNvSpPr/>
          <p:nvPr/>
        </p:nvSpPr>
        <p:spPr>
          <a:xfrm>
            <a:off x="5899547" y="3379448"/>
            <a:ext cx="267891" cy="3491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>
                <a:solidFill>
                  <a:srgbClr val="942193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t>7</a:t>
            </a:r>
          </a:p>
        </p:txBody>
      </p:sp>
      <p:sp>
        <p:nvSpPr>
          <p:cNvPr id="2249" name="1"/>
          <p:cNvSpPr/>
          <p:nvPr/>
        </p:nvSpPr>
        <p:spPr>
          <a:xfrm>
            <a:off x="7346156" y="2749905"/>
            <a:ext cx="267891" cy="3491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>
                <a:solidFill>
                  <a:srgbClr val="942193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t>1</a:t>
            </a:r>
          </a:p>
        </p:txBody>
      </p:sp>
      <p:sp>
        <p:nvSpPr>
          <p:cNvPr id="2250" name="Rectangle"/>
          <p:cNvSpPr/>
          <p:nvPr/>
        </p:nvSpPr>
        <p:spPr>
          <a:xfrm>
            <a:off x="4979789" y="535781"/>
            <a:ext cx="2107406" cy="1625203"/>
          </a:xfrm>
          <a:prstGeom prst="rect">
            <a:avLst/>
          </a:prstGeom>
          <a:ln w="63500">
            <a:solidFill>
              <a:schemeClr val="accent4">
                <a:hueOff val="-1081314"/>
                <a:satOff val="4338"/>
                <a:lumOff val="-8931"/>
              </a:schemeClr>
            </a:solidFill>
            <a:miter lim="400000"/>
          </a:ln>
        </p:spPr>
        <p:txBody>
          <a:bodyPr lIns="35719" tIns="35719" rIns="35719" bIns="35719" anchor="ctr"/>
          <a:lstStyle/>
          <a:p>
            <a:pPr>
              <a:defRPr sz="40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2251" name="x"/>
          <p:cNvSpPr/>
          <p:nvPr/>
        </p:nvSpPr>
        <p:spPr>
          <a:xfrm>
            <a:off x="5837039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x</a:t>
            </a:r>
          </a:p>
        </p:txBody>
      </p:sp>
      <p:sp>
        <p:nvSpPr>
          <p:cNvPr id="2252" name="Line"/>
          <p:cNvSpPr/>
          <p:nvPr/>
        </p:nvSpPr>
        <p:spPr>
          <a:xfrm flipV="1">
            <a:off x="5042294" y="994341"/>
            <a:ext cx="1958034" cy="655"/>
          </a:xfrm>
          <a:prstGeom prst="line">
            <a:avLst/>
          </a:prstGeom>
          <a:ln w="38100">
            <a:solidFill>
              <a:schemeClr val="accent4">
                <a:hueOff val="-1081314"/>
                <a:satOff val="4338"/>
                <a:lumOff val="-8931"/>
              </a:schemeClr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253" name="Line"/>
          <p:cNvSpPr/>
          <p:nvPr/>
        </p:nvSpPr>
        <p:spPr>
          <a:xfrm flipV="1">
            <a:off x="5615840" y="633926"/>
            <a:ext cx="691" cy="1439101"/>
          </a:xfrm>
          <a:prstGeom prst="line">
            <a:avLst/>
          </a:prstGeom>
          <a:ln w="38100">
            <a:solidFill>
              <a:schemeClr val="accent4">
                <a:hueOff val="-1081314"/>
                <a:satOff val="4338"/>
                <a:lumOff val="-8931"/>
              </a:schemeClr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254" name="y"/>
          <p:cNvSpPr/>
          <p:nvPr/>
        </p:nvSpPr>
        <p:spPr>
          <a:xfrm>
            <a:off x="5211961" y="1330523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2255" name="y"/>
          <p:cNvSpPr/>
          <p:nvPr/>
        </p:nvSpPr>
        <p:spPr>
          <a:xfrm>
            <a:off x="6212086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2256" name="z"/>
          <p:cNvSpPr/>
          <p:nvPr/>
        </p:nvSpPr>
        <p:spPr>
          <a:xfrm>
            <a:off x="6604992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sp>
        <p:nvSpPr>
          <p:cNvPr id="2257" name="z"/>
          <p:cNvSpPr/>
          <p:nvPr/>
        </p:nvSpPr>
        <p:spPr>
          <a:xfrm>
            <a:off x="5211961" y="1660922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sp>
        <p:nvSpPr>
          <p:cNvPr id="2258" name="3"/>
          <p:cNvSpPr/>
          <p:nvPr/>
        </p:nvSpPr>
        <p:spPr>
          <a:xfrm>
            <a:off x="5828109" y="1705570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3</a:t>
            </a:r>
          </a:p>
        </p:txBody>
      </p:sp>
      <p:sp>
        <p:nvSpPr>
          <p:cNvPr id="2259" name="1"/>
          <p:cNvSpPr/>
          <p:nvPr/>
        </p:nvSpPr>
        <p:spPr>
          <a:xfrm>
            <a:off x="6221016" y="1705570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2260" name="0"/>
          <p:cNvSpPr/>
          <p:nvPr/>
        </p:nvSpPr>
        <p:spPr>
          <a:xfrm>
            <a:off x="6596062" y="1705570"/>
            <a:ext cx="21431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2261" name="Rectangle"/>
          <p:cNvSpPr/>
          <p:nvPr/>
        </p:nvSpPr>
        <p:spPr>
          <a:xfrm>
            <a:off x="7569399" y="4589859"/>
            <a:ext cx="2107406" cy="1625203"/>
          </a:xfrm>
          <a:prstGeom prst="rect">
            <a:avLst/>
          </a:prstGeom>
          <a:ln w="63500">
            <a:solidFill>
              <a:srgbClr val="008F00"/>
            </a:solidFill>
            <a:miter lim="400000"/>
          </a:ln>
        </p:spPr>
        <p:txBody>
          <a:bodyPr lIns="35719" tIns="35719" rIns="35719" bIns="35719" anchor="ctr"/>
          <a:lstStyle/>
          <a:p>
            <a:pPr>
              <a:defRPr sz="4000">
                <a:solidFill>
                  <a:srgbClr val="008F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2262" name="x"/>
          <p:cNvSpPr/>
          <p:nvPr/>
        </p:nvSpPr>
        <p:spPr>
          <a:xfrm>
            <a:off x="8426648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x</a:t>
            </a:r>
          </a:p>
        </p:txBody>
      </p:sp>
      <p:sp>
        <p:nvSpPr>
          <p:cNvPr id="2263" name="Line"/>
          <p:cNvSpPr/>
          <p:nvPr/>
        </p:nvSpPr>
        <p:spPr>
          <a:xfrm flipV="1">
            <a:off x="7631904" y="5048419"/>
            <a:ext cx="1958034" cy="655"/>
          </a:xfrm>
          <a:prstGeom prst="line">
            <a:avLst/>
          </a:prstGeom>
          <a:ln w="38100">
            <a:solidFill>
              <a:srgbClr val="008F00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264" name="Line"/>
          <p:cNvSpPr/>
          <p:nvPr/>
        </p:nvSpPr>
        <p:spPr>
          <a:xfrm flipV="1">
            <a:off x="8205448" y="4688005"/>
            <a:ext cx="692" cy="1439101"/>
          </a:xfrm>
          <a:prstGeom prst="line">
            <a:avLst/>
          </a:prstGeom>
          <a:ln w="38100">
            <a:solidFill>
              <a:srgbClr val="008F00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265" name="y"/>
          <p:cNvSpPr/>
          <p:nvPr/>
        </p:nvSpPr>
        <p:spPr>
          <a:xfrm>
            <a:off x="7801570" y="5384601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2266" name="y"/>
          <p:cNvSpPr/>
          <p:nvPr/>
        </p:nvSpPr>
        <p:spPr>
          <a:xfrm>
            <a:off x="8801695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2267" name="z"/>
          <p:cNvSpPr/>
          <p:nvPr/>
        </p:nvSpPr>
        <p:spPr>
          <a:xfrm>
            <a:off x="9194601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sp>
        <p:nvSpPr>
          <p:cNvPr id="2268" name="z"/>
          <p:cNvSpPr/>
          <p:nvPr/>
        </p:nvSpPr>
        <p:spPr>
          <a:xfrm>
            <a:off x="7801570" y="5715000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grpSp>
        <p:nvGrpSpPr>
          <p:cNvPr id="2272" name="Group"/>
          <p:cNvGrpSpPr/>
          <p:nvPr/>
        </p:nvGrpSpPr>
        <p:grpSpPr>
          <a:xfrm>
            <a:off x="8417719" y="5750719"/>
            <a:ext cx="964406" cy="464344"/>
            <a:chOff x="0" y="0"/>
            <a:chExt cx="1371600" cy="660400"/>
          </a:xfrm>
        </p:grpSpPr>
        <p:sp>
          <p:nvSpPr>
            <p:cNvPr id="2269" name="3"/>
            <p:cNvSpPr/>
            <p:nvPr/>
          </p:nvSpPr>
          <p:spPr>
            <a:xfrm>
              <a:off x="0" y="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chemeClr val="accent4">
                      <a:hueOff val="-1081314"/>
                      <a:satOff val="4338"/>
                      <a:lumOff val="-8931"/>
                    </a:schemeClr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531"/>
                <a:t>3</a:t>
              </a:r>
            </a:p>
          </p:txBody>
        </p:sp>
        <p:sp>
          <p:nvSpPr>
            <p:cNvPr id="2270" name="1"/>
            <p:cNvSpPr/>
            <p:nvPr/>
          </p:nvSpPr>
          <p:spPr>
            <a:xfrm>
              <a:off x="558800" y="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531"/>
                <a:t>1</a:t>
              </a:r>
            </a:p>
          </p:txBody>
        </p:sp>
        <p:sp>
          <p:nvSpPr>
            <p:cNvPr id="2271" name="0"/>
            <p:cNvSpPr/>
            <p:nvPr/>
          </p:nvSpPr>
          <p:spPr>
            <a:xfrm>
              <a:off x="1092200" y="0"/>
              <a:ext cx="2794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531"/>
                <a:t>0</a:t>
              </a:r>
            </a:p>
          </p:txBody>
        </p:sp>
      </p:grpSp>
      <p:grpSp>
        <p:nvGrpSpPr>
          <p:cNvPr id="2276" name="Group"/>
          <p:cNvGrpSpPr/>
          <p:nvPr/>
        </p:nvGrpSpPr>
        <p:grpSpPr>
          <a:xfrm>
            <a:off x="8399859" y="5393531"/>
            <a:ext cx="910828" cy="473273"/>
            <a:chOff x="0" y="0"/>
            <a:chExt cx="1295400" cy="673100"/>
          </a:xfrm>
        </p:grpSpPr>
        <p:sp>
          <p:nvSpPr>
            <p:cNvPr id="2273" name="2"/>
            <p:cNvSpPr/>
            <p:nvPr/>
          </p:nvSpPr>
          <p:spPr>
            <a:xfrm>
              <a:off x="0" y="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chemeClr val="accent4">
                      <a:hueOff val="-1081314"/>
                      <a:satOff val="4338"/>
                      <a:lumOff val="-8931"/>
                    </a:schemeClr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531"/>
                <a:t>2</a:t>
              </a:r>
            </a:p>
          </p:txBody>
        </p:sp>
        <p:sp>
          <p:nvSpPr>
            <p:cNvPr id="2274" name="0"/>
            <p:cNvSpPr/>
            <p:nvPr/>
          </p:nvSpPr>
          <p:spPr>
            <a:xfrm>
              <a:off x="546100" y="1270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chemeClr val="accent4">
                      <a:hueOff val="-1081314"/>
                      <a:satOff val="4338"/>
                      <a:lumOff val="-8931"/>
                    </a:schemeClr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531"/>
                <a:t>0</a:t>
              </a:r>
            </a:p>
          </p:txBody>
        </p:sp>
        <p:sp>
          <p:nvSpPr>
            <p:cNvPr id="2275" name="1"/>
            <p:cNvSpPr/>
            <p:nvPr/>
          </p:nvSpPr>
          <p:spPr>
            <a:xfrm>
              <a:off x="1104900" y="0"/>
              <a:ext cx="1905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chemeClr val="accent4">
                      <a:hueOff val="-1081314"/>
                      <a:satOff val="4338"/>
                      <a:lumOff val="-8931"/>
                    </a:schemeClr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531"/>
                <a:t>1</a:t>
              </a:r>
            </a:p>
          </p:txBody>
        </p:sp>
      </p:grpSp>
      <p:sp>
        <p:nvSpPr>
          <p:cNvPr id="2277" name="Line"/>
          <p:cNvSpPr/>
          <p:nvPr/>
        </p:nvSpPr>
        <p:spPr>
          <a:xfrm flipV="1">
            <a:off x="5729507" y="1539271"/>
            <a:ext cx="1044506" cy="549740"/>
          </a:xfrm>
          <a:prstGeom prst="line">
            <a:avLst/>
          </a:prstGeom>
          <a:ln w="63500">
            <a:solidFill>
              <a:srgbClr val="942193"/>
            </a:solidFill>
            <a:miter lim="400000"/>
            <a:headEnd type="stealth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278" name="4"/>
          <p:cNvSpPr/>
          <p:nvPr/>
        </p:nvSpPr>
        <p:spPr>
          <a:xfrm>
            <a:off x="5801320" y="1366242"/>
            <a:ext cx="21431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4</a:t>
            </a:r>
          </a:p>
        </p:txBody>
      </p:sp>
      <p:sp>
        <p:nvSpPr>
          <p:cNvPr id="2279" name="routing loop!"/>
          <p:cNvSpPr/>
          <p:nvPr/>
        </p:nvSpPr>
        <p:spPr>
          <a:xfrm>
            <a:off x="7820158" y="1818563"/>
            <a:ext cx="2152055" cy="46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>
              <a:defRPr sz="3600">
                <a:solidFill>
                  <a:srgbClr val="942193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routing loop!</a:t>
            </a:r>
          </a:p>
        </p:txBody>
      </p:sp>
      <p:sp>
        <p:nvSpPr>
          <p:cNvPr id="2280" name="Line"/>
          <p:cNvSpPr/>
          <p:nvPr/>
        </p:nvSpPr>
        <p:spPr>
          <a:xfrm>
            <a:off x="3773816" y="2928896"/>
            <a:ext cx="4494121" cy="7694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21" extrusionOk="0">
                <a:moveTo>
                  <a:pt x="21600" y="21038"/>
                </a:moveTo>
                <a:cubicBezTo>
                  <a:pt x="21600" y="21038"/>
                  <a:pt x="13263" y="-179"/>
                  <a:pt x="10818" y="1"/>
                </a:cubicBezTo>
                <a:cubicBezTo>
                  <a:pt x="8512" y="171"/>
                  <a:pt x="0" y="21421"/>
                  <a:pt x="0" y="21421"/>
                </a:cubicBezTo>
              </a:path>
            </a:pathLst>
          </a:custGeom>
          <a:ln w="50800">
            <a:solidFill>
              <a:srgbClr val="942193"/>
            </a:solidFill>
            <a:miter lim="400000"/>
            <a:tailEnd type="stealth"/>
          </a:ln>
        </p:spPr>
        <p:txBody>
          <a:bodyPr lIns="35719" tIns="35719" rIns="35719" bIns="35719" anchor="ctr"/>
          <a:lstStyle/>
          <a:p>
            <a:endParaRPr/>
          </a:p>
        </p:txBody>
      </p:sp>
      <p:sp>
        <p:nvSpPr>
          <p:cNvPr id="2281" name="Line"/>
          <p:cNvSpPr/>
          <p:nvPr/>
        </p:nvSpPr>
        <p:spPr>
          <a:xfrm>
            <a:off x="3750445" y="2734954"/>
            <a:ext cx="4604188" cy="12344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74" h="18682" extrusionOk="0">
                <a:moveTo>
                  <a:pt x="12179" y="0"/>
                </a:moveTo>
                <a:cubicBezTo>
                  <a:pt x="12179" y="0"/>
                  <a:pt x="21413" y="10286"/>
                  <a:pt x="21473" y="13935"/>
                </a:cubicBezTo>
                <a:cubicBezTo>
                  <a:pt x="21600" y="21600"/>
                  <a:pt x="0" y="17679"/>
                  <a:pt x="0" y="17679"/>
                </a:cubicBezTo>
              </a:path>
            </a:pathLst>
          </a:custGeom>
          <a:ln w="50800">
            <a:solidFill>
              <a:srgbClr val="942193"/>
            </a:solidFill>
            <a:miter lim="400000"/>
            <a:tailEnd type="stealth"/>
          </a:ln>
        </p:spPr>
        <p:txBody>
          <a:bodyPr lIns="35719" tIns="35719" rIns="35719" bIns="35719" anchor="ctr"/>
          <a:lstStyle/>
          <a:p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2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2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2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2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77" grpId="0" animBg="1" advAuto="0"/>
      <p:bldP spid="2277" grpId="1" animBg="1" advAuto="0"/>
      <p:bldP spid="2278" grpId="0" animBg="1" advAuto="0"/>
      <p:bldP spid="2279" grpId="0" animBg="1" advAuto="0"/>
      <p:bldP spid="2281" grpId="0" animBg="1" advAuto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5" name="0"/>
          <p:cNvSpPr/>
          <p:nvPr/>
        </p:nvSpPr>
        <p:spPr>
          <a:xfrm>
            <a:off x="6229945" y="1366242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2286" name="1"/>
          <p:cNvSpPr/>
          <p:nvPr/>
        </p:nvSpPr>
        <p:spPr>
          <a:xfrm>
            <a:off x="6622852" y="1366242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2287" name="Line"/>
          <p:cNvSpPr/>
          <p:nvPr/>
        </p:nvSpPr>
        <p:spPr>
          <a:xfrm>
            <a:off x="3631403" y="3821276"/>
            <a:ext cx="4865179" cy="1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288" name="Line"/>
          <p:cNvSpPr/>
          <p:nvPr/>
        </p:nvSpPr>
        <p:spPr>
          <a:xfrm>
            <a:off x="6178379" y="2812098"/>
            <a:ext cx="2320587" cy="823433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28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16</a:t>
            </a:fld>
            <a:endParaRPr/>
          </a:p>
        </p:txBody>
      </p:sp>
      <p:sp>
        <p:nvSpPr>
          <p:cNvPr id="2290" name="x"/>
          <p:cNvSpPr/>
          <p:nvPr/>
        </p:nvSpPr>
        <p:spPr>
          <a:xfrm>
            <a:off x="315813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424242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r>
              <a:t>x</a:t>
            </a:r>
          </a:p>
        </p:txBody>
      </p:sp>
      <p:sp>
        <p:nvSpPr>
          <p:cNvPr id="2291" name="z"/>
          <p:cNvSpPr/>
          <p:nvPr/>
        </p:nvSpPr>
        <p:spPr>
          <a:xfrm>
            <a:off x="829270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008F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r>
              <a:t>z</a:t>
            </a:r>
          </a:p>
        </p:txBody>
      </p:sp>
      <p:sp>
        <p:nvSpPr>
          <p:cNvPr id="2292" name="y"/>
          <p:cNvSpPr/>
          <p:nvPr/>
        </p:nvSpPr>
        <p:spPr>
          <a:xfrm>
            <a:off x="5765602" y="2500313"/>
            <a:ext cx="535781" cy="535781"/>
          </a:xfrm>
          <a:prstGeom prst="roundRect">
            <a:avLst>
              <a:gd name="adj" fmla="val 25000"/>
            </a:avLst>
          </a:prstGeom>
          <a:solidFill>
            <a:schemeClr val="accent4">
              <a:hueOff val="-1081314"/>
              <a:satOff val="4338"/>
              <a:lumOff val="-8931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r>
              <a:t>y</a:t>
            </a:r>
          </a:p>
        </p:txBody>
      </p:sp>
      <p:sp>
        <p:nvSpPr>
          <p:cNvPr id="2293" name="7"/>
          <p:cNvSpPr/>
          <p:nvPr/>
        </p:nvSpPr>
        <p:spPr>
          <a:xfrm>
            <a:off x="5899547" y="3379448"/>
            <a:ext cx="267891" cy="3491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>
                <a:solidFill>
                  <a:srgbClr val="942193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t>7</a:t>
            </a:r>
          </a:p>
        </p:txBody>
      </p:sp>
      <p:sp>
        <p:nvSpPr>
          <p:cNvPr id="2294" name="1"/>
          <p:cNvSpPr/>
          <p:nvPr/>
        </p:nvSpPr>
        <p:spPr>
          <a:xfrm>
            <a:off x="7346156" y="2749905"/>
            <a:ext cx="267891" cy="3491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>
                <a:solidFill>
                  <a:srgbClr val="942193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t>1</a:t>
            </a:r>
          </a:p>
        </p:txBody>
      </p:sp>
      <p:sp>
        <p:nvSpPr>
          <p:cNvPr id="2295" name="Rectangle"/>
          <p:cNvSpPr/>
          <p:nvPr/>
        </p:nvSpPr>
        <p:spPr>
          <a:xfrm>
            <a:off x="4979789" y="535781"/>
            <a:ext cx="2107406" cy="1625203"/>
          </a:xfrm>
          <a:prstGeom prst="rect">
            <a:avLst/>
          </a:prstGeom>
          <a:ln w="63500">
            <a:solidFill>
              <a:schemeClr val="accent4">
                <a:hueOff val="-1081314"/>
                <a:satOff val="4338"/>
                <a:lumOff val="-8931"/>
              </a:schemeClr>
            </a:solidFill>
            <a:miter lim="400000"/>
          </a:ln>
        </p:spPr>
        <p:txBody>
          <a:bodyPr lIns="35719" tIns="35719" rIns="35719" bIns="35719" anchor="ctr"/>
          <a:lstStyle/>
          <a:p>
            <a:pPr>
              <a:defRPr sz="40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2296" name="x"/>
          <p:cNvSpPr/>
          <p:nvPr/>
        </p:nvSpPr>
        <p:spPr>
          <a:xfrm>
            <a:off x="5837039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x</a:t>
            </a:r>
          </a:p>
        </p:txBody>
      </p:sp>
      <p:sp>
        <p:nvSpPr>
          <p:cNvPr id="2297" name="Line"/>
          <p:cNvSpPr/>
          <p:nvPr/>
        </p:nvSpPr>
        <p:spPr>
          <a:xfrm flipV="1">
            <a:off x="5042294" y="994341"/>
            <a:ext cx="1958034" cy="655"/>
          </a:xfrm>
          <a:prstGeom prst="line">
            <a:avLst/>
          </a:prstGeom>
          <a:ln w="38100">
            <a:solidFill>
              <a:schemeClr val="accent4">
                <a:hueOff val="-1081314"/>
                <a:satOff val="4338"/>
                <a:lumOff val="-8931"/>
              </a:schemeClr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298" name="Line"/>
          <p:cNvSpPr/>
          <p:nvPr/>
        </p:nvSpPr>
        <p:spPr>
          <a:xfrm flipV="1">
            <a:off x="5615840" y="633926"/>
            <a:ext cx="691" cy="1439101"/>
          </a:xfrm>
          <a:prstGeom prst="line">
            <a:avLst/>
          </a:prstGeom>
          <a:ln w="38100">
            <a:solidFill>
              <a:schemeClr val="accent4">
                <a:hueOff val="-1081314"/>
                <a:satOff val="4338"/>
                <a:lumOff val="-8931"/>
              </a:schemeClr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299" name="y"/>
          <p:cNvSpPr/>
          <p:nvPr/>
        </p:nvSpPr>
        <p:spPr>
          <a:xfrm>
            <a:off x="5211961" y="1330523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2300" name="y"/>
          <p:cNvSpPr/>
          <p:nvPr/>
        </p:nvSpPr>
        <p:spPr>
          <a:xfrm>
            <a:off x="6212086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2301" name="z"/>
          <p:cNvSpPr/>
          <p:nvPr/>
        </p:nvSpPr>
        <p:spPr>
          <a:xfrm>
            <a:off x="6604992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sp>
        <p:nvSpPr>
          <p:cNvPr id="2302" name="z"/>
          <p:cNvSpPr/>
          <p:nvPr/>
        </p:nvSpPr>
        <p:spPr>
          <a:xfrm>
            <a:off x="5211961" y="1660922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sp>
        <p:nvSpPr>
          <p:cNvPr id="2303" name="3"/>
          <p:cNvSpPr/>
          <p:nvPr/>
        </p:nvSpPr>
        <p:spPr>
          <a:xfrm>
            <a:off x="5828109" y="1705570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3</a:t>
            </a:r>
          </a:p>
        </p:txBody>
      </p:sp>
      <p:sp>
        <p:nvSpPr>
          <p:cNvPr id="2304" name="1"/>
          <p:cNvSpPr/>
          <p:nvPr/>
        </p:nvSpPr>
        <p:spPr>
          <a:xfrm>
            <a:off x="6221016" y="1705570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2305" name="0"/>
          <p:cNvSpPr/>
          <p:nvPr/>
        </p:nvSpPr>
        <p:spPr>
          <a:xfrm>
            <a:off x="6596062" y="1705570"/>
            <a:ext cx="21431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2306" name="Rectangle"/>
          <p:cNvSpPr/>
          <p:nvPr/>
        </p:nvSpPr>
        <p:spPr>
          <a:xfrm>
            <a:off x="7569399" y="4589859"/>
            <a:ext cx="2107406" cy="1625203"/>
          </a:xfrm>
          <a:prstGeom prst="rect">
            <a:avLst/>
          </a:prstGeom>
          <a:ln w="63500">
            <a:solidFill>
              <a:srgbClr val="008F00"/>
            </a:solidFill>
            <a:miter lim="400000"/>
          </a:ln>
        </p:spPr>
        <p:txBody>
          <a:bodyPr lIns="35719" tIns="35719" rIns="35719" bIns="35719" anchor="ctr"/>
          <a:lstStyle/>
          <a:p>
            <a:pPr>
              <a:defRPr sz="4000">
                <a:solidFill>
                  <a:srgbClr val="008F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2307" name="x"/>
          <p:cNvSpPr/>
          <p:nvPr/>
        </p:nvSpPr>
        <p:spPr>
          <a:xfrm>
            <a:off x="8426648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x</a:t>
            </a:r>
          </a:p>
        </p:txBody>
      </p:sp>
      <p:sp>
        <p:nvSpPr>
          <p:cNvPr id="2308" name="Line"/>
          <p:cNvSpPr/>
          <p:nvPr/>
        </p:nvSpPr>
        <p:spPr>
          <a:xfrm flipV="1">
            <a:off x="7631904" y="5048419"/>
            <a:ext cx="1958034" cy="655"/>
          </a:xfrm>
          <a:prstGeom prst="line">
            <a:avLst/>
          </a:prstGeom>
          <a:ln w="38100">
            <a:solidFill>
              <a:srgbClr val="008F00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309" name="Line"/>
          <p:cNvSpPr/>
          <p:nvPr/>
        </p:nvSpPr>
        <p:spPr>
          <a:xfrm flipV="1">
            <a:off x="8205448" y="4688005"/>
            <a:ext cx="692" cy="1439101"/>
          </a:xfrm>
          <a:prstGeom prst="line">
            <a:avLst/>
          </a:prstGeom>
          <a:ln w="38100">
            <a:solidFill>
              <a:srgbClr val="008F00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310" name="y"/>
          <p:cNvSpPr/>
          <p:nvPr/>
        </p:nvSpPr>
        <p:spPr>
          <a:xfrm>
            <a:off x="7801570" y="5384601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2311" name="y"/>
          <p:cNvSpPr/>
          <p:nvPr/>
        </p:nvSpPr>
        <p:spPr>
          <a:xfrm>
            <a:off x="8801695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2312" name="z"/>
          <p:cNvSpPr/>
          <p:nvPr/>
        </p:nvSpPr>
        <p:spPr>
          <a:xfrm>
            <a:off x="9194601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sp>
        <p:nvSpPr>
          <p:cNvPr id="2313" name="z"/>
          <p:cNvSpPr/>
          <p:nvPr/>
        </p:nvSpPr>
        <p:spPr>
          <a:xfrm>
            <a:off x="7801570" y="5715000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grpSp>
        <p:nvGrpSpPr>
          <p:cNvPr id="2317" name="Group"/>
          <p:cNvGrpSpPr/>
          <p:nvPr/>
        </p:nvGrpSpPr>
        <p:grpSpPr>
          <a:xfrm>
            <a:off x="8417719" y="5750719"/>
            <a:ext cx="964406" cy="464344"/>
            <a:chOff x="0" y="0"/>
            <a:chExt cx="1371600" cy="660400"/>
          </a:xfrm>
        </p:grpSpPr>
        <p:sp>
          <p:nvSpPr>
            <p:cNvPr id="2314" name="3"/>
            <p:cNvSpPr/>
            <p:nvPr/>
          </p:nvSpPr>
          <p:spPr>
            <a:xfrm>
              <a:off x="0" y="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chemeClr val="accent4">
                      <a:hueOff val="-1081314"/>
                      <a:satOff val="4338"/>
                      <a:lumOff val="-8931"/>
                    </a:schemeClr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531"/>
                <a:t>3</a:t>
              </a:r>
            </a:p>
          </p:txBody>
        </p:sp>
        <p:sp>
          <p:nvSpPr>
            <p:cNvPr id="2315" name="1"/>
            <p:cNvSpPr/>
            <p:nvPr/>
          </p:nvSpPr>
          <p:spPr>
            <a:xfrm>
              <a:off x="558800" y="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531"/>
                <a:t>1</a:t>
              </a:r>
            </a:p>
          </p:txBody>
        </p:sp>
        <p:sp>
          <p:nvSpPr>
            <p:cNvPr id="2316" name="0"/>
            <p:cNvSpPr/>
            <p:nvPr/>
          </p:nvSpPr>
          <p:spPr>
            <a:xfrm>
              <a:off x="1092200" y="0"/>
              <a:ext cx="2794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531"/>
                <a:t>0</a:t>
              </a:r>
            </a:p>
          </p:txBody>
        </p:sp>
      </p:grpSp>
      <p:grpSp>
        <p:nvGrpSpPr>
          <p:cNvPr id="2321" name="Group"/>
          <p:cNvGrpSpPr/>
          <p:nvPr/>
        </p:nvGrpSpPr>
        <p:grpSpPr>
          <a:xfrm>
            <a:off x="8399859" y="5393531"/>
            <a:ext cx="910828" cy="473273"/>
            <a:chOff x="0" y="0"/>
            <a:chExt cx="1295400" cy="673100"/>
          </a:xfrm>
        </p:grpSpPr>
        <p:sp>
          <p:nvSpPr>
            <p:cNvPr id="2318" name="4"/>
            <p:cNvSpPr/>
            <p:nvPr/>
          </p:nvSpPr>
          <p:spPr>
            <a:xfrm>
              <a:off x="0" y="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531"/>
                <a:t>4</a:t>
              </a:r>
            </a:p>
          </p:txBody>
        </p:sp>
        <p:sp>
          <p:nvSpPr>
            <p:cNvPr id="2319" name="0"/>
            <p:cNvSpPr/>
            <p:nvPr/>
          </p:nvSpPr>
          <p:spPr>
            <a:xfrm>
              <a:off x="546100" y="1270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chemeClr val="accent4">
                      <a:hueOff val="-1081314"/>
                      <a:satOff val="4338"/>
                      <a:lumOff val="-8931"/>
                    </a:schemeClr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531"/>
                <a:t>0</a:t>
              </a:r>
            </a:p>
          </p:txBody>
        </p:sp>
        <p:sp>
          <p:nvSpPr>
            <p:cNvPr id="2320" name="1"/>
            <p:cNvSpPr/>
            <p:nvPr/>
          </p:nvSpPr>
          <p:spPr>
            <a:xfrm>
              <a:off x="1104900" y="0"/>
              <a:ext cx="1905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chemeClr val="accent4">
                      <a:hueOff val="-1081314"/>
                      <a:satOff val="4338"/>
                      <a:lumOff val="-8931"/>
                    </a:schemeClr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531"/>
                <a:t>1</a:t>
              </a:r>
            </a:p>
          </p:txBody>
        </p:sp>
      </p:grpSp>
      <p:sp>
        <p:nvSpPr>
          <p:cNvPr id="2322" name="4"/>
          <p:cNvSpPr/>
          <p:nvPr/>
        </p:nvSpPr>
        <p:spPr>
          <a:xfrm>
            <a:off x="5801320" y="1366242"/>
            <a:ext cx="21431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4</a:t>
            </a:r>
          </a:p>
        </p:txBody>
      </p:sp>
      <p:sp>
        <p:nvSpPr>
          <p:cNvPr id="2323" name="routing loop!"/>
          <p:cNvSpPr/>
          <p:nvPr/>
        </p:nvSpPr>
        <p:spPr>
          <a:xfrm>
            <a:off x="7820158" y="1818563"/>
            <a:ext cx="2152055" cy="46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>
              <a:defRPr sz="3600">
                <a:solidFill>
                  <a:srgbClr val="942193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routing loop!</a:t>
            </a:r>
          </a:p>
        </p:txBody>
      </p:sp>
      <p:sp>
        <p:nvSpPr>
          <p:cNvPr id="2324" name="Line"/>
          <p:cNvSpPr/>
          <p:nvPr/>
        </p:nvSpPr>
        <p:spPr>
          <a:xfrm>
            <a:off x="8354513" y="5552369"/>
            <a:ext cx="632201" cy="590971"/>
          </a:xfrm>
          <a:prstGeom prst="line">
            <a:avLst/>
          </a:prstGeom>
          <a:ln w="63500">
            <a:solidFill>
              <a:srgbClr val="942193"/>
            </a:solidFill>
            <a:miter lim="400000"/>
            <a:headEnd type="stealth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325" name="Line"/>
          <p:cNvSpPr/>
          <p:nvPr/>
        </p:nvSpPr>
        <p:spPr>
          <a:xfrm>
            <a:off x="3773816" y="2928896"/>
            <a:ext cx="4494121" cy="7694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21" extrusionOk="0">
                <a:moveTo>
                  <a:pt x="21600" y="21038"/>
                </a:moveTo>
                <a:cubicBezTo>
                  <a:pt x="21600" y="21038"/>
                  <a:pt x="13263" y="-179"/>
                  <a:pt x="10818" y="1"/>
                </a:cubicBezTo>
                <a:cubicBezTo>
                  <a:pt x="8512" y="171"/>
                  <a:pt x="0" y="21421"/>
                  <a:pt x="0" y="21421"/>
                </a:cubicBezTo>
              </a:path>
            </a:pathLst>
          </a:custGeom>
          <a:ln w="50800">
            <a:solidFill>
              <a:srgbClr val="942193"/>
            </a:solidFill>
            <a:miter lim="400000"/>
            <a:tailEnd type="stealth"/>
          </a:ln>
        </p:spPr>
        <p:txBody>
          <a:bodyPr lIns="35719" tIns="35719" rIns="35719" bIns="35719" anchor="ctr"/>
          <a:lstStyle/>
          <a:p>
            <a:endParaRPr/>
          </a:p>
        </p:txBody>
      </p:sp>
      <p:sp>
        <p:nvSpPr>
          <p:cNvPr id="2326" name="Line"/>
          <p:cNvSpPr/>
          <p:nvPr/>
        </p:nvSpPr>
        <p:spPr>
          <a:xfrm>
            <a:off x="3750445" y="2734954"/>
            <a:ext cx="4604188" cy="12344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74" h="18682" extrusionOk="0">
                <a:moveTo>
                  <a:pt x="12179" y="0"/>
                </a:moveTo>
                <a:cubicBezTo>
                  <a:pt x="12179" y="0"/>
                  <a:pt x="21413" y="10286"/>
                  <a:pt x="21473" y="13935"/>
                </a:cubicBezTo>
                <a:cubicBezTo>
                  <a:pt x="21600" y="21600"/>
                  <a:pt x="0" y="17679"/>
                  <a:pt x="0" y="17679"/>
                </a:cubicBezTo>
              </a:path>
            </a:pathLst>
          </a:custGeom>
          <a:ln w="50800">
            <a:solidFill>
              <a:srgbClr val="942193"/>
            </a:solidFill>
            <a:miter lim="400000"/>
            <a:tailEnd type="stealth"/>
          </a:ln>
        </p:spPr>
        <p:txBody>
          <a:bodyPr lIns="35719" tIns="35719" rIns="35719" bIns="35719" anchor="ctr"/>
          <a:lstStyle/>
          <a:p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7" dur="1000"/>
                                        <p:tgtEl>
                                          <p:spTgt spid="2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24" grpId="0" animBg="1" advAuto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0" name="0"/>
          <p:cNvSpPr/>
          <p:nvPr/>
        </p:nvSpPr>
        <p:spPr>
          <a:xfrm>
            <a:off x="6229945" y="1366242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2331" name="1"/>
          <p:cNvSpPr/>
          <p:nvPr/>
        </p:nvSpPr>
        <p:spPr>
          <a:xfrm>
            <a:off x="6622852" y="1366242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2332" name="Line"/>
          <p:cNvSpPr/>
          <p:nvPr/>
        </p:nvSpPr>
        <p:spPr>
          <a:xfrm>
            <a:off x="3631403" y="3821276"/>
            <a:ext cx="4865179" cy="1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333" name="Line"/>
          <p:cNvSpPr/>
          <p:nvPr/>
        </p:nvSpPr>
        <p:spPr>
          <a:xfrm>
            <a:off x="6178379" y="2812098"/>
            <a:ext cx="2320587" cy="823433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33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17</a:t>
            </a:fld>
            <a:endParaRPr/>
          </a:p>
        </p:txBody>
      </p:sp>
      <p:sp>
        <p:nvSpPr>
          <p:cNvPr id="2335" name="x"/>
          <p:cNvSpPr/>
          <p:nvPr/>
        </p:nvSpPr>
        <p:spPr>
          <a:xfrm>
            <a:off x="315813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424242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r>
              <a:t>x</a:t>
            </a:r>
          </a:p>
        </p:txBody>
      </p:sp>
      <p:sp>
        <p:nvSpPr>
          <p:cNvPr id="2336" name="z"/>
          <p:cNvSpPr/>
          <p:nvPr/>
        </p:nvSpPr>
        <p:spPr>
          <a:xfrm>
            <a:off x="829270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008F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r>
              <a:t>z</a:t>
            </a:r>
          </a:p>
        </p:txBody>
      </p:sp>
      <p:sp>
        <p:nvSpPr>
          <p:cNvPr id="2337" name="y"/>
          <p:cNvSpPr/>
          <p:nvPr/>
        </p:nvSpPr>
        <p:spPr>
          <a:xfrm>
            <a:off x="5765602" y="2500313"/>
            <a:ext cx="535781" cy="535781"/>
          </a:xfrm>
          <a:prstGeom prst="roundRect">
            <a:avLst>
              <a:gd name="adj" fmla="val 25000"/>
            </a:avLst>
          </a:prstGeom>
          <a:solidFill>
            <a:schemeClr val="accent4">
              <a:hueOff val="-1081314"/>
              <a:satOff val="4338"/>
              <a:lumOff val="-8931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r>
              <a:t>y</a:t>
            </a:r>
          </a:p>
        </p:txBody>
      </p:sp>
      <p:sp>
        <p:nvSpPr>
          <p:cNvPr id="2338" name="7"/>
          <p:cNvSpPr/>
          <p:nvPr/>
        </p:nvSpPr>
        <p:spPr>
          <a:xfrm>
            <a:off x="5899547" y="3379448"/>
            <a:ext cx="267891" cy="3491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>
                <a:solidFill>
                  <a:srgbClr val="942193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t>7</a:t>
            </a:r>
          </a:p>
        </p:txBody>
      </p:sp>
      <p:sp>
        <p:nvSpPr>
          <p:cNvPr id="2339" name="1"/>
          <p:cNvSpPr/>
          <p:nvPr/>
        </p:nvSpPr>
        <p:spPr>
          <a:xfrm>
            <a:off x="7346156" y="2749905"/>
            <a:ext cx="267891" cy="3491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>
                <a:solidFill>
                  <a:srgbClr val="942193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t>1</a:t>
            </a:r>
          </a:p>
        </p:txBody>
      </p:sp>
      <p:sp>
        <p:nvSpPr>
          <p:cNvPr id="2340" name="Rectangle"/>
          <p:cNvSpPr/>
          <p:nvPr/>
        </p:nvSpPr>
        <p:spPr>
          <a:xfrm>
            <a:off x="4979789" y="535781"/>
            <a:ext cx="2107406" cy="1625203"/>
          </a:xfrm>
          <a:prstGeom prst="rect">
            <a:avLst/>
          </a:prstGeom>
          <a:ln w="63500">
            <a:solidFill>
              <a:schemeClr val="accent4">
                <a:hueOff val="-1081314"/>
                <a:satOff val="4338"/>
                <a:lumOff val="-8931"/>
              </a:schemeClr>
            </a:solidFill>
            <a:miter lim="400000"/>
          </a:ln>
        </p:spPr>
        <p:txBody>
          <a:bodyPr lIns="35719" tIns="35719" rIns="35719" bIns="35719" anchor="ctr"/>
          <a:lstStyle/>
          <a:p>
            <a:pPr>
              <a:defRPr sz="40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2341" name="x"/>
          <p:cNvSpPr/>
          <p:nvPr/>
        </p:nvSpPr>
        <p:spPr>
          <a:xfrm>
            <a:off x="5837039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x</a:t>
            </a:r>
          </a:p>
        </p:txBody>
      </p:sp>
      <p:sp>
        <p:nvSpPr>
          <p:cNvPr id="2342" name="Line"/>
          <p:cNvSpPr/>
          <p:nvPr/>
        </p:nvSpPr>
        <p:spPr>
          <a:xfrm flipV="1">
            <a:off x="5042294" y="994341"/>
            <a:ext cx="1958034" cy="655"/>
          </a:xfrm>
          <a:prstGeom prst="line">
            <a:avLst/>
          </a:prstGeom>
          <a:ln w="38100">
            <a:solidFill>
              <a:schemeClr val="accent4">
                <a:hueOff val="-1081314"/>
                <a:satOff val="4338"/>
                <a:lumOff val="-8931"/>
              </a:schemeClr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343" name="Line"/>
          <p:cNvSpPr/>
          <p:nvPr/>
        </p:nvSpPr>
        <p:spPr>
          <a:xfrm flipV="1">
            <a:off x="5615840" y="633926"/>
            <a:ext cx="691" cy="1439101"/>
          </a:xfrm>
          <a:prstGeom prst="line">
            <a:avLst/>
          </a:prstGeom>
          <a:ln w="38100">
            <a:solidFill>
              <a:schemeClr val="accent4">
                <a:hueOff val="-1081314"/>
                <a:satOff val="4338"/>
                <a:lumOff val="-8931"/>
              </a:schemeClr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344" name="y"/>
          <p:cNvSpPr/>
          <p:nvPr/>
        </p:nvSpPr>
        <p:spPr>
          <a:xfrm>
            <a:off x="5211961" y="1330523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2345" name="y"/>
          <p:cNvSpPr/>
          <p:nvPr/>
        </p:nvSpPr>
        <p:spPr>
          <a:xfrm>
            <a:off x="6212086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2346" name="z"/>
          <p:cNvSpPr/>
          <p:nvPr/>
        </p:nvSpPr>
        <p:spPr>
          <a:xfrm>
            <a:off x="6604992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sp>
        <p:nvSpPr>
          <p:cNvPr id="2347" name="z"/>
          <p:cNvSpPr/>
          <p:nvPr/>
        </p:nvSpPr>
        <p:spPr>
          <a:xfrm>
            <a:off x="5211961" y="1660922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sp>
        <p:nvSpPr>
          <p:cNvPr id="2348" name="3"/>
          <p:cNvSpPr/>
          <p:nvPr/>
        </p:nvSpPr>
        <p:spPr>
          <a:xfrm>
            <a:off x="5828109" y="1705570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3</a:t>
            </a:r>
          </a:p>
        </p:txBody>
      </p:sp>
      <p:sp>
        <p:nvSpPr>
          <p:cNvPr id="2349" name="1"/>
          <p:cNvSpPr/>
          <p:nvPr/>
        </p:nvSpPr>
        <p:spPr>
          <a:xfrm>
            <a:off x="6221016" y="1705570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2350" name="0"/>
          <p:cNvSpPr/>
          <p:nvPr/>
        </p:nvSpPr>
        <p:spPr>
          <a:xfrm>
            <a:off x="6596062" y="1705570"/>
            <a:ext cx="21431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2351" name="Rectangle"/>
          <p:cNvSpPr/>
          <p:nvPr/>
        </p:nvSpPr>
        <p:spPr>
          <a:xfrm>
            <a:off x="7569399" y="4589859"/>
            <a:ext cx="2107406" cy="1625203"/>
          </a:xfrm>
          <a:prstGeom prst="rect">
            <a:avLst/>
          </a:prstGeom>
          <a:ln w="63500">
            <a:solidFill>
              <a:srgbClr val="008F00"/>
            </a:solidFill>
            <a:miter lim="400000"/>
          </a:ln>
        </p:spPr>
        <p:txBody>
          <a:bodyPr lIns="35719" tIns="35719" rIns="35719" bIns="35719" anchor="ctr"/>
          <a:lstStyle/>
          <a:p>
            <a:pPr>
              <a:defRPr sz="4000">
                <a:solidFill>
                  <a:srgbClr val="008F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2352" name="x"/>
          <p:cNvSpPr/>
          <p:nvPr/>
        </p:nvSpPr>
        <p:spPr>
          <a:xfrm>
            <a:off x="8426648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x</a:t>
            </a:r>
          </a:p>
        </p:txBody>
      </p:sp>
      <p:sp>
        <p:nvSpPr>
          <p:cNvPr id="2353" name="Line"/>
          <p:cNvSpPr/>
          <p:nvPr/>
        </p:nvSpPr>
        <p:spPr>
          <a:xfrm flipV="1">
            <a:off x="7631904" y="5048419"/>
            <a:ext cx="1958034" cy="655"/>
          </a:xfrm>
          <a:prstGeom prst="line">
            <a:avLst/>
          </a:prstGeom>
          <a:ln w="38100">
            <a:solidFill>
              <a:srgbClr val="008F00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354" name="Line"/>
          <p:cNvSpPr/>
          <p:nvPr/>
        </p:nvSpPr>
        <p:spPr>
          <a:xfrm flipV="1">
            <a:off x="8205448" y="4688005"/>
            <a:ext cx="692" cy="1439101"/>
          </a:xfrm>
          <a:prstGeom prst="line">
            <a:avLst/>
          </a:prstGeom>
          <a:ln w="38100">
            <a:solidFill>
              <a:srgbClr val="008F00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355" name="y"/>
          <p:cNvSpPr/>
          <p:nvPr/>
        </p:nvSpPr>
        <p:spPr>
          <a:xfrm>
            <a:off x="7801570" y="5384601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2356" name="y"/>
          <p:cNvSpPr/>
          <p:nvPr/>
        </p:nvSpPr>
        <p:spPr>
          <a:xfrm>
            <a:off x="8801695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2357" name="z"/>
          <p:cNvSpPr/>
          <p:nvPr/>
        </p:nvSpPr>
        <p:spPr>
          <a:xfrm>
            <a:off x="9194601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sp>
        <p:nvSpPr>
          <p:cNvPr id="2358" name="z"/>
          <p:cNvSpPr/>
          <p:nvPr/>
        </p:nvSpPr>
        <p:spPr>
          <a:xfrm>
            <a:off x="7801570" y="5715000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grpSp>
        <p:nvGrpSpPr>
          <p:cNvPr id="2362" name="Group"/>
          <p:cNvGrpSpPr/>
          <p:nvPr/>
        </p:nvGrpSpPr>
        <p:grpSpPr>
          <a:xfrm>
            <a:off x="8417719" y="5750719"/>
            <a:ext cx="964406" cy="464344"/>
            <a:chOff x="0" y="0"/>
            <a:chExt cx="1371600" cy="660400"/>
          </a:xfrm>
        </p:grpSpPr>
        <p:sp>
          <p:nvSpPr>
            <p:cNvPr id="2359" name="5"/>
            <p:cNvSpPr/>
            <p:nvPr/>
          </p:nvSpPr>
          <p:spPr>
            <a:xfrm>
              <a:off x="0" y="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chemeClr val="accent4">
                      <a:hueOff val="-1081314"/>
                      <a:satOff val="4338"/>
                      <a:lumOff val="-8931"/>
                    </a:schemeClr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531"/>
                <a:t>5</a:t>
              </a:r>
            </a:p>
          </p:txBody>
        </p:sp>
        <p:sp>
          <p:nvSpPr>
            <p:cNvPr id="2360" name="1"/>
            <p:cNvSpPr/>
            <p:nvPr/>
          </p:nvSpPr>
          <p:spPr>
            <a:xfrm>
              <a:off x="558800" y="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531"/>
                <a:t>1</a:t>
              </a:r>
            </a:p>
          </p:txBody>
        </p:sp>
        <p:sp>
          <p:nvSpPr>
            <p:cNvPr id="2361" name="0"/>
            <p:cNvSpPr/>
            <p:nvPr/>
          </p:nvSpPr>
          <p:spPr>
            <a:xfrm>
              <a:off x="1092200" y="0"/>
              <a:ext cx="2794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531"/>
                <a:t>0</a:t>
              </a:r>
            </a:p>
          </p:txBody>
        </p:sp>
      </p:grpSp>
      <p:grpSp>
        <p:nvGrpSpPr>
          <p:cNvPr id="2366" name="Group"/>
          <p:cNvGrpSpPr/>
          <p:nvPr/>
        </p:nvGrpSpPr>
        <p:grpSpPr>
          <a:xfrm>
            <a:off x="8399859" y="5393531"/>
            <a:ext cx="910828" cy="473273"/>
            <a:chOff x="0" y="0"/>
            <a:chExt cx="1295400" cy="673100"/>
          </a:xfrm>
        </p:grpSpPr>
        <p:sp>
          <p:nvSpPr>
            <p:cNvPr id="2363" name="4"/>
            <p:cNvSpPr/>
            <p:nvPr/>
          </p:nvSpPr>
          <p:spPr>
            <a:xfrm>
              <a:off x="0" y="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531"/>
                <a:t>4</a:t>
              </a:r>
            </a:p>
          </p:txBody>
        </p:sp>
        <p:sp>
          <p:nvSpPr>
            <p:cNvPr id="2364" name="0"/>
            <p:cNvSpPr/>
            <p:nvPr/>
          </p:nvSpPr>
          <p:spPr>
            <a:xfrm>
              <a:off x="546100" y="1270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chemeClr val="accent4">
                      <a:hueOff val="-1081314"/>
                      <a:satOff val="4338"/>
                      <a:lumOff val="-8931"/>
                    </a:schemeClr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531"/>
                <a:t>0</a:t>
              </a:r>
            </a:p>
          </p:txBody>
        </p:sp>
        <p:sp>
          <p:nvSpPr>
            <p:cNvPr id="2365" name="1"/>
            <p:cNvSpPr/>
            <p:nvPr/>
          </p:nvSpPr>
          <p:spPr>
            <a:xfrm>
              <a:off x="1104900" y="0"/>
              <a:ext cx="1905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chemeClr val="accent4">
                      <a:hueOff val="-1081314"/>
                      <a:satOff val="4338"/>
                      <a:lumOff val="-8931"/>
                    </a:schemeClr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531"/>
                <a:t>1</a:t>
              </a:r>
            </a:p>
          </p:txBody>
        </p:sp>
      </p:grpSp>
      <p:sp>
        <p:nvSpPr>
          <p:cNvPr id="2367" name="4"/>
          <p:cNvSpPr/>
          <p:nvPr/>
        </p:nvSpPr>
        <p:spPr>
          <a:xfrm>
            <a:off x="5801320" y="1366242"/>
            <a:ext cx="21431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4</a:t>
            </a:r>
          </a:p>
        </p:txBody>
      </p:sp>
      <p:sp>
        <p:nvSpPr>
          <p:cNvPr id="2368" name="routing loop!"/>
          <p:cNvSpPr/>
          <p:nvPr/>
        </p:nvSpPr>
        <p:spPr>
          <a:xfrm>
            <a:off x="7820158" y="1818563"/>
            <a:ext cx="2152055" cy="46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>
              <a:defRPr sz="3600">
                <a:solidFill>
                  <a:srgbClr val="942193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routing loop!</a:t>
            </a:r>
          </a:p>
        </p:txBody>
      </p:sp>
      <p:sp>
        <p:nvSpPr>
          <p:cNvPr id="2369" name="Line"/>
          <p:cNvSpPr/>
          <p:nvPr/>
        </p:nvSpPr>
        <p:spPr>
          <a:xfrm>
            <a:off x="8354513" y="5552369"/>
            <a:ext cx="632201" cy="590971"/>
          </a:xfrm>
          <a:prstGeom prst="line">
            <a:avLst/>
          </a:prstGeom>
          <a:ln w="63500">
            <a:solidFill>
              <a:srgbClr val="942193"/>
            </a:solidFill>
            <a:miter lim="400000"/>
            <a:headEnd type="stealth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370" name="Line"/>
          <p:cNvSpPr/>
          <p:nvPr/>
        </p:nvSpPr>
        <p:spPr>
          <a:xfrm>
            <a:off x="3773816" y="2928896"/>
            <a:ext cx="4494121" cy="7694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21" extrusionOk="0">
                <a:moveTo>
                  <a:pt x="21600" y="21038"/>
                </a:moveTo>
                <a:cubicBezTo>
                  <a:pt x="21600" y="21038"/>
                  <a:pt x="13263" y="-179"/>
                  <a:pt x="10818" y="1"/>
                </a:cubicBezTo>
                <a:cubicBezTo>
                  <a:pt x="8512" y="171"/>
                  <a:pt x="0" y="21421"/>
                  <a:pt x="0" y="21421"/>
                </a:cubicBezTo>
              </a:path>
            </a:pathLst>
          </a:custGeom>
          <a:ln w="50800">
            <a:solidFill>
              <a:srgbClr val="942193"/>
            </a:solidFill>
            <a:miter lim="400000"/>
            <a:tailEnd type="stealth"/>
          </a:ln>
        </p:spPr>
        <p:txBody>
          <a:bodyPr lIns="35719" tIns="35719" rIns="35719" bIns="35719" anchor="ctr"/>
          <a:lstStyle/>
          <a:p>
            <a:endParaRPr/>
          </a:p>
        </p:txBody>
      </p:sp>
      <p:sp>
        <p:nvSpPr>
          <p:cNvPr id="2371" name="Line"/>
          <p:cNvSpPr/>
          <p:nvPr/>
        </p:nvSpPr>
        <p:spPr>
          <a:xfrm>
            <a:off x="3750445" y="2734954"/>
            <a:ext cx="4604188" cy="12344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74" h="18682" extrusionOk="0">
                <a:moveTo>
                  <a:pt x="12179" y="0"/>
                </a:moveTo>
                <a:cubicBezTo>
                  <a:pt x="12179" y="0"/>
                  <a:pt x="21413" y="10286"/>
                  <a:pt x="21473" y="13935"/>
                </a:cubicBezTo>
                <a:cubicBezTo>
                  <a:pt x="21600" y="21600"/>
                  <a:pt x="0" y="17679"/>
                  <a:pt x="0" y="17679"/>
                </a:cubicBezTo>
              </a:path>
            </a:pathLst>
          </a:custGeom>
          <a:ln w="50800">
            <a:solidFill>
              <a:srgbClr val="942193"/>
            </a:solidFill>
            <a:miter lim="400000"/>
            <a:tailEnd type="stealth"/>
          </a:ln>
        </p:spPr>
        <p:txBody>
          <a:bodyPr lIns="35719" tIns="35719" rIns="35719" bIns="35719" anchor="ctr"/>
          <a:lstStyle/>
          <a:p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6" dur="1000" fill="hold"/>
                                        <p:tgtEl>
                                          <p:spTgt spid="23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69" grpId="0" animBg="1" advAuto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" name="0"/>
          <p:cNvSpPr/>
          <p:nvPr/>
        </p:nvSpPr>
        <p:spPr>
          <a:xfrm>
            <a:off x="6229945" y="1366242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2376" name="1"/>
          <p:cNvSpPr/>
          <p:nvPr/>
        </p:nvSpPr>
        <p:spPr>
          <a:xfrm>
            <a:off x="6622852" y="1366242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2377" name="Line"/>
          <p:cNvSpPr/>
          <p:nvPr/>
        </p:nvSpPr>
        <p:spPr>
          <a:xfrm>
            <a:off x="3631403" y="3821276"/>
            <a:ext cx="4865179" cy="1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378" name="Line"/>
          <p:cNvSpPr/>
          <p:nvPr/>
        </p:nvSpPr>
        <p:spPr>
          <a:xfrm>
            <a:off x="6178379" y="2812098"/>
            <a:ext cx="2320587" cy="823433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37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18</a:t>
            </a:fld>
            <a:endParaRPr/>
          </a:p>
        </p:txBody>
      </p:sp>
      <p:sp>
        <p:nvSpPr>
          <p:cNvPr id="2380" name="x"/>
          <p:cNvSpPr/>
          <p:nvPr/>
        </p:nvSpPr>
        <p:spPr>
          <a:xfrm>
            <a:off x="315813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424242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r>
              <a:t>x</a:t>
            </a:r>
          </a:p>
        </p:txBody>
      </p:sp>
      <p:sp>
        <p:nvSpPr>
          <p:cNvPr id="2381" name="z"/>
          <p:cNvSpPr/>
          <p:nvPr/>
        </p:nvSpPr>
        <p:spPr>
          <a:xfrm>
            <a:off x="829270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008F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r>
              <a:t>z</a:t>
            </a:r>
          </a:p>
        </p:txBody>
      </p:sp>
      <p:sp>
        <p:nvSpPr>
          <p:cNvPr id="2382" name="y"/>
          <p:cNvSpPr/>
          <p:nvPr/>
        </p:nvSpPr>
        <p:spPr>
          <a:xfrm>
            <a:off x="5765602" y="2500313"/>
            <a:ext cx="535781" cy="535781"/>
          </a:xfrm>
          <a:prstGeom prst="roundRect">
            <a:avLst>
              <a:gd name="adj" fmla="val 25000"/>
            </a:avLst>
          </a:prstGeom>
          <a:solidFill>
            <a:schemeClr val="accent4">
              <a:hueOff val="-1081314"/>
              <a:satOff val="4338"/>
              <a:lumOff val="-8931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r>
              <a:t>y</a:t>
            </a:r>
          </a:p>
        </p:txBody>
      </p:sp>
      <p:sp>
        <p:nvSpPr>
          <p:cNvPr id="2383" name="7"/>
          <p:cNvSpPr/>
          <p:nvPr/>
        </p:nvSpPr>
        <p:spPr>
          <a:xfrm>
            <a:off x="5899547" y="3379448"/>
            <a:ext cx="267891" cy="3491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>
                <a:solidFill>
                  <a:srgbClr val="942193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t>7</a:t>
            </a:r>
          </a:p>
        </p:txBody>
      </p:sp>
      <p:sp>
        <p:nvSpPr>
          <p:cNvPr id="2384" name="1"/>
          <p:cNvSpPr/>
          <p:nvPr/>
        </p:nvSpPr>
        <p:spPr>
          <a:xfrm>
            <a:off x="7346156" y="2749905"/>
            <a:ext cx="267891" cy="3491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>
                <a:solidFill>
                  <a:srgbClr val="942193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t>1</a:t>
            </a:r>
          </a:p>
        </p:txBody>
      </p:sp>
      <p:sp>
        <p:nvSpPr>
          <p:cNvPr id="2385" name="Rectangle"/>
          <p:cNvSpPr/>
          <p:nvPr/>
        </p:nvSpPr>
        <p:spPr>
          <a:xfrm>
            <a:off x="4979789" y="535781"/>
            <a:ext cx="2107406" cy="1625203"/>
          </a:xfrm>
          <a:prstGeom prst="rect">
            <a:avLst/>
          </a:prstGeom>
          <a:ln w="63500">
            <a:solidFill>
              <a:schemeClr val="accent4">
                <a:hueOff val="-1081314"/>
                <a:satOff val="4338"/>
                <a:lumOff val="-8931"/>
              </a:schemeClr>
            </a:solidFill>
            <a:miter lim="400000"/>
          </a:ln>
        </p:spPr>
        <p:txBody>
          <a:bodyPr lIns="35719" tIns="35719" rIns="35719" bIns="35719" anchor="ctr"/>
          <a:lstStyle/>
          <a:p>
            <a:pPr>
              <a:defRPr sz="40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2386" name="x"/>
          <p:cNvSpPr/>
          <p:nvPr/>
        </p:nvSpPr>
        <p:spPr>
          <a:xfrm>
            <a:off x="5837039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x</a:t>
            </a:r>
          </a:p>
        </p:txBody>
      </p:sp>
      <p:sp>
        <p:nvSpPr>
          <p:cNvPr id="2387" name="Line"/>
          <p:cNvSpPr/>
          <p:nvPr/>
        </p:nvSpPr>
        <p:spPr>
          <a:xfrm flipV="1">
            <a:off x="5042294" y="994341"/>
            <a:ext cx="1958034" cy="655"/>
          </a:xfrm>
          <a:prstGeom prst="line">
            <a:avLst/>
          </a:prstGeom>
          <a:ln w="38100">
            <a:solidFill>
              <a:schemeClr val="accent4">
                <a:hueOff val="-1081314"/>
                <a:satOff val="4338"/>
                <a:lumOff val="-8931"/>
              </a:schemeClr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388" name="Line"/>
          <p:cNvSpPr/>
          <p:nvPr/>
        </p:nvSpPr>
        <p:spPr>
          <a:xfrm flipV="1">
            <a:off x="5615840" y="633926"/>
            <a:ext cx="691" cy="1439101"/>
          </a:xfrm>
          <a:prstGeom prst="line">
            <a:avLst/>
          </a:prstGeom>
          <a:ln w="38100">
            <a:solidFill>
              <a:schemeClr val="accent4">
                <a:hueOff val="-1081314"/>
                <a:satOff val="4338"/>
                <a:lumOff val="-8931"/>
              </a:schemeClr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389" name="y"/>
          <p:cNvSpPr/>
          <p:nvPr/>
        </p:nvSpPr>
        <p:spPr>
          <a:xfrm>
            <a:off x="5211961" y="1330523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2390" name="y"/>
          <p:cNvSpPr/>
          <p:nvPr/>
        </p:nvSpPr>
        <p:spPr>
          <a:xfrm>
            <a:off x="6212086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2391" name="z"/>
          <p:cNvSpPr/>
          <p:nvPr/>
        </p:nvSpPr>
        <p:spPr>
          <a:xfrm>
            <a:off x="6604992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sp>
        <p:nvSpPr>
          <p:cNvPr id="2392" name="z"/>
          <p:cNvSpPr/>
          <p:nvPr/>
        </p:nvSpPr>
        <p:spPr>
          <a:xfrm>
            <a:off x="5211961" y="1660922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sp>
        <p:nvSpPr>
          <p:cNvPr id="2393" name="5"/>
          <p:cNvSpPr/>
          <p:nvPr/>
        </p:nvSpPr>
        <p:spPr>
          <a:xfrm>
            <a:off x="5828109" y="1705570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5</a:t>
            </a:r>
          </a:p>
        </p:txBody>
      </p:sp>
      <p:sp>
        <p:nvSpPr>
          <p:cNvPr id="2394" name="1"/>
          <p:cNvSpPr/>
          <p:nvPr/>
        </p:nvSpPr>
        <p:spPr>
          <a:xfrm>
            <a:off x="6221016" y="1705570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2395" name="0"/>
          <p:cNvSpPr/>
          <p:nvPr/>
        </p:nvSpPr>
        <p:spPr>
          <a:xfrm>
            <a:off x="6596062" y="1705570"/>
            <a:ext cx="21431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2396" name="Rectangle"/>
          <p:cNvSpPr/>
          <p:nvPr/>
        </p:nvSpPr>
        <p:spPr>
          <a:xfrm>
            <a:off x="7569399" y="4589859"/>
            <a:ext cx="2107406" cy="1625203"/>
          </a:xfrm>
          <a:prstGeom prst="rect">
            <a:avLst/>
          </a:prstGeom>
          <a:ln w="63500">
            <a:solidFill>
              <a:srgbClr val="008F00"/>
            </a:solidFill>
            <a:miter lim="400000"/>
          </a:ln>
        </p:spPr>
        <p:txBody>
          <a:bodyPr lIns="35719" tIns="35719" rIns="35719" bIns="35719" anchor="ctr"/>
          <a:lstStyle/>
          <a:p>
            <a:pPr>
              <a:defRPr sz="4000">
                <a:solidFill>
                  <a:srgbClr val="008F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2397" name="x"/>
          <p:cNvSpPr/>
          <p:nvPr/>
        </p:nvSpPr>
        <p:spPr>
          <a:xfrm>
            <a:off x="8426648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x</a:t>
            </a:r>
          </a:p>
        </p:txBody>
      </p:sp>
      <p:sp>
        <p:nvSpPr>
          <p:cNvPr id="2398" name="Line"/>
          <p:cNvSpPr/>
          <p:nvPr/>
        </p:nvSpPr>
        <p:spPr>
          <a:xfrm flipV="1">
            <a:off x="7631904" y="5048419"/>
            <a:ext cx="1958034" cy="655"/>
          </a:xfrm>
          <a:prstGeom prst="line">
            <a:avLst/>
          </a:prstGeom>
          <a:ln w="38100">
            <a:solidFill>
              <a:srgbClr val="008F00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399" name="Line"/>
          <p:cNvSpPr/>
          <p:nvPr/>
        </p:nvSpPr>
        <p:spPr>
          <a:xfrm flipV="1">
            <a:off x="8205448" y="4688005"/>
            <a:ext cx="692" cy="1439101"/>
          </a:xfrm>
          <a:prstGeom prst="line">
            <a:avLst/>
          </a:prstGeom>
          <a:ln w="38100">
            <a:solidFill>
              <a:srgbClr val="008F00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400" name="y"/>
          <p:cNvSpPr/>
          <p:nvPr/>
        </p:nvSpPr>
        <p:spPr>
          <a:xfrm>
            <a:off x="7801570" y="5384601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2401" name="y"/>
          <p:cNvSpPr/>
          <p:nvPr/>
        </p:nvSpPr>
        <p:spPr>
          <a:xfrm>
            <a:off x="8801695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2402" name="z"/>
          <p:cNvSpPr/>
          <p:nvPr/>
        </p:nvSpPr>
        <p:spPr>
          <a:xfrm>
            <a:off x="9194601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sp>
        <p:nvSpPr>
          <p:cNvPr id="2403" name="z"/>
          <p:cNvSpPr/>
          <p:nvPr/>
        </p:nvSpPr>
        <p:spPr>
          <a:xfrm>
            <a:off x="7801570" y="5715000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grpSp>
        <p:nvGrpSpPr>
          <p:cNvPr id="2407" name="Group"/>
          <p:cNvGrpSpPr/>
          <p:nvPr/>
        </p:nvGrpSpPr>
        <p:grpSpPr>
          <a:xfrm>
            <a:off x="8417719" y="5750719"/>
            <a:ext cx="964406" cy="464344"/>
            <a:chOff x="0" y="0"/>
            <a:chExt cx="1371600" cy="660400"/>
          </a:xfrm>
        </p:grpSpPr>
        <p:sp>
          <p:nvSpPr>
            <p:cNvPr id="2404" name="5"/>
            <p:cNvSpPr/>
            <p:nvPr/>
          </p:nvSpPr>
          <p:spPr>
            <a:xfrm>
              <a:off x="0" y="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chemeClr val="accent4">
                      <a:hueOff val="-1081314"/>
                      <a:satOff val="4338"/>
                      <a:lumOff val="-8931"/>
                    </a:schemeClr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531"/>
                <a:t>5</a:t>
              </a:r>
            </a:p>
          </p:txBody>
        </p:sp>
        <p:sp>
          <p:nvSpPr>
            <p:cNvPr id="2405" name="1"/>
            <p:cNvSpPr/>
            <p:nvPr/>
          </p:nvSpPr>
          <p:spPr>
            <a:xfrm>
              <a:off x="558800" y="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531"/>
                <a:t>1</a:t>
              </a:r>
            </a:p>
          </p:txBody>
        </p:sp>
        <p:sp>
          <p:nvSpPr>
            <p:cNvPr id="2406" name="0"/>
            <p:cNvSpPr/>
            <p:nvPr/>
          </p:nvSpPr>
          <p:spPr>
            <a:xfrm>
              <a:off x="1092200" y="0"/>
              <a:ext cx="2794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531"/>
                <a:t>0</a:t>
              </a:r>
            </a:p>
          </p:txBody>
        </p:sp>
      </p:grpSp>
      <p:grpSp>
        <p:nvGrpSpPr>
          <p:cNvPr id="2411" name="Group"/>
          <p:cNvGrpSpPr/>
          <p:nvPr/>
        </p:nvGrpSpPr>
        <p:grpSpPr>
          <a:xfrm>
            <a:off x="8399859" y="5393531"/>
            <a:ext cx="910828" cy="473273"/>
            <a:chOff x="0" y="0"/>
            <a:chExt cx="1295400" cy="673100"/>
          </a:xfrm>
        </p:grpSpPr>
        <p:sp>
          <p:nvSpPr>
            <p:cNvPr id="2408" name="4"/>
            <p:cNvSpPr/>
            <p:nvPr/>
          </p:nvSpPr>
          <p:spPr>
            <a:xfrm>
              <a:off x="0" y="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531"/>
                <a:t>4</a:t>
              </a:r>
            </a:p>
          </p:txBody>
        </p:sp>
        <p:sp>
          <p:nvSpPr>
            <p:cNvPr id="2409" name="0"/>
            <p:cNvSpPr/>
            <p:nvPr/>
          </p:nvSpPr>
          <p:spPr>
            <a:xfrm>
              <a:off x="546100" y="1270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chemeClr val="accent4">
                      <a:hueOff val="-1081314"/>
                      <a:satOff val="4338"/>
                      <a:lumOff val="-8931"/>
                    </a:schemeClr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531"/>
                <a:t>0</a:t>
              </a:r>
            </a:p>
          </p:txBody>
        </p:sp>
        <p:sp>
          <p:nvSpPr>
            <p:cNvPr id="2410" name="1"/>
            <p:cNvSpPr/>
            <p:nvPr/>
          </p:nvSpPr>
          <p:spPr>
            <a:xfrm>
              <a:off x="1104900" y="0"/>
              <a:ext cx="1905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chemeClr val="accent4">
                      <a:hueOff val="-1081314"/>
                      <a:satOff val="4338"/>
                      <a:lumOff val="-8931"/>
                    </a:schemeClr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531"/>
                <a:t>1</a:t>
              </a:r>
            </a:p>
          </p:txBody>
        </p:sp>
      </p:grpSp>
      <p:sp>
        <p:nvSpPr>
          <p:cNvPr id="2412" name="4"/>
          <p:cNvSpPr/>
          <p:nvPr/>
        </p:nvSpPr>
        <p:spPr>
          <a:xfrm>
            <a:off x="5801320" y="1366242"/>
            <a:ext cx="21431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4</a:t>
            </a:r>
          </a:p>
        </p:txBody>
      </p:sp>
      <p:sp>
        <p:nvSpPr>
          <p:cNvPr id="2413" name="routing loop!"/>
          <p:cNvSpPr/>
          <p:nvPr/>
        </p:nvSpPr>
        <p:spPr>
          <a:xfrm>
            <a:off x="7820158" y="1818563"/>
            <a:ext cx="2152055" cy="46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>
              <a:defRPr sz="3600">
                <a:solidFill>
                  <a:srgbClr val="942193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routing loop!</a:t>
            </a:r>
          </a:p>
        </p:txBody>
      </p:sp>
      <p:sp>
        <p:nvSpPr>
          <p:cNvPr id="2414" name="Line"/>
          <p:cNvSpPr/>
          <p:nvPr/>
        </p:nvSpPr>
        <p:spPr>
          <a:xfrm flipV="1">
            <a:off x="5729507" y="1539271"/>
            <a:ext cx="1044506" cy="549740"/>
          </a:xfrm>
          <a:prstGeom prst="line">
            <a:avLst/>
          </a:prstGeom>
          <a:ln w="63500">
            <a:solidFill>
              <a:srgbClr val="942193"/>
            </a:solidFill>
            <a:miter lim="400000"/>
            <a:headEnd type="stealth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415" name="Line"/>
          <p:cNvSpPr/>
          <p:nvPr/>
        </p:nvSpPr>
        <p:spPr>
          <a:xfrm>
            <a:off x="3773816" y="2928896"/>
            <a:ext cx="4494121" cy="7694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21" extrusionOk="0">
                <a:moveTo>
                  <a:pt x="21600" y="21038"/>
                </a:moveTo>
                <a:cubicBezTo>
                  <a:pt x="21600" y="21038"/>
                  <a:pt x="13263" y="-179"/>
                  <a:pt x="10818" y="1"/>
                </a:cubicBezTo>
                <a:cubicBezTo>
                  <a:pt x="8512" y="171"/>
                  <a:pt x="0" y="21421"/>
                  <a:pt x="0" y="21421"/>
                </a:cubicBezTo>
              </a:path>
            </a:pathLst>
          </a:custGeom>
          <a:ln w="50800">
            <a:solidFill>
              <a:srgbClr val="942193"/>
            </a:solidFill>
            <a:miter lim="400000"/>
            <a:tailEnd type="stealth"/>
          </a:ln>
        </p:spPr>
        <p:txBody>
          <a:bodyPr lIns="35719" tIns="35719" rIns="35719" bIns="35719" anchor="ctr"/>
          <a:lstStyle/>
          <a:p>
            <a:endParaRPr/>
          </a:p>
        </p:txBody>
      </p:sp>
      <p:sp>
        <p:nvSpPr>
          <p:cNvPr id="2416" name="Line"/>
          <p:cNvSpPr/>
          <p:nvPr/>
        </p:nvSpPr>
        <p:spPr>
          <a:xfrm>
            <a:off x="3750445" y="2734954"/>
            <a:ext cx="4604188" cy="12344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74" h="18682" extrusionOk="0">
                <a:moveTo>
                  <a:pt x="12179" y="0"/>
                </a:moveTo>
                <a:cubicBezTo>
                  <a:pt x="12179" y="0"/>
                  <a:pt x="21413" y="10286"/>
                  <a:pt x="21473" y="13935"/>
                </a:cubicBezTo>
                <a:cubicBezTo>
                  <a:pt x="21600" y="21600"/>
                  <a:pt x="0" y="17679"/>
                  <a:pt x="0" y="17679"/>
                </a:cubicBezTo>
              </a:path>
            </a:pathLst>
          </a:custGeom>
          <a:ln w="50800">
            <a:solidFill>
              <a:srgbClr val="942193"/>
            </a:solidFill>
            <a:miter lim="400000"/>
            <a:tailEnd type="stealth"/>
          </a:ln>
        </p:spPr>
        <p:txBody>
          <a:bodyPr lIns="35719" tIns="35719" rIns="35719" bIns="35719" anchor="ctr"/>
          <a:lstStyle/>
          <a:p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2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14" grpId="0" animBg="1" advAuto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0" name="0"/>
          <p:cNvSpPr/>
          <p:nvPr/>
        </p:nvSpPr>
        <p:spPr>
          <a:xfrm>
            <a:off x="6229945" y="1366242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2421" name="1"/>
          <p:cNvSpPr/>
          <p:nvPr/>
        </p:nvSpPr>
        <p:spPr>
          <a:xfrm>
            <a:off x="6622852" y="1366242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2422" name="Line"/>
          <p:cNvSpPr/>
          <p:nvPr/>
        </p:nvSpPr>
        <p:spPr>
          <a:xfrm>
            <a:off x="3631403" y="3821276"/>
            <a:ext cx="4865179" cy="1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423" name="Line"/>
          <p:cNvSpPr/>
          <p:nvPr/>
        </p:nvSpPr>
        <p:spPr>
          <a:xfrm>
            <a:off x="6178379" y="2812098"/>
            <a:ext cx="2320587" cy="823433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42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19</a:t>
            </a:fld>
            <a:endParaRPr/>
          </a:p>
        </p:txBody>
      </p:sp>
      <p:sp>
        <p:nvSpPr>
          <p:cNvPr id="2425" name="x"/>
          <p:cNvSpPr/>
          <p:nvPr/>
        </p:nvSpPr>
        <p:spPr>
          <a:xfrm>
            <a:off x="315813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424242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r>
              <a:t>x</a:t>
            </a:r>
          </a:p>
        </p:txBody>
      </p:sp>
      <p:sp>
        <p:nvSpPr>
          <p:cNvPr id="2426" name="z"/>
          <p:cNvSpPr/>
          <p:nvPr/>
        </p:nvSpPr>
        <p:spPr>
          <a:xfrm>
            <a:off x="829270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008F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r>
              <a:t>z</a:t>
            </a:r>
          </a:p>
        </p:txBody>
      </p:sp>
      <p:sp>
        <p:nvSpPr>
          <p:cNvPr id="2427" name="y"/>
          <p:cNvSpPr/>
          <p:nvPr/>
        </p:nvSpPr>
        <p:spPr>
          <a:xfrm>
            <a:off x="5765602" y="2500313"/>
            <a:ext cx="535781" cy="535781"/>
          </a:xfrm>
          <a:prstGeom prst="roundRect">
            <a:avLst>
              <a:gd name="adj" fmla="val 25000"/>
            </a:avLst>
          </a:prstGeom>
          <a:solidFill>
            <a:schemeClr val="accent4">
              <a:hueOff val="-1081314"/>
              <a:satOff val="4338"/>
              <a:lumOff val="-8931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r>
              <a:t>y</a:t>
            </a:r>
          </a:p>
        </p:txBody>
      </p:sp>
      <p:sp>
        <p:nvSpPr>
          <p:cNvPr id="2428" name="7"/>
          <p:cNvSpPr/>
          <p:nvPr/>
        </p:nvSpPr>
        <p:spPr>
          <a:xfrm>
            <a:off x="5899547" y="3379448"/>
            <a:ext cx="267891" cy="3491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>
                <a:solidFill>
                  <a:srgbClr val="942193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t>7</a:t>
            </a:r>
          </a:p>
        </p:txBody>
      </p:sp>
      <p:sp>
        <p:nvSpPr>
          <p:cNvPr id="2429" name="1"/>
          <p:cNvSpPr/>
          <p:nvPr/>
        </p:nvSpPr>
        <p:spPr>
          <a:xfrm>
            <a:off x="7346156" y="2749905"/>
            <a:ext cx="267891" cy="3491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>
                <a:solidFill>
                  <a:srgbClr val="942193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t>1</a:t>
            </a:r>
          </a:p>
        </p:txBody>
      </p:sp>
      <p:sp>
        <p:nvSpPr>
          <p:cNvPr id="2430" name="Rectangle"/>
          <p:cNvSpPr/>
          <p:nvPr/>
        </p:nvSpPr>
        <p:spPr>
          <a:xfrm>
            <a:off x="4979789" y="535781"/>
            <a:ext cx="2107406" cy="1625203"/>
          </a:xfrm>
          <a:prstGeom prst="rect">
            <a:avLst/>
          </a:prstGeom>
          <a:ln w="63500">
            <a:solidFill>
              <a:schemeClr val="accent4">
                <a:hueOff val="-1081314"/>
                <a:satOff val="4338"/>
                <a:lumOff val="-8931"/>
              </a:schemeClr>
            </a:solidFill>
            <a:miter lim="400000"/>
          </a:ln>
        </p:spPr>
        <p:txBody>
          <a:bodyPr lIns="35719" tIns="35719" rIns="35719" bIns="35719" anchor="ctr"/>
          <a:lstStyle/>
          <a:p>
            <a:pPr>
              <a:defRPr sz="40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2431" name="x"/>
          <p:cNvSpPr/>
          <p:nvPr/>
        </p:nvSpPr>
        <p:spPr>
          <a:xfrm>
            <a:off x="5837039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x</a:t>
            </a:r>
          </a:p>
        </p:txBody>
      </p:sp>
      <p:sp>
        <p:nvSpPr>
          <p:cNvPr id="2432" name="Line"/>
          <p:cNvSpPr/>
          <p:nvPr/>
        </p:nvSpPr>
        <p:spPr>
          <a:xfrm flipV="1">
            <a:off x="5042294" y="994341"/>
            <a:ext cx="1958034" cy="655"/>
          </a:xfrm>
          <a:prstGeom prst="line">
            <a:avLst/>
          </a:prstGeom>
          <a:ln w="38100">
            <a:solidFill>
              <a:schemeClr val="accent4">
                <a:hueOff val="-1081314"/>
                <a:satOff val="4338"/>
                <a:lumOff val="-8931"/>
              </a:schemeClr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433" name="Line"/>
          <p:cNvSpPr/>
          <p:nvPr/>
        </p:nvSpPr>
        <p:spPr>
          <a:xfrm flipV="1">
            <a:off x="5615840" y="633926"/>
            <a:ext cx="691" cy="1439101"/>
          </a:xfrm>
          <a:prstGeom prst="line">
            <a:avLst/>
          </a:prstGeom>
          <a:ln w="38100">
            <a:solidFill>
              <a:schemeClr val="accent4">
                <a:hueOff val="-1081314"/>
                <a:satOff val="4338"/>
                <a:lumOff val="-8931"/>
              </a:schemeClr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434" name="y"/>
          <p:cNvSpPr/>
          <p:nvPr/>
        </p:nvSpPr>
        <p:spPr>
          <a:xfrm>
            <a:off x="5211961" y="1330523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2435" name="y"/>
          <p:cNvSpPr/>
          <p:nvPr/>
        </p:nvSpPr>
        <p:spPr>
          <a:xfrm>
            <a:off x="6212086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2436" name="z"/>
          <p:cNvSpPr/>
          <p:nvPr/>
        </p:nvSpPr>
        <p:spPr>
          <a:xfrm>
            <a:off x="6604992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sp>
        <p:nvSpPr>
          <p:cNvPr id="2437" name="z"/>
          <p:cNvSpPr/>
          <p:nvPr/>
        </p:nvSpPr>
        <p:spPr>
          <a:xfrm>
            <a:off x="5211961" y="1660922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sp>
        <p:nvSpPr>
          <p:cNvPr id="2438" name="5"/>
          <p:cNvSpPr/>
          <p:nvPr/>
        </p:nvSpPr>
        <p:spPr>
          <a:xfrm>
            <a:off x="5828109" y="1705570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5</a:t>
            </a:r>
          </a:p>
        </p:txBody>
      </p:sp>
      <p:sp>
        <p:nvSpPr>
          <p:cNvPr id="2439" name="1"/>
          <p:cNvSpPr/>
          <p:nvPr/>
        </p:nvSpPr>
        <p:spPr>
          <a:xfrm>
            <a:off x="6221016" y="1705570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2440" name="0"/>
          <p:cNvSpPr/>
          <p:nvPr/>
        </p:nvSpPr>
        <p:spPr>
          <a:xfrm>
            <a:off x="6596062" y="1705570"/>
            <a:ext cx="21431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2441" name="Rectangle"/>
          <p:cNvSpPr/>
          <p:nvPr/>
        </p:nvSpPr>
        <p:spPr>
          <a:xfrm>
            <a:off x="7569399" y="4589859"/>
            <a:ext cx="2107406" cy="1625203"/>
          </a:xfrm>
          <a:prstGeom prst="rect">
            <a:avLst/>
          </a:prstGeom>
          <a:ln w="63500">
            <a:solidFill>
              <a:srgbClr val="008F00"/>
            </a:solidFill>
            <a:miter lim="400000"/>
          </a:ln>
        </p:spPr>
        <p:txBody>
          <a:bodyPr lIns="35719" tIns="35719" rIns="35719" bIns="35719" anchor="ctr"/>
          <a:lstStyle/>
          <a:p>
            <a:pPr>
              <a:defRPr sz="4000">
                <a:solidFill>
                  <a:srgbClr val="008F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2442" name="x"/>
          <p:cNvSpPr/>
          <p:nvPr/>
        </p:nvSpPr>
        <p:spPr>
          <a:xfrm>
            <a:off x="8426648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x</a:t>
            </a:r>
          </a:p>
        </p:txBody>
      </p:sp>
      <p:sp>
        <p:nvSpPr>
          <p:cNvPr id="2443" name="Line"/>
          <p:cNvSpPr/>
          <p:nvPr/>
        </p:nvSpPr>
        <p:spPr>
          <a:xfrm flipV="1">
            <a:off x="7631904" y="5048419"/>
            <a:ext cx="1958034" cy="655"/>
          </a:xfrm>
          <a:prstGeom prst="line">
            <a:avLst/>
          </a:prstGeom>
          <a:ln w="38100">
            <a:solidFill>
              <a:srgbClr val="008F00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444" name="Line"/>
          <p:cNvSpPr/>
          <p:nvPr/>
        </p:nvSpPr>
        <p:spPr>
          <a:xfrm flipV="1">
            <a:off x="8205448" y="4688005"/>
            <a:ext cx="692" cy="1439101"/>
          </a:xfrm>
          <a:prstGeom prst="line">
            <a:avLst/>
          </a:prstGeom>
          <a:ln w="38100">
            <a:solidFill>
              <a:srgbClr val="008F00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445" name="y"/>
          <p:cNvSpPr/>
          <p:nvPr/>
        </p:nvSpPr>
        <p:spPr>
          <a:xfrm>
            <a:off x="7801570" y="5384601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2446" name="y"/>
          <p:cNvSpPr/>
          <p:nvPr/>
        </p:nvSpPr>
        <p:spPr>
          <a:xfrm>
            <a:off x="8801695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2447" name="z"/>
          <p:cNvSpPr/>
          <p:nvPr/>
        </p:nvSpPr>
        <p:spPr>
          <a:xfrm>
            <a:off x="9194601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sp>
        <p:nvSpPr>
          <p:cNvPr id="2448" name="z"/>
          <p:cNvSpPr/>
          <p:nvPr/>
        </p:nvSpPr>
        <p:spPr>
          <a:xfrm>
            <a:off x="7801570" y="5715000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grpSp>
        <p:nvGrpSpPr>
          <p:cNvPr id="2452" name="Group"/>
          <p:cNvGrpSpPr/>
          <p:nvPr/>
        </p:nvGrpSpPr>
        <p:grpSpPr>
          <a:xfrm>
            <a:off x="8417719" y="5750719"/>
            <a:ext cx="964406" cy="464344"/>
            <a:chOff x="0" y="0"/>
            <a:chExt cx="1371600" cy="660400"/>
          </a:xfrm>
        </p:grpSpPr>
        <p:sp>
          <p:nvSpPr>
            <p:cNvPr id="2449" name="5"/>
            <p:cNvSpPr/>
            <p:nvPr/>
          </p:nvSpPr>
          <p:spPr>
            <a:xfrm>
              <a:off x="0" y="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chemeClr val="accent4">
                      <a:hueOff val="-1081314"/>
                      <a:satOff val="4338"/>
                      <a:lumOff val="-8931"/>
                    </a:schemeClr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531"/>
                <a:t>5</a:t>
              </a:r>
            </a:p>
          </p:txBody>
        </p:sp>
        <p:sp>
          <p:nvSpPr>
            <p:cNvPr id="2450" name="1"/>
            <p:cNvSpPr/>
            <p:nvPr/>
          </p:nvSpPr>
          <p:spPr>
            <a:xfrm>
              <a:off x="558800" y="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531"/>
                <a:t>1</a:t>
              </a:r>
            </a:p>
          </p:txBody>
        </p:sp>
        <p:sp>
          <p:nvSpPr>
            <p:cNvPr id="2451" name="0"/>
            <p:cNvSpPr/>
            <p:nvPr/>
          </p:nvSpPr>
          <p:spPr>
            <a:xfrm>
              <a:off x="1092200" y="0"/>
              <a:ext cx="2794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531"/>
                <a:t>0</a:t>
              </a:r>
            </a:p>
          </p:txBody>
        </p:sp>
      </p:grpSp>
      <p:grpSp>
        <p:nvGrpSpPr>
          <p:cNvPr id="2456" name="Group"/>
          <p:cNvGrpSpPr/>
          <p:nvPr/>
        </p:nvGrpSpPr>
        <p:grpSpPr>
          <a:xfrm>
            <a:off x="8399859" y="5393531"/>
            <a:ext cx="910828" cy="473273"/>
            <a:chOff x="0" y="0"/>
            <a:chExt cx="1295400" cy="673100"/>
          </a:xfrm>
        </p:grpSpPr>
        <p:sp>
          <p:nvSpPr>
            <p:cNvPr id="2453" name="4"/>
            <p:cNvSpPr/>
            <p:nvPr/>
          </p:nvSpPr>
          <p:spPr>
            <a:xfrm>
              <a:off x="0" y="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531"/>
                <a:t>4</a:t>
              </a:r>
            </a:p>
          </p:txBody>
        </p:sp>
        <p:sp>
          <p:nvSpPr>
            <p:cNvPr id="2454" name="0"/>
            <p:cNvSpPr/>
            <p:nvPr/>
          </p:nvSpPr>
          <p:spPr>
            <a:xfrm>
              <a:off x="546100" y="1270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chemeClr val="accent4">
                      <a:hueOff val="-1081314"/>
                      <a:satOff val="4338"/>
                      <a:lumOff val="-8931"/>
                    </a:schemeClr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531"/>
                <a:t>0</a:t>
              </a:r>
            </a:p>
          </p:txBody>
        </p:sp>
        <p:sp>
          <p:nvSpPr>
            <p:cNvPr id="2455" name="1"/>
            <p:cNvSpPr/>
            <p:nvPr/>
          </p:nvSpPr>
          <p:spPr>
            <a:xfrm>
              <a:off x="1104900" y="0"/>
              <a:ext cx="1905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chemeClr val="accent4">
                      <a:hueOff val="-1081314"/>
                      <a:satOff val="4338"/>
                      <a:lumOff val="-8931"/>
                    </a:schemeClr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531"/>
                <a:t>1</a:t>
              </a:r>
            </a:p>
          </p:txBody>
        </p:sp>
      </p:grpSp>
      <p:sp>
        <p:nvSpPr>
          <p:cNvPr id="2457" name="6"/>
          <p:cNvSpPr/>
          <p:nvPr/>
        </p:nvSpPr>
        <p:spPr>
          <a:xfrm>
            <a:off x="5801320" y="1366242"/>
            <a:ext cx="21431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6</a:t>
            </a:r>
          </a:p>
        </p:txBody>
      </p:sp>
      <p:sp>
        <p:nvSpPr>
          <p:cNvPr id="2458" name="routing loop!"/>
          <p:cNvSpPr/>
          <p:nvPr/>
        </p:nvSpPr>
        <p:spPr>
          <a:xfrm>
            <a:off x="7820158" y="1818563"/>
            <a:ext cx="2152055" cy="46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>
              <a:defRPr sz="3600">
                <a:solidFill>
                  <a:srgbClr val="942193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routing loop!</a:t>
            </a:r>
          </a:p>
        </p:txBody>
      </p:sp>
      <p:sp>
        <p:nvSpPr>
          <p:cNvPr id="2459" name="Line"/>
          <p:cNvSpPr/>
          <p:nvPr/>
        </p:nvSpPr>
        <p:spPr>
          <a:xfrm flipV="1">
            <a:off x="5729507" y="1539271"/>
            <a:ext cx="1044506" cy="549740"/>
          </a:xfrm>
          <a:prstGeom prst="line">
            <a:avLst/>
          </a:prstGeom>
          <a:ln w="63500">
            <a:solidFill>
              <a:srgbClr val="942193"/>
            </a:solidFill>
            <a:miter lim="400000"/>
            <a:headEnd type="stealth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460" name="Line"/>
          <p:cNvSpPr/>
          <p:nvPr/>
        </p:nvSpPr>
        <p:spPr>
          <a:xfrm>
            <a:off x="3773816" y="2928896"/>
            <a:ext cx="4494121" cy="7694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21" extrusionOk="0">
                <a:moveTo>
                  <a:pt x="21600" y="21038"/>
                </a:moveTo>
                <a:cubicBezTo>
                  <a:pt x="21600" y="21038"/>
                  <a:pt x="13263" y="-179"/>
                  <a:pt x="10818" y="1"/>
                </a:cubicBezTo>
                <a:cubicBezTo>
                  <a:pt x="8512" y="171"/>
                  <a:pt x="0" y="21421"/>
                  <a:pt x="0" y="21421"/>
                </a:cubicBezTo>
              </a:path>
            </a:pathLst>
          </a:custGeom>
          <a:ln w="50800">
            <a:solidFill>
              <a:srgbClr val="942193"/>
            </a:solidFill>
            <a:miter lim="400000"/>
            <a:tailEnd type="stealth"/>
          </a:ln>
        </p:spPr>
        <p:txBody>
          <a:bodyPr lIns="35719" tIns="35719" rIns="35719" bIns="35719" anchor="ctr"/>
          <a:lstStyle/>
          <a:p>
            <a:endParaRPr/>
          </a:p>
        </p:txBody>
      </p:sp>
      <p:sp>
        <p:nvSpPr>
          <p:cNvPr id="2461" name="Line"/>
          <p:cNvSpPr/>
          <p:nvPr/>
        </p:nvSpPr>
        <p:spPr>
          <a:xfrm>
            <a:off x="3750445" y="2734954"/>
            <a:ext cx="4604188" cy="12344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74" h="18682" extrusionOk="0">
                <a:moveTo>
                  <a:pt x="12179" y="0"/>
                </a:moveTo>
                <a:cubicBezTo>
                  <a:pt x="12179" y="0"/>
                  <a:pt x="21413" y="10286"/>
                  <a:pt x="21473" y="13935"/>
                </a:cubicBezTo>
                <a:cubicBezTo>
                  <a:pt x="21600" y="21600"/>
                  <a:pt x="0" y="17679"/>
                  <a:pt x="0" y="17679"/>
                </a:cubicBezTo>
              </a:path>
            </a:pathLst>
          </a:custGeom>
          <a:ln w="50800">
            <a:solidFill>
              <a:srgbClr val="942193"/>
            </a:solidFill>
            <a:miter lim="400000"/>
            <a:tailEnd type="stealth"/>
          </a:ln>
        </p:spPr>
        <p:txBody>
          <a:bodyPr lIns="35719" tIns="35719" rIns="35719" bIns="35719" anchor="ctr"/>
          <a:lstStyle/>
          <a:p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6" dur="1000" fill="hold"/>
                                        <p:tgtEl>
                                          <p:spTgt spid="24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9" grpId="0" animBg="1" advAuto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5" name="0"/>
          <p:cNvSpPr/>
          <p:nvPr/>
        </p:nvSpPr>
        <p:spPr>
          <a:xfrm>
            <a:off x="6229945" y="1366242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2466" name="1"/>
          <p:cNvSpPr/>
          <p:nvPr/>
        </p:nvSpPr>
        <p:spPr>
          <a:xfrm>
            <a:off x="6622852" y="1366242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2467" name="Line"/>
          <p:cNvSpPr/>
          <p:nvPr/>
        </p:nvSpPr>
        <p:spPr>
          <a:xfrm>
            <a:off x="3631403" y="3821276"/>
            <a:ext cx="4865179" cy="1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468" name="Line"/>
          <p:cNvSpPr/>
          <p:nvPr/>
        </p:nvSpPr>
        <p:spPr>
          <a:xfrm>
            <a:off x="6178379" y="2812098"/>
            <a:ext cx="2320587" cy="823433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46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20</a:t>
            </a:fld>
            <a:endParaRPr/>
          </a:p>
        </p:txBody>
      </p:sp>
      <p:sp>
        <p:nvSpPr>
          <p:cNvPr id="2470" name="x"/>
          <p:cNvSpPr/>
          <p:nvPr/>
        </p:nvSpPr>
        <p:spPr>
          <a:xfrm>
            <a:off x="315813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424242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r>
              <a:t>x</a:t>
            </a:r>
          </a:p>
        </p:txBody>
      </p:sp>
      <p:sp>
        <p:nvSpPr>
          <p:cNvPr id="2471" name="z"/>
          <p:cNvSpPr/>
          <p:nvPr/>
        </p:nvSpPr>
        <p:spPr>
          <a:xfrm>
            <a:off x="829270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008F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r>
              <a:t>z</a:t>
            </a:r>
          </a:p>
        </p:txBody>
      </p:sp>
      <p:sp>
        <p:nvSpPr>
          <p:cNvPr id="2472" name="y"/>
          <p:cNvSpPr/>
          <p:nvPr/>
        </p:nvSpPr>
        <p:spPr>
          <a:xfrm>
            <a:off x="5765602" y="2500313"/>
            <a:ext cx="535781" cy="535781"/>
          </a:xfrm>
          <a:prstGeom prst="roundRect">
            <a:avLst>
              <a:gd name="adj" fmla="val 25000"/>
            </a:avLst>
          </a:prstGeom>
          <a:solidFill>
            <a:schemeClr val="accent4">
              <a:hueOff val="-1081314"/>
              <a:satOff val="4338"/>
              <a:lumOff val="-8931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r>
              <a:t>y</a:t>
            </a:r>
          </a:p>
        </p:txBody>
      </p:sp>
      <p:sp>
        <p:nvSpPr>
          <p:cNvPr id="2473" name="7"/>
          <p:cNvSpPr/>
          <p:nvPr/>
        </p:nvSpPr>
        <p:spPr>
          <a:xfrm>
            <a:off x="5899547" y="3379448"/>
            <a:ext cx="267891" cy="3491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>
                <a:solidFill>
                  <a:srgbClr val="942193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t>7</a:t>
            </a:r>
          </a:p>
        </p:txBody>
      </p:sp>
      <p:sp>
        <p:nvSpPr>
          <p:cNvPr id="2474" name="1"/>
          <p:cNvSpPr/>
          <p:nvPr/>
        </p:nvSpPr>
        <p:spPr>
          <a:xfrm>
            <a:off x="7346156" y="2749905"/>
            <a:ext cx="267891" cy="3491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>
                <a:solidFill>
                  <a:srgbClr val="942193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t>1</a:t>
            </a:r>
          </a:p>
        </p:txBody>
      </p:sp>
      <p:sp>
        <p:nvSpPr>
          <p:cNvPr id="2475" name="Rectangle"/>
          <p:cNvSpPr/>
          <p:nvPr/>
        </p:nvSpPr>
        <p:spPr>
          <a:xfrm>
            <a:off x="4979789" y="535781"/>
            <a:ext cx="2107406" cy="1625203"/>
          </a:xfrm>
          <a:prstGeom prst="rect">
            <a:avLst/>
          </a:prstGeom>
          <a:ln w="63500">
            <a:solidFill>
              <a:schemeClr val="accent4">
                <a:hueOff val="-1081314"/>
                <a:satOff val="4338"/>
                <a:lumOff val="-8931"/>
              </a:schemeClr>
            </a:solidFill>
            <a:miter lim="400000"/>
          </a:ln>
        </p:spPr>
        <p:txBody>
          <a:bodyPr lIns="35719" tIns="35719" rIns="35719" bIns="35719" anchor="ctr"/>
          <a:lstStyle/>
          <a:p>
            <a:pPr>
              <a:defRPr sz="40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2476" name="x"/>
          <p:cNvSpPr/>
          <p:nvPr/>
        </p:nvSpPr>
        <p:spPr>
          <a:xfrm>
            <a:off x="5837039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x</a:t>
            </a:r>
          </a:p>
        </p:txBody>
      </p:sp>
      <p:sp>
        <p:nvSpPr>
          <p:cNvPr id="2477" name="Line"/>
          <p:cNvSpPr/>
          <p:nvPr/>
        </p:nvSpPr>
        <p:spPr>
          <a:xfrm flipV="1">
            <a:off x="5042294" y="994341"/>
            <a:ext cx="1958034" cy="655"/>
          </a:xfrm>
          <a:prstGeom prst="line">
            <a:avLst/>
          </a:prstGeom>
          <a:ln w="38100">
            <a:solidFill>
              <a:schemeClr val="accent4">
                <a:hueOff val="-1081314"/>
                <a:satOff val="4338"/>
                <a:lumOff val="-8931"/>
              </a:schemeClr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478" name="Line"/>
          <p:cNvSpPr/>
          <p:nvPr/>
        </p:nvSpPr>
        <p:spPr>
          <a:xfrm flipV="1">
            <a:off x="5615840" y="633926"/>
            <a:ext cx="691" cy="1439101"/>
          </a:xfrm>
          <a:prstGeom prst="line">
            <a:avLst/>
          </a:prstGeom>
          <a:ln w="38100">
            <a:solidFill>
              <a:schemeClr val="accent4">
                <a:hueOff val="-1081314"/>
                <a:satOff val="4338"/>
                <a:lumOff val="-8931"/>
              </a:schemeClr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479" name="y"/>
          <p:cNvSpPr/>
          <p:nvPr/>
        </p:nvSpPr>
        <p:spPr>
          <a:xfrm>
            <a:off x="5211961" y="1330523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2480" name="y"/>
          <p:cNvSpPr/>
          <p:nvPr/>
        </p:nvSpPr>
        <p:spPr>
          <a:xfrm>
            <a:off x="6212086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2481" name="z"/>
          <p:cNvSpPr/>
          <p:nvPr/>
        </p:nvSpPr>
        <p:spPr>
          <a:xfrm>
            <a:off x="6604992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sp>
        <p:nvSpPr>
          <p:cNvPr id="2482" name="z"/>
          <p:cNvSpPr/>
          <p:nvPr/>
        </p:nvSpPr>
        <p:spPr>
          <a:xfrm>
            <a:off x="5211961" y="1660922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sp>
        <p:nvSpPr>
          <p:cNvPr id="2483" name="5"/>
          <p:cNvSpPr/>
          <p:nvPr/>
        </p:nvSpPr>
        <p:spPr>
          <a:xfrm>
            <a:off x="5828109" y="1705570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5</a:t>
            </a:r>
          </a:p>
        </p:txBody>
      </p:sp>
      <p:sp>
        <p:nvSpPr>
          <p:cNvPr id="2484" name="1"/>
          <p:cNvSpPr/>
          <p:nvPr/>
        </p:nvSpPr>
        <p:spPr>
          <a:xfrm>
            <a:off x="6221016" y="1705570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2485" name="0"/>
          <p:cNvSpPr/>
          <p:nvPr/>
        </p:nvSpPr>
        <p:spPr>
          <a:xfrm>
            <a:off x="6596062" y="1705570"/>
            <a:ext cx="21431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2486" name="Rectangle"/>
          <p:cNvSpPr/>
          <p:nvPr/>
        </p:nvSpPr>
        <p:spPr>
          <a:xfrm>
            <a:off x="7569399" y="4589859"/>
            <a:ext cx="2107406" cy="1625203"/>
          </a:xfrm>
          <a:prstGeom prst="rect">
            <a:avLst/>
          </a:prstGeom>
          <a:ln w="63500">
            <a:solidFill>
              <a:srgbClr val="008F00"/>
            </a:solidFill>
            <a:miter lim="400000"/>
          </a:ln>
        </p:spPr>
        <p:txBody>
          <a:bodyPr lIns="35719" tIns="35719" rIns="35719" bIns="35719" anchor="ctr"/>
          <a:lstStyle/>
          <a:p>
            <a:pPr>
              <a:defRPr sz="4000">
                <a:solidFill>
                  <a:srgbClr val="008F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2487" name="x"/>
          <p:cNvSpPr/>
          <p:nvPr/>
        </p:nvSpPr>
        <p:spPr>
          <a:xfrm>
            <a:off x="8426648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x</a:t>
            </a:r>
          </a:p>
        </p:txBody>
      </p:sp>
      <p:sp>
        <p:nvSpPr>
          <p:cNvPr id="2488" name="Line"/>
          <p:cNvSpPr/>
          <p:nvPr/>
        </p:nvSpPr>
        <p:spPr>
          <a:xfrm flipV="1">
            <a:off x="7631904" y="5048419"/>
            <a:ext cx="1958034" cy="655"/>
          </a:xfrm>
          <a:prstGeom prst="line">
            <a:avLst/>
          </a:prstGeom>
          <a:ln w="38100">
            <a:solidFill>
              <a:srgbClr val="008F00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489" name="Line"/>
          <p:cNvSpPr/>
          <p:nvPr/>
        </p:nvSpPr>
        <p:spPr>
          <a:xfrm flipV="1">
            <a:off x="8205448" y="4688005"/>
            <a:ext cx="692" cy="1439101"/>
          </a:xfrm>
          <a:prstGeom prst="line">
            <a:avLst/>
          </a:prstGeom>
          <a:ln w="38100">
            <a:solidFill>
              <a:srgbClr val="008F00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490" name="y"/>
          <p:cNvSpPr/>
          <p:nvPr/>
        </p:nvSpPr>
        <p:spPr>
          <a:xfrm>
            <a:off x="7801570" y="5384601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2491" name="y"/>
          <p:cNvSpPr/>
          <p:nvPr/>
        </p:nvSpPr>
        <p:spPr>
          <a:xfrm>
            <a:off x="8801695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2492" name="z"/>
          <p:cNvSpPr/>
          <p:nvPr/>
        </p:nvSpPr>
        <p:spPr>
          <a:xfrm>
            <a:off x="9194601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sp>
        <p:nvSpPr>
          <p:cNvPr id="2493" name="z"/>
          <p:cNvSpPr/>
          <p:nvPr/>
        </p:nvSpPr>
        <p:spPr>
          <a:xfrm>
            <a:off x="7801570" y="5715000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grpSp>
        <p:nvGrpSpPr>
          <p:cNvPr id="2497" name="Group"/>
          <p:cNvGrpSpPr/>
          <p:nvPr/>
        </p:nvGrpSpPr>
        <p:grpSpPr>
          <a:xfrm>
            <a:off x="8417719" y="5750719"/>
            <a:ext cx="964406" cy="464344"/>
            <a:chOff x="0" y="0"/>
            <a:chExt cx="1371600" cy="660400"/>
          </a:xfrm>
        </p:grpSpPr>
        <p:sp>
          <p:nvSpPr>
            <p:cNvPr id="2494" name="5"/>
            <p:cNvSpPr/>
            <p:nvPr/>
          </p:nvSpPr>
          <p:spPr>
            <a:xfrm>
              <a:off x="0" y="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chemeClr val="accent4">
                      <a:hueOff val="-1081314"/>
                      <a:satOff val="4338"/>
                      <a:lumOff val="-8931"/>
                    </a:schemeClr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531"/>
                <a:t>5</a:t>
              </a:r>
            </a:p>
          </p:txBody>
        </p:sp>
        <p:sp>
          <p:nvSpPr>
            <p:cNvPr id="2495" name="1"/>
            <p:cNvSpPr/>
            <p:nvPr/>
          </p:nvSpPr>
          <p:spPr>
            <a:xfrm>
              <a:off x="558800" y="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531"/>
                <a:t>1</a:t>
              </a:r>
            </a:p>
          </p:txBody>
        </p:sp>
        <p:sp>
          <p:nvSpPr>
            <p:cNvPr id="2496" name="0"/>
            <p:cNvSpPr/>
            <p:nvPr/>
          </p:nvSpPr>
          <p:spPr>
            <a:xfrm>
              <a:off x="1092200" y="0"/>
              <a:ext cx="2794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531"/>
                <a:t>0</a:t>
              </a:r>
            </a:p>
          </p:txBody>
        </p:sp>
      </p:grpSp>
      <p:grpSp>
        <p:nvGrpSpPr>
          <p:cNvPr id="2501" name="Group"/>
          <p:cNvGrpSpPr/>
          <p:nvPr/>
        </p:nvGrpSpPr>
        <p:grpSpPr>
          <a:xfrm>
            <a:off x="8399859" y="5393531"/>
            <a:ext cx="910828" cy="473273"/>
            <a:chOff x="0" y="0"/>
            <a:chExt cx="1295400" cy="673100"/>
          </a:xfrm>
        </p:grpSpPr>
        <p:sp>
          <p:nvSpPr>
            <p:cNvPr id="2498" name="6"/>
            <p:cNvSpPr/>
            <p:nvPr/>
          </p:nvSpPr>
          <p:spPr>
            <a:xfrm>
              <a:off x="0" y="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531"/>
                <a:t>6</a:t>
              </a:r>
            </a:p>
          </p:txBody>
        </p:sp>
        <p:sp>
          <p:nvSpPr>
            <p:cNvPr id="2499" name="0"/>
            <p:cNvSpPr/>
            <p:nvPr/>
          </p:nvSpPr>
          <p:spPr>
            <a:xfrm>
              <a:off x="546100" y="1270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chemeClr val="accent4">
                      <a:hueOff val="-1081314"/>
                      <a:satOff val="4338"/>
                      <a:lumOff val="-8931"/>
                    </a:schemeClr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531"/>
                <a:t>0</a:t>
              </a:r>
            </a:p>
          </p:txBody>
        </p:sp>
        <p:sp>
          <p:nvSpPr>
            <p:cNvPr id="2500" name="1"/>
            <p:cNvSpPr/>
            <p:nvPr/>
          </p:nvSpPr>
          <p:spPr>
            <a:xfrm>
              <a:off x="1104900" y="0"/>
              <a:ext cx="1905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chemeClr val="accent4">
                      <a:hueOff val="-1081314"/>
                      <a:satOff val="4338"/>
                      <a:lumOff val="-8931"/>
                    </a:schemeClr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531"/>
                <a:t>1</a:t>
              </a:r>
            </a:p>
          </p:txBody>
        </p:sp>
      </p:grpSp>
      <p:sp>
        <p:nvSpPr>
          <p:cNvPr id="2502" name="6"/>
          <p:cNvSpPr/>
          <p:nvPr/>
        </p:nvSpPr>
        <p:spPr>
          <a:xfrm>
            <a:off x="5801320" y="1366242"/>
            <a:ext cx="21431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6</a:t>
            </a:r>
          </a:p>
        </p:txBody>
      </p:sp>
      <p:sp>
        <p:nvSpPr>
          <p:cNvPr id="2503" name="routing loop!"/>
          <p:cNvSpPr/>
          <p:nvPr/>
        </p:nvSpPr>
        <p:spPr>
          <a:xfrm>
            <a:off x="7820158" y="1818563"/>
            <a:ext cx="2152055" cy="46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>
              <a:defRPr sz="3600">
                <a:solidFill>
                  <a:srgbClr val="942193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routing loop!</a:t>
            </a:r>
          </a:p>
        </p:txBody>
      </p:sp>
      <p:sp>
        <p:nvSpPr>
          <p:cNvPr id="2504" name="Line"/>
          <p:cNvSpPr/>
          <p:nvPr/>
        </p:nvSpPr>
        <p:spPr>
          <a:xfrm>
            <a:off x="8354513" y="5552369"/>
            <a:ext cx="632201" cy="590971"/>
          </a:xfrm>
          <a:prstGeom prst="line">
            <a:avLst/>
          </a:prstGeom>
          <a:ln w="63500">
            <a:solidFill>
              <a:srgbClr val="942193"/>
            </a:solidFill>
            <a:miter lim="400000"/>
            <a:headEnd type="stealth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505" name="Line"/>
          <p:cNvSpPr/>
          <p:nvPr/>
        </p:nvSpPr>
        <p:spPr>
          <a:xfrm>
            <a:off x="3773816" y="2928896"/>
            <a:ext cx="4494121" cy="7694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21" extrusionOk="0">
                <a:moveTo>
                  <a:pt x="21600" y="21038"/>
                </a:moveTo>
                <a:cubicBezTo>
                  <a:pt x="21600" y="21038"/>
                  <a:pt x="13263" y="-179"/>
                  <a:pt x="10818" y="1"/>
                </a:cubicBezTo>
                <a:cubicBezTo>
                  <a:pt x="8512" y="171"/>
                  <a:pt x="0" y="21421"/>
                  <a:pt x="0" y="21421"/>
                </a:cubicBezTo>
              </a:path>
            </a:pathLst>
          </a:custGeom>
          <a:ln w="50800">
            <a:solidFill>
              <a:srgbClr val="942193"/>
            </a:solidFill>
            <a:miter lim="400000"/>
            <a:tailEnd type="stealth"/>
          </a:ln>
        </p:spPr>
        <p:txBody>
          <a:bodyPr lIns="35719" tIns="35719" rIns="35719" bIns="35719" anchor="ctr"/>
          <a:lstStyle/>
          <a:p>
            <a:endParaRPr/>
          </a:p>
        </p:txBody>
      </p:sp>
      <p:sp>
        <p:nvSpPr>
          <p:cNvPr id="2506" name="Line"/>
          <p:cNvSpPr/>
          <p:nvPr/>
        </p:nvSpPr>
        <p:spPr>
          <a:xfrm>
            <a:off x="3750445" y="2734954"/>
            <a:ext cx="4604188" cy="12344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74" h="18682" extrusionOk="0">
                <a:moveTo>
                  <a:pt x="12179" y="0"/>
                </a:moveTo>
                <a:cubicBezTo>
                  <a:pt x="12179" y="0"/>
                  <a:pt x="21413" y="10286"/>
                  <a:pt x="21473" y="13935"/>
                </a:cubicBezTo>
                <a:cubicBezTo>
                  <a:pt x="21600" y="21600"/>
                  <a:pt x="0" y="17679"/>
                  <a:pt x="0" y="17679"/>
                </a:cubicBezTo>
              </a:path>
            </a:pathLst>
          </a:custGeom>
          <a:ln w="50800">
            <a:solidFill>
              <a:srgbClr val="942193"/>
            </a:solidFill>
            <a:miter lim="400000"/>
            <a:tailEnd type="stealth"/>
          </a:ln>
        </p:spPr>
        <p:txBody>
          <a:bodyPr lIns="35719" tIns="35719" rIns="35719" bIns="35719" anchor="ctr"/>
          <a:lstStyle/>
          <a:p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7" dur="1000"/>
                                        <p:tgtEl>
                                          <p:spTgt spid="2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4" grpId="0" animBg="1" advAuto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0" name="0"/>
          <p:cNvSpPr/>
          <p:nvPr/>
        </p:nvSpPr>
        <p:spPr>
          <a:xfrm>
            <a:off x="6229945" y="1366242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2511" name="1"/>
          <p:cNvSpPr/>
          <p:nvPr/>
        </p:nvSpPr>
        <p:spPr>
          <a:xfrm>
            <a:off x="6622852" y="1366242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2512" name="Line"/>
          <p:cNvSpPr/>
          <p:nvPr/>
        </p:nvSpPr>
        <p:spPr>
          <a:xfrm>
            <a:off x="3631403" y="3821276"/>
            <a:ext cx="4865179" cy="1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513" name="Line"/>
          <p:cNvSpPr/>
          <p:nvPr/>
        </p:nvSpPr>
        <p:spPr>
          <a:xfrm>
            <a:off x="6178379" y="2812098"/>
            <a:ext cx="2320587" cy="823433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5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21</a:t>
            </a:fld>
            <a:endParaRPr/>
          </a:p>
        </p:txBody>
      </p:sp>
      <p:sp>
        <p:nvSpPr>
          <p:cNvPr id="2515" name="x"/>
          <p:cNvSpPr/>
          <p:nvPr/>
        </p:nvSpPr>
        <p:spPr>
          <a:xfrm>
            <a:off x="315813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424242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r>
              <a:t>x</a:t>
            </a:r>
          </a:p>
        </p:txBody>
      </p:sp>
      <p:sp>
        <p:nvSpPr>
          <p:cNvPr id="2516" name="z"/>
          <p:cNvSpPr/>
          <p:nvPr/>
        </p:nvSpPr>
        <p:spPr>
          <a:xfrm>
            <a:off x="829270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008F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r>
              <a:t>z</a:t>
            </a:r>
          </a:p>
        </p:txBody>
      </p:sp>
      <p:sp>
        <p:nvSpPr>
          <p:cNvPr id="2517" name="y"/>
          <p:cNvSpPr/>
          <p:nvPr/>
        </p:nvSpPr>
        <p:spPr>
          <a:xfrm>
            <a:off x="5765602" y="2500313"/>
            <a:ext cx="535781" cy="535781"/>
          </a:xfrm>
          <a:prstGeom prst="roundRect">
            <a:avLst>
              <a:gd name="adj" fmla="val 25000"/>
            </a:avLst>
          </a:prstGeom>
          <a:solidFill>
            <a:schemeClr val="accent4">
              <a:hueOff val="-1081314"/>
              <a:satOff val="4338"/>
              <a:lumOff val="-8931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r>
              <a:t>y</a:t>
            </a:r>
          </a:p>
        </p:txBody>
      </p:sp>
      <p:sp>
        <p:nvSpPr>
          <p:cNvPr id="2518" name="7"/>
          <p:cNvSpPr/>
          <p:nvPr/>
        </p:nvSpPr>
        <p:spPr>
          <a:xfrm>
            <a:off x="5899547" y="3379448"/>
            <a:ext cx="267891" cy="3491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>
                <a:solidFill>
                  <a:srgbClr val="942193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t>7</a:t>
            </a:r>
          </a:p>
        </p:txBody>
      </p:sp>
      <p:sp>
        <p:nvSpPr>
          <p:cNvPr id="2519" name="1"/>
          <p:cNvSpPr/>
          <p:nvPr/>
        </p:nvSpPr>
        <p:spPr>
          <a:xfrm>
            <a:off x="7346156" y="2749905"/>
            <a:ext cx="267891" cy="3491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>
                <a:solidFill>
                  <a:srgbClr val="942193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t>1</a:t>
            </a:r>
          </a:p>
        </p:txBody>
      </p:sp>
      <p:sp>
        <p:nvSpPr>
          <p:cNvPr id="2520" name="Rectangle"/>
          <p:cNvSpPr/>
          <p:nvPr/>
        </p:nvSpPr>
        <p:spPr>
          <a:xfrm>
            <a:off x="4979789" y="535781"/>
            <a:ext cx="2107406" cy="1625203"/>
          </a:xfrm>
          <a:prstGeom prst="rect">
            <a:avLst/>
          </a:prstGeom>
          <a:ln w="63500">
            <a:solidFill>
              <a:schemeClr val="accent4">
                <a:hueOff val="-1081314"/>
                <a:satOff val="4338"/>
                <a:lumOff val="-8931"/>
              </a:schemeClr>
            </a:solidFill>
            <a:miter lim="400000"/>
          </a:ln>
        </p:spPr>
        <p:txBody>
          <a:bodyPr lIns="35719" tIns="35719" rIns="35719" bIns="35719" anchor="ctr"/>
          <a:lstStyle/>
          <a:p>
            <a:pPr>
              <a:defRPr sz="40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2521" name="x"/>
          <p:cNvSpPr/>
          <p:nvPr/>
        </p:nvSpPr>
        <p:spPr>
          <a:xfrm>
            <a:off x="5837039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x</a:t>
            </a:r>
          </a:p>
        </p:txBody>
      </p:sp>
      <p:sp>
        <p:nvSpPr>
          <p:cNvPr id="2522" name="Line"/>
          <p:cNvSpPr/>
          <p:nvPr/>
        </p:nvSpPr>
        <p:spPr>
          <a:xfrm flipV="1">
            <a:off x="5042294" y="994341"/>
            <a:ext cx="1958034" cy="655"/>
          </a:xfrm>
          <a:prstGeom prst="line">
            <a:avLst/>
          </a:prstGeom>
          <a:ln w="38100">
            <a:solidFill>
              <a:schemeClr val="accent4">
                <a:hueOff val="-1081314"/>
                <a:satOff val="4338"/>
                <a:lumOff val="-8931"/>
              </a:schemeClr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523" name="Line"/>
          <p:cNvSpPr/>
          <p:nvPr/>
        </p:nvSpPr>
        <p:spPr>
          <a:xfrm flipV="1">
            <a:off x="5615840" y="633926"/>
            <a:ext cx="691" cy="1439101"/>
          </a:xfrm>
          <a:prstGeom prst="line">
            <a:avLst/>
          </a:prstGeom>
          <a:ln w="38100">
            <a:solidFill>
              <a:schemeClr val="accent4">
                <a:hueOff val="-1081314"/>
                <a:satOff val="4338"/>
                <a:lumOff val="-8931"/>
              </a:schemeClr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524" name="y"/>
          <p:cNvSpPr/>
          <p:nvPr/>
        </p:nvSpPr>
        <p:spPr>
          <a:xfrm>
            <a:off x="5211961" y="1330523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2525" name="y"/>
          <p:cNvSpPr/>
          <p:nvPr/>
        </p:nvSpPr>
        <p:spPr>
          <a:xfrm>
            <a:off x="6212086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2526" name="z"/>
          <p:cNvSpPr/>
          <p:nvPr/>
        </p:nvSpPr>
        <p:spPr>
          <a:xfrm>
            <a:off x="6604992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sp>
        <p:nvSpPr>
          <p:cNvPr id="2527" name="z"/>
          <p:cNvSpPr/>
          <p:nvPr/>
        </p:nvSpPr>
        <p:spPr>
          <a:xfrm>
            <a:off x="5211961" y="1660922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sp>
        <p:nvSpPr>
          <p:cNvPr id="2528" name="5"/>
          <p:cNvSpPr/>
          <p:nvPr/>
        </p:nvSpPr>
        <p:spPr>
          <a:xfrm>
            <a:off x="5828109" y="1705570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5</a:t>
            </a:r>
          </a:p>
        </p:txBody>
      </p:sp>
      <p:sp>
        <p:nvSpPr>
          <p:cNvPr id="2529" name="1"/>
          <p:cNvSpPr/>
          <p:nvPr/>
        </p:nvSpPr>
        <p:spPr>
          <a:xfrm>
            <a:off x="6221016" y="1705570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2530" name="0"/>
          <p:cNvSpPr/>
          <p:nvPr/>
        </p:nvSpPr>
        <p:spPr>
          <a:xfrm>
            <a:off x="6596062" y="1705570"/>
            <a:ext cx="21431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2531" name="Rectangle"/>
          <p:cNvSpPr/>
          <p:nvPr/>
        </p:nvSpPr>
        <p:spPr>
          <a:xfrm>
            <a:off x="7569399" y="4589859"/>
            <a:ext cx="2107406" cy="1625203"/>
          </a:xfrm>
          <a:prstGeom prst="rect">
            <a:avLst/>
          </a:prstGeom>
          <a:ln w="63500">
            <a:solidFill>
              <a:srgbClr val="008F00"/>
            </a:solidFill>
            <a:miter lim="400000"/>
          </a:ln>
        </p:spPr>
        <p:txBody>
          <a:bodyPr lIns="35719" tIns="35719" rIns="35719" bIns="35719" anchor="ctr"/>
          <a:lstStyle/>
          <a:p>
            <a:pPr>
              <a:defRPr sz="4000">
                <a:solidFill>
                  <a:srgbClr val="008F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2532" name="x"/>
          <p:cNvSpPr/>
          <p:nvPr/>
        </p:nvSpPr>
        <p:spPr>
          <a:xfrm>
            <a:off x="8426648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x</a:t>
            </a:r>
          </a:p>
        </p:txBody>
      </p:sp>
      <p:sp>
        <p:nvSpPr>
          <p:cNvPr id="2533" name="Line"/>
          <p:cNvSpPr/>
          <p:nvPr/>
        </p:nvSpPr>
        <p:spPr>
          <a:xfrm flipV="1">
            <a:off x="7631904" y="5048419"/>
            <a:ext cx="1958034" cy="655"/>
          </a:xfrm>
          <a:prstGeom prst="line">
            <a:avLst/>
          </a:prstGeom>
          <a:ln w="38100">
            <a:solidFill>
              <a:srgbClr val="008F00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534" name="Line"/>
          <p:cNvSpPr/>
          <p:nvPr/>
        </p:nvSpPr>
        <p:spPr>
          <a:xfrm flipV="1">
            <a:off x="8205448" y="4688005"/>
            <a:ext cx="692" cy="1439101"/>
          </a:xfrm>
          <a:prstGeom prst="line">
            <a:avLst/>
          </a:prstGeom>
          <a:ln w="38100">
            <a:solidFill>
              <a:srgbClr val="008F00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535" name="y"/>
          <p:cNvSpPr/>
          <p:nvPr/>
        </p:nvSpPr>
        <p:spPr>
          <a:xfrm>
            <a:off x="7801570" y="5384601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2536" name="y"/>
          <p:cNvSpPr/>
          <p:nvPr/>
        </p:nvSpPr>
        <p:spPr>
          <a:xfrm>
            <a:off x="8801695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2537" name="z"/>
          <p:cNvSpPr/>
          <p:nvPr/>
        </p:nvSpPr>
        <p:spPr>
          <a:xfrm>
            <a:off x="9194601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sp>
        <p:nvSpPr>
          <p:cNvPr id="2538" name="z"/>
          <p:cNvSpPr/>
          <p:nvPr/>
        </p:nvSpPr>
        <p:spPr>
          <a:xfrm>
            <a:off x="7801570" y="5715000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grpSp>
        <p:nvGrpSpPr>
          <p:cNvPr id="2542" name="Group"/>
          <p:cNvGrpSpPr/>
          <p:nvPr/>
        </p:nvGrpSpPr>
        <p:grpSpPr>
          <a:xfrm>
            <a:off x="8417719" y="5750719"/>
            <a:ext cx="964406" cy="464344"/>
            <a:chOff x="0" y="0"/>
            <a:chExt cx="1371600" cy="660400"/>
          </a:xfrm>
        </p:grpSpPr>
        <p:sp>
          <p:nvSpPr>
            <p:cNvPr id="2539" name="7"/>
            <p:cNvSpPr/>
            <p:nvPr/>
          </p:nvSpPr>
          <p:spPr>
            <a:xfrm>
              <a:off x="0" y="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chemeClr val="accent4">
                      <a:hueOff val="-1081314"/>
                      <a:satOff val="4338"/>
                      <a:lumOff val="-8931"/>
                    </a:schemeClr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531"/>
                <a:t>7</a:t>
              </a:r>
            </a:p>
          </p:txBody>
        </p:sp>
        <p:sp>
          <p:nvSpPr>
            <p:cNvPr id="2540" name="1"/>
            <p:cNvSpPr/>
            <p:nvPr/>
          </p:nvSpPr>
          <p:spPr>
            <a:xfrm>
              <a:off x="558800" y="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531"/>
                <a:t>1</a:t>
              </a:r>
            </a:p>
          </p:txBody>
        </p:sp>
        <p:sp>
          <p:nvSpPr>
            <p:cNvPr id="2541" name="0"/>
            <p:cNvSpPr/>
            <p:nvPr/>
          </p:nvSpPr>
          <p:spPr>
            <a:xfrm>
              <a:off x="1092200" y="0"/>
              <a:ext cx="2794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531"/>
                <a:t>0</a:t>
              </a:r>
            </a:p>
          </p:txBody>
        </p:sp>
      </p:grpSp>
      <p:grpSp>
        <p:nvGrpSpPr>
          <p:cNvPr id="2546" name="Group"/>
          <p:cNvGrpSpPr/>
          <p:nvPr/>
        </p:nvGrpSpPr>
        <p:grpSpPr>
          <a:xfrm>
            <a:off x="8399859" y="5393531"/>
            <a:ext cx="910828" cy="473273"/>
            <a:chOff x="0" y="0"/>
            <a:chExt cx="1295400" cy="673100"/>
          </a:xfrm>
        </p:grpSpPr>
        <p:sp>
          <p:nvSpPr>
            <p:cNvPr id="2543" name="6"/>
            <p:cNvSpPr/>
            <p:nvPr/>
          </p:nvSpPr>
          <p:spPr>
            <a:xfrm>
              <a:off x="0" y="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531"/>
                <a:t>6</a:t>
              </a:r>
            </a:p>
          </p:txBody>
        </p:sp>
        <p:sp>
          <p:nvSpPr>
            <p:cNvPr id="2544" name="0"/>
            <p:cNvSpPr/>
            <p:nvPr/>
          </p:nvSpPr>
          <p:spPr>
            <a:xfrm>
              <a:off x="546100" y="1270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chemeClr val="accent4">
                      <a:hueOff val="-1081314"/>
                      <a:satOff val="4338"/>
                      <a:lumOff val="-8931"/>
                    </a:schemeClr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531"/>
                <a:t>0</a:t>
              </a:r>
            </a:p>
          </p:txBody>
        </p:sp>
        <p:sp>
          <p:nvSpPr>
            <p:cNvPr id="2545" name="1"/>
            <p:cNvSpPr/>
            <p:nvPr/>
          </p:nvSpPr>
          <p:spPr>
            <a:xfrm>
              <a:off x="1104900" y="0"/>
              <a:ext cx="1905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chemeClr val="accent4">
                      <a:hueOff val="-1081314"/>
                      <a:satOff val="4338"/>
                      <a:lumOff val="-8931"/>
                    </a:schemeClr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531"/>
                <a:t>1</a:t>
              </a:r>
            </a:p>
          </p:txBody>
        </p:sp>
      </p:grpSp>
      <p:sp>
        <p:nvSpPr>
          <p:cNvPr id="2547" name="6"/>
          <p:cNvSpPr/>
          <p:nvPr/>
        </p:nvSpPr>
        <p:spPr>
          <a:xfrm>
            <a:off x="5801320" y="1366242"/>
            <a:ext cx="21431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6</a:t>
            </a:r>
          </a:p>
        </p:txBody>
      </p:sp>
      <p:sp>
        <p:nvSpPr>
          <p:cNvPr id="2548" name="routing loop!"/>
          <p:cNvSpPr/>
          <p:nvPr/>
        </p:nvSpPr>
        <p:spPr>
          <a:xfrm>
            <a:off x="7820158" y="1818563"/>
            <a:ext cx="2152055" cy="46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>
              <a:defRPr sz="3600">
                <a:solidFill>
                  <a:srgbClr val="942193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routing loop!</a:t>
            </a:r>
          </a:p>
        </p:txBody>
      </p:sp>
      <p:sp>
        <p:nvSpPr>
          <p:cNvPr id="2549" name="Line"/>
          <p:cNvSpPr/>
          <p:nvPr/>
        </p:nvSpPr>
        <p:spPr>
          <a:xfrm>
            <a:off x="8354513" y="5552369"/>
            <a:ext cx="632201" cy="590971"/>
          </a:xfrm>
          <a:prstGeom prst="line">
            <a:avLst/>
          </a:prstGeom>
          <a:ln w="63500">
            <a:solidFill>
              <a:srgbClr val="942193"/>
            </a:solidFill>
            <a:miter lim="400000"/>
            <a:headEnd type="stealth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550" name="Line"/>
          <p:cNvSpPr/>
          <p:nvPr/>
        </p:nvSpPr>
        <p:spPr>
          <a:xfrm>
            <a:off x="3773816" y="2928896"/>
            <a:ext cx="4494121" cy="7694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21" extrusionOk="0">
                <a:moveTo>
                  <a:pt x="21600" y="21038"/>
                </a:moveTo>
                <a:cubicBezTo>
                  <a:pt x="21600" y="21038"/>
                  <a:pt x="13263" y="-179"/>
                  <a:pt x="10818" y="1"/>
                </a:cubicBezTo>
                <a:cubicBezTo>
                  <a:pt x="8512" y="171"/>
                  <a:pt x="0" y="21421"/>
                  <a:pt x="0" y="21421"/>
                </a:cubicBezTo>
              </a:path>
            </a:pathLst>
          </a:custGeom>
          <a:ln w="50800">
            <a:solidFill>
              <a:srgbClr val="942193"/>
            </a:solidFill>
            <a:miter lim="400000"/>
            <a:tailEnd type="stealth"/>
          </a:ln>
        </p:spPr>
        <p:txBody>
          <a:bodyPr lIns="35719" tIns="35719" rIns="35719" bIns="35719" anchor="ctr"/>
          <a:lstStyle/>
          <a:p>
            <a:endParaRPr/>
          </a:p>
        </p:txBody>
      </p:sp>
      <p:sp>
        <p:nvSpPr>
          <p:cNvPr id="2551" name="Line"/>
          <p:cNvSpPr/>
          <p:nvPr/>
        </p:nvSpPr>
        <p:spPr>
          <a:xfrm>
            <a:off x="3750445" y="2734954"/>
            <a:ext cx="4604188" cy="12344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74" h="18682" extrusionOk="0">
                <a:moveTo>
                  <a:pt x="12179" y="0"/>
                </a:moveTo>
                <a:cubicBezTo>
                  <a:pt x="12179" y="0"/>
                  <a:pt x="21413" y="10286"/>
                  <a:pt x="21473" y="13935"/>
                </a:cubicBezTo>
                <a:cubicBezTo>
                  <a:pt x="21600" y="21600"/>
                  <a:pt x="0" y="17679"/>
                  <a:pt x="0" y="17679"/>
                </a:cubicBezTo>
              </a:path>
            </a:pathLst>
          </a:custGeom>
          <a:ln w="50800">
            <a:solidFill>
              <a:srgbClr val="942193"/>
            </a:solidFill>
            <a:miter lim="400000"/>
            <a:tailEnd type="stealth"/>
          </a:ln>
        </p:spPr>
        <p:txBody>
          <a:bodyPr lIns="35719" tIns="35719" rIns="35719" bIns="35719" anchor="ctr"/>
          <a:lstStyle/>
          <a:p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6" dur="1000" fill="hold"/>
                                        <p:tgtEl>
                                          <p:spTgt spid="25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49" grpId="0" animBg="1" advAuto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5" name="0"/>
          <p:cNvSpPr/>
          <p:nvPr/>
        </p:nvSpPr>
        <p:spPr>
          <a:xfrm>
            <a:off x="6229945" y="1366242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2556" name="1"/>
          <p:cNvSpPr/>
          <p:nvPr/>
        </p:nvSpPr>
        <p:spPr>
          <a:xfrm>
            <a:off x="6622852" y="1366242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2557" name="Line"/>
          <p:cNvSpPr/>
          <p:nvPr/>
        </p:nvSpPr>
        <p:spPr>
          <a:xfrm>
            <a:off x="3631403" y="3821276"/>
            <a:ext cx="4865179" cy="1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558" name="Line"/>
          <p:cNvSpPr/>
          <p:nvPr/>
        </p:nvSpPr>
        <p:spPr>
          <a:xfrm>
            <a:off x="6178379" y="2812098"/>
            <a:ext cx="2320587" cy="823433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55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22</a:t>
            </a:fld>
            <a:endParaRPr/>
          </a:p>
        </p:txBody>
      </p:sp>
      <p:sp>
        <p:nvSpPr>
          <p:cNvPr id="2560" name="x"/>
          <p:cNvSpPr/>
          <p:nvPr/>
        </p:nvSpPr>
        <p:spPr>
          <a:xfrm>
            <a:off x="315813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424242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r>
              <a:t>x</a:t>
            </a:r>
          </a:p>
        </p:txBody>
      </p:sp>
      <p:sp>
        <p:nvSpPr>
          <p:cNvPr id="2561" name="z"/>
          <p:cNvSpPr/>
          <p:nvPr/>
        </p:nvSpPr>
        <p:spPr>
          <a:xfrm>
            <a:off x="829270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008F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r>
              <a:t>z</a:t>
            </a:r>
          </a:p>
        </p:txBody>
      </p:sp>
      <p:sp>
        <p:nvSpPr>
          <p:cNvPr id="2562" name="y"/>
          <p:cNvSpPr/>
          <p:nvPr/>
        </p:nvSpPr>
        <p:spPr>
          <a:xfrm>
            <a:off x="5765602" y="2500313"/>
            <a:ext cx="535781" cy="535781"/>
          </a:xfrm>
          <a:prstGeom prst="roundRect">
            <a:avLst>
              <a:gd name="adj" fmla="val 25000"/>
            </a:avLst>
          </a:prstGeom>
          <a:solidFill>
            <a:schemeClr val="accent4">
              <a:hueOff val="-1081314"/>
              <a:satOff val="4338"/>
              <a:lumOff val="-8931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r>
              <a:t>y</a:t>
            </a:r>
          </a:p>
        </p:txBody>
      </p:sp>
      <p:sp>
        <p:nvSpPr>
          <p:cNvPr id="2563" name="7"/>
          <p:cNvSpPr/>
          <p:nvPr/>
        </p:nvSpPr>
        <p:spPr>
          <a:xfrm>
            <a:off x="5899547" y="3379448"/>
            <a:ext cx="267891" cy="3491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>
                <a:solidFill>
                  <a:srgbClr val="942193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t>7</a:t>
            </a:r>
          </a:p>
        </p:txBody>
      </p:sp>
      <p:sp>
        <p:nvSpPr>
          <p:cNvPr id="2564" name="1"/>
          <p:cNvSpPr/>
          <p:nvPr/>
        </p:nvSpPr>
        <p:spPr>
          <a:xfrm>
            <a:off x="7346156" y="2749905"/>
            <a:ext cx="267891" cy="3491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>
                <a:solidFill>
                  <a:srgbClr val="942193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t>1</a:t>
            </a:r>
          </a:p>
        </p:txBody>
      </p:sp>
      <p:sp>
        <p:nvSpPr>
          <p:cNvPr id="2565" name="Rectangle"/>
          <p:cNvSpPr/>
          <p:nvPr/>
        </p:nvSpPr>
        <p:spPr>
          <a:xfrm>
            <a:off x="4979789" y="535781"/>
            <a:ext cx="2107406" cy="1625203"/>
          </a:xfrm>
          <a:prstGeom prst="rect">
            <a:avLst/>
          </a:prstGeom>
          <a:ln w="63500">
            <a:solidFill>
              <a:schemeClr val="accent4">
                <a:hueOff val="-1081314"/>
                <a:satOff val="4338"/>
                <a:lumOff val="-8931"/>
              </a:schemeClr>
            </a:solidFill>
            <a:miter lim="400000"/>
          </a:ln>
        </p:spPr>
        <p:txBody>
          <a:bodyPr lIns="35719" tIns="35719" rIns="35719" bIns="35719" anchor="ctr"/>
          <a:lstStyle/>
          <a:p>
            <a:pPr>
              <a:defRPr sz="40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2566" name="x"/>
          <p:cNvSpPr/>
          <p:nvPr/>
        </p:nvSpPr>
        <p:spPr>
          <a:xfrm>
            <a:off x="5837039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x</a:t>
            </a:r>
          </a:p>
        </p:txBody>
      </p:sp>
      <p:sp>
        <p:nvSpPr>
          <p:cNvPr id="2567" name="Line"/>
          <p:cNvSpPr/>
          <p:nvPr/>
        </p:nvSpPr>
        <p:spPr>
          <a:xfrm flipV="1">
            <a:off x="5042294" y="994341"/>
            <a:ext cx="1958034" cy="655"/>
          </a:xfrm>
          <a:prstGeom prst="line">
            <a:avLst/>
          </a:prstGeom>
          <a:ln w="38100">
            <a:solidFill>
              <a:schemeClr val="accent4">
                <a:hueOff val="-1081314"/>
                <a:satOff val="4338"/>
                <a:lumOff val="-8931"/>
              </a:schemeClr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568" name="Line"/>
          <p:cNvSpPr/>
          <p:nvPr/>
        </p:nvSpPr>
        <p:spPr>
          <a:xfrm flipV="1">
            <a:off x="5615840" y="633926"/>
            <a:ext cx="691" cy="1439101"/>
          </a:xfrm>
          <a:prstGeom prst="line">
            <a:avLst/>
          </a:prstGeom>
          <a:ln w="38100">
            <a:solidFill>
              <a:schemeClr val="accent4">
                <a:hueOff val="-1081314"/>
                <a:satOff val="4338"/>
                <a:lumOff val="-8931"/>
              </a:schemeClr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569" name="y"/>
          <p:cNvSpPr/>
          <p:nvPr/>
        </p:nvSpPr>
        <p:spPr>
          <a:xfrm>
            <a:off x="5211961" y="1330523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2570" name="y"/>
          <p:cNvSpPr/>
          <p:nvPr/>
        </p:nvSpPr>
        <p:spPr>
          <a:xfrm>
            <a:off x="6212086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2571" name="z"/>
          <p:cNvSpPr/>
          <p:nvPr/>
        </p:nvSpPr>
        <p:spPr>
          <a:xfrm>
            <a:off x="6604992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sp>
        <p:nvSpPr>
          <p:cNvPr id="2572" name="z"/>
          <p:cNvSpPr/>
          <p:nvPr/>
        </p:nvSpPr>
        <p:spPr>
          <a:xfrm>
            <a:off x="5211961" y="1660922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sp>
        <p:nvSpPr>
          <p:cNvPr id="2573" name="7"/>
          <p:cNvSpPr/>
          <p:nvPr/>
        </p:nvSpPr>
        <p:spPr>
          <a:xfrm>
            <a:off x="5828109" y="1705570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7</a:t>
            </a:r>
          </a:p>
        </p:txBody>
      </p:sp>
      <p:sp>
        <p:nvSpPr>
          <p:cNvPr id="2574" name="1"/>
          <p:cNvSpPr/>
          <p:nvPr/>
        </p:nvSpPr>
        <p:spPr>
          <a:xfrm>
            <a:off x="6221016" y="1705570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2575" name="0"/>
          <p:cNvSpPr/>
          <p:nvPr/>
        </p:nvSpPr>
        <p:spPr>
          <a:xfrm>
            <a:off x="6596062" y="1705570"/>
            <a:ext cx="21431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2576" name="Rectangle"/>
          <p:cNvSpPr/>
          <p:nvPr/>
        </p:nvSpPr>
        <p:spPr>
          <a:xfrm>
            <a:off x="7569399" y="4589859"/>
            <a:ext cx="2107406" cy="1625203"/>
          </a:xfrm>
          <a:prstGeom prst="rect">
            <a:avLst/>
          </a:prstGeom>
          <a:ln w="63500">
            <a:solidFill>
              <a:srgbClr val="008F00"/>
            </a:solidFill>
            <a:miter lim="400000"/>
          </a:ln>
        </p:spPr>
        <p:txBody>
          <a:bodyPr lIns="35719" tIns="35719" rIns="35719" bIns="35719" anchor="ctr"/>
          <a:lstStyle/>
          <a:p>
            <a:pPr>
              <a:defRPr sz="4000">
                <a:solidFill>
                  <a:srgbClr val="008F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2577" name="x"/>
          <p:cNvSpPr/>
          <p:nvPr/>
        </p:nvSpPr>
        <p:spPr>
          <a:xfrm>
            <a:off x="8426648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x</a:t>
            </a:r>
          </a:p>
        </p:txBody>
      </p:sp>
      <p:sp>
        <p:nvSpPr>
          <p:cNvPr id="2578" name="Line"/>
          <p:cNvSpPr/>
          <p:nvPr/>
        </p:nvSpPr>
        <p:spPr>
          <a:xfrm flipV="1">
            <a:off x="7631904" y="5048419"/>
            <a:ext cx="1958034" cy="655"/>
          </a:xfrm>
          <a:prstGeom prst="line">
            <a:avLst/>
          </a:prstGeom>
          <a:ln w="38100">
            <a:solidFill>
              <a:srgbClr val="008F00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579" name="Line"/>
          <p:cNvSpPr/>
          <p:nvPr/>
        </p:nvSpPr>
        <p:spPr>
          <a:xfrm flipV="1">
            <a:off x="8205448" y="4688005"/>
            <a:ext cx="692" cy="1439101"/>
          </a:xfrm>
          <a:prstGeom prst="line">
            <a:avLst/>
          </a:prstGeom>
          <a:ln w="38100">
            <a:solidFill>
              <a:srgbClr val="008F00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580" name="y"/>
          <p:cNvSpPr/>
          <p:nvPr/>
        </p:nvSpPr>
        <p:spPr>
          <a:xfrm>
            <a:off x="7801570" y="5384601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2581" name="y"/>
          <p:cNvSpPr/>
          <p:nvPr/>
        </p:nvSpPr>
        <p:spPr>
          <a:xfrm>
            <a:off x="8801695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2582" name="z"/>
          <p:cNvSpPr/>
          <p:nvPr/>
        </p:nvSpPr>
        <p:spPr>
          <a:xfrm>
            <a:off x="9194601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sp>
        <p:nvSpPr>
          <p:cNvPr id="2583" name="z"/>
          <p:cNvSpPr/>
          <p:nvPr/>
        </p:nvSpPr>
        <p:spPr>
          <a:xfrm>
            <a:off x="7801570" y="5715000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grpSp>
        <p:nvGrpSpPr>
          <p:cNvPr id="2587" name="Group"/>
          <p:cNvGrpSpPr/>
          <p:nvPr/>
        </p:nvGrpSpPr>
        <p:grpSpPr>
          <a:xfrm>
            <a:off x="8417719" y="5750719"/>
            <a:ext cx="964406" cy="464344"/>
            <a:chOff x="0" y="0"/>
            <a:chExt cx="1371600" cy="660400"/>
          </a:xfrm>
        </p:grpSpPr>
        <p:sp>
          <p:nvSpPr>
            <p:cNvPr id="2584" name="7"/>
            <p:cNvSpPr/>
            <p:nvPr/>
          </p:nvSpPr>
          <p:spPr>
            <a:xfrm>
              <a:off x="0" y="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chemeClr val="accent4">
                      <a:hueOff val="-1081314"/>
                      <a:satOff val="4338"/>
                      <a:lumOff val="-8931"/>
                    </a:schemeClr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531"/>
                <a:t>7</a:t>
              </a:r>
            </a:p>
          </p:txBody>
        </p:sp>
        <p:sp>
          <p:nvSpPr>
            <p:cNvPr id="2585" name="1"/>
            <p:cNvSpPr/>
            <p:nvPr/>
          </p:nvSpPr>
          <p:spPr>
            <a:xfrm>
              <a:off x="558800" y="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531"/>
                <a:t>1</a:t>
              </a:r>
            </a:p>
          </p:txBody>
        </p:sp>
        <p:sp>
          <p:nvSpPr>
            <p:cNvPr id="2586" name="0"/>
            <p:cNvSpPr/>
            <p:nvPr/>
          </p:nvSpPr>
          <p:spPr>
            <a:xfrm>
              <a:off x="1092200" y="0"/>
              <a:ext cx="2794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531"/>
                <a:t>0</a:t>
              </a:r>
            </a:p>
          </p:txBody>
        </p:sp>
      </p:grpSp>
      <p:grpSp>
        <p:nvGrpSpPr>
          <p:cNvPr id="2591" name="Group"/>
          <p:cNvGrpSpPr/>
          <p:nvPr/>
        </p:nvGrpSpPr>
        <p:grpSpPr>
          <a:xfrm>
            <a:off x="8399859" y="5393531"/>
            <a:ext cx="910828" cy="473273"/>
            <a:chOff x="0" y="0"/>
            <a:chExt cx="1295400" cy="673100"/>
          </a:xfrm>
        </p:grpSpPr>
        <p:sp>
          <p:nvSpPr>
            <p:cNvPr id="2588" name="6"/>
            <p:cNvSpPr/>
            <p:nvPr/>
          </p:nvSpPr>
          <p:spPr>
            <a:xfrm>
              <a:off x="0" y="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531"/>
                <a:t>6</a:t>
              </a:r>
            </a:p>
          </p:txBody>
        </p:sp>
        <p:sp>
          <p:nvSpPr>
            <p:cNvPr id="2589" name="0"/>
            <p:cNvSpPr/>
            <p:nvPr/>
          </p:nvSpPr>
          <p:spPr>
            <a:xfrm>
              <a:off x="546100" y="1270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chemeClr val="accent4">
                      <a:hueOff val="-1081314"/>
                      <a:satOff val="4338"/>
                      <a:lumOff val="-8931"/>
                    </a:schemeClr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531"/>
                <a:t>0</a:t>
              </a:r>
            </a:p>
          </p:txBody>
        </p:sp>
        <p:sp>
          <p:nvSpPr>
            <p:cNvPr id="2590" name="1"/>
            <p:cNvSpPr/>
            <p:nvPr/>
          </p:nvSpPr>
          <p:spPr>
            <a:xfrm>
              <a:off x="1104900" y="0"/>
              <a:ext cx="1905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chemeClr val="accent4">
                      <a:hueOff val="-1081314"/>
                      <a:satOff val="4338"/>
                      <a:lumOff val="-8931"/>
                    </a:schemeClr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531"/>
                <a:t>1</a:t>
              </a:r>
            </a:p>
          </p:txBody>
        </p:sp>
      </p:grpSp>
      <p:sp>
        <p:nvSpPr>
          <p:cNvPr id="2592" name="6"/>
          <p:cNvSpPr/>
          <p:nvPr/>
        </p:nvSpPr>
        <p:spPr>
          <a:xfrm>
            <a:off x="5801320" y="1366242"/>
            <a:ext cx="21431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6</a:t>
            </a:r>
          </a:p>
        </p:txBody>
      </p:sp>
      <p:sp>
        <p:nvSpPr>
          <p:cNvPr id="2593" name="routing loop!"/>
          <p:cNvSpPr/>
          <p:nvPr/>
        </p:nvSpPr>
        <p:spPr>
          <a:xfrm>
            <a:off x="7820158" y="1818563"/>
            <a:ext cx="2152055" cy="46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>
              <a:defRPr sz="3600">
                <a:solidFill>
                  <a:srgbClr val="942193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routing loop!</a:t>
            </a:r>
          </a:p>
        </p:txBody>
      </p:sp>
      <p:sp>
        <p:nvSpPr>
          <p:cNvPr id="2594" name="Line"/>
          <p:cNvSpPr/>
          <p:nvPr/>
        </p:nvSpPr>
        <p:spPr>
          <a:xfrm flipV="1">
            <a:off x="5729507" y="1539271"/>
            <a:ext cx="1044506" cy="549740"/>
          </a:xfrm>
          <a:prstGeom prst="line">
            <a:avLst/>
          </a:prstGeom>
          <a:ln w="63500">
            <a:solidFill>
              <a:srgbClr val="942193"/>
            </a:solidFill>
            <a:miter lim="400000"/>
            <a:headEnd type="stealth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595" name="Line"/>
          <p:cNvSpPr/>
          <p:nvPr/>
        </p:nvSpPr>
        <p:spPr>
          <a:xfrm>
            <a:off x="3773816" y="2928896"/>
            <a:ext cx="4494121" cy="7694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21" extrusionOk="0">
                <a:moveTo>
                  <a:pt x="21600" y="21038"/>
                </a:moveTo>
                <a:cubicBezTo>
                  <a:pt x="21600" y="21038"/>
                  <a:pt x="13263" y="-179"/>
                  <a:pt x="10818" y="1"/>
                </a:cubicBezTo>
                <a:cubicBezTo>
                  <a:pt x="8512" y="171"/>
                  <a:pt x="0" y="21421"/>
                  <a:pt x="0" y="21421"/>
                </a:cubicBezTo>
              </a:path>
            </a:pathLst>
          </a:custGeom>
          <a:ln w="50800">
            <a:solidFill>
              <a:srgbClr val="942193"/>
            </a:solidFill>
            <a:miter lim="400000"/>
            <a:tailEnd type="stealth"/>
          </a:ln>
        </p:spPr>
        <p:txBody>
          <a:bodyPr lIns="35719" tIns="35719" rIns="35719" bIns="35719" anchor="ctr"/>
          <a:lstStyle/>
          <a:p>
            <a:endParaRPr/>
          </a:p>
        </p:txBody>
      </p:sp>
      <p:sp>
        <p:nvSpPr>
          <p:cNvPr id="2596" name="Line"/>
          <p:cNvSpPr/>
          <p:nvPr/>
        </p:nvSpPr>
        <p:spPr>
          <a:xfrm>
            <a:off x="3750445" y="2734954"/>
            <a:ext cx="4604188" cy="12344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74" h="18682" extrusionOk="0">
                <a:moveTo>
                  <a:pt x="12179" y="0"/>
                </a:moveTo>
                <a:cubicBezTo>
                  <a:pt x="12179" y="0"/>
                  <a:pt x="21413" y="10286"/>
                  <a:pt x="21473" y="13935"/>
                </a:cubicBezTo>
                <a:cubicBezTo>
                  <a:pt x="21600" y="21600"/>
                  <a:pt x="0" y="17679"/>
                  <a:pt x="0" y="17679"/>
                </a:cubicBezTo>
              </a:path>
            </a:pathLst>
          </a:custGeom>
          <a:ln w="50800">
            <a:solidFill>
              <a:srgbClr val="942193"/>
            </a:solidFill>
            <a:miter lim="400000"/>
            <a:tailEnd type="stealth"/>
          </a:ln>
        </p:spPr>
        <p:txBody>
          <a:bodyPr lIns="35719" tIns="35719" rIns="35719" bIns="35719" anchor="ctr"/>
          <a:lstStyle/>
          <a:p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2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94" grpId="0" animBg="1" advAuto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" name="0"/>
          <p:cNvSpPr/>
          <p:nvPr/>
        </p:nvSpPr>
        <p:spPr>
          <a:xfrm>
            <a:off x="6229945" y="1366242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2601" name="1"/>
          <p:cNvSpPr/>
          <p:nvPr/>
        </p:nvSpPr>
        <p:spPr>
          <a:xfrm>
            <a:off x="6622852" y="1366242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2602" name="Line"/>
          <p:cNvSpPr/>
          <p:nvPr/>
        </p:nvSpPr>
        <p:spPr>
          <a:xfrm>
            <a:off x="3631403" y="3821276"/>
            <a:ext cx="4865179" cy="1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603" name="Line"/>
          <p:cNvSpPr/>
          <p:nvPr/>
        </p:nvSpPr>
        <p:spPr>
          <a:xfrm>
            <a:off x="6178379" y="2812098"/>
            <a:ext cx="2320587" cy="823433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60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23</a:t>
            </a:fld>
            <a:endParaRPr/>
          </a:p>
        </p:txBody>
      </p:sp>
      <p:sp>
        <p:nvSpPr>
          <p:cNvPr id="2605" name="x"/>
          <p:cNvSpPr/>
          <p:nvPr/>
        </p:nvSpPr>
        <p:spPr>
          <a:xfrm>
            <a:off x="315813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424242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r>
              <a:t>x</a:t>
            </a:r>
          </a:p>
        </p:txBody>
      </p:sp>
      <p:sp>
        <p:nvSpPr>
          <p:cNvPr id="2606" name="z"/>
          <p:cNvSpPr/>
          <p:nvPr/>
        </p:nvSpPr>
        <p:spPr>
          <a:xfrm>
            <a:off x="829270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008F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r>
              <a:t>z</a:t>
            </a:r>
          </a:p>
        </p:txBody>
      </p:sp>
      <p:sp>
        <p:nvSpPr>
          <p:cNvPr id="2607" name="y"/>
          <p:cNvSpPr/>
          <p:nvPr/>
        </p:nvSpPr>
        <p:spPr>
          <a:xfrm>
            <a:off x="5765602" y="2500313"/>
            <a:ext cx="535781" cy="535781"/>
          </a:xfrm>
          <a:prstGeom prst="roundRect">
            <a:avLst>
              <a:gd name="adj" fmla="val 25000"/>
            </a:avLst>
          </a:prstGeom>
          <a:solidFill>
            <a:schemeClr val="accent4">
              <a:hueOff val="-1081314"/>
              <a:satOff val="4338"/>
              <a:lumOff val="-8931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r>
              <a:t>y</a:t>
            </a:r>
          </a:p>
        </p:txBody>
      </p:sp>
      <p:sp>
        <p:nvSpPr>
          <p:cNvPr id="2608" name="7"/>
          <p:cNvSpPr/>
          <p:nvPr/>
        </p:nvSpPr>
        <p:spPr>
          <a:xfrm>
            <a:off x="5899547" y="3379448"/>
            <a:ext cx="267891" cy="3491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>
                <a:solidFill>
                  <a:srgbClr val="942193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t>7</a:t>
            </a:r>
          </a:p>
        </p:txBody>
      </p:sp>
      <p:sp>
        <p:nvSpPr>
          <p:cNvPr id="2609" name="1"/>
          <p:cNvSpPr/>
          <p:nvPr/>
        </p:nvSpPr>
        <p:spPr>
          <a:xfrm>
            <a:off x="7346156" y="2749905"/>
            <a:ext cx="267891" cy="3491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>
                <a:solidFill>
                  <a:srgbClr val="942193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t>1</a:t>
            </a:r>
          </a:p>
        </p:txBody>
      </p:sp>
      <p:sp>
        <p:nvSpPr>
          <p:cNvPr id="2610" name="Rectangle"/>
          <p:cNvSpPr/>
          <p:nvPr/>
        </p:nvSpPr>
        <p:spPr>
          <a:xfrm>
            <a:off x="4979789" y="535781"/>
            <a:ext cx="2107406" cy="1625203"/>
          </a:xfrm>
          <a:prstGeom prst="rect">
            <a:avLst/>
          </a:prstGeom>
          <a:ln w="63500">
            <a:solidFill>
              <a:schemeClr val="accent4">
                <a:hueOff val="-1081314"/>
                <a:satOff val="4338"/>
                <a:lumOff val="-8931"/>
              </a:schemeClr>
            </a:solidFill>
            <a:miter lim="400000"/>
          </a:ln>
        </p:spPr>
        <p:txBody>
          <a:bodyPr lIns="35719" tIns="35719" rIns="35719" bIns="35719" anchor="ctr"/>
          <a:lstStyle/>
          <a:p>
            <a:pPr>
              <a:defRPr sz="40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2611" name="x"/>
          <p:cNvSpPr/>
          <p:nvPr/>
        </p:nvSpPr>
        <p:spPr>
          <a:xfrm>
            <a:off x="5837039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x</a:t>
            </a:r>
          </a:p>
        </p:txBody>
      </p:sp>
      <p:sp>
        <p:nvSpPr>
          <p:cNvPr id="2612" name="Line"/>
          <p:cNvSpPr/>
          <p:nvPr/>
        </p:nvSpPr>
        <p:spPr>
          <a:xfrm flipV="1">
            <a:off x="5042294" y="994341"/>
            <a:ext cx="1958034" cy="655"/>
          </a:xfrm>
          <a:prstGeom prst="line">
            <a:avLst/>
          </a:prstGeom>
          <a:ln w="38100">
            <a:solidFill>
              <a:schemeClr val="accent4">
                <a:hueOff val="-1081314"/>
                <a:satOff val="4338"/>
                <a:lumOff val="-8931"/>
              </a:schemeClr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613" name="Line"/>
          <p:cNvSpPr/>
          <p:nvPr/>
        </p:nvSpPr>
        <p:spPr>
          <a:xfrm flipV="1">
            <a:off x="5615840" y="633926"/>
            <a:ext cx="691" cy="1439101"/>
          </a:xfrm>
          <a:prstGeom prst="line">
            <a:avLst/>
          </a:prstGeom>
          <a:ln w="38100">
            <a:solidFill>
              <a:schemeClr val="accent4">
                <a:hueOff val="-1081314"/>
                <a:satOff val="4338"/>
                <a:lumOff val="-8931"/>
              </a:schemeClr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614" name="y"/>
          <p:cNvSpPr/>
          <p:nvPr/>
        </p:nvSpPr>
        <p:spPr>
          <a:xfrm>
            <a:off x="5211961" y="1330523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2615" name="y"/>
          <p:cNvSpPr/>
          <p:nvPr/>
        </p:nvSpPr>
        <p:spPr>
          <a:xfrm>
            <a:off x="6212086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2616" name="z"/>
          <p:cNvSpPr/>
          <p:nvPr/>
        </p:nvSpPr>
        <p:spPr>
          <a:xfrm>
            <a:off x="6604992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sp>
        <p:nvSpPr>
          <p:cNvPr id="2617" name="z"/>
          <p:cNvSpPr/>
          <p:nvPr/>
        </p:nvSpPr>
        <p:spPr>
          <a:xfrm>
            <a:off x="5211961" y="1660922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sp>
        <p:nvSpPr>
          <p:cNvPr id="2618" name="7"/>
          <p:cNvSpPr/>
          <p:nvPr/>
        </p:nvSpPr>
        <p:spPr>
          <a:xfrm>
            <a:off x="5828109" y="1705570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7</a:t>
            </a:r>
          </a:p>
        </p:txBody>
      </p:sp>
      <p:sp>
        <p:nvSpPr>
          <p:cNvPr id="2619" name="1"/>
          <p:cNvSpPr/>
          <p:nvPr/>
        </p:nvSpPr>
        <p:spPr>
          <a:xfrm>
            <a:off x="6221016" y="1705570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2620" name="0"/>
          <p:cNvSpPr/>
          <p:nvPr/>
        </p:nvSpPr>
        <p:spPr>
          <a:xfrm>
            <a:off x="6596062" y="1705570"/>
            <a:ext cx="21431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2621" name="Rectangle"/>
          <p:cNvSpPr/>
          <p:nvPr/>
        </p:nvSpPr>
        <p:spPr>
          <a:xfrm>
            <a:off x="7569399" y="4589859"/>
            <a:ext cx="2107406" cy="1625203"/>
          </a:xfrm>
          <a:prstGeom prst="rect">
            <a:avLst/>
          </a:prstGeom>
          <a:ln w="63500">
            <a:solidFill>
              <a:srgbClr val="008F00"/>
            </a:solidFill>
            <a:miter lim="400000"/>
          </a:ln>
        </p:spPr>
        <p:txBody>
          <a:bodyPr lIns="35719" tIns="35719" rIns="35719" bIns="35719" anchor="ctr"/>
          <a:lstStyle/>
          <a:p>
            <a:pPr>
              <a:defRPr sz="4000">
                <a:solidFill>
                  <a:srgbClr val="008F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2622" name="x"/>
          <p:cNvSpPr/>
          <p:nvPr/>
        </p:nvSpPr>
        <p:spPr>
          <a:xfrm>
            <a:off x="8426648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x</a:t>
            </a:r>
          </a:p>
        </p:txBody>
      </p:sp>
      <p:sp>
        <p:nvSpPr>
          <p:cNvPr id="2623" name="Line"/>
          <p:cNvSpPr/>
          <p:nvPr/>
        </p:nvSpPr>
        <p:spPr>
          <a:xfrm flipV="1">
            <a:off x="7631904" y="5048419"/>
            <a:ext cx="1958034" cy="655"/>
          </a:xfrm>
          <a:prstGeom prst="line">
            <a:avLst/>
          </a:prstGeom>
          <a:ln w="38100">
            <a:solidFill>
              <a:srgbClr val="008F00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624" name="Line"/>
          <p:cNvSpPr/>
          <p:nvPr/>
        </p:nvSpPr>
        <p:spPr>
          <a:xfrm flipV="1">
            <a:off x="8205448" y="4688005"/>
            <a:ext cx="692" cy="1439101"/>
          </a:xfrm>
          <a:prstGeom prst="line">
            <a:avLst/>
          </a:prstGeom>
          <a:ln w="38100">
            <a:solidFill>
              <a:srgbClr val="008F00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625" name="y"/>
          <p:cNvSpPr/>
          <p:nvPr/>
        </p:nvSpPr>
        <p:spPr>
          <a:xfrm>
            <a:off x="7801570" y="5384601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2626" name="y"/>
          <p:cNvSpPr/>
          <p:nvPr/>
        </p:nvSpPr>
        <p:spPr>
          <a:xfrm>
            <a:off x="8801695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2627" name="z"/>
          <p:cNvSpPr/>
          <p:nvPr/>
        </p:nvSpPr>
        <p:spPr>
          <a:xfrm>
            <a:off x="9194601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sp>
        <p:nvSpPr>
          <p:cNvPr id="2628" name="z"/>
          <p:cNvSpPr/>
          <p:nvPr/>
        </p:nvSpPr>
        <p:spPr>
          <a:xfrm>
            <a:off x="7801570" y="5715000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grpSp>
        <p:nvGrpSpPr>
          <p:cNvPr id="2632" name="Group"/>
          <p:cNvGrpSpPr/>
          <p:nvPr/>
        </p:nvGrpSpPr>
        <p:grpSpPr>
          <a:xfrm>
            <a:off x="8417719" y="5750719"/>
            <a:ext cx="964406" cy="464344"/>
            <a:chOff x="0" y="0"/>
            <a:chExt cx="1371600" cy="660400"/>
          </a:xfrm>
        </p:grpSpPr>
        <p:sp>
          <p:nvSpPr>
            <p:cNvPr id="2629" name="7"/>
            <p:cNvSpPr/>
            <p:nvPr/>
          </p:nvSpPr>
          <p:spPr>
            <a:xfrm>
              <a:off x="0" y="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chemeClr val="accent4">
                      <a:hueOff val="-1081314"/>
                      <a:satOff val="4338"/>
                      <a:lumOff val="-8931"/>
                    </a:schemeClr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531"/>
                <a:t>7</a:t>
              </a:r>
            </a:p>
          </p:txBody>
        </p:sp>
        <p:sp>
          <p:nvSpPr>
            <p:cNvPr id="2630" name="1"/>
            <p:cNvSpPr/>
            <p:nvPr/>
          </p:nvSpPr>
          <p:spPr>
            <a:xfrm>
              <a:off x="558800" y="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531"/>
                <a:t>1</a:t>
              </a:r>
            </a:p>
          </p:txBody>
        </p:sp>
        <p:sp>
          <p:nvSpPr>
            <p:cNvPr id="2631" name="0"/>
            <p:cNvSpPr/>
            <p:nvPr/>
          </p:nvSpPr>
          <p:spPr>
            <a:xfrm>
              <a:off x="1092200" y="0"/>
              <a:ext cx="2794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531"/>
                <a:t>0</a:t>
              </a:r>
            </a:p>
          </p:txBody>
        </p:sp>
      </p:grpSp>
      <p:grpSp>
        <p:nvGrpSpPr>
          <p:cNvPr id="2636" name="Group"/>
          <p:cNvGrpSpPr/>
          <p:nvPr/>
        </p:nvGrpSpPr>
        <p:grpSpPr>
          <a:xfrm>
            <a:off x="8399859" y="5393531"/>
            <a:ext cx="910828" cy="473273"/>
            <a:chOff x="0" y="0"/>
            <a:chExt cx="1295400" cy="673100"/>
          </a:xfrm>
        </p:grpSpPr>
        <p:sp>
          <p:nvSpPr>
            <p:cNvPr id="2633" name="6"/>
            <p:cNvSpPr/>
            <p:nvPr/>
          </p:nvSpPr>
          <p:spPr>
            <a:xfrm>
              <a:off x="0" y="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531"/>
                <a:t>6</a:t>
              </a:r>
            </a:p>
          </p:txBody>
        </p:sp>
        <p:sp>
          <p:nvSpPr>
            <p:cNvPr id="2634" name="0"/>
            <p:cNvSpPr/>
            <p:nvPr/>
          </p:nvSpPr>
          <p:spPr>
            <a:xfrm>
              <a:off x="546100" y="1270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chemeClr val="accent4">
                      <a:hueOff val="-1081314"/>
                      <a:satOff val="4338"/>
                      <a:lumOff val="-8931"/>
                    </a:schemeClr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531"/>
                <a:t>0</a:t>
              </a:r>
            </a:p>
          </p:txBody>
        </p:sp>
        <p:sp>
          <p:nvSpPr>
            <p:cNvPr id="2635" name="1"/>
            <p:cNvSpPr/>
            <p:nvPr/>
          </p:nvSpPr>
          <p:spPr>
            <a:xfrm>
              <a:off x="1104900" y="0"/>
              <a:ext cx="1905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chemeClr val="accent4">
                      <a:hueOff val="-1081314"/>
                      <a:satOff val="4338"/>
                      <a:lumOff val="-8931"/>
                    </a:schemeClr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531"/>
                <a:t>1</a:t>
              </a:r>
            </a:p>
          </p:txBody>
        </p:sp>
      </p:grpSp>
      <p:sp>
        <p:nvSpPr>
          <p:cNvPr id="2637" name="8"/>
          <p:cNvSpPr/>
          <p:nvPr/>
        </p:nvSpPr>
        <p:spPr>
          <a:xfrm>
            <a:off x="5801320" y="1366242"/>
            <a:ext cx="21431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8</a:t>
            </a:r>
          </a:p>
        </p:txBody>
      </p:sp>
      <p:sp>
        <p:nvSpPr>
          <p:cNvPr id="2638" name="routing loop!"/>
          <p:cNvSpPr/>
          <p:nvPr/>
        </p:nvSpPr>
        <p:spPr>
          <a:xfrm>
            <a:off x="7820158" y="1818563"/>
            <a:ext cx="2152055" cy="46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>
              <a:defRPr sz="3600">
                <a:solidFill>
                  <a:srgbClr val="942193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routing loop!</a:t>
            </a:r>
          </a:p>
        </p:txBody>
      </p:sp>
      <p:sp>
        <p:nvSpPr>
          <p:cNvPr id="2639" name="Line"/>
          <p:cNvSpPr/>
          <p:nvPr/>
        </p:nvSpPr>
        <p:spPr>
          <a:xfrm flipV="1">
            <a:off x="5729507" y="1539271"/>
            <a:ext cx="1044506" cy="549740"/>
          </a:xfrm>
          <a:prstGeom prst="line">
            <a:avLst/>
          </a:prstGeom>
          <a:ln w="63500">
            <a:solidFill>
              <a:srgbClr val="942193"/>
            </a:solidFill>
            <a:miter lim="400000"/>
            <a:headEnd type="stealth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640" name="Line"/>
          <p:cNvSpPr/>
          <p:nvPr/>
        </p:nvSpPr>
        <p:spPr>
          <a:xfrm>
            <a:off x="3773816" y="2928896"/>
            <a:ext cx="4494121" cy="7694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21" extrusionOk="0">
                <a:moveTo>
                  <a:pt x="21600" y="21038"/>
                </a:moveTo>
                <a:cubicBezTo>
                  <a:pt x="21600" y="21038"/>
                  <a:pt x="13263" y="-179"/>
                  <a:pt x="10818" y="1"/>
                </a:cubicBezTo>
                <a:cubicBezTo>
                  <a:pt x="8512" y="171"/>
                  <a:pt x="0" y="21421"/>
                  <a:pt x="0" y="21421"/>
                </a:cubicBezTo>
              </a:path>
            </a:pathLst>
          </a:custGeom>
          <a:ln w="50800">
            <a:solidFill>
              <a:srgbClr val="942193"/>
            </a:solidFill>
            <a:miter lim="400000"/>
            <a:tailEnd type="stealth"/>
          </a:ln>
        </p:spPr>
        <p:txBody>
          <a:bodyPr lIns="35719" tIns="35719" rIns="35719" bIns="35719" anchor="ctr"/>
          <a:lstStyle/>
          <a:p>
            <a:endParaRPr/>
          </a:p>
        </p:txBody>
      </p:sp>
      <p:sp>
        <p:nvSpPr>
          <p:cNvPr id="2641" name="Line"/>
          <p:cNvSpPr/>
          <p:nvPr/>
        </p:nvSpPr>
        <p:spPr>
          <a:xfrm>
            <a:off x="3750445" y="2734954"/>
            <a:ext cx="4604188" cy="12344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74" h="18682" extrusionOk="0">
                <a:moveTo>
                  <a:pt x="12179" y="0"/>
                </a:moveTo>
                <a:cubicBezTo>
                  <a:pt x="12179" y="0"/>
                  <a:pt x="21413" y="10286"/>
                  <a:pt x="21473" y="13935"/>
                </a:cubicBezTo>
                <a:cubicBezTo>
                  <a:pt x="21600" y="21600"/>
                  <a:pt x="0" y="17679"/>
                  <a:pt x="0" y="17679"/>
                </a:cubicBezTo>
              </a:path>
            </a:pathLst>
          </a:custGeom>
          <a:ln w="50800">
            <a:solidFill>
              <a:srgbClr val="942193"/>
            </a:solidFill>
            <a:miter lim="400000"/>
            <a:tailEnd type="stealth"/>
          </a:ln>
        </p:spPr>
        <p:txBody>
          <a:bodyPr lIns="35719" tIns="35719" rIns="35719" bIns="35719" anchor="ctr"/>
          <a:lstStyle/>
          <a:p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6" dur="1000" fill="hold"/>
                                        <p:tgtEl>
                                          <p:spTgt spid="26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39" grpId="0" animBg="1" advAuto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5" name="0"/>
          <p:cNvSpPr/>
          <p:nvPr/>
        </p:nvSpPr>
        <p:spPr>
          <a:xfrm>
            <a:off x="6229945" y="1366242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2646" name="1"/>
          <p:cNvSpPr/>
          <p:nvPr/>
        </p:nvSpPr>
        <p:spPr>
          <a:xfrm>
            <a:off x="6622852" y="1366242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2647" name="Line"/>
          <p:cNvSpPr/>
          <p:nvPr/>
        </p:nvSpPr>
        <p:spPr>
          <a:xfrm>
            <a:off x="3631403" y="3821276"/>
            <a:ext cx="4865179" cy="1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648" name="Line"/>
          <p:cNvSpPr/>
          <p:nvPr/>
        </p:nvSpPr>
        <p:spPr>
          <a:xfrm>
            <a:off x="6178379" y="2812098"/>
            <a:ext cx="2320587" cy="823433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6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24</a:t>
            </a:fld>
            <a:endParaRPr/>
          </a:p>
        </p:txBody>
      </p:sp>
      <p:sp>
        <p:nvSpPr>
          <p:cNvPr id="2650" name="x"/>
          <p:cNvSpPr/>
          <p:nvPr/>
        </p:nvSpPr>
        <p:spPr>
          <a:xfrm>
            <a:off x="315813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424242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r>
              <a:t>x</a:t>
            </a:r>
          </a:p>
        </p:txBody>
      </p:sp>
      <p:sp>
        <p:nvSpPr>
          <p:cNvPr id="2651" name="z"/>
          <p:cNvSpPr/>
          <p:nvPr/>
        </p:nvSpPr>
        <p:spPr>
          <a:xfrm>
            <a:off x="829270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008F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r>
              <a:t>z</a:t>
            </a:r>
          </a:p>
        </p:txBody>
      </p:sp>
      <p:sp>
        <p:nvSpPr>
          <p:cNvPr id="2652" name="y"/>
          <p:cNvSpPr/>
          <p:nvPr/>
        </p:nvSpPr>
        <p:spPr>
          <a:xfrm>
            <a:off x="5765602" y="2500313"/>
            <a:ext cx="535781" cy="535781"/>
          </a:xfrm>
          <a:prstGeom prst="roundRect">
            <a:avLst>
              <a:gd name="adj" fmla="val 25000"/>
            </a:avLst>
          </a:prstGeom>
          <a:solidFill>
            <a:schemeClr val="accent4">
              <a:hueOff val="-1081314"/>
              <a:satOff val="4338"/>
              <a:lumOff val="-8931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r>
              <a:t>y</a:t>
            </a:r>
          </a:p>
        </p:txBody>
      </p:sp>
      <p:sp>
        <p:nvSpPr>
          <p:cNvPr id="2653" name="7"/>
          <p:cNvSpPr/>
          <p:nvPr/>
        </p:nvSpPr>
        <p:spPr>
          <a:xfrm>
            <a:off x="5899547" y="3379448"/>
            <a:ext cx="267891" cy="3491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>
                <a:solidFill>
                  <a:srgbClr val="942193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t>7</a:t>
            </a:r>
          </a:p>
        </p:txBody>
      </p:sp>
      <p:sp>
        <p:nvSpPr>
          <p:cNvPr id="2654" name="1"/>
          <p:cNvSpPr/>
          <p:nvPr/>
        </p:nvSpPr>
        <p:spPr>
          <a:xfrm>
            <a:off x="7346156" y="2749905"/>
            <a:ext cx="267891" cy="3491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>
                <a:solidFill>
                  <a:srgbClr val="942193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t>1</a:t>
            </a:r>
          </a:p>
        </p:txBody>
      </p:sp>
      <p:sp>
        <p:nvSpPr>
          <p:cNvPr id="2655" name="Rectangle"/>
          <p:cNvSpPr/>
          <p:nvPr/>
        </p:nvSpPr>
        <p:spPr>
          <a:xfrm>
            <a:off x="4979789" y="535781"/>
            <a:ext cx="2107406" cy="1625203"/>
          </a:xfrm>
          <a:prstGeom prst="rect">
            <a:avLst/>
          </a:prstGeom>
          <a:ln w="63500">
            <a:solidFill>
              <a:schemeClr val="accent4">
                <a:hueOff val="-1081314"/>
                <a:satOff val="4338"/>
                <a:lumOff val="-8931"/>
              </a:schemeClr>
            </a:solidFill>
            <a:miter lim="400000"/>
          </a:ln>
        </p:spPr>
        <p:txBody>
          <a:bodyPr lIns="35719" tIns="35719" rIns="35719" bIns="35719" anchor="ctr"/>
          <a:lstStyle/>
          <a:p>
            <a:pPr>
              <a:defRPr sz="40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2656" name="x"/>
          <p:cNvSpPr/>
          <p:nvPr/>
        </p:nvSpPr>
        <p:spPr>
          <a:xfrm>
            <a:off x="5837039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x</a:t>
            </a:r>
          </a:p>
        </p:txBody>
      </p:sp>
      <p:sp>
        <p:nvSpPr>
          <p:cNvPr id="2657" name="Line"/>
          <p:cNvSpPr/>
          <p:nvPr/>
        </p:nvSpPr>
        <p:spPr>
          <a:xfrm flipV="1">
            <a:off x="5042294" y="994341"/>
            <a:ext cx="1958034" cy="655"/>
          </a:xfrm>
          <a:prstGeom prst="line">
            <a:avLst/>
          </a:prstGeom>
          <a:ln w="38100">
            <a:solidFill>
              <a:schemeClr val="accent4">
                <a:hueOff val="-1081314"/>
                <a:satOff val="4338"/>
                <a:lumOff val="-8931"/>
              </a:schemeClr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658" name="Line"/>
          <p:cNvSpPr/>
          <p:nvPr/>
        </p:nvSpPr>
        <p:spPr>
          <a:xfrm flipV="1">
            <a:off x="5615840" y="633926"/>
            <a:ext cx="691" cy="1439101"/>
          </a:xfrm>
          <a:prstGeom prst="line">
            <a:avLst/>
          </a:prstGeom>
          <a:ln w="38100">
            <a:solidFill>
              <a:schemeClr val="accent4">
                <a:hueOff val="-1081314"/>
                <a:satOff val="4338"/>
                <a:lumOff val="-8931"/>
              </a:schemeClr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659" name="y"/>
          <p:cNvSpPr/>
          <p:nvPr/>
        </p:nvSpPr>
        <p:spPr>
          <a:xfrm>
            <a:off x="5211961" y="1330523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2660" name="y"/>
          <p:cNvSpPr/>
          <p:nvPr/>
        </p:nvSpPr>
        <p:spPr>
          <a:xfrm>
            <a:off x="6212086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2661" name="z"/>
          <p:cNvSpPr/>
          <p:nvPr/>
        </p:nvSpPr>
        <p:spPr>
          <a:xfrm>
            <a:off x="6604992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sp>
        <p:nvSpPr>
          <p:cNvPr id="2662" name="z"/>
          <p:cNvSpPr/>
          <p:nvPr/>
        </p:nvSpPr>
        <p:spPr>
          <a:xfrm>
            <a:off x="5211961" y="1660922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sp>
        <p:nvSpPr>
          <p:cNvPr id="2663" name="7"/>
          <p:cNvSpPr/>
          <p:nvPr/>
        </p:nvSpPr>
        <p:spPr>
          <a:xfrm>
            <a:off x="5828109" y="1705570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7</a:t>
            </a:r>
          </a:p>
        </p:txBody>
      </p:sp>
      <p:sp>
        <p:nvSpPr>
          <p:cNvPr id="2664" name="1"/>
          <p:cNvSpPr/>
          <p:nvPr/>
        </p:nvSpPr>
        <p:spPr>
          <a:xfrm>
            <a:off x="6221016" y="1705570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2665" name="0"/>
          <p:cNvSpPr/>
          <p:nvPr/>
        </p:nvSpPr>
        <p:spPr>
          <a:xfrm>
            <a:off x="6596062" y="1705570"/>
            <a:ext cx="21431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2666" name="Rectangle"/>
          <p:cNvSpPr/>
          <p:nvPr/>
        </p:nvSpPr>
        <p:spPr>
          <a:xfrm>
            <a:off x="7569399" y="4589859"/>
            <a:ext cx="2107406" cy="1625203"/>
          </a:xfrm>
          <a:prstGeom prst="rect">
            <a:avLst/>
          </a:prstGeom>
          <a:ln w="63500">
            <a:solidFill>
              <a:srgbClr val="008F00"/>
            </a:solidFill>
            <a:miter lim="400000"/>
          </a:ln>
        </p:spPr>
        <p:txBody>
          <a:bodyPr lIns="35719" tIns="35719" rIns="35719" bIns="35719" anchor="ctr"/>
          <a:lstStyle/>
          <a:p>
            <a:pPr>
              <a:defRPr sz="4000">
                <a:solidFill>
                  <a:srgbClr val="008F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2667" name="x"/>
          <p:cNvSpPr/>
          <p:nvPr/>
        </p:nvSpPr>
        <p:spPr>
          <a:xfrm>
            <a:off x="8426648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x</a:t>
            </a:r>
          </a:p>
        </p:txBody>
      </p:sp>
      <p:sp>
        <p:nvSpPr>
          <p:cNvPr id="2668" name="Line"/>
          <p:cNvSpPr/>
          <p:nvPr/>
        </p:nvSpPr>
        <p:spPr>
          <a:xfrm flipV="1">
            <a:off x="7631904" y="5048419"/>
            <a:ext cx="1958034" cy="655"/>
          </a:xfrm>
          <a:prstGeom prst="line">
            <a:avLst/>
          </a:prstGeom>
          <a:ln w="38100">
            <a:solidFill>
              <a:srgbClr val="008F00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669" name="Line"/>
          <p:cNvSpPr/>
          <p:nvPr/>
        </p:nvSpPr>
        <p:spPr>
          <a:xfrm flipV="1">
            <a:off x="8205448" y="4688005"/>
            <a:ext cx="692" cy="1439101"/>
          </a:xfrm>
          <a:prstGeom prst="line">
            <a:avLst/>
          </a:prstGeom>
          <a:ln w="38100">
            <a:solidFill>
              <a:srgbClr val="008F00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670" name="y"/>
          <p:cNvSpPr/>
          <p:nvPr/>
        </p:nvSpPr>
        <p:spPr>
          <a:xfrm>
            <a:off x="7801570" y="5384601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2671" name="y"/>
          <p:cNvSpPr/>
          <p:nvPr/>
        </p:nvSpPr>
        <p:spPr>
          <a:xfrm>
            <a:off x="8801695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2672" name="z"/>
          <p:cNvSpPr/>
          <p:nvPr/>
        </p:nvSpPr>
        <p:spPr>
          <a:xfrm>
            <a:off x="9194601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sp>
        <p:nvSpPr>
          <p:cNvPr id="2673" name="z"/>
          <p:cNvSpPr/>
          <p:nvPr/>
        </p:nvSpPr>
        <p:spPr>
          <a:xfrm>
            <a:off x="7801570" y="5715000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grpSp>
        <p:nvGrpSpPr>
          <p:cNvPr id="2677" name="Group"/>
          <p:cNvGrpSpPr/>
          <p:nvPr/>
        </p:nvGrpSpPr>
        <p:grpSpPr>
          <a:xfrm>
            <a:off x="8417719" y="5750719"/>
            <a:ext cx="964406" cy="464344"/>
            <a:chOff x="0" y="0"/>
            <a:chExt cx="1371600" cy="660400"/>
          </a:xfrm>
        </p:grpSpPr>
        <p:sp>
          <p:nvSpPr>
            <p:cNvPr id="2674" name="7"/>
            <p:cNvSpPr/>
            <p:nvPr/>
          </p:nvSpPr>
          <p:spPr>
            <a:xfrm>
              <a:off x="0" y="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chemeClr val="accent4">
                      <a:hueOff val="-1081314"/>
                      <a:satOff val="4338"/>
                      <a:lumOff val="-8931"/>
                    </a:schemeClr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531"/>
                <a:t>7</a:t>
              </a:r>
            </a:p>
          </p:txBody>
        </p:sp>
        <p:sp>
          <p:nvSpPr>
            <p:cNvPr id="2675" name="1"/>
            <p:cNvSpPr/>
            <p:nvPr/>
          </p:nvSpPr>
          <p:spPr>
            <a:xfrm>
              <a:off x="558800" y="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531"/>
                <a:t>1</a:t>
              </a:r>
            </a:p>
          </p:txBody>
        </p:sp>
        <p:sp>
          <p:nvSpPr>
            <p:cNvPr id="2676" name="0"/>
            <p:cNvSpPr/>
            <p:nvPr/>
          </p:nvSpPr>
          <p:spPr>
            <a:xfrm>
              <a:off x="1092200" y="0"/>
              <a:ext cx="2794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531"/>
                <a:t>0</a:t>
              </a:r>
            </a:p>
          </p:txBody>
        </p:sp>
      </p:grpSp>
      <p:grpSp>
        <p:nvGrpSpPr>
          <p:cNvPr id="2681" name="Group"/>
          <p:cNvGrpSpPr/>
          <p:nvPr/>
        </p:nvGrpSpPr>
        <p:grpSpPr>
          <a:xfrm>
            <a:off x="8399859" y="5393531"/>
            <a:ext cx="910828" cy="473273"/>
            <a:chOff x="0" y="0"/>
            <a:chExt cx="1295400" cy="673100"/>
          </a:xfrm>
        </p:grpSpPr>
        <p:sp>
          <p:nvSpPr>
            <p:cNvPr id="2678" name="8"/>
            <p:cNvSpPr/>
            <p:nvPr/>
          </p:nvSpPr>
          <p:spPr>
            <a:xfrm>
              <a:off x="0" y="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531"/>
                <a:t>8</a:t>
              </a:r>
            </a:p>
          </p:txBody>
        </p:sp>
        <p:sp>
          <p:nvSpPr>
            <p:cNvPr id="2679" name="0"/>
            <p:cNvSpPr/>
            <p:nvPr/>
          </p:nvSpPr>
          <p:spPr>
            <a:xfrm>
              <a:off x="546100" y="1270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chemeClr val="accent4">
                      <a:hueOff val="-1081314"/>
                      <a:satOff val="4338"/>
                      <a:lumOff val="-8931"/>
                    </a:schemeClr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531"/>
                <a:t>0</a:t>
              </a:r>
            </a:p>
          </p:txBody>
        </p:sp>
        <p:sp>
          <p:nvSpPr>
            <p:cNvPr id="2680" name="1"/>
            <p:cNvSpPr/>
            <p:nvPr/>
          </p:nvSpPr>
          <p:spPr>
            <a:xfrm>
              <a:off x="1104900" y="0"/>
              <a:ext cx="1905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chemeClr val="accent4">
                      <a:hueOff val="-1081314"/>
                      <a:satOff val="4338"/>
                      <a:lumOff val="-8931"/>
                    </a:schemeClr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531"/>
                <a:t>1</a:t>
              </a:r>
            </a:p>
          </p:txBody>
        </p:sp>
      </p:grpSp>
      <p:sp>
        <p:nvSpPr>
          <p:cNvPr id="2682" name="8"/>
          <p:cNvSpPr/>
          <p:nvPr/>
        </p:nvSpPr>
        <p:spPr>
          <a:xfrm>
            <a:off x="5801320" y="1366242"/>
            <a:ext cx="21431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8</a:t>
            </a:r>
          </a:p>
        </p:txBody>
      </p:sp>
      <p:sp>
        <p:nvSpPr>
          <p:cNvPr id="2683" name="routing loop!"/>
          <p:cNvSpPr/>
          <p:nvPr/>
        </p:nvSpPr>
        <p:spPr>
          <a:xfrm>
            <a:off x="7820158" y="1818563"/>
            <a:ext cx="2152055" cy="46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>
              <a:defRPr sz="3600">
                <a:solidFill>
                  <a:srgbClr val="942193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routing loop!</a:t>
            </a:r>
          </a:p>
        </p:txBody>
      </p:sp>
      <p:sp>
        <p:nvSpPr>
          <p:cNvPr id="2684" name="Line"/>
          <p:cNvSpPr/>
          <p:nvPr/>
        </p:nvSpPr>
        <p:spPr>
          <a:xfrm>
            <a:off x="8354513" y="5552369"/>
            <a:ext cx="632201" cy="590971"/>
          </a:xfrm>
          <a:prstGeom prst="line">
            <a:avLst/>
          </a:prstGeom>
          <a:ln w="63500">
            <a:solidFill>
              <a:srgbClr val="942193"/>
            </a:solidFill>
            <a:miter lim="400000"/>
            <a:headEnd type="stealth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685" name="Line"/>
          <p:cNvSpPr/>
          <p:nvPr/>
        </p:nvSpPr>
        <p:spPr>
          <a:xfrm>
            <a:off x="3773816" y="2928896"/>
            <a:ext cx="4494121" cy="7694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21" extrusionOk="0">
                <a:moveTo>
                  <a:pt x="21600" y="21038"/>
                </a:moveTo>
                <a:cubicBezTo>
                  <a:pt x="21600" y="21038"/>
                  <a:pt x="13263" y="-179"/>
                  <a:pt x="10818" y="1"/>
                </a:cubicBezTo>
                <a:cubicBezTo>
                  <a:pt x="8512" y="171"/>
                  <a:pt x="0" y="21421"/>
                  <a:pt x="0" y="21421"/>
                </a:cubicBezTo>
              </a:path>
            </a:pathLst>
          </a:custGeom>
          <a:ln w="50800">
            <a:solidFill>
              <a:srgbClr val="942193"/>
            </a:solidFill>
            <a:miter lim="400000"/>
            <a:tailEnd type="stealth"/>
          </a:ln>
        </p:spPr>
        <p:txBody>
          <a:bodyPr lIns="35719" tIns="35719" rIns="35719" bIns="35719" anchor="ctr"/>
          <a:lstStyle/>
          <a:p>
            <a:endParaRPr/>
          </a:p>
        </p:txBody>
      </p:sp>
      <p:sp>
        <p:nvSpPr>
          <p:cNvPr id="2686" name="Line"/>
          <p:cNvSpPr/>
          <p:nvPr/>
        </p:nvSpPr>
        <p:spPr>
          <a:xfrm>
            <a:off x="3750445" y="2734954"/>
            <a:ext cx="4604188" cy="12344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74" h="18682" extrusionOk="0">
                <a:moveTo>
                  <a:pt x="12179" y="0"/>
                </a:moveTo>
                <a:cubicBezTo>
                  <a:pt x="12179" y="0"/>
                  <a:pt x="21413" y="10286"/>
                  <a:pt x="21473" y="13935"/>
                </a:cubicBezTo>
                <a:cubicBezTo>
                  <a:pt x="21600" y="21600"/>
                  <a:pt x="0" y="17679"/>
                  <a:pt x="0" y="17679"/>
                </a:cubicBezTo>
              </a:path>
            </a:pathLst>
          </a:custGeom>
          <a:ln w="50800">
            <a:solidFill>
              <a:srgbClr val="942193"/>
            </a:solidFill>
            <a:miter lim="400000"/>
            <a:tailEnd type="stealth"/>
          </a:ln>
        </p:spPr>
        <p:txBody>
          <a:bodyPr lIns="35719" tIns="35719" rIns="35719" bIns="35719" anchor="ctr"/>
          <a:lstStyle/>
          <a:p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7" dur="1000"/>
                                        <p:tgtEl>
                                          <p:spTgt spid="2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84" grpId="0" animBg="1" advAuto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0" name="0"/>
          <p:cNvSpPr/>
          <p:nvPr/>
        </p:nvSpPr>
        <p:spPr>
          <a:xfrm>
            <a:off x="6229945" y="1366242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2691" name="1"/>
          <p:cNvSpPr/>
          <p:nvPr/>
        </p:nvSpPr>
        <p:spPr>
          <a:xfrm>
            <a:off x="6622852" y="1366242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2692" name="Line"/>
          <p:cNvSpPr/>
          <p:nvPr/>
        </p:nvSpPr>
        <p:spPr>
          <a:xfrm>
            <a:off x="3631403" y="3821276"/>
            <a:ext cx="4865179" cy="1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693" name="Line"/>
          <p:cNvSpPr/>
          <p:nvPr/>
        </p:nvSpPr>
        <p:spPr>
          <a:xfrm>
            <a:off x="6178379" y="2812098"/>
            <a:ext cx="2320587" cy="823433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69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25</a:t>
            </a:fld>
            <a:endParaRPr/>
          </a:p>
        </p:txBody>
      </p:sp>
      <p:sp>
        <p:nvSpPr>
          <p:cNvPr id="2695" name="x"/>
          <p:cNvSpPr/>
          <p:nvPr/>
        </p:nvSpPr>
        <p:spPr>
          <a:xfrm>
            <a:off x="315813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424242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r>
              <a:t>x</a:t>
            </a:r>
          </a:p>
        </p:txBody>
      </p:sp>
      <p:sp>
        <p:nvSpPr>
          <p:cNvPr id="2696" name="z"/>
          <p:cNvSpPr/>
          <p:nvPr/>
        </p:nvSpPr>
        <p:spPr>
          <a:xfrm>
            <a:off x="829270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008F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r>
              <a:t>z</a:t>
            </a:r>
          </a:p>
        </p:txBody>
      </p:sp>
      <p:sp>
        <p:nvSpPr>
          <p:cNvPr id="2697" name="y"/>
          <p:cNvSpPr/>
          <p:nvPr/>
        </p:nvSpPr>
        <p:spPr>
          <a:xfrm>
            <a:off x="5765602" y="2500313"/>
            <a:ext cx="535781" cy="535781"/>
          </a:xfrm>
          <a:prstGeom prst="roundRect">
            <a:avLst>
              <a:gd name="adj" fmla="val 25000"/>
            </a:avLst>
          </a:prstGeom>
          <a:solidFill>
            <a:schemeClr val="accent4">
              <a:hueOff val="-1081314"/>
              <a:satOff val="4338"/>
              <a:lumOff val="-8931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r>
              <a:t>y</a:t>
            </a:r>
          </a:p>
        </p:txBody>
      </p:sp>
      <p:sp>
        <p:nvSpPr>
          <p:cNvPr id="2698" name="7"/>
          <p:cNvSpPr/>
          <p:nvPr/>
        </p:nvSpPr>
        <p:spPr>
          <a:xfrm>
            <a:off x="5899547" y="3379448"/>
            <a:ext cx="267891" cy="3491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>
                <a:solidFill>
                  <a:srgbClr val="942193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t>7</a:t>
            </a:r>
          </a:p>
        </p:txBody>
      </p:sp>
      <p:sp>
        <p:nvSpPr>
          <p:cNvPr id="2699" name="1"/>
          <p:cNvSpPr/>
          <p:nvPr/>
        </p:nvSpPr>
        <p:spPr>
          <a:xfrm>
            <a:off x="7346156" y="2749905"/>
            <a:ext cx="267891" cy="3491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>
                <a:solidFill>
                  <a:srgbClr val="942193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t>1</a:t>
            </a:r>
          </a:p>
        </p:txBody>
      </p:sp>
      <p:sp>
        <p:nvSpPr>
          <p:cNvPr id="2700" name="Rectangle"/>
          <p:cNvSpPr/>
          <p:nvPr/>
        </p:nvSpPr>
        <p:spPr>
          <a:xfrm>
            <a:off x="4979789" y="535781"/>
            <a:ext cx="2107406" cy="1625203"/>
          </a:xfrm>
          <a:prstGeom prst="rect">
            <a:avLst/>
          </a:prstGeom>
          <a:ln w="63500">
            <a:solidFill>
              <a:schemeClr val="accent4">
                <a:hueOff val="-1081314"/>
                <a:satOff val="4338"/>
                <a:lumOff val="-8931"/>
              </a:schemeClr>
            </a:solidFill>
            <a:miter lim="400000"/>
          </a:ln>
        </p:spPr>
        <p:txBody>
          <a:bodyPr lIns="35719" tIns="35719" rIns="35719" bIns="35719" anchor="ctr"/>
          <a:lstStyle/>
          <a:p>
            <a:pPr>
              <a:defRPr sz="40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2701" name="x"/>
          <p:cNvSpPr/>
          <p:nvPr/>
        </p:nvSpPr>
        <p:spPr>
          <a:xfrm>
            <a:off x="5837039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x</a:t>
            </a:r>
          </a:p>
        </p:txBody>
      </p:sp>
      <p:sp>
        <p:nvSpPr>
          <p:cNvPr id="2702" name="Line"/>
          <p:cNvSpPr/>
          <p:nvPr/>
        </p:nvSpPr>
        <p:spPr>
          <a:xfrm flipV="1">
            <a:off x="5042294" y="994341"/>
            <a:ext cx="1958034" cy="655"/>
          </a:xfrm>
          <a:prstGeom prst="line">
            <a:avLst/>
          </a:prstGeom>
          <a:ln w="38100">
            <a:solidFill>
              <a:schemeClr val="accent4">
                <a:hueOff val="-1081314"/>
                <a:satOff val="4338"/>
                <a:lumOff val="-8931"/>
              </a:schemeClr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703" name="Line"/>
          <p:cNvSpPr/>
          <p:nvPr/>
        </p:nvSpPr>
        <p:spPr>
          <a:xfrm flipV="1">
            <a:off x="5615840" y="633926"/>
            <a:ext cx="691" cy="1439101"/>
          </a:xfrm>
          <a:prstGeom prst="line">
            <a:avLst/>
          </a:prstGeom>
          <a:ln w="38100">
            <a:solidFill>
              <a:schemeClr val="accent4">
                <a:hueOff val="-1081314"/>
                <a:satOff val="4338"/>
                <a:lumOff val="-8931"/>
              </a:schemeClr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704" name="y"/>
          <p:cNvSpPr/>
          <p:nvPr/>
        </p:nvSpPr>
        <p:spPr>
          <a:xfrm>
            <a:off x="5211961" y="1330523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2705" name="y"/>
          <p:cNvSpPr/>
          <p:nvPr/>
        </p:nvSpPr>
        <p:spPr>
          <a:xfrm>
            <a:off x="6212086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2706" name="z"/>
          <p:cNvSpPr/>
          <p:nvPr/>
        </p:nvSpPr>
        <p:spPr>
          <a:xfrm>
            <a:off x="6604992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sp>
        <p:nvSpPr>
          <p:cNvPr id="2707" name="z"/>
          <p:cNvSpPr/>
          <p:nvPr/>
        </p:nvSpPr>
        <p:spPr>
          <a:xfrm>
            <a:off x="5211961" y="1660922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sp>
        <p:nvSpPr>
          <p:cNvPr id="2708" name="7"/>
          <p:cNvSpPr/>
          <p:nvPr/>
        </p:nvSpPr>
        <p:spPr>
          <a:xfrm>
            <a:off x="5828109" y="1705570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7</a:t>
            </a:r>
          </a:p>
        </p:txBody>
      </p:sp>
      <p:sp>
        <p:nvSpPr>
          <p:cNvPr id="2709" name="1"/>
          <p:cNvSpPr/>
          <p:nvPr/>
        </p:nvSpPr>
        <p:spPr>
          <a:xfrm>
            <a:off x="6221016" y="1705570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2710" name="0"/>
          <p:cNvSpPr/>
          <p:nvPr/>
        </p:nvSpPr>
        <p:spPr>
          <a:xfrm>
            <a:off x="6596062" y="1705570"/>
            <a:ext cx="21431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2711" name="Rectangle"/>
          <p:cNvSpPr/>
          <p:nvPr/>
        </p:nvSpPr>
        <p:spPr>
          <a:xfrm>
            <a:off x="7569399" y="4589859"/>
            <a:ext cx="2107406" cy="1625203"/>
          </a:xfrm>
          <a:prstGeom prst="rect">
            <a:avLst/>
          </a:prstGeom>
          <a:ln w="63500">
            <a:solidFill>
              <a:srgbClr val="008F00"/>
            </a:solidFill>
            <a:miter lim="400000"/>
          </a:ln>
        </p:spPr>
        <p:txBody>
          <a:bodyPr lIns="35719" tIns="35719" rIns="35719" bIns="35719" anchor="ctr"/>
          <a:lstStyle/>
          <a:p>
            <a:pPr>
              <a:defRPr sz="4000">
                <a:solidFill>
                  <a:srgbClr val="008F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2712" name="x"/>
          <p:cNvSpPr/>
          <p:nvPr/>
        </p:nvSpPr>
        <p:spPr>
          <a:xfrm>
            <a:off x="8426648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x</a:t>
            </a:r>
          </a:p>
        </p:txBody>
      </p:sp>
      <p:sp>
        <p:nvSpPr>
          <p:cNvPr id="2713" name="Line"/>
          <p:cNvSpPr/>
          <p:nvPr/>
        </p:nvSpPr>
        <p:spPr>
          <a:xfrm flipV="1">
            <a:off x="7631904" y="5048419"/>
            <a:ext cx="1958034" cy="655"/>
          </a:xfrm>
          <a:prstGeom prst="line">
            <a:avLst/>
          </a:prstGeom>
          <a:ln w="38100">
            <a:solidFill>
              <a:srgbClr val="008F00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714" name="Line"/>
          <p:cNvSpPr/>
          <p:nvPr/>
        </p:nvSpPr>
        <p:spPr>
          <a:xfrm flipV="1">
            <a:off x="8205448" y="4688005"/>
            <a:ext cx="692" cy="1439101"/>
          </a:xfrm>
          <a:prstGeom prst="line">
            <a:avLst/>
          </a:prstGeom>
          <a:ln w="38100">
            <a:solidFill>
              <a:srgbClr val="008F00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715" name="y"/>
          <p:cNvSpPr/>
          <p:nvPr/>
        </p:nvSpPr>
        <p:spPr>
          <a:xfrm>
            <a:off x="7801570" y="5384601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2716" name="y"/>
          <p:cNvSpPr/>
          <p:nvPr/>
        </p:nvSpPr>
        <p:spPr>
          <a:xfrm>
            <a:off x="8801695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2717" name="z"/>
          <p:cNvSpPr/>
          <p:nvPr/>
        </p:nvSpPr>
        <p:spPr>
          <a:xfrm>
            <a:off x="9194601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sp>
        <p:nvSpPr>
          <p:cNvPr id="2718" name="z"/>
          <p:cNvSpPr/>
          <p:nvPr/>
        </p:nvSpPr>
        <p:spPr>
          <a:xfrm>
            <a:off x="7801570" y="5715000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grpSp>
        <p:nvGrpSpPr>
          <p:cNvPr id="2722" name="Group"/>
          <p:cNvGrpSpPr/>
          <p:nvPr/>
        </p:nvGrpSpPr>
        <p:grpSpPr>
          <a:xfrm>
            <a:off x="8417719" y="5750719"/>
            <a:ext cx="964406" cy="464344"/>
            <a:chOff x="0" y="0"/>
            <a:chExt cx="1371600" cy="660400"/>
          </a:xfrm>
        </p:grpSpPr>
        <p:sp>
          <p:nvSpPr>
            <p:cNvPr id="2719" name="7"/>
            <p:cNvSpPr/>
            <p:nvPr/>
          </p:nvSpPr>
          <p:spPr>
            <a:xfrm>
              <a:off x="0" y="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531"/>
                <a:t>7</a:t>
              </a:r>
            </a:p>
          </p:txBody>
        </p:sp>
        <p:sp>
          <p:nvSpPr>
            <p:cNvPr id="2720" name="1"/>
            <p:cNvSpPr/>
            <p:nvPr/>
          </p:nvSpPr>
          <p:spPr>
            <a:xfrm>
              <a:off x="558800" y="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531"/>
                <a:t>1</a:t>
              </a:r>
            </a:p>
          </p:txBody>
        </p:sp>
        <p:sp>
          <p:nvSpPr>
            <p:cNvPr id="2721" name="0"/>
            <p:cNvSpPr/>
            <p:nvPr/>
          </p:nvSpPr>
          <p:spPr>
            <a:xfrm>
              <a:off x="1092200" y="0"/>
              <a:ext cx="2794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531"/>
                <a:t>0</a:t>
              </a:r>
            </a:p>
          </p:txBody>
        </p:sp>
      </p:grpSp>
      <p:grpSp>
        <p:nvGrpSpPr>
          <p:cNvPr id="2726" name="Group"/>
          <p:cNvGrpSpPr/>
          <p:nvPr/>
        </p:nvGrpSpPr>
        <p:grpSpPr>
          <a:xfrm>
            <a:off x="8399859" y="5393531"/>
            <a:ext cx="910828" cy="473273"/>
            <a:chOff x="0" y="0"/>
            <a:chExt cx="1295400" cy="673100"/>
          </a:xfrm>
        </p:grpSpPr>
        <p:sp>
          <p:nvSpPr>
            <p:cNvPr id="2723" name="8"/>
            <p:cNvSpPr/>
            <p:nvPr/>
          </p:nvSpPr>
          <p:spPr>
            <a:xfrm>
              <a:off x="0" y="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531"/>
                <a:t>8</a:t>
              </a:r>
            </a:p>
          </p:txBody>
        </p:sp>
        <p:sp>
          <p:nvSpPr>
            <p:cNvPr id="2724" name="0"/>
            <p:cNvSpPr/>
            <p:nvPr/>
          </p:nvSpPr>
          <p:spPr>
            <a:xfrm>
              <a:off x="546100" y="1270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chemeClr val="accent4">
                      <a:hueOff val="-1081314"/>
                      <a:satOff val="4338"/>
                      <a:lumOff val="-8931"/>
                    </a:schemeClr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531"/>
                <a:t>0</a:t>
              </a:r>
            </a:p>
          </p:txBody>
        </p:sp>
        <p:sp>
          <p:nvSpPr>
            <p:cNvPr id="2725" name="1"/>
            <p:cNvSpPr/>
            <p:nvPr/>
          </p:nvSpPr>
          <p:spPr>
            <a:xfrm>
              <a:off x="1104900" y="0"/>
              <a:ext cx="1905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chemeClr val="accent4">
                      <a:hueOff val="-1081314"/>
                      <a:satOff val="4338"/>
                      <a:lumOff val="-8931"/>
                    </a:schemeClr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531"/>
                <a:t>1</a:t>
              </a:r>
            </a:p>
          </p:txBody>
        </p:sp>
      </p:grpSp>
      <p:sp>
        <p:nvSpPr>
          <p:cNvPr id="2727" name="8"/>
          <p:cNvSpPr/>
          <p:nvPr/>
        </p:nvSpPr>
        <p:spPr>
          <a:xfrm>
            <a:off x="5801320" y="1366242"/>
            <a:ext cx="21431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8</a:t>
            </a:r>
          </a:p>
        </p:txBody>
      </p:sp>
      <p:sp>
        <p:nvSpPr>
          <p:cNvPr id="2728" name="routing loop!"/>
          <p:cNvSpPr/>
          <p:nvPr/>
        </p:nvSpPr>
        <p:spPr>
          <a:xfrm>
            <a:off x="7820158" y="1818563"/>
            <a:ext cx="2152055" cy="46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>
              <a:defRPr sz="3600">
                <a:solidFill>
                  <a:srgbClr val="942193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routing loop!</a:t>
            </a:r>
          </a:p>
        </p:txBody>
      </p:sp>
      <p:sp>
        <p:nvSpPr>
          <p:cNvPr id="2729" name="Line"/>
          <p:cNvSpPr/>
          <p:nvPr/>
        </p:nvSpPr>
        <p:spPr>
          <a:xfrm flipH="1" flipV="1">
            <a:off x="3783208" y="3711014"/>
            <a:ext cx="4470989" cy="2"/>
          </a:xfrm>
          <a:prstGeom prst="line">
            <a:avLst/>
          </a:prstGeom>
          <a:ln w="50800">
            <a:solidFill>
              <a:srgbClr val="942193"/>
            </a:solidFill>
            <a:miter lim="400000"/>
            <a:tailEnd type="stealth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730" name="Line"/>
          <p:cNvSpPr/>
          <p:nvPr/>
        </p:nvSpPr>
        <p:spPr>
          <a:xfrm>
            <a:off x="3773816" y="2928896"/>
            <a:ext cx="4494121" cy="7694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21" extrusionOk="0">
                <a:moveTo>
                  <a:pt x="21600" y="21038"/>
                </a:moveTo>
                <a:cubicBezTo>
                  <a:pt x="21600" y="21038"/>
                  <a:pt x="13263" y="-179"/>
                  <a:pt x="10818" y="1"/>
                </a:cubicBezTo>
                <a:cubicBezTo>
                  <a:pt x="8512" y="171"/>
                  <a:pt x="0" y="21421"/>
                  <a:pt x="0" y="21421"/>
                </a:cubicBezTo>
              </a:path>
            </a:pathLst>
          </a:custGeom>
          <a:ln w="50800">
            <a:solidFill>
              <a:srgbClr val="942193"/>
            </a:solidFill>
            <a:miter lim="400000"/>
            <a:tailEnd type="stealth"/>
          </a:ln>
        </p:spPr>
        <p:txBody>
          <a:bodyPr lIns="35719" tIns="35719" rIns="35719" bIns="35719" anchor="ctr"/>
          <a:lstStyle/>
          <a:p>
            <a:endParaRPr/>
          </a:p>
        </p:txBody>
      </p:sp>
      <p:sp>
        <p:nvSpPr>
          <p:cNvPr id="2731" name="Line"/>
          <p:cNvSpPr/>
          <p:nvPr/>
        </p:nvSpPr>
        <p:spPr>
          <a:xfrm>
            <a:off x="3750445" y="2734954"/>
            <a:ext cx="4604188" cy="12344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74" h="18682" extrusionOk="0">
                <a:moveTo>
                  <a:pt x="12179" y="0"/>
                </a:moveTo>
                <a:cubicBezTo>
                  <a:pt x="12179" y="0"/>
                  <a:pt x="21413" y="10286"/>
                  <a:pt x="21473" y="13935"/>
                </a:cubicBezTo>
                <a:cubicBezTo>
                  <a:pt x="21600" y="21600"/>
                  <a:pt x="0" y="17679"/>
                  <a:pt x="0" y="17679"/>
                </a:cubicBezTo>
              </a:path>
            </a:pathLst>
          </a:custGeom>
          <a:ln w="50800">
            <a:solidFill>
              <a:srgbClr val="942193"/>
            </a:solidFill>
            <a:miter lim="400000"/>
            <a:tailEnd type="stealth"/>
          </a:ln>
        </p:spPr>
        <p:txBody>
          <a:bodyPr lIns="35719" tIns="35719" rIns="35719" bIns="35719" anchor="ctr"/>
          <a:lstStyle/>
          <a:p>
            <a:endParaRPr/>
          </a:p>
        </p:txBody>
      </p:sp>
      <p:sp>
        <p:nvSpPr>
          <p:cNvPr id="2732" name="count-to-infinity scenario"/>
          <p:cNvSpPr/>
          <p:nvPr/>
        </p:nvSpPr>
        <p:spPr>
          <a:xfrm>
            <a:off x="2363391" y="4619740"/>
            <a:ext cx="3473648" cy="851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>
              <a:defRPr sz="3600">
                <a:solidFill>
                  <a:srgbClr val="942193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count-to-infinity scenario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6" dur="1000" fill="hold"/>
                                        <p:tgtEl>
                                          <p:spTgt spid="27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1000"/>
                                        <p:tgtEl>
                                          <p:spTgt spid="2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2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28" grpId="0" animBg="1" advAuto="0"/>
      <p:bldP spid="2729" grpId="0" animBg="1" advAuto="0"/>
      <p:bldP spid="2730" grpId="0" animBg="1" advAuto="0"/>
      <p:bldP spid="2732" grpId="0" animBg="1" advAuto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6" name="Problem with Bellman-Ford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Problem with Bellman-Ford</a:t>
            </a:r>
          </a:p>
        </p:txBody>
      </p:sp>
      <p:sp>
        <p:nvSpPr>
          <p:cNvPr id="2737" name="Routing loop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Routing loop</a:t>
            </a:r>
          </a:p>
          <a:p>
            <a:pPr lvl="1"/>
            <a:r>
              <a:rPr dirty="0"/>
              <a:t>z routes through y, y routes through x</a:t>
            </a:r>
          </a:p>
          <a:p>
            <a:pPr lvl="1"/>
            <a:r>
              <a:rPr dirty="0"/>
              <a:t>y loses connectivity to x</a:t>
            </a:r>
          </a:p>
          <a:p>
            <a:pPr lvl="1">
              <a:spcBef>
                <a:spcPts val="2812"/>
              </a:spcBef>
            </a:pPr>
            <a:r>
              <a:rPr dirty="0"/>
              <a:t>y decides to route through z</a:t>
            </a:r>
          </a:p>
          <a:p>
            <a:r>
              <a:rPr dirty="0"/>
              <a:t>Can take very long to resolve</a:t>
            </a:r>
          </a:p>
          <a:p>
            <a:pPr lvl="1"/>
            <a:r>
              <a:rPr b="1" dirty="0"/>
              <a:t>count-to-infinity</a:t>
            </a:r>
            <a:r>
              <a:rPr dirty="0"/>
              <a:t> scenario</a:t>
            </a:r>
            <a:endParaRPr lang="fr-CH" dirty="0"/>
          </a:p>
          <a:p>
            <a:pPr lvl="1"/>
            <a:endParaRPr lang="en-US" dirty="0"/>
          </a:p>
          <a:p>
            <a:r>
              <a:rPr lang="en-US" b="1" dirty="0"/>
              <a:t>How to avoid them?</a:t>
            </a:r>
            <a:endParaRPr b="1" dirty="0"/>
          </a:p>
        </p:txBody>
      </p:sp>
      <p:sp>
        <p:nvSpPr>
          <p:cNvPr id="273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26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73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7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7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7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7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27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27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273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37" grpId="0" build="p" animBg="1" advAuto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2" name="Line"/>
          <p:cNvSpPr/>
          <p:nvPr/>
        </p:nvSpPr>
        <p:spPr>
          <a:xfrm flipH="1">
            <a:off x="3564086" y="2812097"/>
            <a:ext cx="2308421" cy="768710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743" name="Line"/>
          <p:cNvSpPr/>
          <p:nvPr/>
        </p:nvSpPr>
        <p:spPr>
          <a:xfrm>
            <a:off x="3631403" y="3821276"/>
            <a:ext cx="4865179" cy="1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744" name="Line"/>
          <p:cNvSpPr/>
          <p:nvPr/>
        </p:nvSpPr>
        <p:spPr>
          <a:xfrm>
            <a:off x="6178379" y="2812098"/>
            <a:ext cx="2320587" cy="823433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7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27</a:t>
            </a:fld>
            <a:endParaRPr/>
          </a:p>
        </p:txBody>
      </p:sp>
      <p:sp>
        <p:nvSpPr>
          <p:cNvPr id="2746" name="x"/>
          <p:cNvSpPr/>
          <p:nvPr/>
        </p:nvSpPr>
        <p:spPr>
          <a:xfrm>
            <a:off x="315813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424242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r>
              <a:t>x</a:t>
            </a:r>
          </a:p>
        </p:txBody>
      </p:sp>
      <p:sp>
        <p:nvSpPr>
          <p:cNvPr id="2747" name="z"/>
          <p:cNvSpPr/>
          <p:nvPr/>
        </p:nvSpPr>
        <p:spPr>
          <a:xfrm>
            <a:off x="829270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008F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r>
              <a:t>z</a:t>
            </a:r>
          </a:p>
        </p:txBody>
      </p:sp>
      <p:sp>
        <p:nvSpPr>
          <p:cNvPr id="2748" name="y"/>
          <p:cNvSpPr/>
          <p:nvPr/>
        </p:nvSpPr>
        <p:spPr>
          <a:xfrm>
            <a:off x="5765602" y="2500313"/>
            <a:ext cx="535781" cy="535781"/>
          </a:xfrm>
          <a:prstGeom prst="roundRect">
            <a:avLst>
              <a:gd name="adj" fmla="val 25000"/>
            </a:avLst>
          </a:prstGeom>
          <a:solidFill>
            <a:schemeClr val="accent4">
              <a:hueOff val="-1081314"/>
              <a:satOff val="4338"/>
              <a:lumOff val="-8931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r>
              <a:t>y</a:t>
            </a:r>
          </a:p>
        </p:txBody>
      </p:sp>
      <p:sp>
        <p:nvSpPr>
          <p:cNvPr id="2749" name="7"/>
          <p:cNvSpPr/>
          <p:nvPr/>
        </p:nvSpPr>
        <p:spPr>
          <a:xfrm>
            <a:off x="5899547" y="3379448"/>
            <a:ext cx="267891" cy="3491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>
                <a:solidFill>
                  <a:srgbClr val="942193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t>7</a:t>
            </a:r>
          </a:p>
        </p:txBody>
      </p:sp>
      <p:sp>
        <p:nvSpPr>
          <p:cNvPr id="2750" name="2"/>
          <p:cNvSpPr/>
          <p:nvPr/>
        </p:nvSpPr>
        <p:spPr>
          <a:xfrm>
            <a:off x="4435078" y="2678467"/>
            <a:ext cx="267891" cy="3491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>
                <a:solidFill>
                  <a:srgbClr val="942193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t>2</a:t>
            </a:r>
          </a:p>
        </p:txBody>
      </p:sp>
      <p:sp>
        <p:nvSpPr>
          <p:cNvPr id="2751" name="1"/>
          <p:cNvSpPr/>
          <p:nvPr/>
        </p:nvSpPr>
        <p:spPr>
          <a:xfrm>
            <a:off x="7346156" y="2749905"/>
            <a:ext cx="267891" cy="3491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>
                <a:solidFill>
                  <a:srgbClr val="942193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t>1</a:t>
            </a:r>
          </a:p>
        </p:txBody>
      </p:sp>
      <p:grpSp>
        <p:nvGrpSpPr>
          <p:cNvPr id="2755" name="Group"/>
          <p:cNvGrpSpPr/>
          <p:nvPr/>
        </p:nvGrpSpPr>
        <p:grpSpPr>
          <a:xfrm>
            <a:off x="5845969" y="1366242"/>
            <a:ext cx="910828" cy="464344"/>
            <a:chOff x="0" y="0"/>
            <a:chExt cx="1295400" cy="660400"/>
          </a:xfrm>
        </p:grpSpPr>
        <p:sp>
          <p:nvSpPr>
            <p:cNvPr id="2752" name="2"/>
            <p:cNvSpPr/>
            <p:nvPr/>
          </p:nvSpPr>
          <p:spPr>
            <a:xfrm>
              <a:off x="0" y="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chemeClr val="accent4">
                      <a:hueOff val="-1081314"/>
                      <a:satOff val="4338"/>
                      <a:lumOff val="-8931"/>
                    </a:schemeClr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531"/>
                <a:t>2</a:t>
              </a:r>
            </a:p>
          </p:txBody>
        </p:sp>
        <p:sp>
          <p:nvSpPr>
            <p:cNvPr id="2753" name="0"/>
            <p:cNvSpPr/>
            <p:nvPr/>
          </p:nvSpPr>
          <p:spPr>
            <a:xfrm>
              <a:off x="546100" y="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chemeClr val="accent4">
                      <a:hueOff val="-1081314"/>
                      <a:satOff val="4338"/>
                      <a:lumOff val="-8931"/>
                    </a:schemeClr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531"/>
                <a:t>0</a:t>
              </a:r>
            </a:p>
          </p:txBody>
        </p:sp>
        <p:sp>
          <p:nvSpPr>
            <p:cNvPr id="2754" name="1"/>
            <p:cNvSpPr/>
            <p:nvPr/>
          </p:nvSpPr>
          <p:spPr>
            <a:xfrm>
              <a:off x="1104900" y="0"/>
              <a:ext cx="1905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chemeClr val="accent4">
                      <a:hueOff val="-1081314"/>
                      <a:satOff val="4338"/>
                      <a:lumOff val="-8931"/>
                    </a:schemeClr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531"/>
                <a:t>1</a:t>
              </a:r>
            </a:p>
          </p:txBody>
        </p:sp>
      </p:grpSp>
      <p:sp>
        <p:nvSpPr>
          <p:cNvPr id="2756" name="Rectangle"/>
          <p:cNvSpPr/>
          <p:nvPr/>
        </p:nvSpPr>
        <p:spPr>
          <a:xfrm>
            <a:off x="4979789" y="535781"/>
            <a:ext cx="2107406" cy="1625203"/>
          </a:xfrm>
          <a:prstGeom prst="rect">
            <a:avLst/>
          </a:prstGeom>
          <a:ln w="63500">
            <a:solidFill>
              <a:schemeClr val="accent4">
                <a:hueOff val="-1081314"/>
                <a:satOff val="4338"/>
                <a:lumOff val="-8931"/>
              </a:schemeClr>
            </a:solidFill>
            <a:miter lim="400000"/>
          </a:ln>
        </p:spPr>
        <p:txBody>
          <a:bodyPr lIns="35719" tIns="35719" rIns="35719" bIns="35719" anchor="ctr"/>
          <a:lstStyle/>
          <a:p>
            <a:pPr>
              <a:defRPr sz="40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2757" name="x"/>
          <p:cNvSpPr/>
          <p:nvPr/>
        </p:nvSpPr>
        <p:spPr>
          <a:xfrm>
            <a:off x="5837039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x</a:t>
            </a:r>
          </a:p>
        </p:txBody>
      </p:sp>
      <p:sp>
        <p:nvSpPr>
          <p:cNvPr id="2758" name="Line"/>
          <p:cNvSpPr/>
          <p:nvPr/>
        </p:nvSpPr>
        <p:spPr>
          <a:xfrm flipV="1">
            <a:off x="5042294" y="994341"/>
            <a:ext cx="1958034" cy="655"/>
          </a:xfrm>
          <a:prstGeom prst="line">
            <a:avLst/>
          </a:prstGeom>
          <a:ln w="38100">
            <a:solidFill>
              <a:schemeClr val="accent4">
                <a:hueOff val="-1081314"/>
                <a:satOff val="4338"/>
                <a:lumOff val="-8931"/>
              </a:schemeClr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759" name="Line"/>
          <p:cNvSpPr/>
          <p:nvPr/>
        </p:nvSpPr>
        <p:spPr>
          <a:xfrm flipV="1">
            <a:off x="5615840" y="633926"/>
            <a:ext cx="691" cy="1439101"/>
          </a:xfrm>
          <a:prstGeom prst="line">
            <a:avLst/>
          </a:prstGeom>
          <a:ln w="38100">
            <a:solidFill>
              <a:schemeClr val="accent4">
                <a:hueOff val="-1081314"/>
                <a:satOff val="4338"/>
                <a:lumOff val="-8931"/>
              </a:schemeClr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760" name="y"/>
          <p:cNvSpPr/>
          <p:nvPr/>
        </p:nvSpPr>
        <p:spPr>
          <a:xfrm>
            <a:off x="5211961" y="1330523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2761" name="y"/>
          <p:cNvSpPr/>
          <p:nvPr/>
        </p:nvSpPr>
        <p:spPr>
          <a:xfrm>
            <a:off x="6212086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2762" name="z"/>
          <p:cNvSpPr/>
          <p:nvPr/>
        </p:nvSpPr>
        <p:spPr>
          <a:xfrm>
            <a:off x="6604992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sp>
        <p:nvSpPr>
          <p:cNvPr id="2763" name="z"/>
          <p:cNvSpPr/>
          <p:nvPr/>
        </p:nvSpPr>
        <p:spPr>
          <a:xfrm>
            <a:off x="5211961" y="1660922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sp>
        <p:nvSpPr>
          <p:cNvPr id="2764" name="∞"/>
          <p:cNvSpPr/>
          <p:nvPr/>
        </p:nvSpPr>
        <p:spPr>
          <a:xfrm>
            <a:off x="5703094" y="1634133"/>
            <a:ext cx="437555" cy="535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800">
                <a:solidFill>
                  <a:srgbClr val="942193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672"/>
              <a:t>∞</a:t>
            </a:r>
          </a:p>
        </p:txBody>
      </p:sp>
      <p:sp>
        <p:nvSpPr>
          <p:cNvPr id="2765" name="1"/>
          <p:cNvSpPr/>
          <p:nvPr/>
        </p:nvSpPr>
        <p:spPr>
          <a:xfrm>
            <a:off x="6221016" y="1705570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2766" name="0"/>
          <p:cNvSpPr/>
          <p:nvPr/>
        </p:nvSpPr>
        <p:spPr>
          <a:xfrm>
            <a:off x="6596062" y="1705570"/>
            <a:ext cx="21431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grpSp>
        <p:nvGrpSpPr>
          <p:cNvPr id="2781" name="Group"/>
          <p:cNvGrpSpPr/>
          <p:nvPr/>
        </p:nvGrpSpPr>
        <p:grpSpPr>
          <a:xfrm>
            <a:off x="7569399" y="4589859"/>
            <a:ext cx="2107406" cy="1625203"/>
            <a:chOff x="0" y="0"/>
            <a:chExt cx="2997200" cy="2311400"/>
          </a:xfrm>
        </p:grpSpPr>
        <p:sp>
          <p:nvSpPr>
            <p:cNvPr id="2767" name="Rectangle"/>
            <p:cNvSpPr/>
            <p:nvPr/>
          </p:nvSpPr>
          <p:spPr>
            <a:xfrm>
              <a:off x="0" y="0"/>
              <a:ext cx="2997200" cy="2311400"/>
            </a:xfrm>
            <a:prstGeom prst="rect">
              <a:avLst/>
            </a:prstGeom>
            <a:noFill/>
            <a:ln w="63500" cap="flat">
              <a:solidFill>
                <a:srgbClr val="008F00"/>
              </a:solidFill>
              <a:prstDash val="solid"/>
              <a:miter lim="400000"/>
            </a:ln>
            <a:effectLst/>
          </p:spPr>
          <p:txBody>
            <a:bodyPr wrap="square" lIns="35719" tIns="35719" rIns="35719" bIns="35719" numCol="1" anchor="ctr">
              <a:noAutofit/>
            </a:bodyPr>
            <a:lstStyle/>
            <a:p>
              <a:pPr>
                <a:defRPr sz="4000">
                  <a:solidFill>
                    <a:srgbClr val="008F00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2812"/>
            </a:p>
          </p:txBody>
        </p:sp>
        <p:sp>
          <p:nvSpPr>
            <p:cNvPr id="2768" name="x"/>
            <p:cNvSpPr/>
            <p:nvPr/>
          </p:nvSpPr>
          <p:spPr>
            <a:xfrm>
              <a:off x="1219200" y="25400"/>
              <a:ext cx="381000" cy="596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2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250"/>
                <a:t>x</a:t>
              </a:r>
            </a:p>
          </p:txBody>
        </p:sp>
        <p:sp>
          <p:nvSpPr>
            <p:cNvPr id="2769" name="Line"/>
            <p:cNvSpPr/>
            <p:nvPr/>
          </p:nvSpPr>
          <p:spPr>
            <a:xfrm flipV="1">
              <a:off x="88896" y="652173"/>
              <a:ext cx="2784760" cy="931"/>
            </a:xfrm>
            <a:prstGeom prst="line">
              <a:avLst/>
            </a:prstGeom>
            <a:noFill/>
            <a:ln w="38100" cap="flat">
              <a:solidFill>
                <a:srgbClr val="008F00"/>
              </a:solidFill>
              <a:prstDash val="solid"/>
              <a:miter lim="400000"/>
            </a:ln>
            <a:effectLst/>
          </p:spPr>
          <p:txBody>
            <a:bodyPr wrap="square" lIns="35719" tIns="35719" rIns="35719" bIns="35719" numCol="1" anchor="ctr">
              <a:noAutofit/>
            </a:bodyPr>
            <a:lstStyle/>
            <a:p>
              <a:pPr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844"/>
            </a:p>
          </p:txBody>
        </p:sp>
        <p:sp>
          <p:nvSpPr>
            <p:cNvPr id="2770" name="Line"/>
            <p:cNvSpPr/>
            <p:nvPr/>
          </p:nvSpPr>
          <p:spPr>
            <a:xfrm flipV="1">
              <a:off x="904605" y="139584"/>
              <a:ext cx="983" cy="2046722"/>
            </a:xfrm>
            <a:prstGeom prst="line">
              <a:avLst/>
            </a:prstGeom>
            <a:noFill/>
            <a:ln w="38100" cap="flat">
              <a:solidFill>
                <a:srgbClr val="008F00"/>
              </a:solidFill>
              <a:prstDash val="solid"/>
              <a:miter lim="400000"/>
            </a:ln>
            <a:effectLst/>
          </p:spPr>
          <p:txBody>
            <a:bodyPr wrap="square" lIns="35719" tIns="35719" rIns="35719" bIns="35719" numCol="1" anchor="ctr">
              <a:noAutofit/>
            </a:bodyPr>
            <a:lstStyle/>
            <a:p>
              <a:pPr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844"/>
            </a:p>
          </p:txBody>
        </p:sp>
        <p:sp>
          <p:nvSpPr>
            <p:cNvPr id="2771" name="y"/>
            <p:cNvSpPr/>
            <p:nvPr/>
          </p:nvSpPr>
          <p:spPr>
            <a:xfrm>
              <a:off x="330200" y="1130300"/>
              <a:ext cx="3429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2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250"/>
                <a:t>y</a:t>
              </a:r>
            </a:p>
          </p:txBody>
        </p:sp>
        <p:sp>
          <p:nvSpPr>
            <p:cNvPr id="2772" name="y"/>
            <p:cNvSpPr/>
            <p:nvPr/>
          </p:nvSpPr>
          <p:spPr>
            <a:xfrm>
              <a:off x="1752600" y="25400"/>
              <a:ext cx="381000" cy="596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2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250"/>
                <a:t>y</a:t>
              </a:r>
            </a:p>
          </p:txBody>
        </p:sp>
        <p:sp>
          <p:nvSpPr>
            <p:cNvPr id="2773" name="z"/>
            <p:cNvSpPr/>
            <p:nvPr/>
          </p:nvSpPr>
          <p:spPr>
            <a:xfrm>
              <a:off x="2311400" y="25400"/>
              <a:ext cx="381000" cy="596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2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250"/>
                <a:t>z</a:t>
              </a:r>
            </a:p>
          </p:txBody>
        </p:sp>
        <p:sp>
          <p:nvSpPr>
            <p:cNvPr id="2774" name="z"/>
            <p:cNvSpPr/>
            <p:nvPr/>
          </p:nvSpPr>
          <p:spPr>
            <a:xfrm>
              <a:off x="330200" y="1600200"/>
              <a:ext cx="3429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2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250"/>
                <a:t>z</a:t>
              </a:r>
            </a:p>
          </p:txBody>
        </p:sp>
        <p:sp>
          <p:nvSpPr>
            <p:cNvPr id="2775" name="3"/>
            <p:cNvSpPr/>
            <p:nvPr/>
          </p:nvSpPr>
          <p:spPr>
            <a:xfrm>
              <a:off x="1206500" y="165100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chemeClr val="accent4">
                      <a:hueOff val="-1081314"/>
                      <a:satOff val="4338"/>
                      <a:lumOff val="-8931"/>
                    </a:schemeClr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531"/>
                <a:t>3</a:t>
              </a:r>
            </a:p>
          </p:txBody>
        </p:sp>
        <p:sp>
          <p:nvSpPr>
            <p:cNvPr id="2776" name="1"/>
            <p:cNvSpPr/>
            <p:nvPr/>
          </p:nvSpPr>
          <p:spPr>
            <a:xfrm>
              <a:off x="1765300" y="165100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531"/>
                <a:t>1</a:t>
              </a:r>
            </a:p>
          </p:txBody>
        </p:sp>
        <p:sp>
          <p:nvSpPr>
            <p:cNvPr id="2777" name="0"/>
            <p:cNvSpPr/>
            <p:nvPr/>
          </p:nvSpPr>
          <p:spPr>
            <a:xfrm>
              <a:off x="2298700" y="1651000"/>
              <a:ext cx="2794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531"/>
                <a:t>0</a:t>
              </a:r>
            </a:p>
          </p:txBody>
        </p:sp>
        <p:sp>
          <p:nvSpPr>
            <p:cNvPr id="2778" name="2"/>
            <p:cNvSpPr/>
            <p:nvPr/>
          </p:nvSpPr>
          <p:spPr>
            <a:xfrm>
              <a:off x="1181100" y="114300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chemeClr val="accent4">
                      <a:hueOff val="-1081314"/>
                      <a:satOff val="4338"/>
                      <a:lumOff val="-8931"/>
                    </a:schemeClr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531"/>
                <a:t>2</a:t>
              </a:r>
            </a:p>
          </p:txBody>
        </p:sp>
        <p:sp>
          <p:nvSpPr>
            <p:cNvPr id="2779" name="0"/>
            <p:cNvSpPr/>
            <p:nvPr/>
          </p:nvSpPr>
          <p:spPr>
            <a:xfrm>
              <a:off x="1727200" y="115570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chemeClr val="accent4">
                      <a:hueOff val="-1081314"/>
                      <a:satOff val="4338"/>
                      <a:lumOff val="-8931"/>
                    </a:schemeClr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531"/>
                <a:t>0</a:t>
              </a:r>
            </a:p>
          </p:txBody>
        </p:sp>
        <p:sp>
          <p:nvSpPr>
            <p:cNvPr id="2780" name="1"/>
            <p:cNvSpPr/>
            <p:nvPr/>
          </p:nvSpPr>
          <p:spPr>
            <a:xfrm>
              <a:off x="2286000" y="1143000"/>
              <a:ext cx="1905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chemeClr val="accent4">
                      <a:hueOff val="-1081314"/>
                      <a:satOff val="4338"/>
                      <a:lumOff val="-8931"/>
                    </a:schemeClr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531"/>
                <a:t>1</a:t>
              </a:r>
            </a:p>
          </p:txBody>
        </p:sp>
      </p:grpSp>
      <p:sp>
        <p:nvSpPr>
          <p:cNvPr id="2782" name="Line"/>
          <p:cNvSpPr/>
          <p:nvPr/>
        </p:nvSpPr>
        <p:spPr>
          <a:xfrm flipV="1">
            <a:off x="3719539" y="2708237"/>
            <a:ext cx="1992807" cy="673431"/>
          </a:xfrm>
          <a:prstGeom prst="line">
            <a:avLst/>
          </a:prstGeom>
          <a:ln w="50800">
            <a:solidFill>
              <a:srgbClr val="942193"/>
            </a:solidFill>
            <a:miter lim="400000"/>
            <a:headEnd type="stealth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783" name="Line"/>
          <p:cNvSpPr/>
          <p:nvPr/>
        </p:nvSpPr>
        <p:spPr>
          <a:xfrm>
            <a:off x="3773816" y="2928896"/>
            <a:ext cx="4494121" cy="7694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21" extrusionOk="0">
                <a:moveTo>
                  <a:pt x="21600" y="21038"/>
                </a:moveTo>
                <a:cubicBezTo>
                  <a:pt x="21600" y="21038"/>
                  <a:pt x="13263" y="-179"/>
                  <a:pt x="10818" y="1"/>
                </a:cubicBezTo>
                <a:cubicBezTo>
                  <a:pt x="8512" y="171"/>
                  <a:pt x="0" y="21421"/>
                  <a:pt x="0" y="21421"/>
                </a:cubicBezTo>
              </a:path>
            </a:pathLst>
          </a:custGeom>
          <a:ln w="50800">
            <a:solidFill>
              <a:srgbClr val="942193"/>
            </a:solidFill>
            <a:miter lim="400000"/>
            <a:tailEnd type="stealth"/>
          </a:ln>
        </p:spPr>
        <p:txBody>
          <a:bodyPr lIns="35719" tIns="35719" rIns="35719" bIns="35719" anchor="ctr"/>
          <a:lstStyle/>
          <a:p>
            <a:endParaRPr/>
          </a:p>
        </p:txBody>
      </p:sp>
      <p:sp>
        <p:nvSpPr>
          <p:cNvPr id="2784" name="poisoned reverse"/>
          <p:cNvSpPr/>
          <p:nvPr/>
        </p:nvSpPr>
        <p:spPr>
          <a:xfrm>
            <a:off x="2211586" y="1706942"/>
            <a:ext cx="2669977" cy="46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>
              <a:defRPr sz="3600">
                <a:solidFill>
                  <a:srgbClr val="942193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poisoned reverse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14" dur="1000" fill="hold"/>
                                        <p:tgtEl>
                                          <p:spTgt spid="27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42" grpId="0" animBg="1" advAuto="0"/>
      <p:bldP spid="2750" grpId="0" animBg="1" advAuto="0"/>
      <p:bldP spid="2764" grpId="0" animBg="1" advAuto="0"/>
      <p:bldP spid="2784" grpId="0" animBg="1" advAuto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8" name="Line"/>
          <p:cNvSpPr/>
          <p:nvPr/>
        </p:nvSpPr>
        <p:spPr>
          <a:xfrm>
            <a:off x="3631403" y="3821276"/>
            <a:ext cx="4865179" cy="1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789" name="Line"/>
          <p:cNvSpPr/>
          <p:nvPr/>
        </p:nvSpPr>
        <p:spPr>
          <a:xfrm>
            <a:off x="6178379" y="2812098"/>
            <a:ext cx="2320587" cy="823433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79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28</a:t>
            </a:fld>
            <a:endParaRPr/>
          </a:p>
        </p:txBody>
      </p:sp>
      <p:sp>
        <p:nvSpPr>
          <p:cNvPr id="2791" name="x"/>
          <p:cNvSpPr/>
          <p:nvPr/>
        </p:nvSpPr>
        <p:spPr>
          <a:xfrm>
            <a:off x="315813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424242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r>
              <a:t>x</a:t>
            </a:r>
          </a:p>
        </p:txBody>
      </p:sp>
      <p:sp>
        <p:nvSpPr>
          <p:cNvPr id="2792" name="z"/>
          <p:cNvSpPr/>
          <p:nvPr/>
        </p:nvSpPr>
        <p:spPr>
          <a:xfrm>
            <a:off x="829270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008F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r>
              <a:t>z</a:t>
            </a:r>
          </a:p>
        </p:txBody>
      </p:sp>
      <p:sp>
        <p:nvSpPr>
          <p:cNvPr id="2793" name="y"/>
          <p:cNvSpPr/>
          <p:nvPr/>
        </p:nvSpPr>
        <p:spPr>
          <a:xfrm>
            <a:off x="5765602" y="2500313"/>
            <a:ext cx="535781" cy="535781"/>
          </a:xfrm>
          <a:prstGeom prst="roundRect">
            <a:avLst>
              <a:gd name="adj" fmla="val 25000"/>
            </a:avLst>
          </a:prstGeom>
          <a:solidFill>
            <a:schemeClr val="accent4">
              <a:hueOff val="-1081314"/>
              <a:satOff val="4338"/>
              <a:lumOff val="-8931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r>
              <a:t>y</a:t>
            </a:r>
          </a:p>
        </p:txBody>
      </p:sp>
      <p:sp>
        <p:nvSpPr>
          <p:cNvPr id="2794" name="7"/>
          <p:cNvSpPr/>
          <p:nvPr/>
        </p:nvSpPr>
        <p:spPr>
          <a:xfrm>
            <a:off x="5899547" y="3379448"/>
            <a:ext cx="267891" cy="3491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>
                <a:solidFill>
                  <a:srgbClr val="942193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t>7</a:t>
            </a:r>
          </a:p>
        </p:txBody>
      </p:sp>
      <p:sp>
        <p:nvSpPr>
          <p:cNvPr id="2795" name="1"/>
          <p:cNvSpPr/>
          <p:nvPr/>
        </p:nvSpPr>
        <p:spPr>
          <a:xfrm>
            <a:off x="7346156" y="2749905"/>
            <a:ext cx="267891" cy="3491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>
                <a:solidFill>
                  <a:srgbClr val="942193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t>1</a:t>
            </a:r>
          </a:p>
        </p:txBody>
      </p:sp>
      <p:sp>
        <p:nvSpPr>
          <p:cNvPr id="2796" name="0"/>
          <p:cNvSpPr/>
          <p:nvPr/>
        </p:nvSpPr>
        <p:spPr>
          <a:xfrm>
            <a:off x="6229945" y="1366242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2797" name="1"/>
          <p:cNvSpPr/>
          <p:nvPr/>
        </p:nvSpPr>
        <p:spPr>
          <a:xfrm>
            <a:off x="6622852" y="1366242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2798" name="Rectangle"/>
          <p:cNvSpPr/>
          <p:nvPr/>
        </p:nvSpPr>
        <p:spPr>
          <a:xfrm>
            <a:off x="4979789" y="535781"/>
            <a:ext cx="2107406" cy="1625203"/>
          </a:xfrm>
          <a:prstGeom prst="rect">
            <a:avLst/>
          </a:prstGeom>
          <a:ln w="63500">
            <a:solidFill>
              <a:schemeClr val="accent4">
                <a:hueOff val="-1081314"/>
                <a:satOff val="4338"/>
                <a:lumOff val="-8931"/>
              </a:schemeClr>
            </a:solidFill>
            <a:miter lim="400000"/>
          </a:ln>
        </p:spPr>
        <p:txBody>
          <a:bodyPr lIns="35719" tIns="35719" rIns="35719" bIns="35719" anchor="ctr"/>
          <a:lstStyle/>
          <a:p>
            <a:pPr>
              <a:defRPr sz="40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2799" name="x"/>
          <p:cNvSpPr/>
          <p:nvPr/>
        </p:nvSpPr>
        <p:spPr>
          <a:xfrm>
            <a:off x="5837039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x</a:t>
            </a:r>
          </a:p>
        </p:txBody>
      </p:sp>
      <p:sp>
        <p:nvSpPr>
          <p:cNvPr id="2800" name="Line"/>
          <p:cNvSpPr/>
          <p:nvPr/>
        </p:nvSpPr>
        <p:spPr>
          <a:xfrm flipV="1">
            <a:off x="5042294" y="994341"/>
            <a:ext cx="1958034" cy="655"/>
          </a:xfrm>
          <a:prstGeom prst="line">
            <a:avLst/>
          </a:prstGeom>
          <a:ln w="38100">
            <a:solidFill>
              <a:schemeClr val="accent4">
                <a:hueOff val="-1081314"/>
                <a:satOff val="4338"/>
                <a:lumOff val="-8931"/>
              </a:schemeClr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801" name="Line"/>
          <p:cNvSpPr/>
          <p:nvPr/>
        </p:nvSpPr>
        <p:spPr>
          <a:xfrm flipV="1">
            <a:off x="5615840" y="633926"/>
            <a:ext cx="691" cy="1439101"/>
          </a:xfrm>
          <a:prstGeom prst="line">
            <a:avLst/>
          </a:prstGeom>
          <a:ln w="38100">
            <a:solidFill>
              <a:schemeClr val="accent4">
                <a:hueOff val="-1081314"/>
                <a:satOff val="4338"/>
                <a:lumOff val="-8931"/>
              </a:schemeClr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802" name="y"/>
          <p:cNvSpPr/>
          <p:nvPr/>
        </p:nvSpPr>
        <p:spPr>
          <a:xfrm>
            <a:off x="5211961" y="1330523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2803" name="y"/>
          <p:cNvSpPr/>
          <p:nvPr/>
        </p:nvSpPr>
        <p:spPr>
          <a:xfrm>
            <a:off x="6212086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2804" name="z"/>
          <p:cNvSpPr/>
          <p:nvPr/>
        </p:nvSpPr>
        <p:spPr>
          <a:xfrm>
            <a:off x="6604992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sp>
        <p:nvSpPr>
          <p:cNvPr id="2805" name="z"/>
          <p:cNvSpPr/>
          <p:nvPr/>
        </p:nvSpPr>
        <p:spPr>
          <a:xfrm>
            <a:off x="5211961" y="1660922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sp>
        <p:nvSpPr>
          <p:cNvPr id="2806" name="1"/>
          <p:cNvSpPr/>
          <p:nvPr/>
        </p:nvSpPr>
        <p:spPr>
          <a:xfrm>
            <a:off x="6221016" y="1705570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2807" name="0"/>
          <p:cNvSpPr/>
          <p:nvPr/>
        </p:nvSpPr>
        <p:spPr>
          <a:xfrm>
            <a:off x="6596062" y="1705570"/>
            <a:ext cx="21431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grpSp>
        <p:nvGrpSpPr>
          <p:cNvPr id="2822" name="Group"/>
          <p:cNvGrpSpPr/>
          <p:nvPr/>
        </p:nvGrpSpPr>
        <p:grpSpPr>
          <a:xfrm>
            <a:off x="7569399" y="4589859"/>
            <a:ext cx="2107406" cy="1625203"/>
            <a:chOff x="0" y="0"/>
            <a:chExt cx="2997200" cy="2311400"/>
          </a:xfrm>
        </p:grpSpPr>
        <p:sp>
          <p:nvSpPr>
            <p:cNvPr id="2808" name="Rectangle"/>
            <p:cNvSpPr/>
            <p:nvPr/>
          </p:nvSpPr>
          <p:spPr>
            <a:xfrm>
              <a:off x="0" y="0"/>
              <a:ext cx="2997200" cy="2311400"/>
            </a:xfrm>
            <a:prstGeom prst="rect">
              <a:avLst/>
            </a:prstGeom>
            <a:noFill/>
            <a:ln w="63500" cap="flat">
              <a:solidFill>
                <a:srgbClr val="008F00"/>
              </a:solidFill>
              <a:prstDash val="solid"/>
              <a:miter lim="400000"/>
            </a:ln>
            <a:effectLst/>
          </p:spPr>
          <p:txBody>
            <a:bodyPr wrap="square" lIns="35719" tIns="35719" rIns="35719" bIns="35719" numCol="1" anchor="ctr">
              <a:noAutofit/>
            </a:bodyPr>
            <a:lstStyle/>
            <a:p>
              <a:pPr>
                <a:defRPr sz="4000">
                  <a:solidFill>
                    <a:srgbClr val="008F00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2812"/>
            </a:p>
          </p:txBody>
        </p:sp>
        <p:sp>
          <p:nvSpPr>
            <p:cNvPr id="2809" name="x"/>
            <p:cNvSpPr/>
            <p:nvPr/>
          </p:nvSpPr>
          <p:spPr>
            <a:xfrm>
              <a:off x="1219200" y="25400"/>
              <a:ext cx="381000" cy="596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2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250"/>
                <a:t>x</a:t>
              </a:r>
            </a:p>
          </p:txBody>
        </p:sp>
        <p:sp>
          <p:nvSpPr>
            <p:cNvPr id="2810" name="Line"/>
            <p:cNvSpPr/>
            <p:nvPr/>
          </p:nvSpPr>
          <p:spPr>
            <a:xfrm flipV="1">
              <a:off x="88896" y="652173"/>
              <a:ext cx="2784760" cy="931"/>
            </a:xfrm>
            <a:prstGeom prst="line">
              <a:avLst/>
            </a:prstGeom>
            <a:noFill/>
            <a:ln w="38100" cap="flat">
              <a:solidFill>
                <a:srgbClr val="008F00"/>
              </a:solidFill>
              <a:prstDash val="solid"/>
              <a:miter lim="400000"/>
            </a:ln>
            <a:effectLst/>
          </p:spPr>
          <p:txBody>
            <a:bodyPr wrap="square" lIns="35719" tIns="35719" rIns="35719" bIns="35719" numCol="1" anchor="ctr">
              <a:noAutofit/>
            </a:bodyPr>
            <a:lstStyle/>
            <a:p>
              <a:pPr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844"/>
            </a:p>
          </p:txBody>
        </p:sp>
        <p:sp>
          <p:nvSpPr>
            <p:cNvPr id="2811" name="Line"/>
            <p:cNvSpPr/>
            <p:nvPr/>
          </p:nvSpPr>
          <p:spPr>
            <a:xfrm flipV="1">
              <a:off x="904605" y="139584"/>
              <a:ext cx="983" cy="2046722"/>
            </a:xfrm>
            <a:prstGeom prst="line">
              <a:avLst/>
            </a:prstGeom>
            <a:noFill/>
            <a:ln w="38100" cap="flat">
              <a:solidFill>
                <a:srgbClr val="008F00"/>
              </a:solidFill>
              <a:prstDash val="solid"/>
              <a:miter lim="400000"/>
            </a:ln>
            <a:effectLst/>
          </p:spPr>
          <p:txBody>
            <a:bodyPr wrap="square" lIns="35719" tIns="35719" rIns="35719" bIns="35719" numCol="1" anchor="ctr">
              <a:noAutofit/>
            </a:bodyPr>
            <a:lstStyle/>
            <a:p>
              <a:pPr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844"/>
            </a:p>
          </p:txBody>
        </p:sp>
        <p:sp>
          <p:nvSpPr>
            <p:cNvPr id="2812" name="y"/>
            <p:cNvSpPr/>
            <p:nvPr/>
          </p:nvSpPr>
          <p:spPr>
            <a:xfrm>
              <a:off x="330200" y="1130300"/>
              <a:ext cx="3429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2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250"/>
                <a:t>y</a:t>
              </a:r>
            </a:p>
          </p:txBody>
        </p:sp>
        <p:sp>
          <p:nvSpPr>
            <p:cNvPr id="2813" name="y"/>
            <p:cNvSpPr/>
            <p:nvPr/>
          </p:nvSpPr>
          <p:spPr>
            <a:xfrm>
              <a:off x="1752600" y="25400"/>
              <a:ext cx="381000" cy="596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2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250"/>
                <a:t>y</a:t>
              </a:r>
            </a:p>
          </p:txBody>
        </p:sp>
        <p:sp>
          <p:nvSpPr>
            <p:cNvPr id="2814" name="z"/>
            <p:cNvSpPr/>
            <p:nvPr/>
          </p:nvSpPr>
          <p:spPr>
            <a:xfrm>
              <a:off x="2311400" y="25400"/>
              <a:ext cx="381000" cy="596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2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250"/>
                <a:t>z</a:t>
              </a:r>
            </a:p>
          </p:txBody>
        </p:sp>
        <p:sp>
          <p:nvSpPr>
            <p:cNvPr id="2815" name="z"/>
            <p:cNvSpPr/>
            <p:nvPr/>
          </p:nvSpPr>
          <p:spPr>
            <a:xfrm>
              <a:off x="330200" y="1600200"/>
              <a:ext cx="3429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2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250"/>
                <a:t>z</a:t>
              </a:r>
            </a:p>
          </p:txBody>
        </p:sp>
        <p:sp>
          <p:nvSpPr>
            <p:cNvPr id="2816" name="3"/>
            <p:cNvSpPr/>
            <p:nvPr/>
          </p:nvSpPr>
          <p:spPr>
            <a:xfrm>
              <a:off x="1206500" y="165100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chemeClr val="accent4">
                      <a:hueOff val="-1081314"/>
                      <a:satOff val="4338"/>
                      <a:lumOff val="-8931"/>
                    </a:schemeClr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531"/>
                <a:t>3</a:t>
              </a:r>
            </a:p>
          </p:txBody>
        </p:sp>
        <p:sp>
          <p:nvSpPr>
            <p:cNvPr id="2817" name="1"/>
            <p:cNvSpPr/>
            <p:nvPr/>
          </p:nvSpPr>
          <p:spPr>
            <a:xfrm>
              <a:off x="1765300" y="165100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531"/>
                <a:t>1</a:t>
              </a:r>
            </a:p>
          </p:txBody>
        </p:sp>
        <p:sp>
          <p:nvSpPr>
            <p:cNvPr id="2818" name="0"/>
            <p:cNvSpPr/>
            <p:nvPr/>
          </p:nvSpPr>
          <p:spPr>
            <a:xfrm>
              <a:off x="2298700" y="1651000"/>
              <a:ext cx="2794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531"/>
                <a:t>0</a:t>
              </a:r>
            </a:p>
          </p:txBody>
        </p:sp>
        <p:sp>
          <p:nvSpPr>
            <p:cNvPr id="2819" name="2"/>
            <p:cNvSpPr/>
            <p:nvPr/>
          </p:nvSpPr>
          <p:spPr>
            <a:xfrm>
              <a:off x="1181100" y="114300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chemeClr val="accent4">
                      <a:hueOff val="-1081314"/>
                      <a:satOff val="4338"/>
                      <a:lumOff val="-8931"/>
                    </a:schemeClr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531"/>
                <a:t>2</a:t>
              </a:r>
            </a:p>
          </p:txBody>
        </p:sp>
        <p:sp>
          <p:nvSpPr>
            <p:cNvPr id="2820" name="0"/>
            <p:cNvSpPr/>
            <p:nvPr/>
          </p:nvSpPr>
          <p:spPr>
            <a:xfrm>
              <a:off x="1727200" y="115570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chemeClr val="accent4">
                      <a:hueOff val="-1081314"/>
                      <a:satOff val="4338"/>
                      <a:lumOff val="-8931"/>
                    </a:schemeClr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531"/>
                <a:t>0</a:t>
              </a:r>
            </a:p>
          </p:txBody>
        </p:sp>
        <p:sp>
          <p:nvSpPr>
            <p:cNvPr id="2821" name="1"/>
            <p:cNvSpPr/>
            <p:nvPr/>
          </p:nvSpPr>
          <p:spPr>
            <a:xfrm>
              <a:off x="2286000" y="1143000"/>
              <a:ext cx="1905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chemeClr val="accent4">
                      <a:hueOff val="-1081314"/>
                      <a:satOff val="4338"/>
                      <a:lumOff val="-8931"/>
                    </a:schemeClr>
                  </a:solidFill>
                  <a:latin typeface="+mn-lt"/>
                  <a:ea typeface="+mn-ea"/>
                  <a:cs typeface="+mn-cs"/>
                  <a:sym typeface="Chalkboard SE Regular"/>
                </a:defRPr>
              </a:lvl1pPr>
            </a:lstStyle>
            <a:p>
              <a:r>
                <a:rPr sz="2531"/>
                <a:t>1</a:t>
              </a:r>
            </a:p>
          </p:txBody>
        </p:sp>
      </p:grpSp>
      <p:sp>
        <p:nvSpPr>
          <p:cNvPr id="2823" name="Line"/>
          <p:cNvSpPr/>
          <p:nvPr/>
        </p:nvSpPr>
        <p:spPr>
          <a:xfrm>
            <a:off x="3773816" y="2928896"/>
            <a:ext cx="4494121" cy="7694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21" extrusionOk="0">
                <a:moveTo>
                  <a:pt x="21600" y="21038"/>
                </a:moveTo>
                <a:cubicBezTo>
                  <a:pt x="21600" y="21038"/>
                  <a:pt x="13263" y="-179"/>
                  <a:pt x="10818" y="1"/>
                </a:cubicBezTo>
                <a:cubicBezTo>
                  <a:pt x="8512" y="171"/>
                  <a:pt x="0" y="21421"/>
                  <a:pt x="0" y="21421"/>
                </a:cubicBezTo>
              </a:path>
            </a:pathLst>
          </a:custGeom>
          <a:ln w="50800">
            <a:solidFill>
              <a:srgbClr val="942193"/>
            </a:solidFill>
            <a:miter lim="400000"/>
            <a:tailEnd type="stealth"/>
          </a:ln>
        </p:spPr>
        <p:txBody>
          <a:bodyPr lIns="35719" tIns="35719" rIns="35719" bIns="35719" anchor="ctr"/>
          <a:lstStyle/>
          <a:p>
            <a:endParaRPr/>
          </a:p>
        </p:txBody>
      </p:sp>
      <p:sp>
        <p:nvSpPr>
          <p:cNvPr id="2824" name="∞"/>
          <p:cNvSpPr/>
          <p:nvPr/>
        </p:nvSpPr>
        <p:spPr>
          <a:xfrm>
            <a:off x="5703094" y="1651992"/>
            <a:ext cx="437555" cy="482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800">
                <a:solidFill>
                  <a:srgbClr val="942193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672"/>
              <a:t>∞</a:t>
            </a:r>
          </a:p>
        </p:txBody>
      </p:sp>
      <p:sp>
        <p:nvSpPr>
          <p:cNvPr id="2825" name="poisoned reverse"/>
          <p:cNvSpPr/>
          <p:nvPr/>
        </p:nvSpPr>
        <p:spPr>
          <a:xfrm>
            <a:off x="2211586" y="1706942"/>
            <a:ext cx="2669977" cy="46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>
              <a:defRPr sz="3600">
                <a:solidFill>
                  <a:srgbClr val="942193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poisoned reverse</a:t>
            </a:r>
          </a:p>
        </p:txBody>
      </p:sp>
      <p:sp>
        <p:nvSpPr>
          <p:cNvPr id="2826" name="∞"/>
          <p:cNvSpPr/>
          <p:nvPr/>
        </p:nvSpPr>
        <p:spPr>
          <a:xfrm>
            <a:off x="5694164" y="1357313"/>
            <a:ext cx="437555" cy="482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800">
                <a:solidFill>
                  <a:srgbClr val="942193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672"/>
              <a:t>∞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26" grpId="0" animBg="1" advAuto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0" name="Line"/>
          <p:cNvSpPr/>
          <p:nvPr/>
        </p:nvSpPr>
        <p:spPr>
          <a:xfrm>
            <a:off x="3631403" y="3821276"/>
            <a:ext cx="4865179" cy="1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831" name="Line"/>
          <p:cNvSpPr/>
          <p:nvPr/>
        </p:nvSpPr>
        <p:spPr>
          <a:xfrm>
            <a:off x="6178379" y="2812098"/>
            <a:ext cx="2320587" cy="823433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83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29</a:t>
            </a:fld>
            <a:endParaRPr/>
          </a:p>
        </p:txBody>
      </p:sp>
      <p:sp>
        <p:nvSpPr>
          <p:cNvPr id="2833" name="x"/>
          <p:cNvSpPr/>
          <p:nvPr/>
        </p:nvSpPr>
        <p:spPr>
          <a:xfrm>
            <a:off x="315813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424242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r>
              <a:t>x</a:t>
            </a:r>
          </a:p>
        </p:txBody>
      </p:sp>
      <p:sp>
        <p:nvSpPr>
          <p:cNvPr id="2834" name="z"/>
          <p:cNvSpPr/>
          <p:nvPr/>
        </p:nvSpPr>
        <p:spPr>
          <a:xfrm>
            <a:off x="829270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008F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r>
              <a:t>z</a:t>
            </a:r>
          </a:p>
        </p:txBody>
      </p:sp>
      <p:sp>
        <p:nvSpPr>
          <p:cNvPr id="2835" name="y"/>
          <p:cNvSpPr/>
          <p:nvPr/>
        </p:nvSpPr>
        <p:spPr>
          <a:xfrm>
            <a:off x="5765602" y="2500313"/>
            <a:ext cx="535781" cy="535781"/>
          </a:xfrm>
          <a:prstGeom prst="roundRect">
            <a:avLst>
              <a:gd name="adj" fmla="val 25000"/>
            </a:avLst>
          </a:prstGeom>
          <a:solidFill>
            <a:schemeClr val="accent4">
              <a:hueOff val="-1081314"/>
              <a:satOff val="4338"/>
              <a:lumOff val="-8931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r>
              <a:t>y</a:t>
            </a:r>
          </a:p>
        </p:txBody>
      </p:sp>
      <p:sp>
        <p:nvSpPr>
          <p:cNvPr id="2836" name="7"/>
          <p:cNvSpPr/>
          <p:nvPr/>
        </p:nvSpPr>
        <p:spPr>
          <a:xfrm>
            <a:off x="5899547" y="3379448"/>
            <a:ext cx="267891" cy="3491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>
                <a:solidFill>
                  <a:srgbClr val="942193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t>7</a:t>
            </a:r>
          </a:p>
        </p:txBody>
      </p:sp>
      <p:sp>
        <p:nvSpPr>
          <p:cNvPr id="2837" name="1"/>
          <p:cNvSpPr/>
          <p:nvPr/>
        </p:nvSpPr>
        <p:spPr>
          <a:xfrm>
            <a:off x="7346156" y="2749905"/>
            <a:ext cx="267891" cy="3491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>
                <a:solidFill>
                  <a:srgbClr val="942193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t>1</a:t>
            </a:r>
          </a:p>
        </p:txBody>
      </p:sp>
      <p:sp>
        <p:nvSpPr>
          <p:cNvPr id="2838" name="0"/>
          <p:cNvSpPr/>
          <p:nvPr/>
        </p:nvSpPr>
        <p:spPr>
          <a:xfrm>
            <a:off x="6229945" y="1366242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2839" name="1"/>
          <p:cNvSpPr/>
          <p:nvPr/>
        </p:nvSpPr>
        <p:spPr>
          <a:xfrm>
            <a:off x="6622852" y="1366242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2840" name="Rectangle"/>
          <p:cNvSpPr/>
          <p:nvPr/>
        </p:nvSpPr>
        <p:spPr>
          <a:xfrm>
            <a:off x="4979789" y="535781"/>
            <a:ext cx="2107406" cy="1625203"/>
          </a:xfrm>
          <a:prstGeom prst="rect">
            <a:avLst/>
          </a:prstGeom>
          <a:ln w="63500">
            <a:solidFill>
              <a:schemeClr val="accent4">
                <a:hueOff val="-1081314"/>
                <a:satOff val="4338"/>
                <a:lumOff val="-8931"/>
              </a:schemeClr>
            </a:solidFill>
            <a:miter lim="400000"/>
          </a:ln>
        </p:spPr>
        <p:txBody>
          <a:bodyPr lIns="35719" tIns="35719" rIns="35719" bIns="35719" anchor="ctr"/>
          <a:lstStyle/>
          <a:p>
            <a:pPr>
              <a:defRPr sz="40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2841" name="x"/>
          <p:cNvSpPr/>
          <p:nvPr/>
        </p:nvSpPr>
        <p:spPr>
          <a:xfrm>
            <a:off x="5837039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x</a:t>
            </a:r>
          </a:p>
        </p:txBody>
      </p:sp>
      <p:sp>
        <p:nvSpPr>
          <p:cNvPr id="2842" name="Line"/>
          <p:cNvSpPr/>
          <p:nvPr/>
        </p:nvSpPr>
        <p:spPr>
          <a:xfrm flipV="1">
            <a:off x="5042294" y="994341"/>
            <a:ext cx="1958034" cy="655"/>
          </a:xfrm>
          <a:prstGeom prst="line">
            <a:avLst/>
          </a:prstGeom>
          <a:ln w="38100">
            <a:solidFill>
              <a:schemeClr val="accent4">
                <a:hueOff val="-1081314"/>
                <a:satOff val="4338"/>
                <a:lumOff val="-8931"/>
              </a:schemeClr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843" name="Line"/>
          <p:cNvSpPr/>
          <p:nvPr/>
        </p:nvSpPr>
        <p:spPr>
          <a:xfrm flipV="1">
            <a:off x="5615840" y="633926"/>
            <a:ext cx="691" cy="1439101"/>
          </a:xfrm>
          <a:prstGeom prst="line">
            <a:avLst/>
          </a:prstGeom>
          <a:ln w="38100">
            <a:solidFill>
              <a:schemeClr val="accent4">
                <a:hueOff val="-1081314"/>
                <a:satOff val="4338"/>
                <a:lumOff val="-8931"/>
              </a:schemeClr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844" name="y"/>
          <p:cNvSpPr/>
          <p:nvPr/>
        </p:nvSpPr>
        <p:spPr>
          <a:xfrm>
            <a:off x="5211961" y="1330523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2845" name="y"/>
          <p:cNvSpPr/>
          <p:nvPr/>
        </p:nvSpPr>
        <p:spPr>
          <a:xfrm>
            <a:off x="6212086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2846" name="z"/>
          <p:cNvSpPr/>
          <p:nvPr/>
        </p:nvSpPr>
        <p:spPr>
          <a:xfrm>
            <a:off x="6604992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sp>
        <p:nvSpPr>
          <p:cNvPr id="2847" name="z"/>
          <p:cNvSpPr/>
          <p:nvPr/>
        </p:nvSpPr>
        <p:spPr>
          <a:xfrm>
            <a:off x="5211961" y="1660922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sp>
        <p:nvSpPr>
          <p:cNvPr id="2848" name="1"/>
          <p:cNvSpPr/>
          <p:nvPr/>
        </p:nvSpPr>
        <p:spPr>
          <a:xfrm>
            <a:off x="6221016" y="1705570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2849" name="0"/>
          <p:cNvSpPr/>
          <p:nvPr/>
        </p:nvSpPr>
        <p:spPr>
          <a:xfrm>
            <a:off x="6596062" y="1705570"/>
            <a:ext cx="21431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2850" name="Rectangle"/>
          <p:cNvSpPr/>
          <p:nvPr/>
        </p:nvSpPr>
        <p:spPr>
          <a:xfrm>
            <a:off x="7569399" y="4589859"/>
            <a:ext cx="2107406" cy="1625203"/>
          </a:xfrm>
          <a:prstGeom prst="rect">
            <a:avLst/>
          </a:prstGeom>
          <a:ln w="63500">
            <a:solidFill>
              <a:srgbClr val="008F00"/>
            </a:solidFill>
            <a:miter lim="400000"/>
          </a:ln>
        </p:spPr>
        <p:txBody>
          <a:bodyPr lIns="35719" tIns="35719" rIns="35719" bIns="35719" anchor="ctr"/>
          <a:lstStyle/>
          <a:p>
            <a:pPr>
              <a:defRPr sz="4000">
                <a:solidFill>
                  <a:srgbClr val="008F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2851" name="x"/>
          <p:cNvSpPr/>
          <p:nvPr/>
        </p:nvSpPr>
        <p:spPr>
          <a:xfrm>
            <a:off x="8426648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x</a:t>
            </a:r>
          </a:p>
        </p:txBody>
      </p:sp>
      <p:sp>
        <p:nvSpPr>
          <p:cNvPr id="2852" name="Line"/>
          <p:cNvSpPr/>
          <p:nvPr/>
        </p:nvSpPr>
        <p:spPr>
          <a:xfrm flipV="1">
            <a:off x="7631904" y="5048419"/>
            <a:ext cx="1958034" cy="655"/>
          </a:xfrm>
          <a:prstGeom prst="line">
            <a:avLst/>
          </a:prstGeom>
          <a:ln w="38100">
            <a:solidFill>
              <a:srgbClr val="008F00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853" name="Line"/>
          <p:cNvSpPr/>
          <p:nvPr/>
        </p:nvSpPr>
        <p:spPr>
          <a:xfrm flipV="1">
            <a:off x="8205448" y="4688005"/>
            <a:ext cx="692" cy="1439101"/>
          </a:xfrm>
          <a:prstGeom prst="line">
            <a:avLst/>
          </a:prstGeom>
          <a:ln w="38100">
            <a:solidFill>
              <a:srgbClr val="008F00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854" name="y"/>
          <p:cNvSpPr/>
          <p:nvPr/>
        </p:nvSpPr>
        <p:spPr>
          <a:xfrm>
            <a:off x="7801570" y="5384601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2855" name="y"/>
          <p:cNvSpPr/>
          <p:nvPr/>
        </p:nvSpPr>
        <p:spPr>
          <a:xfrm>
            <a:off x="8801695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2856" name="z"/>
          <p:cNvSpPr/>
          <p:nvPr/>
        </p:nvSpPr>
        <p:spPr>
          <a:xfrm>
            <a:off x="9194601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sp>
        <p:nvSpPr>
          <p:cNvPr id="2857" name="z"/>
          <p:cNvSpPr/>
          <p:nvPr/>
        </p:nvSpPr>
        <p:spPr>
          <a:xfrm>
            <a:off x="7801570" y="5715000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sp>
        <p:nvSpPr>
          <p:cNvPr id="2858" name="3"/>
          <p:cNvSpPr/>
          <p:nvPr/>
        </p:nvSpPr>
        <p:spPr>
          <a:xfrm>
            <a:off x="8417719" y="5750719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3</a:t>
            </a:r>
          </a:p>
        </p:txBody>
      </p:sp>
      <p:sp>
        <p:nvSpPr>
          <p:cNvPr id="2859" name="1"/>
          <p:cNvSpPr/>
          <p:nvPr/>
        </p:nvSpPr>
        <p:spPr>
          <a:xfrm>
            <a:off x="8810625" y="5750719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2860" name="0"/>
          <p:cNvSpPr/>
          <p:nvPr/>
        </p:nvSpPr>
        <p:spPr>
          <a:xfrm>
            <a:off x="9185672" y="5750719"/>
            <a:ext cx="19645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2861" name="0"/>
          <p:cNvSpPr/>
          <p:nvPr/>
        </p:nvSpPr>
        <p:spPr>
          <a:xfrm>
            <a:off x="8783836" y="5402461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2862" name="1"/>
          <p:cNvSpPr/>
          <p:nvPr/>
        </p:nvSpPr>
        <p:spPr>
          <a:xfrm>
            <a:off x="9176742" y="5393531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2863" name="Line"/>
          <p:cNvSpPr/>
          <p:nvPr/>
        </p:nvSpPr>
        <p:spPr>
          <a:xfrm>
            <a:off x="3773816" y="2928896"/>
            <a:ext cx="4494121" cy="7694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21" extrusionOk="0">
                <a:moveTo>
                  <a:pt x="21600" y="21038"/>
                </a:moveTo>
                <a:cubicBezTo>
                  <a:pt x="21600" y="21038"/>
                  <a:pt x="13263" y="-179"/>
                  <a:pt x="10818" y="1"/>
                </a:cubicBezTo>
                <a:cubicBezTo>
                  <a:pt x="8512" y="171"/>
                  <a:pt x="0" y="21421"/>
                  <a:pt x="0" y="21421"/>
                </a:cubicBezTo>
              </a:path>
            </a:pathLst>
          </a:custGeom>
          <a:ln w="50800">
            <a:solidFill>
              <a:srgbClr val="942193"/>
            </a:solidFill>
            <a:miter lim="400000"/>
            <a:tailEnd type="stealth"/>
          </a:ln>
        </p:spPr>
        <p:txBody>
          <a:bodyPr lIns="35719" tIns="35719" rIns="35719" bIns="35719" anchor="ctr"/>
          <a:lstStyle/>
          <a:p>
            <a:endParaRPr/>
          </a:p>
        </p:txBody>
      </p:sp>
      <p:sp>
        <p:nvSpPr>
          <p:cNvPr id="2864" name="∞"/>
          <p:cNvSpPr/>
          <p:nvPr/>
        </p:nvSpPr>
        <p:spPr>
          <a:xfrm>
            <a:off x="5703094" y="1651992"/>
            <a:ext cx="437555" cy="482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800">
                <a:solidFill>
                  <a:srgbClr val="942193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672"/>
              <a:t>∞</a:t>
            </a:r>
          </a:p>
        </p:txBody>
      </p:sp>
      <p:sp>
        <p:nvSpPr>
          <p:cNvPr id="2865" name="poisoned reverse"/>
          <p:cNvSpPr/>
          <p:nvPr/>
        </p:nvSpPr>
        <p:spPr>
          <a:xfrm>
            <a:off x="2211586" y="1706942"/>
            <a:ext cx="2669977" cy="46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>
              <a:defRPr sz="3600">
                <a:solidFill>
                  <a:srgbClr val="942193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poisoned reverse</a:t>
            </a:r>
          </a:p>
        </p:txBody>
      </p:sp>
      <p:sp>
        <p:nvSpPr>
          <p:cNvPr id="2866" name="∞"/>
          <p:cNvSpPr/>
          <p:nvPr/>
        </p:nvSpPr>
        <p:spPr>
          <a:xfrm>
            <a:off x="5694164" y="1357313"/>
            <a:ext cx="437555" cy="482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800">
                <a:solidFill>
                  <a:srgbClr val="942193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672"/>
              <a:t>∞</a:t>
            </a:r>
          </a:p>
        </p:txBody>
      </p:sp>
      <p:sp>
        <p:nvSpPr>
          <p:cNvPr id="2867" name="∞"/>
          <p:cNvSpPr/>
          <p:nvPr/>
        </p:nvSpPr>
        <p:spPr>
          <a:xfrm>
            <a:off x="8292703" y="5375672"/>
            <a:ext cx="437555" cy="482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800">
                <a:solidFill>
                  <a:srgbClr val="942193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672"/>
              <a:t>∞</a:t>
            </a:r>
          </a:p>
        </p:txBody>
      </p:sp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1" name="Line"/>
          <p:cNvSpPr/>
          <p:nvPr/>
        </p:nvSpPr>
        <p:spPr>
          <a:xfrm>
            <a:off x="3631403" y="3821276"/>
            <a:ext cx="4865179" cy="1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872" name="Line"/>
          <p:cNvSpPr/>
          <p:nvPr/>
        </p:nvSpPr>
        <p:spPr>
          <a:xfrm>
            <a:off x="6178379" y="2812098"/>
            <a:ext cx="2320587" cy="823433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87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30</a:t>
            </a:fld>
            <a:endParaRPr/>
          </a:p>
        </p:txBody>
      </p:sp>
      <p:sp>
        <p:nvSpPr>
          <p:cNvPr id="2874" name="x"/>
          <p:cNvSpPr/>
          <p:nvPr/>
        </p:nvSpPr>
        <p:spPr>
          <a:xfrm>
            <a:off x="315813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424242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r>
              <a:t>x</a:t>
            </a:r>
          </a:p>
        </p:txBody>
      </p:sp>
      <p:sp>
        <p:nvSpPr>
          <p:cNvPr id="2875" name="z"/>
          <p:cNvSpPr/>
          <p:nvPr/>
        </p:nvSpPr>
        <p:spPr>
          <a:xfrm>
            <a:off x="829270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008F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r>
              <a:t>z</a:t>
            </a:r>
          </a:p>
        </p:txBody>
      </p:sp>
      <p:sp>
        <p:nvSpPr>
          <p:cNvPr id="2876" name="y"/>
          <p:cNvSpPr/>
          <p:nvPr/>
        </p:nvSpPr>
        <p:spPr>
          <a:xfrm>
            <a:off x="5765602" y="2500313"/>
            <a:ext cx="535781" cy="535781"/>
          </a:xfrm>
          <a:prstGeom prst="roundRect">
            <a:avLst>
              <a:gd name="adj" fmla="val 25000"/>
            </a:avLst>
          </a:prstGeom>
          <a:solidFill>
            <a:schemeClr val="accent4">
              <a:hueOff val="-1081314"/>
              <a:satOff val="4338"/>
              <a:lumOff val="-8931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r>
              <a:t>y</a:t>
            </a:r>
          </a:p>
        </p:txBody>
      </p:sp>
      <p:sp>
        <p:nvSpPr>
          <p:cNvPr id="2877" name="7"/>
          <p:cNvSpPr/>
          <p:nvPr/>
        </p:nvSpPr>
        <p:spPr>
          <a:xfrm>
            <a:off x="5899547" y="3379448"/>
            <a:ext cx="267891" cy="3491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>
                <a:solidFill>
                  <a:srgbClr val="942193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t>7</a:t>
            </a:r>
          </a:p>
        </p:txBody>
      </p:sp>
      <p:sp>
        <p:nvSpPr>
          <p:cNvPr id="2878" name="1"/>
          <p:cNvSpPr/>
          <p:nvPr/>
        </p:nvSpPr>
        <p:spPr>
          <a:xfrm>
            <a:off x="7346156" y="2749905"/>
            <a:ext cx="267891" cy="3491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>
                <a:solidFill>
                  <a:srgbClr val="942193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t>1</a:t>
            </a:r>
          </a:p>
        </p:txBody>
      </p:sp>
      <p:sp>
        <p:nvSpPr>
          <p:cNvPr id="2879" name="0"/>
          <p:cNvSpPr/>
          <p:nvPr/>
        </p:nvSpPr>
        <p:spPr>
          <a:xfrm>
            <a:off x="6229945" y="1366242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2880" name="1"/>
          <p:cNvSpPr/>
          <p:nvPr/>
        </p:nvSpPr>
        <p:spPr>
          <a:xfrm>
            <a:off x="6622852" y="1366242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2881" name="Rectangle"/>
          <p:cNvSpPr/>
          <p:nvPr/>
        </p:nvSpPr>
        <p:spPr>
          <a:xfrm>
            <a:off x="4979789" y="535781"/>
            <a:ext cx="2107406" cy="1625203"/>
          </a:xfrm>
          <a:prstGeom prst="rect">
            <a:avLst/>
          </a:prstGeom>
          <a:ln w="63500">
            <a:solidFill>
              <a:schemeClr val="accent4">
                <a:hueOff val="-1081314"/>
                <a:satOff val="4338"/>
                <a:lumOff val="-8931"/>
              </a:schemeClr>
            </a:solidFill>
            <a:miter lim="400000"/>
          </a:ln>
        </p:spPr>
        <p:txBody>
          <a:bodyPr lIns="35719" tIns="35719" rIns="35719" bIns="35719" anchor="ctr"/>
          <a:lstStyle/>
          <a:p>
            <a:pPr>
              <a:defRPr sz="40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2882" name="x"/>
          <p:cNvSpPr/>
          <p:nvPr/>
        </p:nvSpPr>
        <p:spPr>
          <a:xfrm>
            <a:off x="5837039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x</a:t>
            </a:r>
          </a:p>
        </p:txBody>
      </p:sp>
      <p:sp>
        <p:nvSpPr>
          <p:cNvPr id="2883" name="Line"/>
          <p:cNvSpPr/>
          <p:nvPr/>
        </p:nvSpPr>
        <p:spPr>
          <a:xfrm flipV="1">
            <a:off x="5042294" y="994341"/>
            <a:ext cx="1958034" cy="655"/>
          </a:xfrm>
          <a:prstGeom prst="line">
            <a:avLst/>
          </a:prstGeom>
          <a:ln w="38100">
            <a:solidFill>
              <a:schemeClr val="accent4">
                <a:hueOff val="-1081314"/>
                <a:satOff val="4338"/>
                <a:lumOff val="-8931"/>
              </a:schemeClr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884" name="Line"/>
          <p:cNvSpPr/>
          <p:nvPr/>
        </p:nvSpPr>
        <p:spPr>
          <a:xfrm flipV="1">
            <a:off x="5615840" y="633926"/>
            <a:ext cx="691" cy="1439101"/>
          </a:xfrm>
          <a:prstGeom prst="line">
            <a:avLst/>
          </a:prstGeom>
          <a:ln w="38100">
            <a:solidFill>
              <a:schemeClr val="accent4">
                <a:hueOff val="-1081314"/>
                <a:satOff val="4338"/>
                <a:lumOff val="-8931"/>
              </a:schemeClr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885" name="y"/>
          <p:cNvSpPr/>
          <p:nvPr/>
        </p:nvSpPr>
        <p:spPr>
          <a:xfrm>
            <a:off x="5211961" y="1330523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2886" name="y"/>
          <p:cNvSpPr/>
          <p:nvPr/>
        </p:nvSpPr>
        <p:spPr>
          <a:xfrm>
            <a:off x="6212086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2887" name="z"/>
          <p:cNvSpPr/>
          <p:nvPr/>
        </p:nvSpPr>
        <p:spPr>
          <a:xfrm>
            <a:off x="6604992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sp>
        <p:nvSpPr>
          <p:cNvPr id="2888" name="z"/>
          <p:cNvSpPr/>
          <p:nvPr/>
        </p:nvSpPr>
        <p:spPr>
          <a:xfrm>
            <a:off x="5211961" y="1660922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sp>
        <p:nvSpPr>
          <p:cNvPr id="2889" name="1"/>
          <p:cNvSpPr/>
          <p:nvPr/>
        </p:nvSpPr>
        <p:spPr>
          <a:xfrm>
            <a:off x="6221016" y="1705570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2890" name="0"/>
          <p:cNvSpPr/>
          <p:nvPr/>
        </p:nvSpPr>
        <p:spPr>
          <a:xfrm>
            <a:off x="6596062" y="1705570"/>
            <a:ext cx="21431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2891" name="Rectangle"/>
          <p:cNvSpPr/>
          <p:nvPr/>
        </p:nvSpPr>
        <p:spPr>
          <a:xfrm>
            <a:off x="7569399" y="4589859"/>
            <a:ext cx="2107406" cy="1625203"/>
          </a:xfrm>
          <a:prstGeom prst="rect">
            <a:avLst/>
          </a:prstGeom>
          <a:ln w="63500">
            <a:solidFill>
              <a:srgbClr val="008F00"/>
            </a:solidFill>
            <a:miter lim="400000"/>
          </a:ln>
        </p:spPr>
        <p:txBody>
          <a:bodyPr lIns="35719" tIns="35719" rIns="35719" bIns="35719" anchor="ctr"/>
          <a:lstStyle/>
          <a:p>
            <a:pPr>
              <a:defRPr sz="4000">
                <a:solidFill>
                  <a:srgbClr val="008F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2892" name="x"/>
          <p:cNvSpPr/>
          <p:nvPr/>
        </p:nvSpPr>
        <p:spPr>
          <a:xfrm>
            <a:off x="8426648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x</a:t>
            </a:r>
          </a:p>
        </p:txBody>
      </p:sp>
      <p:sp>
        <p:nvSpPr>
          <p:cNvPr id="2893" name="Line"/>
          <p:cNvSpPr/>
          <p:nvPr/>
        </p:nvSpPr>
        <p:spPr>
          <a:xfrm flipV="1">
            <a:off x="7631904" y="5048419"/>
            <a:ext cx="1958034" cy="655"/>
          </a:xfrm>
          <a:prstGeom prst="line">
            <a:avLst/>
          </a:prstGeom>
          <a:ln w="38100">
            <a:solidFill>
              <a:srgbClr val="008F00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894" name="Line"/>
          <p:cNvSpPr/>
          <p:nvPr/>
        </p:nvSpPr>
        <p:spPr>
          <a:xfrm flipV="1">
            <a:off x="8205448" y="4688005"/>
            <a:ext cx="692" cy="1439101"/>
          </a:xfrm>
          <a:prstGeom prst="line">
            <a:avLst/>
          </a:prstGeom>
          <a:ln w="38100">
            <a:solidFill>
              <a:srgbClr val="008F00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895" name="y"/>
          <p:cNvSpPr/>
          <p:nvPr/>
        </p:nvSpPr>
        <p:spPr>
          <a:xfrm>
            <a:off x="7801570" y="5384601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2896" name="y"/>
          <p:cNvSpPr/>
          <p:nvPr/>
        </p:nvSpPr>
        <p:spPr>
          <a:xfrm>
            <a:off x="8801695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2897" name="z"/>
          <p:cNvSpPr/>
          <p:nvPr/>
        </p:nvSpPr>
        <p:spPr>
          <a:xfrm>
            <a:off x="9194601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sp>
        <p:nvSpPr>
          <p:cNvPr id="2898" name="z"/>
          <p:cNvSpPr/>
          <p:nvPr/>
        </p:nvSpPr>
        <p:spPr>
          <a:xfrm>
            <a:off x="7801570" y="5715000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sp>
        <p:nvSpPr>
          <p:cNvPr id="2899" name="7"/>
          <p:cNvSpPr/>
          <p:nvPr/>
        </p:nvSpPr>
        <p:spPr>
          <a:xfrm>
            <a:off x="8417719" y="5750719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7</a:t>
            </a:r>
          </a:p>
        </p:txBody>
      </p:sp>
      <p:sp>
        <p:nvSpPr>
          <p:cNvPr id="2900" name="1"/>
          <p:cNvSpPr/>
          <p:nvPr/>
        </p:nvSpPr>
        <p:spPr>
          <a:xfrm>
            <a:off x="8810625" y="5750719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2901" name="0"/>
          <p:cNvSpPr/>
          <p:nvPr/>
        </p:nvSpPr>
        <p:spPr>
          <a:xfrm>
            <a:off x="9185672" y="5750719"/>
            <a:ext cx="19645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2902" name="0"/>
          <p:cNvSpPr/>
          <p:nvPr/>
        </p:nvSpPr>
        <p:spPr>
          <a:xfrm>
            <a:off x="8783836" y="5402461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2903" name="1"/>
          <p:cNvSpPr/>
          <p:nvPr/>
        </p:nvSpPr>
        <p:spPr>
          <a:xfrm>
            <a:off x="9176742" y="5393531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2904" name="Line"/>
          <p:cNvSpPr/>
          <p:nvPr/>
        </p:nvSpPr>
        <p:spPr>
          <a:xfrm>
            <a:off x="3773816" y="2928896"/>
            <a:ext cx="4494121" cy="7694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21" extrusionOk="0">
                <a:moveTo>
                  <a:pt x="21600" y="21038"/>
                </a:moveTo>
                <a:cubicBezTo>
                  <a:pt x="21600" y="21038"/>
                  <a:pt x="13263" y="-179"/>
                  <a:pt x="10818" y="1"/>
                </a:cubicBezTo>
                <a:cubicBezTo>
                  <a:pt x="8512" y="171"/>
                  <a:pt x="0" y="21421"/>
                  <a:pt x="0" y="21421"/>
                </a:cubicBezTo>
              </a:path>
            </a:pathLst>
          </a:custGeom>
          <a:ln w="50800">
            <a:solidFill>
              <a:srgbClr val="942193"/>
            </a:solidFill>
            <a:miter lim="400000"/>
            <a:tailEnd type="stealth"/>
          </a:ln>
        </p:spPr>
        <p:txBody>
          <a:bodyPr lIns="35719" tIns="35719" rIns="35719" bIns="35719" anchor="ctr"/>
          <a:lstStyle/>
          <a:p>
            <a:endParaRPr/>
          </a:p>
        </p:txBody>
      </p:sp>
      <p:sp>
        <p:nvSpPr>
          <p:cNvPr id="2905" name="∞"/>
          <p:cNvSpPr/>
          <p:nvPr/>
        </p:nvSpPr>
        <p:spPr>
          <a:xfrm>
            <a:off x="5703094" y="1651992"/>
            <a:ext cx="437555" cy="482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800">
                <a:solidFill>
                  <a:srgbClr val="942193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672"/>
              <a:t>∞</a:t>
            </a:r>
          </a:p>
        </p:txBody>
      </p:sp>
      <p:sp>
        <p:nvSpPr>
          <p:cNvPr id="2906" name="poisoned reverse"/>
          <p:cNvSpPr/>
          <p:nvPr/>
        </p:nvSpPr>
        <p:spPr>
          <a:xfrm>
            <a:off x="2211586" y="1706942"/>
            <a:ext cx="2669977" cy="46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>
              <a:defRPr sz="3600">
                <a:solidFill>
                  <a:srgbClr val="942193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poisoned reverse</a:t>
            </a:r>
          </a:p>
        </p:txBody>
      </p:sp>
      <p:sp>
        <p:nvSpPr>
          <p:cNvPr id="2907" name="∞"/>
          <p:cNvSpPr/>
          <p:nvPr/>
        </p:nvSpPr>
        <p:spPr>
          <a:xfrm>
            <a:off x="5694164" y="1357313"/>
            <a:ext cx="437555" cy="482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800">
                <a:solidFill>
                  <a:srgbClr val="942193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672"/>
              <a:t>∞</a:t>
            </a:r>
          </a:p>
        </p:txBody>
      </p:sp>
      <p:sp>
        <p:nvSpPr>
          <p:cNvPr id="2908" name="∞"/>
          <p:cNvSpPr/>
          <p:nvPr/>
        </p:nvSpPr>
        <p:spPr>
          <a:xfrm>
            <a:off x="8292703" y="5375672"/>
            <a:ext cx="437555" cy="482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800">
                <a:solidFill>
                  <a:srgbClr val="942193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672"/>
              <a:t>∞</a:t>
            </a:r>
          </a:p>
        </p:txBody>
      </p:sp>
      <p:sp>
        <p:nvSpPr>
          <p:cNvPr id="2909" name="Line"/>
          <p:cNvSpPr/>
          <p:nvPr/>
        </p:nvSpPr>
        <p:spPr>
          <a:xfrm flipH="1" flipV="1">
            <a:off x="3783208" y="3711014"/>
            <a:ext cx="4470989" cy="2"/>
          </a:xfrm>
          <a:prstGeom prst="line">
            <a:avLst/>
          </a:prstGeom>
          <a:ln w="50800">
            <a:solidFill>
              <a:srgbClr val="942193"/>
            </a:solidFill>
            <a:miter lim="400000"/>
            <a:tailEnd type="stealth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xit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10" dur="1000" fill="hold"/>
                                        <p:tgtEl>
                                          <p:spTgt spid="29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2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1000"/>
                                        <p:tgtEl>
                                          <p:spTgt spid="2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99" grpId="0" animBg="1" advAuto="0"/>
      <p:bldP spid="2904" grpId="0" animBg="1" advAuto="0"/>
      <p:bldP spid="2909" grpId="0" animBg="1" advAuto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3" name="Line"/>
          <p:cNvSpPr/>
          <p:nvPr/>
        </p:nvSpPr>
        <p:spPr>
          <a:xfrm>
            <a:off x="3631403" y="3821276"/>
            <a:ext cx="4865179" cy="1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914" name="Line"/>
          <p:cNvSpPr/>
          <p:nvPr/>
        </p:nvSpPr>
        <p:spPr>
          <a:xfrm>
            <a:off x="6178379" y="2812098"/>
            <a:ext cx="2320587" cy="823433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91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31</a:t>
            </a:fld>
            <a:endParaRPr/>
          </a:p>
        </p:txBody>
      </p:sp>
      <p:sp>
        <p:nvSpPr>
          <p:cNvPr id="2916" name="x"/>
          <p:cNvSpPr/>
          <p:nvPr/>
        </p:nvSpPr>
        <p:spPr>
          <a:xfrm>
            <a:off x="315813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424242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r>
              <a:t>x</a:t>
            </a:r>
          </a:p>
        </p:txBody>
      </p:sp>
      <p:sp>
        <p:nvSpPr>
          <p:cNvPr id="2917" name="z"/>
          <p:cNvSpPr/>
          <p:nvPr/>
        </p:nvSpPr>
        <p:spPr>
          <a:xfrm>
            <a:off x="829270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008F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r>
              <a:t>z</a:t>
            </a:r>
          </a:p>
        </p:txBody>
      </p:sp>
      <p:sp>
        <p:nvSpPr>
          <p:cNvPr id="2918" name="y"/>
          <p:cNvSpPr/>
          <p:nvPr/>
        </p:nvSpPr>
        <p:spPr>
          <a:xfrm>
            <a:off x="5765602" y="2500313"/>
            <a:ext cx="535781" cy="535781"/>
          </a:xfrm>
          <a:prstGeom prst="roundRect">
            <a:avLst>
              <a:gd name="adj" fmla="val 25000"/>
            </a:avLst>
          </a:prstGeom>
          <a:solidFill>
            <a:schemeClr val="accent4">
              <a:hueOff val="-1081314"/>
              <a:satOff val="4338"/>
              <a:lumOff val="-8931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r>
              <a:t>y</a:t>
            </a:r>
          </a:p>
        </p:txBody>
      </p:sp>
      <p:sp>
        <p:nvSpPr>
          <p:cNvPr id="2919" name="7"/>
          <p:cNvSpPr/>
          <p:nvPr/>
        </p:nvSpPr>
        <p:spPr>
          <a:xfrm>
            <a:off x="5899547" y="3379448"/>
            <a:ext cx="267891" cy="3491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>
                <a:solidFill>
                  <a:srgbClr val="942193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t>7</a:t>
            </a:r>
          </a:p>
        </p:txBody>
      </p:sp>
      <p:sp>
        <p:nvSpPr>
          <p:cNvPr id="2920" name="1"/>
          <p:cNvSpPr/>
          <p:nvPr/>
        </p:nvSpPr>
        <p:spPr>
          <a:xfrm>
            <a:off x="7346156" y="2749905"/>
            <a:ext cx="267891" cy="3491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>
                <a:solidFill>
                  <a:srgbClr val="942193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t>1</a:t>
            </a:r>
          </a:p>
        </p:txBody>
      </p:sp>
      <p:sp>
        <p:nvSpPr>
          <p:cNvPr id="2921" name="0"/>
          <p:cNvSpPr/>
          <p:nvPr/>
        </p:nvSpPr>
        <p:spPr>
          <a:xfrm>
            <a:off x="6229945" y="1366242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2922" name="1"/>
          <p:cNvSpPr/>
          <p:nvPr/>
        </p:nvSpPr>
        <p:spPr>
          <a:xfrm>
            <a:off x="6622852" y="1366242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2923" name="Rectangle"/>
          <p:cNvSpPr/>
          <p:nvPr/>
        </p:nvSpPr>
        <p:spPr>
          <a:xfrm>
            <a:off x="4979789" y="535781"/>
            <a:ext cx="2107406" cy="1625203"/>
          </a:xfrm>
          <a:prstGeom prst="rect">
            <a:avLst/>
          </a:prstGeom>
          <a:ln w="63500">
            <a:solidFill>
              <a:schemeClr val="accent4">
                <a:hueOff val="-1081314"/>
                <a:satOff val="4338"/>
                <a:lumOff val="-8931"/>
              </a:schemeClr>
            </a:solidFill>
            <a:miter lim="400000"/>
          </a:ln>
        </p:spPr>
        <p:txBody>
          <a:bodyPr lIns="35719" tIns="35719" rIns="35719" bIns="35719" anchor="ctr"/>
          <a:lstStyle/>
          <a:p>
            <a:pPr>
              <a:defRPr sz="40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2924" name="x"/>
          <p:cNvSpPr/>
          <p:nvPr/>
        </p:nvSpPr>
        <p:spPr>
          <a:xfrm>
            <a:off x="5837039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x</a:t>
            </a:r>
          </a:p>
        </p:txBody>
      </p:sp>
      <p:sp>
        <p:nvSpPr>
          <p:cNvPr id="2925" name="Line"/>
          <p:cNvSpPr/>
          <p:nvPr/>
        </p:nvSpPr>
        <p:spPr>
          <a:xfrm flipV="1">
            <a:off x="5042294" y="994341"/>
            <a:ext cx="1958034" cy="655"/>
          </a:xfrm>
          <a:prstGeom prst="line">
            <a:avLst/>
          </a:prstGeom>
          <a:ln w="38100">
            <a:solidFill>
              <a:schemeClr val="accent4">
                <a:hueOff val="-1081314"/>
                <a:satOff val="4338"/>
                <a:lumOff val="-8931"/>
              </a:schemeClr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926" name="Line"/>
          <p:cNvSpPr/>
          <p:nvPr/>
        </p:nvSpPr>
        <p:spPr>
          <a:xfrm flipV="1">
            <a:off x="5615840" y="633926"/>
            <a:ext cx="691" cy="1439101"/>
          </a:xfrm>
          <a:prstGeom prst="line">
            <a:avLst/>
          </a:prstGeom>
          <a:ln w="38100">
            <a:solidFill>
              <a:schemeClr val="accent4">
                <a:hueOff val="-1081314"/>
                <a:satOff val="4338"/>
                <a:lumOff val="-8931"/>
              </a:schemeClr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927" name="y"/>
          <p:cNvSpPr/>
          <p:nvPr/>
        </p:nvSpPr>
        <p:spPr>
          <a:xfrm>
            <a:off x="5211961" y="1330523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2928" name="y"/>
          <p:cNvSpPr/>
          <p:nvPr/>
        </p:nvSpPr>
        <p:spPr>
          <a:xfrm>
            <a:off x="6212086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2929" name="z"/>
          <p:cNvSpPr/>
          <p:nvPr/>
        </p:nvSpPr>
        <p:spPr>
          <a:xfrm>
            <a:off x="6604992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sp>
        <p:nvSpPr>
          <p:cNvPr id="2930" name="z"/>
          <p:cNvSpPr/>
          <p:nvPr/>
        </p:nvSpPr>
        <p:spPr>
          <a:xfrm>
            <a:off x="5211961" y="1660922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sp>
        <p:nvSpPr>
          <p:cNvPr id="2931" name="1"/>
          <p:cNvSpPr/>
          <p:nvPr/>
        </p:nvSpPr>
        <p:spPr>
          <a:xfrm>
            <a:off x="6221016" y="1705570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2932" name="0"/>
          <p:cNvSpPr/>
          <p:nvPr/>
        </p:nvSpPr>
        <p:spPr>
          <a:xfrm>
            <a:off x="6596062" y="1705570"/>
            <a:ext cx="21431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2933" name="Rectangle"/>
          <p:cNvSpPr/>
          <p:nvPr/>
        </p:nvSpPr>
        <p:spPr>
          <a:xfrm>
            <a:off x="7569399" y="4589859"/>
            <a:ext cx="2107406" cy="1625203"/>
          </a:xfrm>
          <a:prstGeom prst="rect">
            <a:avLst/>
          </a:prstGeom>
          <a:ln w="63500">
            <a:solidFill>
              <a:srgbClr val="008F00"/>
            </a:solidFill>
            <a:miter lim="400000"/>
          </a:ln>
        </p:spPr>
        <p:txBody>
          <a:bodyPr lIns="35719" tIns="35719" rIns="35719" bIns="35719" anchor="ctr"/>
          <a:lstStyle/>
          <a:p>
            <a:pPr>
              <a:defRPr sz="4000">
                <a:solidFill>
                  <a:srgbClr val="008F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2934" name="x"/>
          <p:cNvSpPr/>
          <p:nvPr/>
        </p:nvSpPr>
        <p:spPr>
          <a:xfrm>
            <a:off x="8426648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x</a:t>
            </a:r>
          </a:p>
        </p:txBody>
      </p:sp>
      <p:sp>
        <p:nvSpPr>
          <p:cNvPr id="2935" name="Line"/>
          <p:cNvSpPr/>
          <p:nvPr/>
        </p:nvSpPr>
        <p:spPr>
          <a:xfrm flipV="1">
            <a:off x="7631904" y="5048419"/>
            <a:ext cx="1958034" cy="655"/>
          </a:xfrm>
          <a:prstGeom prst="line">
            <a:avLst/>
          </a:prstGeom>
          <a:ln w="38100">
            <a:solidFill>
              <a:srgbClr val="008F00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936" name="Line"/>
          <p:cNvSpPr/>
          <p:nvPr/>
        </p:nvSpPr>
        <p:spPr>
          <a:xfrm flipV="1">
            <a:off x="8205448" y="4688005"/>
            <a:ext cx="692" cy="1439101"/>
          </a:xfrm>
          <a:prstGeom prst="line">
            <a:avLst/>
          </a:prstGeom>
          <a:ln w="38100">
            <a:solidFill>
              <a:srgbClr val="008F00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937" name="y"/>
          <p:cNvSpPr/>
          <p:nvPr/>
        </p:nvSpPr>
        <p:spPr>
          <a:xfrm>
            <a:off x="7801570" y="5384601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2938" name="y"/>
          <p:cNvSpPr/>
          <p:nvPr/>
        </p:nvSpPr>
        <p:spPr>
          <a:xfrm>
            <a:off x="8801695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2939" name="z"/>
          <p:cNvSpPr/>
          <p:nvPr/>
        </p:nvSpPr>
        <p:spPr>
          <a:xfrm>
            <a:off x="9194601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sp>
        <p:nvSpPr>
          <p:cNvPr id="2940" name="z"/>
          <p:cNvSpPr/>
          <p:nvPr/>
        </p:nvSpPr>
        <p:spPr>
          <a:xfrm>
            <a:off x="7801570" y="5715000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sp>
        <p:nvSpPr>
          <p:cNvPr id="2941" name="7"/>
          <p:cNvSpPr/>
          <p:nvPr/>
        </p:nvSpPr>
        <p:spPr>
          <a:xfrm>
            <a:off x="8417719" y="5750719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7</a:t>
            </a:r>
          </a:p>
        </p:txBody>
      </p:sp>
      <p:sp>
        <p:nvSpPr>
          <p:cNvPr id="2942" name="1"/>
          <p:cNvSpPr/>
          <p:nvPr/>
        </p:nvSpPr>
        <p:spPr>
          <a:xfrm>
            <a:off x="8810625" y="5750719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2943" name="0"/>
          <p:cNvSpPr/>
          <p:nvPr/>
        </p:nvSpPr>
        <p:spPr>
          <a:xfrm>
            <a:off x="9185672" y="5750719"/>
            <a:ext cx="19645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2944" name="0"/>
          <p:cNvSpPr/>
          <p:nvPr/>
        </p:nvSpPr>
        <p:spPr>
          <a:xfrm>
            <a:off x="8783836" y="5402461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2945" name="1"/>
          <p:cNvSpPr/>
          <p:nvPr/>
        </p:nvSpPr>
        <p:spPr>
          <a:xfrm>
            <a:off x="9176742" y="5393531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2946" name="poisoned reverse"/>
          <p:cNvSpPr/>
          <p:nvPr/>
        </p:nvSpPr>
        <p:spPr>
          <a:xfrm>
            <a:off x="2211586" y="1706942"/>
            <a:ext cx="2669977" cy="46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>
              <a:defRPr sz="3600">
                <a:solidFill>
                  <a:srgbClr val="942193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poisoned reverse</a:t>
            </a:r>
          </a:p>
        </p:txBody>
      </p:sp>
      <p:sp>
        <p:nvSpPr>
          <p:cNvPr id="2947" name="∞"/>
          <p:cNvSpPr/>
          <p:nvPr/>
        </p:nvSpPr>
        <p:spPr>
          <a:xfrm>
            <a:off x="5694164" y="1357313"/>
            <a:ext cx="437555" cy="482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800">
                <a:solidFill>
                  <a:srgbClr val="942193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672"/>
              <a:t>∞</a:t>
            </a:r>
          </a:p>
        </p:txBody>
      </p:sp>
      <p:sp>
        <p:nvSpPr>
          <p:cNvPr id="2948" name="∞"/>
          <p:cNvSpPr/>
          <p:nvPr/>
        </p:nvSpPr>
        <p:spPr>
          <a:xfrm>
            <a:off x="8292703" y="5375672"/>
            <a:ext cx="437555" cy="482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800">
                <a:solidFill>
                  <a:srgbClr val="942193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672"/>
              <a:t>∞</a:t>
            </a:r>
          </a:p>
        </p:txBody>
      </p:sp>
      <p:sp>
        <p:nvSpPr>
          <p:cNvPr id="2949" name="Line"/>
          <p:cNvSpPr/>
          <p:nvPr/>
        </p:nvSpPr>
        <p:spPr>
          <a:xfrm flipH="1" flipV="1">
            <a:off x="3783208" y="3711014"/>
            <a:ext cx="4470989" cy="2"/>
          </a:xfrm>
          <a:prstGeom prst="line">
            <a:avLst/>
          </a:prstGeom>
          <a:ln w="50800">
            <a:solidFill>
              <a:srgbClr val="942193"/>
            </a:solidFill>
            <a:miter lim="400000"/>
            <a:tailEnd type="stealth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950" name="7"/>
          <p:cNvSpPr/>
          <p:nvPr/>
        </p:nvSpPr>
        <p:spPr>
          <a:xfrm>
            <a:off x="5810250" y="1696641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7</a:t>
            </a:r>
          </a:p>
        </p:txBody>
      </p:sp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4" name="Line"/>
          <p:cNvSpPr/>
          <p:nvPr/>
        </p:nvSpPr>
        <p:spPr>
          <a:xfrm>
            <a:off x="3631403" y="3821276"/>
            <a:ext cx="4865179" cy="1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955" name="Line"/>
          <p:cNvSpPr/>
          <p:nvPr/>
        </p:nvSpPr>
        <p:spPr>
          <a:xfrm>
            <a:off x="6178379" y="2812098"/>
            <a:ext cx="2320587" cy="823433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95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32</a:t>
            </a:fld>
            <a:endParaRPr/>
          </a:p>
        </p:txBody>
      </p:sp>
      <p:sp>
        <p:nvSpPr>
          <p:cNvPr id="2957" name="x"/>
          <p:cNvSpPr/>
          <p:nvPr/>
        </p:nvSpPr>
        <p:spPr>
          <a:xfrm>
            <a:off x="315813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424242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r>
              <a:t>x</a:t>
            </a:r>
          </a:p>
        </p:txBody>
      </p:sp>
      <p:sp>
        <p:nvSpPr>
          <p:cNvPr id="2958" name="z"/>
          <p:cNvSpPr/>
          <p:nvPr/>
        </p:nvSpPr>
        <p:spPr>
          <a:xfrm>
            <a:off x="829270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008F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r>
              <a:t>z</a:t>
            </a:r>
          </a:p>
        </p:txBody>
      </p:sp>
      <p:sp>
        <p:nvSpPr>
          <p:cNvPr id="2959" name="y"/>
          <p:cNvSpPr/>
          <p:nvPr/>
        </p:nvSpPr>
        <p:spPr>
          <a:xfrm>
            <a:off x="5765602" y="2500313"/>
            <a:ext cx="535781" cy="535781"/>
          </a:xfrm>
          <a:prstGeom prst="roundRect">
            <a:avLst>
              <a:gd name="adj" fmla="val 25000"/>
            </a:avLst>
          </a:prstGeom>
          <a:solidFill>
            <a:schemeClr val="accent4">
              <a:hueOff val="-1081314"/>
              <a:satOff val="4338"/>
              <a:lumOff val="-8931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r>
              <a:t>y</a:t>
            </a:r>
          </a:p>
        </p:txBody>
      </p:sp>
      <p:sp>
        <p:nvSpPr>
          <p:cNvPr id="2960" name="7"/>
          <p:cNvSpPr/>
          <p:nvPr/>
        </p:nvSpPr>
        <p:spPr>
          <a:xfrm>
            <a:off x="5899547" y="3379448"/>
            <a:ext cx="267891" cy="3491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>
                <a:solidFill>
                  <a:srgbClr val="942193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t>7</a:t>
            </a:r>
          </a:p>
        </p:txBody>
      </p:sp>
      <p:sp>
        <p:nvSpPr>
          <p:cNvPr id="2961" name="1"/>
          <p:cNvSpPr/>
          <p:nvPr/>
        </p:nvSpPr>
        <p:spPr>
          <a:xfrm>
            <a:off x="7346156" y="2749905"/>
            <a:ext cx="267891" cy="3491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>
                <a:solidFill>
                  <a:srgbClr val="942193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t>1</a:t>
            </a:r>
          </a:p>
        </p:txBody>
      </p:sp>
      <p:sp>
        <p:nvSpPr>
          <p:cNvPr id="2962" name="0"/>
          <p:cNvSpPr/>
          <p:nvPr/>
        </p:nvSpPr>
        <p:spPr>
          <a:xfrm>
            <a:off x="6229945" y="1366242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2963" name="1"/>
          <p:cNvSpPr/>
          <p:nvPr/>
        </p:nvSpPr>
        <p:spPr>
          <a:xfrm>
            <a:off x="6622852" y="1366242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2964" name="Rectangle"/>
          <p:cNvSpPr/>
          <p:nvPr/>
        </p:nvSpPr>
        <p:spPr>
          <a:xfrm>
            <a:off x="4979789" y="535781"/>
            <a:ext cx="2107406" cy="1625203"/>
          </a:xfrm>
          <a:prstGeom prst="rect">
            <a:avLst/>
          </a:prstGeom>
          <a:ln w="63500">
            <a:solidFill>
              <a:schemeClr val="accent4">
                <a:hueOff val="-1081314"/>
                <a:satOff val="4338"/>
                <a:lumOff val="-8931"/>
              </a:schemeClr>
            </a:solidFill>
            <a:miter lim="400000"/>
          </a:ln>
        </p:spPr>
        <p:txBody>
          <a:bodyPr lIns="35719" tIns="35719" rIns="35719" bIns="35719" anchor="ctr"/>
          <a:lstStyle/>
          <a:p>
            <a:pPr>
              <a:defRPr sz="40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2965" name="x"/>
          <p:cNvSpPr/>
          <p:nvPr/>
        </p:nvSpPr>
        <p:spPr>
          <a:xfrm>
            <a:off x="5837039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x</a:t>
            </a:r>
          </a:p>
        </p:txBody>
      </p:sp>
      <p:sp>
        <p:nvSpPr>
          <p:cNvPr id="2966" name="Line"/>
          <p:cNvSpPr/>
          <p:nvPr/>
        </p:nvSpPr>
        <p:spPr>
          <a:xfrm flipV="1">
            <a:off x="5042294" y="994341"/>
            <a:ext cx="1958034" cy="655"/>
          </a:xfrm>
          <a:prstGeom prst="line">
            <a:avLst/>
          </a:prstGeom>
          <a:ln w="38100">
            <a:solidFill>
              <a:schemeClr val="accent4">
                <a:hueOff val="-1081314"/>
                <a:satOff val="4338"/>
                <a:lumOff val="-8931"/>
              </a:schemeClr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967" name="Line"/>
          <p:cNvSpPr/>
          <p:nvPr/>
        </p:nvSpPr>
        <p:spPr>
          <a:xfrm flipV="1">
            <a:off x="5615840" y="633926"/>
            <a:ext cx="691" cy="1439101"/>
          </a:xfrm>
          <a:prstGeom prst="line">
            <a:avLst/>
          </a:prstGeom>
          <a:ln w="38100">
            <a:solidFill>
              <a:schemeClr val="accent4">
                <a:hueOff val="-1081314"/>
                <a:satOff val="4338"/>
                <a:lumOff val="-8931"/>
              </a:schemeClr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968" name="y"/>
          <p:cNvSpPr/>
          <p:nvPr/>
        </p:nvSpPr>
        <p:spPr>
          <a:xfrm>
            <a:off x="5211961" y="1330523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2969" name="y"/>
          <p:cNvSpPr/>
          <p:nvPr/>
        </p:nvSpPr>
        <p:spPr>
          <a:xfrm>
            <a:off x="6212086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2970" name="z"/>
          <p:cNvSpPr/>
          <p:nvPr/>
        </p:nvSpPr>
        <p:spPr>
          <a:xfrm>
            <a:off x="6604992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sp>
        <p:nvSpPr>
          <p:cNvPr id="2971" name="z"/>
          <p:cNvSpPr/>
          <p:nvPr/>
        </p:nvSpPr>
        <p:spPr>
          <a:xfrm>
            <a:off x="5211961" y="1660922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sp>
        <p:nvSpPr>
          <p:cNvPr id="2972" name="1"/>
          <p:cNvSpPr/>
          <p:nvPr/>
        </p:nvSpPr>
        <p:spPr>
          <a:xfrm>
            <a:off x="6221016" y="1705570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2973" name="0"/>
          <p:cNvSpPr/>
          <p:nvPr/>
        </p:nvSpPr>
        <p:spPr>
          <a:xfrm>
            <a:off x="6596062" y="1705570"/>
            <a:ext cx="21431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2974" name="Rectangle"/>
          <p:cNvSpPr/>
          <p:nvPr/>
        </p:nvSpPr>
        <p:spPr>
          <a:xfrm>
            <a:off x="7569399" y="4589859"/>
            <a:ext cx="2107406" cy="1625203"/>
          </a:xfrm>
          <a:prstGeom prst="rect">
            <a:avLst/>
          </a:prstGeom>
          <a:ln w="63500">
            <a:solidFill>
              <a:srgbClr val="008F00"/>
            </a:solidFill>
            <a:miter lim="400000"/>
          </a:ln>
        </p:spPr>
        <p:txBody>
          <a:bodyPr lIns="35719" tIns="35719" rIns="35719" bIns="35719" anchor="ctr"/>
          <a:lstStyle/>
          <a:p>
            <a:pPr>
              <a:defRPr sz="4000">
                <a:solidFill>
                  <a:srgbClr val="008F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2975" name="x"/>
          <p:cNvSpPr/>
          <p:nvPr/>
        </p:nvSpPr>
        <p:spPr>
          <a:xfrm>
            <a:off x="8426648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x</a:t>
            </a:r>
          </a:p>
        </p:txBody>
      </p:sp>
      <p:sp>
        <p:nvSpPr>
          <p:cNvPr id="2976" name="Line"/>
          <p:cNvSpPr/>
          <p:nvPr/>
        </p:nvSpPr>
        <p:spPr>
          <a:xfrm flipV="1">
            <a:off x="7631904" y="5048419"/>
            <a:ext cx="1958034" cy="655"/>
          </a:xfrm>
          <a:prstGeom prst="line">
            <a:avLst/>
          </a:prstGeom>
          <a:ln w="38100">
            <a:solidFill>
              <a:srgbClr val="008F00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977" name="Line"/>
          <p:cNvSpPr/>
          <p:nvPr/>
        </p:nvSpPr>
        <p:spPr>
          <a:xfrm flipV="1">
            <a:off x="8205448" y="4688005"/>
            <a:ext cx="692" cy="1439101"/>
          </a:xfrm>
          <a:prstGeom prst="line">
            <a:avLst/>
          </a:prstGeom>
          <a:ln w="38100">
            <a:solidFill>
              <a:srgbClr val="008F00"/>
            </a:solidFill>
            <a:miter lim="400000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978" name="y"/>
          <p:cNvSpPr/>
          <p:nvPr/>
        </p:nvSpPr>
        <p:spPr>
          <a:xfrm>
            <a:off x="7801570" y="5384601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2979" name="y"/>
          <p:cNvSpPr/>
          <p:nvPr/>
        </p:nvSpPr>
        <p:spPr>
          <a:xfrm>
            <a:off x="8801695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y</a:t>
            </a:r>
          </a:p>
        </p:txBody>
      </p:sp>
      <p:sp>
        <p:nvSpPr>
          <p:cNvPr id="2980" name="z"/>
          <p:cNvSpPr/>
          <p:nvPr/>
        </p:nvSpPr>
        <p:spPr>
          <a:xfrm>
            <a:off x="9194601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sp>
        <p:nvSpPr>
          <p:cNvPr id="2981" name="z"/>
          <p:cNvSpPr/>
          <p:nvPr/>
        </p:nvSpPr>
        <p:spPr>
          <a:xfrm>
            <a:off x="7801570" y="5715000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2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250"/>
              <a:t>z</a:t>
            </a:r>
          </a:p>
        </p:txBody>
      </p:sp>
      <p:sp>
        <p:nvSpPr>
          <p:cNvPr id="2982" name="7"/>
          <p:cNvSpPr/>
          <p:nvPr/>
        </p:nvSpPr>
        <p:spPr>
          <a:xfrm>
            <a:off x="8417719" y="5750719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7</a:t>
            </a:r>
          </a:p>
        </p:txBody>
      </p:sp>
      <p:sp>
        <p:nvSpPr>
          <p:cNvPr id="2983" name="1"/>
          <p:cNvSpPr/>
          <p:nvPr/>
        </p:nvSpPr>
        <p:spPr>
          <a:xfrm>
            <a:off x="8810625" y="5750719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2984" name="0"/>
          <p:cNvSpPr/>
          <p:nvPr/>
        </p:nvSpPr>
        <p:spPr>
          <a:xfrm>
            <a:off x="9185672" y="5750719"/>
            <a:ext cx="19645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2985" name="0"/>
          <p:cNvSpPr/>
          <p:nvPr/>
        </p:nvSpPr>
        <p:spPr>
          <a:xfrm>
            <a:off x="8783836" y="5402461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0</a:t>
            </a:r>
          </a:p>
        </p:txBody>
      </p:sp>
      <p:sp>
        <p:nvSpPr>
          <p:cNvPr id="2986" name="1"/>
          <p:cNvSpPr/>
          <p:nvPr/>
        </p:nvSpPr>
        <p:spPr>
          <a:xfrm>
            <a:off x="9176742" y="5393531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1</a:t>
            </a:r>
          </a:p>
        </p:txBody>
      </p:sp>
      <p:sp>
        <p:nvSpPr>
          <p:cNvPr id="2987" name="poisoned reverse"/>
          <p:cNvSpPr/>
          <p:nvPr/>
        </p:nvSpPr>
        <p:spPr>
          <a:xfrm>
            <a:off x="4631531" y="5457411"/>
            <a:ext cx="2669977" cy="46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>
              <a:defRPr sz="3600">
                <a:solidFill>
                  <a:srgbClr val="942193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poisoned reverse</a:t>
            </a:r>
          </a:p>
        </p:txBody>
      </p:sp>
      <p:sp>
        <p:nvSpPr>
          <p:cNvPr id="2988" name="∞"/>
          <p:cNvSpPr/>
          <p:nvPr/>
        </p:nvSpPr>
        <p:spPr>
          <a:xfrm>
            <a:off x="8292703" y="5375672"/>
            <a:ext cx="437555" cy="482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800">
                <a:solidFill>
                  <a:srgbClr val="942193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672"/>
              <a:t>∞</a:t>
            </a:r>
          </a:p>
        </p:txBody>
      </p:sp>
      <p:sp>
        <p:nvSpPr>
          <p:cNvPr id="2989" name="Line"/>
          <p:cNvSpPr/>
          <p:nvPr/>
        </p:nvSpPr>
        <p:spPr>
          <a:xfrm flipH="1" flipV="1">
            <a:off x="3783208" y="3711014"/>
            <a:ext cx="4470989" cy="2"/>
          </a:xfrm>
          <a:prstGeom prst="line">
            <a:avLst/>
          </a:prstGeom>
          <a:ln w="50800">
            <a:solidFill>
              <a:srgbClr val="942193"/>
            </a:solidFill>
            <a:miter lim="400000"/>
            <a:tailEnd type="stealth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990" name="7"/>
          <p:cNvSpPr/>
          <p:nvPr/>
        </p:nvSpPr>
        <p:spPr>
          <a:xfrm>
            <a:off x="5810250" y="1696641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7</a:t>
            </a:r>
          </a:p>
        </p:txBody>
      </p:sp>
      <p:sp>
        <p:nvSpPr>
          <p:cNvPr id="2991" name="Line"/>
          <p:cNvSpPr/>
          <p:nvPr/>
        </p:nvSpPr>
        <p:spPr>
          <a:xfrm flipV="1">
            <a:off x="5729507" y="1539271"/>
            <a:ext cx="1044506" cy="549740"/>
          </a:xfrm>
          <a:prstGeom prst="line">
            <a:avLst/>
          </a:prstGeom>
          <a:ln w="63500">
            <a:solidFill>
              <a:srgbClr val="942193"/>
            </a:solidFill>
            <a:miter lim="400000"/>
            <a:headEnd type="stealth"/>
          </a:ln>
        </p:spPr>
        <p:txBody>
          <a:bodyPr lIns="35719" tIns="35719" rIns="35719" bIns="35719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992" name="8"/>
          <p:cNvSpPr/>
          <p:nvPr/>
        </p:nvSpPr>
        <p:spPr>
          <a:xfrm>
            <a:off x="5819180" y="1384101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halkboard SE Regular"/>
              </a:defRPr>
            </a:lvl1pPr>
          </a:lstStyle>
          <a:p>
            <a:r>
              <a:rPr sz="2531"/>
              <a:t>8</a:t>
            </a:r>
          </a:p>
        </p:txBody>
      </p:sp>
      <p:sp>
        <p:nvSpPr>
          <p:cNvPr id="2993" name="Line"/>
          <p:cNvSpPr/>
          <p:nvPr/>
        </p:nvSpPr>
        <p:spPr>
          <a:xfrm>
            <a:off x="3750445" y="2734954"/>
            <a:ext cx="4604188" cy="12344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74" h="18682" extrusionOk="0">
                <a:moveTo>
                  <a:pt x="12179" y="0"/>
                </a:moveTo>
                <a:cubicBezTo>
                  <a:pt x="12179" y="0"/>
                  <a:pt x="21413" y="10286"/>
                  <a:pt x="21473" y="13935"/>
                </a:cubicBezTo>
                <a:cubicBezTo>
                  <a:pt x="21600" y="21600"/>
                  <a:pt x="0" y="17679"/>
                  <a:pt x="0" y="17679"/>
                </a:cubicBezTo>
              </a:path>
            </a:pathLst>
          </a:custGeom>
          <a:ln w="50800">
            <a:solidFill>
              <a:srgbClr val="942193"/>
            </a:solidFill>
            <a:miter lim="400000"/>
            <a:tailEnd type="stealth"/>
          </a:ln>
        </p:spPr>
        <p:txBody>
          <a:bodyPr lIns="35719" tIns="35719" rIns="35719" bIns="35719" anchor="ctr"/>
          <a:lstStyle/>
          <a:p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2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2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xit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15" dur="1000" fill="hold"/>
                                        <p:tgtEl>
                                          <p:spTgt spid="29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2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2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87" grpId="0" animBg="1" advAuto="0"/>
      <p:bldP spid="2991" grpId="0" animBg="1" advAuto="0"/>
      <p:bldP spid="2991" grpId="1" animBg="1" advAuto="0"/>
      <p:bldP spid="2992" grpId="0" animBg="1" advAuto="0"/>
      <p:bldP spid="2993" grpId="0" animBg="1" advAuto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7" name="Solu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Solution</a:t>
            </a:r>
          </a:p>
        </p:txBody>
      </p:sp>
      <p:sp>
        <p:nvSpPr>
          <p:cNvPr id="2998" name="Poisoned revers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Poisoned reverse</a:t>
            </a:r>
          </a:p>
          <a:p>
            <a:pPr lvl="1"/>
            <a:r>
              <a:rPr dirty="0"/>
              <a:t>if </a:t>
            </a:r>
            <a:r>
              <a:rPr b="1" dirty="0"/>
              <a:t>z routes to x through y, z advertises to y that its cost to x </a:t>
            </a:r>
            <a:r>
              <a:rPr lang="it-CH" b="1" dirty="0" err="1"/>
              <a:t>is</a:t>
            </a:r>
            <a:r>
              <a:rPr lang="it-CH" b="1"/>
              <a:t> </a:t>
            </a:r>
            <a:r>
              <a:rPr b="1"/>
              <a:t>infinite</a:t>
            </a:r>
            <a:endParaRPr b="1" dirty="0"/>
          </a:p>
          <a:p>
            <a:pPr lvl="1">
              <a:spcBef>
                <a:spcPts val="2812"/>
              </a:spcBef>
            </a:pPr>
            <a:r>
              <a:rPr dirty="0"/>
              <a:t>y never decides to route to x through z</a:t>
            </a:r>
          </a:p>
          <a:p>
            <a:r>
              <a:rPr dirty="0"/>
              <a:t>Algorithm </a:t>
            </a:r>
            <a:r>
              <a:rPr b="1" dirty="0"/>
              <a:t>re-converges quickly</a:t>
            </a:r>
          </a:p>
          <a:p>
            <a:pPr lvl="1"/>
            <a:r>
              <a:rPr dirty="0"/>
              <a:t>avoids count-to-infinity scenario</a:t>
            </a:r>
          </a:p>
        </p:txBody>
      </p:sp>
      <p:sp>
        <p:nvSpPr>
          <p:cNvPr id="299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33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99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9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9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9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29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29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98" grpId="0" build="p" animBg="1" advAuto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025EE9-7DD5-67A1-96B8-7761923372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algn="ctr"/>
            <a:r>
              <a:rPr lang="en-CH" dirty="0">
                <a:solidFill>
                  <a:srgbClr val="FF0000"/>
                </a:solidFill>
              </a:rPr>
              <a:t>RIP with FRR</a:t>
            </a:r>
          </a:p>
          <a:p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371089770"/>
      </p:ext>
    </p:extLst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4">
            <a:extLst>
              <a:ext uri="{FF2B5EF4-FFF2-40B4-BE49-F238E27FC236}">
                <a16:creationId xmlns:a16="http://schemas.microsoft.com/office/drawing/2014/main" id="{83EDBC05-251D-A4DA-DC19-FFE31A8416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H" altLang="it-IT" dirty="0"/>
              <a:t>T</a:t>
            </a:r>
            <a:r>
              <a:rPr lang="it-IT" altLang="it-IT" dirty="0"/>
              <a:t>he RIP protocol</a:t>
            </a:r>
            <a:r>
              <a:rPr lang="en-CH" altLang="it-IT" dirty="0"/>
              <a:t> in </a:t>
            </a:r>
            <a:r>
              <a:rPr lang="en-CH" altLang="it-IT" dirty="0" err="1"/>
              <a:t>Kathara</a:t>
            </a:r>
            <a:r>
              <a:rPr lang="en-CH" altLang="it-IT" dirty="0"/>
              <a:t>’</a:t>
            </a:r>
            <a:endParaRPr lang="it-IT" altLang="it-IT" dirty="0"/>
          </a:p>
        </p:txBody>
      </p:sp>
      <p:sp>
        <p:nvSpPr>
          <p:cNvPr id="8197" name="Rectangle 5">
            <a:extLst>
              <a:ext uri="{FF2B5EF4-FFF2-40B4-BE49-F238E27FC236}">
                <a16:creationId xmlns:a16="http://schemas.microsoft.com/office/drawing/2014/main" id="{AF5367E9-69C5-0EDD-1B71-BD7DBBB6854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it-IT" altLang="it-IT" dirty="0"/>
              <a:t>RIP is a distance-vector routing protocol</a:t>
            </a:r>
          </a:p>
          <a:p>
            <a:pPr lvl="1">
              <a:lnSpc>
                <a:spcPct val="80000"/>
              </a:lnSpc>
            </a:pPr>
            <a:r>
              <a:rPr lang="it-IT" altLang="it-IT" dirty="0" err="1"/>
              <a:t>approach</a:t>
            </a:r>
            <a:r>
              <a:rPr lang="it-IT" altLang="it-IT" dirty="0"/>
              <a:t>: </a:t>
            </a:r>
            <a:r>
              <a:rPr lang="it-IT" altLang="it-IT" dirty="0" err="1"/>
              <a:t>send</a:t>
            </a:r>
            <a:r>
              <a:rPr lang="it-IT" altLang="it-IT" dirty="0"/>
              <a:t> </a:t>
            </a:r>
            <a:r>
              <a:rPr lang="it-IT" altLang="it-IT" dirty="0" err="1"/>
              <a:t>all</a:t>
            </a:r>
            <a:r>
              <a:rPr lang="it-IT" altLang="it-IT" dirty="0"/>
              <a:t> </a:t>
            </a:r>
            <a:r>
              <a:rPr lang="it-IT" altLang="it-IT" dirty="0" err="1"/>
              <a:t>your</a:t>
            </a:r>
            <a:r>
              <a:rPr lang="it-IT" altLang="it-IT" dirty="0"/>
              <a:t> information to a </a:t>
            </a:r>
            <a:r>
              <a:rPr lang="it-IT" altLang="it-IT" dirty="0" err="1"/>
              <a:t>few</a:t>
            </a:r>
            <a:endParaRPr lang="it-IT" altLang="it-IT" dirty="0"/>
          </a:p>
          <a:p>
            <a:pPr lvl="1">
              <a:lnSpc>
                <a:spcPct val="80000"/>
              </a:lnSpc>
            </a:pPr>
            <a:r>
              <a:rPr lang="it-IT" altLang="it-IT" dirty="0"/>
              <a:t>update </a:t>
            </a:r>
            <a:r>
              <a:rPr lang="it-IT" altLang="it-IT" dirty="0" err="1"/>
              <a:t>your</a:t>
            </a:r>
            <a:r>
              <a:rPr lang="it-IT" altLang="it-IT" dirty="0"/>
              <a:t> </a:t>
            </a:r>
            <a:r>
              <a:rPr lang="it-IT" altLang="it-IT" dirty="0" err="1"/>
              <a:t>routing</a:t>
            </a:r>
            <a:r>
              <a:rPr lang="it-IT" altLang="it-IT" dirty="0"/>
              <a:t> information </a:t>
            </a:r>
            <a:r>
              <a:rPr lang="it-IT" altLang="it-IT" dirty="0" err="1"/>
              <a:t>based</a:t>
            </a:r>
            <a:r>
              <a:rPr lang="it-IT" altLang="it-IT" dirty="0"/>
              <a:t> on </a:t>
            </a:r>
            <a:r>
              <a:rPr lang="it-IT" altLang="it-IT" dirty="0" err="1"/>
              <a:t>what</a:t>
            </a:r>
            <a:r>
              <a:rPr lang="it-IT" altLang="it-IT" dirty="0"/>
              <a:t> </a:t>
            </a:r>
            <a:r>
              <a:rPr lang="it-IT" altLang="it-IT" dirty="0" err="1"/>
              <a:t>you</a:t>
            </a:r>
            <a:r>
              <a:rPr lang="it-IT" altLang="it-IT" dirty="0"/>
              <a:t> </a:t>
            </a:r>
            <a:r>
              <a:rPr lang="it-IT" altLang="it-IT" dirty="0" err="1"/>
              <a:t>hear</a:t>
            </a:r>
            <a:endParaRPr lang="it-IT" altLang="it-IT" dirty="0"/>
          </a:p>
          <a:p>
            <a:pPr eaLnBrk="1" hangingPunct="1">
              <a:lnSpc>
                <a:spcPct val="80000"/>
              </a:lnSpc>
            </a:pPr>
            <a:r>
              <a:rPr lang="it-IT" altLang="it-IT" dirty="0"/>
              <a:t>in </a:t>
            </a:r>
            <a:r>
              <a:rPr lang="it-IT" altLang="it-IT" dirty="0" err="1"/>
              <a:t>this</a:t>
            </a:r>
            <a:r>
              <a:rPr lang="it-IT" altLang="it-IT" dirty="0"/>
              <a:t> lab </a:t>
            </a:r>
            <a:r>
              <a:rPr lang="it-IT" altLang="it-IT" dirty="0" err="1"/>
              <a:t>we</a:t>
            </a:r>
            <a:r>
              <a:rPr lang="it-IT" altLang="it-IT" dirty="0"/>
              <a:t> </a:t>
            </a:r>
            <a:r>
              <a:rPr lang="it-IT" altLang="it-IT" dirty="0" err="1"/>
              <a:t>will</a:t>
            </a:r>
            <a:r>
              <a:rPr lang="it-IT" altLang="it-IT" dirty="0"/>
              <a:t> </a:t>
            </a:r>
            <a:r>
              <a:rPr lang="it-IT" altLang="it-IT" dirty="0" err="1"/>
              <a:t>see</a:t>
            </a:r>
            <a:r>
              <a:rPr lang="it-IT" altLang="it-IT" dirty="0"/>
              <a:t> an </a:t>
            </a:r>
            <a:r>
              <a:rPr lang="it-IT" altLang="it-IT" dirty="0" err="1"/>
              <a:t>example</a:t>
            </a:r>
            <a:r>
              <a:rPr lang="it-IT" altLang="it-IT" dirty="0"/>
              <a:t> of RIPv2 </a:t>
            </a:r>
            <a:r>
              <a:rPr lang="it-IT" altLang="it-IT" dirty="0" err="1"/>
              <a:t>protocol</a:t>
            </a:r>
            <a:r>
              <a:rPr lang="it-IT" altLang="it-IT" dirty="0"/>
              <a:t> on the </a:t>
            </a:r>
            <a:r>
              <a:rPr lang="it-IT" altLang="it-IT" dirty="0" err="1"/>
              <a:t>FRRouting</a:t>
            </a:r>
            <a:r>
              <a:rPr lang="it-IT" altLang="it-IT" dirty="0"/>
              <a:t> Suite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38669B50-49DA-0CE7-0D98-DA996CCF2DE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/>
          <a:p>
            <a:r>
              <a:rPr lang="it-IT" altLang="it-IT"/>
              <a:t>last update: Oct 2023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C126A8F8-28BE-6E20-0C0D-6850A627B20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/>
          <a:p>
            <a:r>
              <a:rPr lang="it-IT" altLang="it-IT"/>
              <a:t>kathara – [ lab: rip_frr ]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CCE4F9B3-1C35-F45D-B501-8842B5CA736C}"/>
              </a:ext>
            </a:extLst>
          </p:cNvPr>
          <p:cNvGrpSpPr/>
          <p:nvPr/>
        </p:nvGrpSpPr>
        <p:grpSpPr>
          <a:xfrm>
            <a:off x="609600" y="1469580"/>
            <a:ext cx="10972802" cy="4191667"/>
            <a:chOff x="607480" y="2378845"/>
            <a:chExt cx="10972802" cy="4191667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9439A49-FE7B-5462-EB32-00681B412202}"/>
                </a:ext>
              </a:extLst>
            </p:cNvPr>
            <p:cNvSpPr/>
            <p:nvPr/>
          </p:nvSpPr>
          <p:spPr>
            <a:xfrm>
              <a:off x="607481" y="2632079"/>
              <a:ext cx="10972801" cy="3938433"/>
            </a:xfrm>
            <a:prstGeom prst="rect">
              <a:avLst/>
            </a:prstGeom>
            <a:solidFill>
              <a:sysClr val="windowText" lastClr="000000"/>
            </a:solidFill>
            <a:ln w="57150" cap="flat" cmpd="sng" algn="ctr">
              <a:solidFill>
                <a:srgbClr val="4472C4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t"/>
            <a:lstStyle/>
            <a:p>
              <a:pPr eaLnBrk="1" hangingPunct="1"/>
              <a:r>
                <a: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root@pc1:~$</a:t>
              </a:r>
              <a:r>
                <a: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 </a:t>
              </a:r>
              <a:r>
                <a:rPr kumimoji="0" lang="it-IT" b="1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cat</a:t>
              </a:r>
              <a:r>
                <a:rPr kumimoji="0" lang="it-IT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 /</a:t>
              </a:r>
              <a:r>
                <a:rPr kumimoji="0" lang="it-IT" b="1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etc</a:t>
              </a:r>
              <a:r>
                <a:rPr lang="it-IT" b="1" kern="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/</a:t>
              </a:r>
              <a:r>
                <a:rPr lang="it-IT" b="1" kern="0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frr</a:t>
              </a:r>
              <a:r>
                <a:rPr lang="it-IT" b="1" kern="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/</a:t>
              </a:r>
              <a:r>
                <a:rPr lang="it-IT" b="1" kern="0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frr.conf</a:t>
              </a:r>
              <a:endParaRPr lang="it-IT" b="1" kern="0" dirty="0">
                <a:solidFill>
                  <a:schemeClr val="bg1"/>
                </a:solidFill>
                <a:latin typeface="Lucida Console" panose="020B0609040504020204" pitchFamily="49" charset="0"/>
              </a:endParaRPr>
            </a:p>
            <a:p>
              <a:pPr eaLnBrk="1" hangingPunct="1"/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!</a:t>
              </a:r>
            </a:p>
            <a:p>
              <a:pPr eaLnBrk="1" hangingPunct="1"/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! 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FRRouting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 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configuration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 file</a:t>
              </a:r>
            </a:p>
            <a:p>
              <a:pPr eaLnBrk="1" hangingPunct="1"/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!</a:t>
              </a:r>
            </a:p>
            <a:p>
              <a:pPr eaLnBrk="1" hangingPunct="1"/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!</a:t>
              </a:r>
            </a:p>
            <a:p>
              <a:pPr eaLnBrk="1" hangingPunct="1"/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!  RIP CONFIGURATION</a:t>
              </a:r>
            </a:p>
            <a:p>
              <a:pPr eaLnBrk="1" hangingPunct="1"/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!</a:t>
              </a:r>
            </a:p>
            <a:p>
              <a:pPr eaLnBrk="1" hangingPunct="1"/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router 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rip</a:t>
              </a:r>
              <a:endParaRPr kumimoji="0" lang="it-IT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endParaRPr>
            </a:p>
            <a:p>
              <a:pPr eaLnBrk="1" hangingPunct="1"/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network 100.1.0.0/16</a:t>
              </a:r>
            </a:p>
            <a:p>
              <a:pPr eaLnBrk="1" hangingPunct="1"/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!</a:t>
              </a:r>
            </a:p>
            <a:p>
              <a:pPr eaLnBrk="1" hangingPunct="1"/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log file /var/log/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frr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/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frr.log</a:t>
              </a:r>
              <a:endParaRPr kumimoji="0" lang="it-IT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endParaRPr>
            </a:p>
            <a:p>
              <a:pPr eaLnBrk="1" hangingPunct="1"/>
              <a:endParaRPr lang="it-IT" altLang="it-IT" sz="1800" dirty="0">
                <a:solidFill>
                  <a:schemeClr val="bg1"/>
                </a:solidFill>
                <a:latin typeface="Lucida Console" panose="020B0609040504020204" pitchFamily="49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7FA17CE-1859-C872-A9E1-4BDF6FF30892}"/>
                </a:ext>
              </a:extLst>
            </p:cNvPr>
            <p:cNvSpPr/>
            <p:nvPr/>
          </p:nvSpPr>
          <p:spPr>
            <a:xfrm>
              <a:off x="607480" y="2378845"/>
              <a:ext cx="10972799" cy="286249"/>
            </a:xfrm>
            <a:prstGeom prst="rect">
              <a:avLst/>
            </a:prstGeom>
            <a:solidFill>
              <a:srgbClr val="4472C4"/>
            </a:solidFill>
            <a:ln w="57150" cap="flat" cmpd="sng" algn="ctr">
              <a:solidFill>
                <a:srgbClr val="4472C4"/>
              </a:solidFill>
              <a:prstDash val="solid"/>
              <a:miter lim="800000"/>
            </a:ln>
            <a:effectLst>
              <a:outerShdw blurRad="50800" dist="25400" algn="l" rotWithShape="0">
                <a:prstClr val="black">
                  <a:alpha val="32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23A0105-AF8A-689E-1A82-C84C150022A4}"/>
                </a:ext>
              </a:extLst>
            </p:cNvPr>
            <p:cNvGrpSpPr/>
            <p:nvPr/>
          </p:nvGrpSpPr>
          <p:grpSpPr>
            <a:xfrm>
              <a:off x="10920536" y="2466851"/>
              <a:ext cx="581348" cy="126235"/>
              <a:chOff x="8092857" y="2115830"/>
              <a:chExt cx="581348" cy="126235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8B8A6C7-E45A-C06C-FD2B-BFE414587E4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548205" y="2116065"/>
                <a:ext cx="126000" cy="126000"/>
              </a:xfrm>
              <a:prstGeom prst="rect">
                <a:avLst/>
              </a:prstGeom>
              <a:solidFill>
                <a:srgbClr val="FF0000">
                  <a:alpha val="50196"/>
                </a:srgbClr>
              </a:solidFill>
              <a:ln w="12700" cap="flat" cmpd="sng" algn="ctr">
                <a:solidFill>
                  <a:srgbClr val="4472C4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DD46FF6-2270-BA5E-B517-CC7E79AF608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92857" y="2115830"/>
                <a:ext cx="126235" cy="126235"/>
              </a:xfrm>
              <a:prstGeom prst="rect">
                <a:avLst/>
              </a:prstGeom>
              <a:solidFill>
                <a:srgbClr val="4472C4">
                  <a:lumMod val="60000"/>
                  <a:lumOff val="40000"/>
                </a:srgbClr>
              </a:solidFill>
              <a:ln w="12700" cap="flat" cmpd="sng" algn="ctr">
                <a:solidFill>
                  <a:srgbClr val="4472C4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CDADCC2D-FBE3-51EE-2F5D-457609038BD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320531" y="2115830"/>
                <a:ext cx="126235" cy="126235"/>
              </a:xfrm>
              <a:prstGeom prst="rect">
                <a:avLst/>
              </a:prstGeom>
              <a:solidFill>
                <a:srgbClr val="4472C4">
                  <a:lumMod val="60000"/>
                  <a:lumOff val="40000"/>
                </a:srgbClr>
              </a:solidFill>
              <a:ln w="12700" cap="flat" cmpd="sng" algn="ctr">
                <a:solidFill>
                  <a:srgbClr val="4472C4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9221" name="Rectangle 7">
            <a:extLst>
              <a:ext uri="{FF2B5EF4-FFF2-40B4-BE49-F238E27FC236}">
                <a16:creationId xmlns:a16="http://schemas.microsoft.com/office/drawing/2014/main" id="{CAAABBEA-66D7-8E51-0722-7846952B4F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 sz="4000"/>
              <a:t>sample </a:t>
            </a:r>
            <a:r>
              <a:rPr lang="it-IT" altLang="it-IT" sz="4000" b="1">
                <a:latin typeface="Courier New" panose="02070309020205020404" pitchFamily="49" charset="0"/>
              </a:rPr>
              <a:t>frr.conf</a:t>
            </a:r>
            <a:r>
              <a:rPr lang="it-IT" altLang="it-IT" sz="4000"/>
              <a:t> configuration file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39CA55EB-24F6-DA95-1E7B-D423F66C28C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/>
          <a:p>
            <a:r>
              <a:rPr lang="it-IT" altLang="it-IT"/>
              <a:t>last update: Oct 2023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358F3BF8-A26D-92E0-FB54-13A49C13A1E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/>
          <a:p>
            <a:r>
              <a:rPr lang="it-IT" altLang="it-IT"/>
              <a:t>kathara – [ lab: rip_frr ]</a:t>
            </a:r>
          </a:p>
        </p:txBody>
      </p:sp>
      <p:sp>
        <p:nvSpPr>
          <p:cNvPr id="9222" name="AutoShape 4">
            <a:extLst>
              <a:ext uri="{FF2B5EF4-FFF2-40B4-BE49-F238E27FC236}">
                <a16:creationId xmlns:a16="http://schemas.microsoft.com/office/drawing/2014/main" id="{842E19D3-6798-139A-75B7-3052103AA0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7888" y="2051576"/>
            <a:ext cx="4319588" cy="510778"/>
          </a:xfrm>
          <a:prstGeom prst="wedgeRoundRectCallout">
            <a:avLst>
              <a:gd name="adj1" fmla="val -119471"/>
              <a:gd name="adj2" fmla="val 299038"/>
              <a:gd name="adj3" fmla="val 16667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it-IT" sz="2400" dirty="0">
                <a:latin typeface="Tahoma" panose="020B0604030504040204" pitchFamily="34" charset="0"/>
              </a:rPr>
              <a:t>talk rip on some interface</a:t>
            </a:r>
          </a:p>
        </p:txBody>
      </p:sp>
      <p:sp>
        <p:nvSpPr>
          <p:cNvPr id="9224" name="AutoShape 6">
            <a:extLst>
              <a:ext uri="{FF2B5EF4-FFF2-40B4-BE49-F238E27FC236}">
                <a16:creationId xmlns:a16="http://schemas.microsoft.com/office/drawing/2014/main" id="{6E15F3CE-1CA4-6605-8AEE-D922710E96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2064" y="4520097"/>
            <a:ext cx="3168650" cy="1736646"/>
          </a:xfrm>
          <a:prstGeom prst="wedgeRoundRectCallout">
            <a:avLst>
              <a:gd name="adj1" fmla="val -148243"/>
              <a:gd name="adj2" fmla="val -69363"/>
              <a:gd name="adj3" fmla="val 16667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it-IT" sz="2400">
                <a:latin typeface="Tahoma" panose="020B0604030504040204" pitchFamily="34" charset="0"/>
              </a:rPr>
              <a:t>send rip multicast packets to interfaces falling into this prefix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5" name="Rectangle 2">
            <a:extLst>
              <a:ext uri="{FF2B5EF4-FFF2-40B4-BE49-F238E27FC236}">
                <a16:creationId xmlns:a16="http://schemas.microsoft.com/office/drawing/2014/main" id="{D6E3DFE3-78C3-2302-2235-71BD00792E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H" altLang="it-IT" dirty="0"/>
              <a:t>S</a:t>
            </a:r>
            <a:r>
              <a:rPr lang="it-IT" altLang="it-IT" dirty="0"/>
              <a:t>mall network connected to Internet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B73A93C7-4AD8-6C5A-B686-595E2BDD225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/>
          <a:p>
            <a:r>
              <a:rPr lang="it-IT" altLang="it-IT"/>
              <a:t>last update: Oct 2023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E9A4B98-9947-5C02-93B0-CFF527716AD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/>
          <a:p>
            <a:r>
              <a:rPr lang="it-IT" altLang="it-IT"/>
              <a:t>kathara – [ lab: rip_frr ]</a:t>
            </a:r>
          </a:p>
        </p:txBody>
      </p:sp>
      <p:sp>
        <p:nvSpPr>
          <p:cNvPr id="11268" name="Rectangle 235">
            <a:extLst>
              <a:ext uri="{FF2B5EF4-FFF2-40B4-BE49-F238E27FC236}">
                <a16:creationId xmlns:a16="http://schemas.microsoft.com/office/drawing/2014/main" id="{25698DFE-F787-85CD-970F-ADD25DCA48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7351" y="6308726"/>
            <a:ext cx="4824413" cy="5492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it-IT" altLang="en-IT"/>
          </a:p>
        </p:txBody>
      </p:sp>
      <p:grpSp>
        <p:nvGrpSpPr>
          <p:cNvPr id="11269" name="Group 225">
            <a:extLst>
              <a:ext uri="{FF2B5EF4-FFF2-40B4-BE49-F238E27FC236}">
                <a16:creationId xmlns:a16="http://schemas.microsoft.com/office/drawing/2014/main" id="{6F90F519-B7CC-1FD0-D9AF-20EC270683A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416051" y="1052514"/>
            <a:ext cx="7775575" cy="5545137"/>
            <a:chOff x="2688" y="2433"/>
            <a:chExt cx="1867" cy="1279"/>
          </a:xfrm>
        </p:grpSpPr>
        <p:sp>
          <p:nvSpPr>
            <p:cNvPr id="11396" name="Oval 226">
              <a:extLst>
                <a:ext uri="{FF2B5EF4-FFF2-40B4-BE49-F238E27FC236}">
                  <a16:creationId xmlns:a16="http://schemas.microsoft.com/office/drawing/2014/main" id="{6B2ADDFB-D862-368F-9F8C-14DEF7285D9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26" y="2433"/>
              <a:ext cx="813" cy="529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it-IT" altLang="en-IT"/>
            </a:p>
          </p:txBody>
        </p:sp>
        <p:sp>
          <p:nvSpPr>
            <p:cNvPr id="11397" name="Oval 227">
              <a:extLst>
                <a:ext uri="{FF2B5EF4-FFF2-40B4-BE49-F238E27FC236}">
                  <a16:creationId xmlns:a16="http://schemas.microsoft.com/office/drawing/2014/main" id="{E2F49D4C-9CD2-2221-BAB7-2FC64885D45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78" y="2572"/>
              <a:ext cx="623" cy="529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it-IT" altLang="en-IT"/>
            </a:p>
          </p:txBody>
        </p:sp>
        <p:sp>
          <p:nvSpPr>
            <p:cNvPr id="11398" name="Oval 228">
              <a:extLst>
                <a:ext uri="{FF2B5EF4-FFF2-40B4-BE49-F238E27FC236}">
                  <a16:creationId xmlns:a16="http://schemas.microsoft.com/office/drawing/2014/main" id="{2CE13787-609D-17EA-E44C-2E96EEA7EBF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688" y="2890"/>
              <a:ext cx="420" cy="432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it-IT" altLang="en-IT"/>
            </a:p>
          </p:txBody>
        </p:sp>
        <p:sp>
          <p:nvSpPr>
            <p:cNvPr id="11399" name="Oval 229">
              <a:extLst>
                <a:ext uri="{FF2B5EF4-FFF2-40B4-BE49-F238E27FC236}">
                  <a16:creationId xmlns:a16="http://schemas.microsoft.com/office/drawing/2014/main" id="{141C1F68-E564-35C6-9EF9-AE417E924F1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14" y="3080"/>
              <a:ext cx="633" cy="467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it-IT" altLang="en-IT"/>
            </a:p>
          </p:txBody>
        </p:sp>
        <p:sp>
          <p:nvSpPr>
            <p:cNvPr id="11400" name="Oval 230">
              <a:extLst>
                <a:ext uri="{FF2B5EF4-FFF2-40B4-BE49-F238E27FC236}">
                  <a16:creationId xmlns:a16="http://schemas.microsoft.com/office/drawing/2014/main" id="{5A4138C5-618F-6003-080A-F0862ED826E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262" y="3158"/>
              <a:ext cx="945" cy="554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it-IT" altLang="en-IT"/>
            </a:p>
          </p:txBody>
        </p:sp>
        <p:sp>
          <p:nvSpPr>
            <p:cNvPr id="11401" name="Oval 231">
              <a:extLst>
                <a:ext uri="{FF2B5EF4-FFF2-40B4-BE49-F238E27FC236}">
                  <a16:creationId xmlns:a16="http://schemas.microsoft.com/office/drawing/2014/main" id="{BF379F9E-0C81-BEEB-CF50-53FCA492255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63" y="2587"/>
              <a:ext cx="606" cy="416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it-IT" altLang="en-IT"/>
            </a:p>
          </p:txBody>
        </p:sp>
        <p:sp>
          <p:nvSpPr>
            <p:cNvPr id="11402" name="Oval 232">
              <a:extLst>
                <a:ext uri="{FF2B5EF4-FFF2-40B4-BE49-F238E27FC236}">
                  <a16:creationId xmlns:a16="http://schemas.microsoft.com/office/drawing/2014/main" id="{D8EEAC15-F4AD-C97E-B99F-2350B14EC6B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954" y="2854"/>
              <a:ext cx="601" cy="416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it-IT" altLang="en-IT"/>
            </a:p>
          </p:txBody>
        </p:sp>
        <p:sp>
          <p:nvSpPr>
            <p:cNvPr id="11403" name="Oval 233">
              <a:extLst>
                <a:ext uri="{FF2B5EF4-FFF2-40B4-BE49-F238E27FC236}">
                  <a16:creationId xmlns:a16="http://schemas.microsoft.com/office/drawing/2014/main" id="{D3E29800-AEB4-9D1C-444A-DDD1D1DB6FB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99" y="2941"/>
              <a:ext cx="597" cy="684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it-IT" altLang="en-IT"/>
            </a:p>
          </p:txBody>
        </p:sp>
        <p:sp>
          <p:nvSpPr>
            <p:cNvPr id="11404" name="Oval 234">
              <a:extLst>
                <a:ext uri="{FF2B5EF4-FFF2-40B4-BE49-F238E27FC236}">
                  <a16:creationId xmlns:a16="http://schemas.microsoft.com/office/drawing/2014/main" id="{B03C8E2F-B60E-A216-D2A8-15F682F5414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027" y="2745"/>
              <a:ext cx="1211" cy="683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it-IT" altLang="en-IT"/>
            </a:p>
          </p:txBody>
        </p:sp>
      </p:grpSp>
      <p:sp>
        <p:nvSpPr>
          <p:cNvPr id="11270" name="Arc 199">
            <a:extLst>
              <a:ext uri="{FF2B5EF4-FFF2-40B4-BE49-F238E27FC236}">
                <a16:creationId xmlns:a16="http://schemas.microsoft.com/office/drawing/2014/main" id="{6CF0013E-E2A1-519E-C857-1FA978C5B82C}"/>
              </a:ext>
            </a:extLst>
          </p:cNvPr>
          <p:cNvSpPr>
            <a:spLocks/>
          </p:cNvSpPr>
          <p:nvPr/>
        </p:nvSpPr>
        <p:spPr bwMode="auto">
          <a:xfrm>
            <a:off x="7248525" y="3712647"/>
            <a:ext cx="1079500" cy="369332"/>
          </a:xfrm>
          <a:custGeom>
            <a:avLst/>
            <a:gdLst>
              <a:gd name="T0" fmla="*/ 0 w 21600"/>
              <a:gd name="T1" fmla="*/ 0 h 21600"/>
              <a:gd name="T2" fmla="*/ 1079500 w 21600"/>
              <a:gd name="T3" fmla="*/ 504825 h 21600"/>
              <a:gd name="T4" fmla="*/ 0 w 21600"/>
              <a:gd name="T5" fmla="*/ 504825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11271" name="Line 195">
            <a:extLst>
              <a:ext uri="{FF2B5EF4-FFF2-40B4-BE49-F238E27FC236}">
                <a16:creationId xmlns:a16="http://schemas.microsoft.com/office/drawing/2014/main" id="{A4DBB291-8982-3CEE-CFB6-BCD34C1D575D}"/>
              </a:ext>
            </a:extLst>
          </p:cNvPr>
          <p:cNvSpPr>
            <a:spLocks noChangeShapeType="1"/>
          </p:cNvSpPr>
          <p:nvPr/>
        </p:nvSpPr>
        <p:spPr bwMode="auto">
          <a:xfrm>
            <a:off x="2928938" y="4005263"/>
            <a:ext cx="0" cy="10080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1272" name="Arc 185">
            <a:extLst>
              <a:ext uri="{FF2B5EF4-FFF2-40B4-BE49-F238E27FC236}">
                <a16:creationId xmlns:a16="http://schemas.microsoft.com/office/drawing/2014/main" id="{7418073A-D948-6016-96BB-C337442BB259}"/>
              </a:ext>
            </a:extLst>
          </p:cNvPr>
          <p:cNvSpPr>
            <a:spLocks/>
          </p:cNvSpPr>
          <p:nvPr/>
        </p:nvSpPr>
        <p:spPr bwMode="auto">
          <a:xfrm>
            <a:off x="5375276" y="5620028"/>
            <a:ext cx="1152525" cy="369332"/>
          </a:xfrm>
          <a:custGeom>
            <a:avLst/>
            <a:gdLst>
              <a:gd name="T0" fmla="*/ 0 w 21600"/>
              <a:gd name="T1" fmla="*/ 0 h 21600"/>
              <a:gd name="T2" fmla="*/ 1152525 w 21600"/>
              <a:gd name="T3" fmla="*/ 576262 h 21600"/>
              <a:gd name="T4" fmla="*/ 0 w 21600"/>
              <a:gd name="T5" fmla="*/ 576262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11273" name="Line 184">
            <a:extLst>
              <a:ext uri="{FF2B5EF4-FFF2-40B4-BE49-F238E27FC236}">
                <a16:creationId xmlns:a16="http://schemas.microsoft.com/office/drawing/2014/main" id="{5560F86E-7F48-CF78-E8AC-01C081CDC5B8}"/>
              </a:ext>
            </a:extLst>
          </p:cNvPr>
          <p:cNvSpPr>
            <a:spLocks noChangeShapeType="1"/>
          </p:cNvSpPr>
          <p:nvPr/>
        </p:nvSpPr>
        <p:spPr bwMode="auto">
          <a:xfrm>
            <a:off x="3143250" y="4005263"/>
            <a:ext cx="1728788" cy="14398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1274" name="Line 183">
            <a:extLst>
              <a:ext uri="{FF2B5EF4-FFF2-40B4-BE49-F238E27FC236}">
                <a16:creationId xmlns:a16="http://schemas.microsoft.com/office/drawing/2014/main" id="{AA726C8F-D80B-8CA1-871B-9ADE9A86DE1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00376" y="2133601"/>
            <a:ext cx="1679575" cy="18002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1276" name="Line 13">
            <a:extLst>
              <a:ext uri="{FF2B5EF4-FFF2-40B4-BE49-F238E27FC236}">
                <a16:creationId xmlns:a16="http://schemas.microsoft.com/office/drawing/2014/main" id="{FB1ED729-3376-2867-F99E-F1EC90621F7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42138" y="2060575"/>
            <a:ext cx="2825750" cy="1473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11277" name="Group 16">
            <a:extLst>
              <a:ext uri="{FF2B5EF4-FFF2-40B4-BE49-F238E27FC236}">
                <a16:creationId xmlns:a16="http://schemas.microsoft.com/office/drawing/2014/main" id="{38AFDEB3-6D14-E893-F145-29C65072E4E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480550" y="1800226"/>
            <a:ext cx="736600" cy="404813"/>
            <a:chOff x="1680" y="912"/>
            <a:chExt cx="576" cy="317"/>
          </a:xfrm>
        </p:grpSpPr>
        <p:grpSp>
          <p:nvGrpSpPr>
            <p:cNvPr id="11374" name="Group 17">
              <a:extLst>
                <a:ext uri="{FF2B5EF4-FFF2-40B4-BE49-F238E27FC236}">
                  <a16:creationId xmlns:a16="http://schemas.microsoft.com/office/drawing/2014/main" id="{3D313AD1-D56C-E585-6DD8-911B5226A3F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680" y="912"/>
              <a:ext cx="576" cy="317"/>
              <a:chOff x="3312" y="2160"/>
              <a:chExt cx="960" cy="528"/>
            </a:xfrm>
          </p:grpSpPr>
          <p:sp>
            <p:nvSpPr>
              <p:cNvPr id="11376" name="AutoShape 18">
                <a:extLst>
                  <a:ext uri="{FF2B5EF4-FFF2-40B4-BE49-F238E27FC236}">
                    <a16:creationId xmlns:a16="http://schemas.microsoft.com/office/drawing/2014/main" id="{E6315739-6C6F-3A9E-3C51-0A2E2C241CD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312" y="2160"/>
                <a:ext cx="960" cy="528"/>
              </a:xfrm>
              <a:prstGeom prst="can">
                <a:avLst>
                  <a:gd name="adj" fmla="val 50000"/>
                </a:avLst>
              </a:prstGeom>
              <a:gradFill rotWithShape="0">
                <a:gsLst>
                  <a:gs pos="0">
                    <a:srgbClr val="002F5E"/>
                  </a:gs>
                  <a:gs pos="50000">
                    <a:srgbClr val="0066CC"/>
                  </a:gs>
                  <a:gs pos="100000">
                    <a:srgbClr val="002F5E"/>
                  </a:gs>
                </a:gsLst>
                <a:lin ang="0" scaled="1"/>
              </a:gradFill>
              <a:ln w="9525">
                <a:solidFill>
                  <a:srgbClr val="819F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73025" tIns="36512" rIns="73025" bIns="36512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it-IT" altLang="en-IT"/>
              </a:p>
            </p:txBody>
          </p:sp>
          <p:grpSp>
            <p:nvGrpSpPr>
              <p:cNvPr id="11377" name="Group 19">
                <a:extLst>
                  <a:ext uri="{FF2B5EF4-FFF2-40B4-BE49-F238E27FC236}">
                    <a16:creationId xmlns:a16="http://schemas.microsoft.com/office/drawing/2014/main" id="{9B61E685-BB7B-D90D-D8B6-73F527999DA7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488" y="2193"/>
                <a:ext cx="599" cy="207"/>
                <a:chOff x="422" y="1632"/>
                <a:chExt cx="829" cy="298"/>
              </a:xfrm>
            </p:grpSpPr>
            <p:grpSp>
              <p:nvGrpSpPr>
                <p:cNvPr id="11378" name="Group 20">
                  <a:extLst>
                    <a:ext uri="{FF2B5EF4-FFF2-40B4-BE49-F238E27FC236}">
                      <a16:creationId xmlns:a16="http://schemas.microsoft.com/office/drawing/2014/main" id="{79D4D761-10DC-6E12-5753-081C27DC926E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2" y="1632"/>
                  <a:ext cx="822" cy="291"/>
                  <a:chOff x="422" y="1632"/>
                  <a:chExt cx="822" cy="291"/>
                </a:xfrm>
              </p:grpSpPr>
              <p:sp>
                <p:nvSpPr>
                  <p:cNvPr id="11388" name="Freeform 21">
                    <a:extLst>
                      <a:ext uri="{FF2B5EF4-FFF2-40B4-BE49-F238E27FC236}">
                        <a16:creationId xmlns:a16="http://schemas.microsoft.com/office/drawing/2014/main" id="{AB29A8F4-2BDC-78D0-B87B-3E2D228C9A6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1389" name="Freeform 22">
                    <a:extLst>
                      <a:ext uri="{FF2B5EF4-FFF2-40B4-BE49-F238E27FC236}">
                        <a16:creationId xmlns:a16="http://schemas.microsoft.com/office/drawing/2014/main" id="{A5FFAF1E-57E5-A04D-532E-514D7A18EFF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1390" name="Freeform 23">
                    <a:extLst>
                      <a:ext uri="{FF2B5EF4-FFF2-40B4-BE49-F238E27FC236}">
                        <a16:creationId xmlns:a16="http://schemas.microsoft.com/office/drawing/2014/main" id="{97E2B8D9-1020-11B2-7889-702094C38AD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1391" name="Freeform 24">
                    <a:extLst>
                      <a:ext uri="{FF2B5EF4-FFF2-40B4-BE49-F238E27FC236}">
                        <a16:creationId xmlns:a16="http://schemas.microsoft.com/office/drawing/2014/main" id="{EBD7E932-A679-D03A-8054-00C1B79BA9F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1392" name="Freeform 25">
                    <a:extLst>
                      <a:ext uri="{FF2B5EF4-FFF2-40B4-BE49-F238E27FC236}">
                        <a16:creationId xmlns:a16="http://schemas.microsoft.com/office/drawing/2014/main" id="{3BF3AA9E-8C63-007C-3424-60F10B82FF5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1393" name="Freeform 26">
                    <a:extLst>
                      <a:ext uri="{FF2B5EF4-FFF2-40B4-BE49-F238E27FC236}">
                        <a16:creationId xmlns:a16="http://schemas.microsoft.com/office/drawing/2014/main" id="{A2B524F6-35BF-B989-D734-F78BF27E6A3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1394" name="Freeform 27">
                    <a:extLst>
                      <a:ext uri="{FF2B5EF4-FFF2-40B4-BE49-F238E27FC236}">
                        <a16:creationId xmlns:a16="http://schemas.microsoft.com/office/drawing/2014/main" id="{337D7BA6-2CE4-E67E-DEEF-8C0B31E98F2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1395" name="Freeform 28">
                    <a:extLst>
                      <a:ext uri="{FF2B5EF4-FFF2-40B4-BE49-F238E27FC236}">
                        <a16:creationId xmlns:a16="http://schemas.microsoft.com/office/drawing/2014/main" id="{6D495DE7-5CA5-CEEB-EA07-169F0931B51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11379" name="Group 29">
                  <a:extLst>
                    <a:ext uri="{FF2B5EF4-FFF2-40B4-BE49-F238E27FC236}">
                      <a16:creationId xmlns:a16="http://schemas.microsoft.com/office/drawing/2014/main" id="{EDAE9BDB-96B1-2983-5F46-D730F430497E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9" y="1639"/>
                  <a:ext cx="822" cy="291"/>
                  <a:chOff x="429" y="1639"/>
                  <a:chExt cx="822" cy="291"/>
                </a:xfrm>
              </p:grpSpPr>
              <p:sp>
                <p:nvSpPr>
                  <p:cNvPr id="11380" name="Freeform 30">
                    <a:extLst>
                      <a:ext uri="{FF2B5EF4-FFF2-40B4-BE49-F238E27FC236}">
                        <a16:creationId xmlns:a16="http://schemas.microsoft.com/office/drawing/2014/main" id="{39C950D5-069D-1485-AF7B-CDF4A56F647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1381" name="Freeform 31">
                    <a:extLst>
                      <a:ext uri="{FF2B5EF4-FFF2-40B4-BE49-F238E27FC236}">
                        <a16:creationId xmlns:a16="http://schemas.microsoft.com/office/drawing/2014/main" id="{6BACD0FB-E5DB-9B5E-1E48-DBC219B4440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1382" name="Freeform 32">
                    <a:extLst>
                      <a:ext uri="{FF2B5EF4-FFF2-40B4-BE49-F238E27FC236}">
                        <a16:creationId xmlns:a16="http://schemas.microsoft.com/office/drawing/2014/main" id="{96D852C8-D50D-C8E6-B601-8FD1A18FBD8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1383" name="Freeform 33">
                    <a:extLst>
                      <a:ext uri="{FF2B5EF4-FFF2-40B4-BE49-F238E27FC236}">
                        <a16:creationId xmlns:a16="http://schemas.microsoft.com/office/drawing/2014/main" id="{361B0D7B-7CD9-B1E7-4BFC-B9CC35AB982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1384" name="Freeform 34">
                    <a:extLst>
                      <a:ext uri="{FF2B5EF4-FFF2-40B4-BE49-F238E27FC236}">
                        <a16:creationId xmlns:a16="http://schemas.microsoft.com/office/drawing/2014/main" id="{5ADB94B6-27E7-80CD-C45C-9EBB80E8EF7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1385" name="Freeform 35">
                    <a:extLst>
                      <a:ext uri="{FF2B5EF4-FFF2-40B4-BE49-F238E27FC236}">
                        <a16:creationId xmlns:a16="http://schemas.microsoft.com/office/drawing/2014/main" id="{2338D519-2680-E0CC-A750-4860FE95ABA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1386" name="Freeform 36">
                    <a:extLst>
                      <a:ext uri="{FF2B5EF4-FFF2-40B4-BE49-F238E27FC236}">
                        <a16:creationId xmlns:a16="http://schemas.microsoft.com/office/drawing/2014/main" id="{CA5FD638-328F-03DE-56E4-77552CED637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1387" name="Freeform 37">
                    <a:extLst>
                      <a:ext uri="{FF2B5EF4-FFF2-40B4-BE49-F238E27FC236}">
                        <a16:creationId xmlns:a16="http://schemas.microsoft.com/office/drawing/2014/main" id="{86316725-5873-C7AC-4BB4-29BCC66D168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</p:grpSp>
        </p:grpSp>
        <p:sp>
          <p:nvSpPr>
            <p:cNvPr id="11375" name="WordArt 38">
              <a:extLst>
                <a:ext uri="{FF2B5EF4-FFF2-40B4-BE49-F238E27FC236}">
                  <a16:creationId xmlns:a16="http://schemas.microsoft.com/office/drawing/2014/main" id="{101EA5AA-58CD-3C23-8EB0-7D4C3A6D2ADA}"/>
                </a:ext>
              </a:extLst>
            </p:cNvPr>
            <p:cNvSpPr>
              <a:spLocks noChangeAspect="1" noChangeArrowheads="1" noChangeShapeType="1" noTextEdit="1"/>
            </p:cNvSpPr>
            <p:nvPr/>
          </p:nvSpPr>
          <p:spPr bwMode="auto">
            <a:xfrm>
              <a:off x="1709" y="1042"/>
              <a:ext cx="518" cy="15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r5  </a:t>
              </a:r>
            </a:p>
          </p:txBody>
        </p:sp>
      </p:grpSp>
      <p:sp>
        <p:nvSpPr>
          <p:cNvPr id="11278" name="Line 46">
            <a:extLst>
              <a:ext uri="{FF2B5EF4-FFF2-40B4-BE49-F238E27FC236}">
                <a16:creationId xmlns:a16="http://schemas.microsoft.com/office/drawing/2014/main" id="{9F7DCC6E-A0FA-C60B-3B2D-6364A03ABFA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59376" y="3625851"/>
            <a:ext cx="1679575" cy="189071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1279" name="Line 47">
            <a:extLst>
              <a:ext uri="{FF2B5EF4-FFF2-40B4-BE49-F238E27FC236}">
                <a16:creationId xmlns:a16="http://schemas.microsoft.com/office/drawing/2014/main" id="{235E4CB6-2F5D-CED9-C64A-46A4A178602C}"/>
              </a:ext>
            </a:extLst>
          </p:cNvPr>
          <p:cNvSpPr>
            <a:spLocks noChangeShapeType="1"/>
          </p:cNvSpPr>
          <p:nvPr/>
        </p:nvSpPr>
        <p:spPr bwMode="auto">
          <a:xfrm>
            <a:off x="4943476" y="2205039"/>
            <a:ext cx="144463" cy="32400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1280" name="Line 48">
            <a:extLst>
              <a:ext uri="{FF2B5EF4-FFF2-40B4-BE49-F238E27FC236}">
                <a16:creationId xmlns:a16="http://schemas.microsoft.com/office/drawing/2014/main" id="{E59977A7-BB59-FD87-5F31-6D842C985BB2}"/>
              </a:ext>
            </a:extLst>
          </p:cNvPr>
          <p:cNvSpPr>
            <a:spLocks noChangeShapeType="1"/>
          </p:cNvSpPr>
          <p:nvPr/>
        </p:nvSpPr>
        <p:spPr bwMode="auto">
          <a:xfrm>
            <a:off x="4943475" y="2060576"/>
            <a:ext cx="1989138" cy="14446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11281" name="Group 52">
            <a:extLst>
              <a:ext uri="{FF2B5EF4-FFF2-40B4-BE49-F238E27FC236}">
                <a16:creationId xmlns:a16="http://schemas.microsoft.com/office/drawing/2014/main" id="{4F6960A3-7AAD-B1D7-BF5E-770C7F6EC68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562725" y="3387726"/>
            <a:ext cx="736600" cy="404813"/>
            <a:chOff x="3264" y="912"/>
            <a:chExt cx="576" cy="316"/>
          </a:xfrm>
        </p:grpSpPr>
        <p:sp>
          <p:nvSpPr>
            <p:cNvPr id="11353" name="AutoShape 53">
              <a:extLst>
                <a:ext uri="{FF2B5EF4-FFF2-40B4-BE49-F238E27FC236}">
                  <a16:creationId xmlns:a16="http://schemas.microsoft.com/office/drawing/2014/main" id="{A0A8003C-80D1-43AA-AA4E-9883B0723CA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264" y="912"/>
              <a:ext cx="576" cy="316"/>
            </a:xfrm>
            <a:prstGeom prst="can">
              <a:avLst>
                <a:gd name="adj" fmla="val 50000"/>
              </a:avLst>
            </a:prstGeom>
            <a:gradFill rotWithShape="0">
              <a:gsLst>
                <a:gs pos="0">
                  <a:srgbClr val="002F5E"/>
                </a:gs>
                <a:gs pos="50000">
                  <a:srgbClr val="0066CC"/>
                </a:gs>
                <a:gs pos="100000">
                  <a:srgbClr val="002F5E"/>
                </a:gs>
              </a:gsLst>
              <a:lin ang="0" scaled="1"/>
            </a:gradFill>
            <a:ln w="9525">
              <a:solidFill>
                <a:srgbClr val="819F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73025" tIns="36512" rIns="73025" bIns="36512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it-IT" altLang="en-IT"/>
            </a:p>
          </p:txBody>
        </p:sp>
        <p:grpSp>
          <p:nvGrpSpPr>
            <p:cNvPr id="11354" name="Group 54">
              <a:extLst>
                <a:ext uri="{FF2B5EF4-FFF2-40B4-BE49-F238E27FC236}">
                  <a16:creationId xmlns:a16="http://schemas.microsoft.com/office/drawing/2014/main" id="{EDD80756-37B1-9E3B-1032-B57D017B862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370" y="932"/>
              <a:ext cx="359" cy="124"/>
              <a:chOff x="422" y="1632"/>
              <a:chExt cx="829" cy="298"/>
            </a:xfrm>
          </p:grpSpPr>
          <p:grpSp>
            <p:nvGrpSpPr>
              <p:cNvPr id="11356" name="Group 55">
                <a:extLst>
                  <a:ext uri="{FF2B5EF4-FFF2-40B4-BE49-F238E27FC236}">
                    <a16:creationId xmlns:a16="http://schemas.microsoft.com/office/drawing/2014/main" id="{3A248651-5CF1-82FF-1A12-1D422F19C796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22" y="1632"/>
                <a:ext cx="822" cy="291"/>
                <a:chOff x="422" y="1632"/>
                <a:chExt cx="822" cy="291"/>
              </a:xfrm>
            </p:grpSpPr>
            <p:sp>
              <p:nvSpPr>
                <p:cNvPr id="11366" name="Freeform 56">
                  <a:extLst>
                    <a:ext uri="{FF2B5EF4-FFF2-40B4-BE49-F238E27FC236}">
                      <a16:creationId xmlns:a16="http://schemas.microsoft.com/office/drawing/2014/main" id="{9843BB36-7BC6-72FA-36AD-D7340AF2E019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1" y="1639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4 w 393"/>
                    <a:gd name="T11" fmla="*/ 0 h 125"/>
                    <a:gd name="T12" fmla="*/ 196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4" y="0"/>
                      </a:lnTo>
                      <a:lnTo>
                        <a:pt x="196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1367" name="Freeform 57">
                  <a:extLst>
                    <a:ext uri="{FF2B5EF4-FFF2-40B4-BE49-F238E27FC236}">
                      <a16:creationId xmlns:a16="http://schemas.microsoft.com/office/drawing/2014/main" id="{C51B2464-3834-853D-B4E3-EC7B37047D22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1" y="1639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4 w 393"/>
                    <a:gd name="T11" fmla="*/ 0 h 125"/>
                    <a:gd name="T12" fmla="*/ 196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4" y="0"/>
                      </a:lnTo>
                      <a:lnTo>
                        <a:pt x="196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1368" name="Freeform 58">
                  <a:extLst>
                    <a:ext uri="{FF2B5EF4-FFF2-40B4-BE49-F238E27FC236}">
                      <a16:creationId xmlns:a16="http://schemas.microsoft.com/office/drawing/2014/main" id="{AA13AF2D-F7BA-AADD-8BEF-28C5491B5200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2" y="1785"/>
                  <a:ext cx="393" cy="132"/>
                </a:xfrm>
                <a:custGeom>
                  <a:avLst/>
                  <a:gdLst>
                    <a:gd name="T0" fmla="*/ 393 w 393"/>
                    <a:gd name="T1" fmla="*/ 28 h 132"/>
                    <a:gd name="T2" fmla="*/ 305 w 393"/>
                    <a:gd name="T3" fmla="*/ 0 h 132"/>
                    <a:gd name="T4" fmla="*/ 102 w 393"/>
                    <a:gd name="T5" fmla="*/ 83 h 132"/>
                    <a:gd name="T6" fmla="*/ 0 w 393"/>
                    <a:gd name="T7" fmla="*/ 55 h 132"/>
                    <a:gd name="T8" fmla="*/ 51 w 393"/>
                    <a:gd name="T9" fmla="*/ 132 h 132"/>
                    <a:gd name="T10" fmla="*/ 305 w 393"/>
                    <a:gd name="T11" fmla="*/ 132 h 132"/>
                    <a:gd name="T12" fmla="*/ 196 w 393"/>
                    <a:gd name="T13" fmla="*/ 104 h 132"/>
                    <a:gd name="T14" fmla="*/ 393 w 393"/>
                    <a:gd name="T15" fmla="*/ 28 h 13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2">
                      <a:moveTo>
                        <a:pt x="393" y="28"/>
                      </a:moveTo>
                      <a:lnTo>
                        <a:pt x="305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2"/>
                      </a:lnTo>
                      <a:lnTo>
                        <a:pt x="305" y="132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1369" name="Freeform 59">
                  <a:extLst>
                    <a:ext uri="{FF2B5EF4-FFF2-40B4-BE49-F238E27FC236}">
                      <a16:creationId xmlns:a16="http://schemas.microsoft.com/office/drawing/2014/main" id="{CB63FFEC-1925-3233-4B45-02538116DD1F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2" y="1785"/>
                  <a:ext cx="393" cy="132"/>
                </a:xfrm>
                <a:custGeom>
                  <a:avLst/>
                  <a:gdLst>
                    <a:gd name="T0" fmla="*/ 393 w 393"/>
                    <a:gd name="T1" fmla="*/ 28 h 132"/>
                    <a:gd name="T2" fmla="*/ 305 w 393"/>
                    <a:gd name="T3" fmla="*/ 0 h 132"/>
                    <a:gd name="T4" fmla="*/ 102 w 393"/>
                    <a:gd name="T5" fmla="*/ 83 h 132"/>
                    <a:gd name="T6" fmla="*/ 0 w 393"/>
                    <a:gd name="T7" fmla="*/ 55 h 132"/>
                    <a:gd name="T8" fmla="*/ 51 w 393"/>
                    <a:gd name="T9" fmla="*/ 132 h 132"/>
                    <a:gd name="T10" fmla="*/ 305 w 393"/>
                    <a:gd name="T11" fmla="*/ 132 h 132"/>
                    <a:gd name="T12" fmla="*/ 196 w 393"/>
                    <a:gd name="T13" fmla="*/ 104 h 132"/>
                    <a:gd name="T14" fmla="*/ 393 w 393"/>
                    <a:gd name="T15" fmla="*/ 28 h 13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2">
                      <a:moveTo>
                        <a:pt x="393" y="28"/>
                      </a:moveTo>
                      <a:lnTo>
                        <a:pt x="305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2"/>
                      </a:lnTo>
                      <a:lnTo>
                        <a:pt x="305" y="132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1370" name="Freeform 60">
                  <a:extLst>
                    <a:ext uri="{FF2B5EF4-FFF2-40B4-BE49-F238E27FC236}">
                      <a16:creationId xmlns:a16="http://schemas.microsoft.com/office/drawing/2014/main" id="{D23812C5-0AEE-8478-4C36-F2B81B940257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44" y="1632"/>
                  <a:ext cx="392" cy="125"/>
                </a:xfrm>
                <a:custGeom>
                  <a:avLst/>
                  <a:gdLst>
                    <a:gd name="T0" fmla="*/ 0 w 392"/>
                    <a:gd name="T1" fmla="*/ 28 h 125"/>
                    <a:gd name="T2" fmla="*/ 87 w 392"/>
                    <a:gd name="T3" fmla="*/ 0 h 125"/>
                    <a:gd name="T4" fmla="*/ 298 w 392"/>
                    <a:gd name="T5" fmla="*/ 77 h 125"/>
                    <a:gd name="T6" fmla="*/ 392 w 392"/>
                    <a:gd name="T7" fmla="*/ 56 h 125"/>
                    <a:gd name="T8" fmla="*/ 341 w 392"/>
                    <a:gd name="T9" fmla="*/ 125 h 125"/>
                    <a:gd name="T10" fmla="*/ 94 w 392"/>
                    <a:gd name="T11" fmla="*/ 125 h 125"/>
                    <a:gd name="T12" fmla="*/ 196 w 392"/>
                    <a:gd name="T13" fmla="*/ 104 h 125"/>
                    <a:gd name="T14" fmla="*/ 0 w 392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2" y="56"/>
                      </a:lnTo>
                      <a:lnTo>
                        <a:pt x="341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1371" name="Freeform 61">
                  <a:extLst>
                    <a:ext uri="{FF2B5EF4-FFF2-40B4-BE49-F238E27FC236}">
                      <a16:creationId xmlns:a16="http://schemas.microsoft.com/office/drawing/2014/main" id="{CD820B4E-9253-D2B0-C65A-C330D77508CF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44" y="1632"/>
                  <a:ext cx="392" cy="125"/>
                </a:xfrm>
                <a:custGeom>
                  <a:avLst/>
                  <a:gdLst>
                    <a:gd name="T0" fmla="*/ 0 w 392"/>
                    <a:gd name="T1" fmla="*/ 28 h 125"/>
                    <a:gd name="T2" fmla="*/ 87 w 392"/>
                    <a:gd name="T3" fmla="*/ 0 h 125"/>
                    <a:gd name="T4" fmla="*/ 298 w 392"/>
                    <a:gd name="T5" fmla="*/ 77 h 125"/>
                    <a:gd name="T6" fmla="*/ 392 w 392"/>
                    <a:gd name="T7" fmla="*/ 56 h 125"/>
                    <a:gd name="T8" fmla="*/ 341 w 392"/>
                    <a:gd name="T9" fmla="*/ 125 h 125"/>
                    <a:gd name="T10" fmla="*/ 94 w 392"/>
                    <a:gd name="T11" fmla="*/ 125 h 125"/>
                    <a:gd name="T12" fmla="*/ 196 w 392"/>
                    <a:gd name="T13" fmla="*/ 104 h 125"/>
                    <a:gd name="T14" fmla="*/ 0 w 392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2" y="56"/>
                      </a:lnTo>
                      <a:lnTo>
                        <a:pt x="341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1372" name="Freeform 62">
                  <a:extLst>
                    <a:ext uri="{FF2B5EF4-FFF2-40B4-BE49-F238E27FC236}">
                      <a16:creationId xmlns:a16="http://schemas.microsoft.com/office/drawing/2014/main" id="{F4AFFBD3-BB9E-14DB-936A-65760185BDB6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36" y="1799"/>
                  <a:ext cx="393" cy="124"/>
                </a:xfrm>
                <a:custGeom>
                  <a:avLst/>
                  <a:gdLst>
                    <a:gd name="T0" fmla="*/ 393 w 393"/>
                    <a:gd name="T1" fmla="*/ 97 h 124"/>
                    <a:gd name="T2" fmla="*/ 306 w 393"/>
                    <a:gd name="T3" fmla="*/ 124 h 124"/>
                    <a:gd name="T4" fmla="*/ 102 w 393"/>
                    <a:gd name="T5" fmla="*/ 41 h 124"/>
                    <a:gd name="T6" fmla="*/ 0 w 393"/>
                    <a:gd name="T7" fmla="*/ 69 h 124"/>
                    <a:gd name="T8" fmla="*/ 51 w 393"/>
                    <a:gd name="T9" fmla="*/ 0 h 124"/>
                    <a:gd name="T10" fmla="*/ 306 w 393"/>
                    <a:gd name="T11" fmla="*/ 0 h 124"/>
                    <a:gd name="T12" fmla="*/ 197 w 393"/>
                    <a:gd name="T13" fmla="*/ 21 h 124"/>
                    <a:gd name="T14" fmla="*/ 393 w 393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4">
                      <a:moveTo>
                        <a:pt x="393" y="97"/>
                      </a:moveTo>
                      <a:lnTo>
                        <a:pt x="306" y="124"/>
                      </a:lnTo>
                      <a:lnTo>
                        <a:pt x="102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6" y="0"/>
                      </a:lnTo>
                      <a:lnTo>
                        <a:pt x="197" y="21"/>
                      </a:lnTo>
                      <a:lnTo>
                        <a:pt x="393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1373" name="Freeform 63">
                  <a:extLst>
                    <a:ext uri="{FF2B5EF4-FFF2-40B4-BE49-F238E27FC236}">
                      <a16:creationId xmlns:a16="http://schemas.microsoft.com/office/drawing/2014/main" id="{F20BFD11-97C6-389E-0DE7-9F1896F4A4C0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36" y="1799"/>
                  <a:ext cx="393" cy="124"/>
                </a:xfrm>
                <a:custGeom>
                  <a:avLst/>
                  <a:gdLst>
                    <a:gd name="T0" fmla="*/ 393 w 393"/>
                    <a:gd name="T1" fmla="*/ 97 h 124"/>
                    <a:gd name="T2" fmla="*/ 306 w 393"/>
                    <a:gd name="T3" fmla="*/ 124 h 124"/>
                    <a:gd name="T4" fmla="*/ 102 w 393"/>
                    <a:gd name="T5" fmla="*/ 41 h 124"/>
                    <a:gd name="T6" fmla="*/ 0 w 393"/>
                    <a:gd name="T7" fmla="*/ 69 h 124"/>
                    <a:gd name="T8" fmla="*/ 51 w 393"/>
                    <a:gd name="T9" fmla="*/ 0 h 124"/>
                    <a:gd name="T10" fmla="*/ 306 w 393"/>
                    <a:gd name="T11" fmla="*/ 0 h 124"/>
                    <a:gd name="T12" fmla="*/ 197 w 393"/>
                    <a:gd name="T13" fmla="*/ 21 h 124"/>
                    <a:gd name="T14" fmla="*/ 393 w 393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4">
                      <a:moveTo>
                        <a:pt x="393" y="97"/>
                      </a:moveTo>
                      <a:lnTo>
                        <a:pt x="306" y="124"/>
                      </a:lnTo>
                      <a:lnTo>
                        <a:pt x="102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6" y="0"/>
                      </a:lnTo>
                      <a:lnTo>
                        <a:pt x="197" y="21"/>
                      </a:lnTo>
                      <a:lnTo>
                        <a:pt x="393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1357" name="Group 64">
                <a:extLst>
                  <a:ext uri="{FF2B5EF4-FFF2-40B4-BE49-F238E27FC236}">
                    <a16:creationId xmlns:a16="http://schemas.microsoft.com/office/drawing/2014/main" id="{6FE1ECAA-9E3D-0DFC-C868-2B3B9FE2B89A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29" y="1639"/>
                <a:ext cx="822" cy="291"/>
                <a:chOff x="429" y="1639"/>
                <a:chExt cx="822" cy="291"/>
              </a:xfrm>
            </p:grpSpPr>
            <p:sp>
              <p:nvSpPr>
                <p:cNvPr id="11358" name="Freeform 65">
                  <a:extLst>
                    <a:ext uri="{FF2B5EF4-FFF2-40B4-BE49-F238E27FC236}">
                      <a16:creationId xmlns:a16="http://schemas.microsoft.com/office/drawing/2014/main" id="{BAFFBF89-D2A6-A488-C4AC-64DC97A0B02A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8" y="1646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5 w 393"/>
                    <a:gd name="T11" fmla="*/ 0 h 125"/>
                    <a:gd name="T12" fmla="*/ 197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5" y="0"/>
                      </a:lnTo>
                      <a:lnTo>
                        <a:pt x="197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1359" name="Freeform 66">
                  <a:extLst>
                    <a:ext uri="{FF2B5EF4-FFF2-40B4-BE49-F238E27FC236}">
                      <a16:creationId xmlns:a16="http://schemas.microsoft.com/office/drawing/2014/main" id="{0B87B19C-80DF-614A-DEC4-BED47596FAF4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8" y="1646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5 w 393"/>
                    <a:gd name="T11" fmla="*/ 0 h 125"/>
                    <a:gd name="T12" fmla="*/ 197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5" y="0"/>
                      </a:lnTo>
                      <a:lnTo>
                        <a:pt x="197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1360" name="Freeform 67">
                  <a:extLst>
                    <a:ext uri="{FF2B5EF4-FFF2-40B4-BE49-F238E27FC236}">
                      <a16:creationId xmlns:a16="http://schemas.microsoft.com/office/drawing/2014/main" id="{298919D6-604E-CBD2-953E-67822364F532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9" y="1792"/>
                  <a:ext cx="393" cy="131"/>
                </a:xfrm>
                <a:custGeom>
                  <a:avLst/>
                  <a:gdLst>
                    <a:gd name="T0" fmla="*/ 393 w 393"/>
                    <a:gd name="T1" fmla="*/ 28 h 131"/>
                    <a:gd name="T2" fmla="*/ 306 w 393"/>
                    <a:gd name="T3" fmla="*/ 0 h 131"/>
                    <a:gd name="T4" fmla="*/ 102 w 393"/>
                    <a:gd name="T5" fmla="*/ 83 h 131"/>
                    <a:gd name="T6" fmla="*/ 0 w 393"/>
                    <a:gd name="T7" fmla="*/ 55 h 131"/>
                    <a:gd name="T8" fmla="*/ 51 w 393"/>
                    <a:gd name="T9" fmla="*/ 131 h 131"/>
                    <a:gd name="T10" fmla="*/ 306 w 393"/>
                    <a:gd name="T11" fmla="*/ 131 h 131"/>
                    <a:gd name="T12" fmla="*/ 196 w 393"/>
                    <a:gd name="T13" fmla="*/ 104 h 131"/>
                    <a:gd name="T14" fmla="*/ 393 w 393"/>
                    <a:gd name="T15" fmla="*/ 28 h 13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1">
                      <a:moveTo>
                        <a:pt x="393" y="28"/>
                      </a:moveTo>
                      <a:lnTo>
                        <a:pt x="306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1"/>
                      </a:lnTo>
                      <a:lnTo>
                        <a:pt x="306" y="131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1361" name="Freeform 68">
                  <a:extLst>
                    <a:ext uri="{FF2B5EF4-FFF2-40B4-BE49-F238E27FC236}">
                      <a16:creationId xmlns:a16="http://schemas.microsoft.com/office/drawing/2014/main" id="{E4C599F5-6C2C-1932-E4E3-A9B9CA32E693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9" y="1792"/>
                  <a:ext cx="393" cy="131"/>
                </a:xfrm>
                <a:custGeom>
                  <a:avLst/>
                  <a:gdLst>
                    <a:gd name="T0" fmla="*/ 393 w 393"/>
                    <a:gd name="T1" fmla="*/ 28 h 131"/>
                    <a:gd name="T2" fmla="*/ 306 w 393"/>
                    <a:gd name="T3" fmla="*/ 0 h 131"/>
                    <a:gd name="T4" fmla="*/ 102 w 393"/>
                    <a:gd name="T5" fmla="*/ 83 h 131"/>
                    <a:gd name="T6" fmla="*/ 0 w 393"/>
                    <a:gd name="T7" fmla="*/ 55 h 131"/>
                    <a:gd name="T8" fmla="*/ 51 w 393"/>
                    <a:gd name="T9" fmla="*/ 131 h 131"/>
                    <a:gd name="T10" fmla="*/ 306 w 393"/>
                    <a:gd name="T11" fmla="*/ 131 h 131"/>
                    <a:gd name="T12" fmla="*/ 196 w 393"/>
                    <a:gd name="T13" fmla="*/ 104 h 131"/>
                    <a:gd name="T14" fmla="*/ 393 w 393"/>
                    <a:gd name="T15" fmla="*/ 28 h 13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1">
                      <a:moveTo>
                        <a:pt x="393" y="28"/>
                      </a:moveTo>
                      <a:lnTo>
                        <a:pt x="306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1"/>
                      </a:lnTo>
                      <a:lnTo>
                        <a:pt x="306" y="131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1362" name="Freeform 69">
                  <a:extLst>
                    <a:ext uri="{FF2B5EF4-FFF2-40B4-BE49-F238E27FC236}">
                      <a16:creationId xmlns:a16="http://schemas.microsoft.com/office/drawing/2014/main" id="{D0B06C50-3469-DC27-02ED-3C6B0E5D9801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51" y="1639"/>
                  <a:ext cx="393" cy="125"/>
                </a:xfrm>
                <a:custGeom>
                  <a:avLst/>
                  <a:gdLst>
                    <a:gd name="T0" fmla="*/ 0 w 393"/>
                    <a:gd name="T1" fmla="*/ 28 h 125"/>
                    <a:gd name="T2" fmla="*/ 87 w 393"/>
                    <a:gd name="T3" fmla="*/ 0 h 125"/>
                    <a:gd name="T4" fmla="*/ 298 w 393"/>
                    <a:gd name="T5" fmla="*/ 77 h 125"/>
                    <a:gd name="T6" fmla="*/ 393 w 393"/>
                    <a:gd name="T7" fmla="*/ 56 h 125"/>
                    <a:gd name="T8" fmla="*/ 342 w 393"/>
                    <a:gd name="T9" fmla="*/ 125 h 125"/>
                    <a:gd name="T10" fmla="*/ 94 w 393"/>
                    <a:gd name="T11" fmla="*/ 125 h 125"/>
                    <a:gd name="T12" fmla="*/ 196 w 393"/>
                    <a:gd name="T13" fmla="*/ 104 h 125"/>
                    <a:gd name="T14" fmla="*/ 0 w 393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3" y="56"/>
                      </a:lnTo>
                      <a:lnTo>
                        <a:pt x="342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1363" name="Freeform 70">
                  <a:extLst>
                    <a:ext uri="{FF2B5EF4-FFF2-40B4-BE49-F238E27FC236}">
                      <a16:creationId xmlns:a16="http://schemas.microsoft.com/office/drawing/2014/main" id="{97EE7363-DC80-2DC6-0949-5624603CD257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51" y="1639"/>
                  <a:ext cx="393" cy="125"/>
                </a:xfrm>
                <a:custGeom>
                  <a:avLst/>
                  <a:gdLst>
                    <a:gd name="T0" fmla="*/ 0 w 393"/>
                    <a:gd name="T1" fmla="*/ 28 h 125"/>
                    <a:gd name="T2" fmla="*/ 87 w 393"/>
                    <a:gd name="T3" fmla="*/ 0 h 125"/>
                    <a:gd name="T4" fmla="*/ 298 w 393"/>
                    <a:gd name="T5" fmla="*/ 77 h 125"/>
                    <a:gd name="T6" fmla="*/ 393 w 393"/>
                    <a:gd name="T7" fmla="*/ 56 h 125"/>
                    <a:gd name="T8" fmla="*/ 342 w 393"/>
                    <a:gd name="T9" fmla="*/ 125 h 125"/>
                    <a:gd name="T10" fmla="*/ 94 w 393"/>
                    <a:gd name="T11" fmla="*/ 125 h 125"/>
                    <a:gd name="T12" fmla="*/ 196 w 393"/>
                    <a:gd name="T13" fmla="*/ 104 h 125"/>
                    <a:gd name="T14" fmla="*/ 0 w 393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3" y="56"/>
                      </a:lnTo>
                      <a:lnTo>
                        <a:pt x="342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1364" name="Freeform 71">
                  <a:extLst>
                    <a:ext uri="{FF2B5EF4-FFF2-40B4-BE49-F238E27FC236}">
                      <a16:creationId xmlns:a16="http://schemas.microsoft.com/office/drawing/2014/main" id="{EC4AE43C-C621-6A71-0296-C59844210F46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44" y="1806"/>
                  <a:ext cx="392" cy="124"/>
                </a:xfrm>
                <a:custGeom>
                  <a:avLst/>
                  <a:gdLst>
                    <a:gd name="T0" fmla="*/ 392 w 392"/>
                    <a:gd name="T1" fmla="*/ 97 h 124"/>
                    <a:gd name="T2" fmla="*/ 305 w 392"/>
                    <a:gd name="T3" fmla="*/ 124 h 124"/>
                    <a:gd name="T4" fmla="*/ 101 w 392"/>
                    <a:gd name="T5" fmla="*/ 41 h 124"/>
                    <a:gd name="T6" fmla="*/ 0 w 392"/>
                    <a:gd name="T7" fmla="*/ 69 h 124"/>
                    <a:gd name="T8" fmla="*/ 51 w 392"/>
                    <a:gd name="T9" fmla="*/ 0 h 124"/>
                    <a:gd name="T10" fmla="*/ 305 w 392"/>
                    <a:gd name="T11" fmla="*/ 0 h 124"/>
                    <a:gd name="T12" fmla="*/ 196 w 392"/>
                    <a:gd name="T13" fmla="*/ 20 h 124"/>
                    <a:gd name="T14" fmla="*/ 392 w 392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4">
                      <a:moveTo>
                        <a:pt x="392" y="97"/>
                      </a:moveTo>
                      <a:lnTo>
                        <a:pt x="305" y="124"/>
                      </a:lnTo>
                      <a:lnTo>
                        <a:pt x="101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5" y="0"/>
                      </a:lnTo>
                      <a:lnTo>
                        <a:pt x="196" y="20"/>
                      </a:lnTo>
                      <a:lnTo>
                        <a:pt x="392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1365" name="Freeform 72">
                  <a:extLst>
                    <a:ext uri="{FF2B5EF4-FFF2-40B4-BE49-F238E27FC236}">
                      <a16:creationId xmlns:a16="http://schemas.microsoft.com/office/drawing/2014/main" id="{75DCF1C3-A81D-4788-BFB2-9E39C1100210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44" y="1806"/>
                  <a:ext cx="392" cy="124"/>
                </a:xfrm>
                <a:custGeom>
                  <a:avLst/>
                  <a:gdLst>
                    <a:gd name="T0" fmla="*/ 392 w 392"/>
                    <a:gd name="T1" fmla="*/ 97 h 124"/>
                    <a:gd name="T2" fmla="*/ 305 w 392"/>
                    <a:gd name="T3" fmla="*/ 124 h 124"/>
                    <a:gd name="T4" fmla="*/ 101 w 392"/>
                    <a:gd name="T5" fmla="*/ 41 h 124"/>
                    <a:gd name="T6" fmla="*/ 0 w 392"/>
                    <a:gd name="T7" fmla="*/ 69 h 124"/>
                    <a:gd name="T8" fmla="*/ 51 w 392"/>
                    <a:gd name="T9" fmla="*/ 0 h 124"/>
                    <a:gd name="T10" fmla="*/ 305 w 392"/>
                    <a:gd name="T11" fmla="*/ 0 h 124"/>
                    <a:gd name="T12" fmla="*/ 196 w 392"/>
                    <a:gd name="T13" fmla="*/ 20 h 124"/>
                    <a:gd name="T14" fmla="*/ 392 w 392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4">
                      <a:moveTo>
                        <a:pt x="392" y="97"/>
                      </a:moveTo>
                      <a:lnTo>
                        <a:pt x="305" y="124"/>
                      </a:lnTo>
                      <a:lnTo>
                        <a:pt x="101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5" y="0"/>
                      </a:lnTo>
                      <a:lnTo>
                        <a:pt x="196" y="20"/>
                      </a:lnTo>
                      <a:lnTo>
                        <a:pt x="392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</p:grpSp>
        <p:sp>
          <p:nvSpPr>
            <p:cNvPr id="11355" name="WordArt 73">
              <a:extLst>
                <a:ext uri="{FF2B5EF4-FFF2-40B4-BE49-F238E27FC236}">
                  <a16:creationId xmlns:a16="http://schemas.microsoft.com/office/drawing/2014/main" id="{CD7D6B42-6216-6A97-DB36-425F21BD8646}"/>
                </a:ext>
              </a:extLst>
            </p:cNvPr>
            <p:cNvSpPr>
              <a:spLocks noChangeAspect="1" noChangeArrowheads="1" noChangeShapeType="1" noTextEdit="1"/>
            </p:cNvSpPr>
            <p:nvPr/>
          </p:nvSpPr>
          <p:spPr bwMode="auto">
            <a:xfrm>
              <a:off x="3293" y="1041"/>
              <a:ext cx="518" cy="15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r4  </a:t>
              </a:r>
            </a:p>
          </p:txBody>
        </p:sp>
      </p:grpSp>
      <p:sp>
        <p:nvSpPr>
          <p:cNvPr id="11282" name="Arc 89">
            <a:extLst>
              <a:ext uri="{FF2B5EF4-FFF2-40B4-BE49-F238E27FC236}">
                <a16:creationId xmlns:a16="http://schemas.microsoft.com/office/drawing/2014/main" id="{94EB4B54-EC3C-1375-5BDE-FD5D69B5C69F}"/>
              </a:ext>
            </a:extLst>
          </p:cNvPr>
          <p:cNvSpPr>
            <a:spLocks/>
          </p:cNvSpPr>
          <p:nvPr/>
        </p:nvSpPr>
        <p:spPr bwMode="auto">
          <a:xfrm flipH="1">
            <a:off x="3143251" y="2091809"/>
            <a:ext cx="1368425" cy="369332"/>
          </a:xfrm>
          <a:custGeom>
            <a:avLst/>
            <a:gdLst>
              <a:gd name="T0" fmla="*/ 0 w 21600"/>
              <a:gd name="T1" fmla="*/ 0 h 21600"/>
              <a:gd name="T2" fmla="*/ 1368425 w 21600"/>
              <a:gd name="T3" fmla="*/ 431800 h 21600"/>
              <a:gd name="T4" fmla="*/ 0 w 21600"/>
              <a:gd name="T5" fmla="*/ 43180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grpSp>
        <p:nvGrpSpPr>
          <p:cNvPr id="11283" name="Group 91">
            <a:extLst>
              <a:ext uri="{FF2B5EF4-FFF2-40B4-BE49-F238E27FC236}">
                <a16:creationId xmlns:a16="http://schemas.microsoft.com/office/drawing/2014/main" id="{16D87102-3D75-4705-B857-E41A7266548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511675" y="1844676"/>
            <a:ext cx="738188" cy="404813"/>
            <a:chOff x="816" y="2496"/>
            <a:chExt cx="384" cy="211"/>
          </a:xfrm>
        </p:grpSpPr>
        <p:sp>
          <p:nvSpPr>
            <p:cNvPr id="11332" name="AutoShape 92">
              <a:extLst>
                <a:ext uri="{FF2B5EF4-FFF2-40B4-BE49-F238E27FC236}">
                  <a16:creationId xmlns:a16="http://schemas.microsoft.com/office/drawing/2014/main" id="{AD5B6087-0ECB-3605-8820-D1C0CB64E92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816" y="2496"/>
              <a:ext cx="384" cy="211"/>
            </a:xfrm>
            <a:prstGeom prst="can">
              <a:avLst>
                <a:gd name="adj" fmla="val 50000"/>
              </a:avLst>
            </a:prstGeom>
            <a:gradFill rotWithShape="0">
              <a:gsLst>
                <a:gs pos="0">
                  <a:srgbClr val="002F5E"/>
                </a:gs>
                <a:gs pos="50000">
                  <a:srgbClr val="0066CC"/>
                </a:gs>
                <a:gs pos="100000">
                  <a:srgbClr val="002F5E"/>
                </a:gs>
              </a:gsLst>
              <a:lin ang="0" scaled="1"/>
            </a:gradFill>
            <a:ln w="9525">
              <a:solidFill>
                <a:srgbClr val="819F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73025" tIns="36512" rIns="73025" bIns="36512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it-IT" altLang="en-IT"/>
            </a:p>
          </p:txBody>
        </p:sp>
        <p:grpSp>
          <p:nvGrpSpPr>
            <p:cNvPr id="11333" name="Group 93">
              <a:extLst>
                <a:ext uri="{FF2B5EF4-FFF2-40B4-BE49-F238E27FC236}">
                  <a16:creationId xmlns:a16="http://schemas.microsoft.com/office/drawing/2014/main" id="{7ECC1CFE-30B6-C0D6-6782-3F133C49D39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87" y="2509"/>
              <a:ext cx="239" cy="83"/>
              <a:chOff x="422" y="1632"/>
              <a:chExt cx="829" cy="298"/>
            </a:xfrm>
          </p:grpSpPr>
          <p:grpSp>
            <p:nvGrpSpPr>
              <p:cNvPr id="11335" name="Group 94">
                <a:extLst>
                  <a:ext uri="{FF2B5EF4-FFF2-40B4-BE49-F238E27FC236}">
                    <a16:creationId xmlns:a16="http://schemas.microsoft.com/office/drawing/2014/main" id="{0064A5FA-4D18-C3F3-1CA0-76A48CB64C81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22" y="1632"/>
                <a:ext cx="822" cy="291"/>
                <a:chOff x="422" y="1632"/>
                <a:chExt cx="822" cy="291"/>
              </a:xfrm>
            </p:grpSpPr>
            <p:sp>
              <p:nvSpPr>
                <p:cNvPr id="11345" name="Freeform 95">
                  <a:extLst>
                    <a:ext uri="{FF2B5EF4-FFF2-40B4-BE49-F238E27FC236}">
                      <a16:creationId xmlns:a16="http://schemas.microsoft.com/office/drawing/2014/main" id="{C82002E0-A02C-20F7-18E2-2A913BDE6591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1" y="1639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4 w 393"/>
                    <a:gd name="T11" fmla="*/ 0 h 125"/>
                    <a:gd name="T12" fmla="*/ 196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4" y="0"/>
                      </a:lnTo>
                      <a:lnTo>
                        <a:pt x="196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1346" name="Freeform 96">
                  <a:extLst>
                    <a:ext uri="{FF2B5EF4-FFF2-40B4-BE49-F238E27FC236}">
                      <a16:creationId xmlns:a16="http://schemas.microsoft.com/office/drawing/2014/main" id="{D4A24921-ABDE-5A40-045F-AD1E5B884102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1" y="1639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4 w 393"/>
                    <a:gd name="T11" fmla="*/ 0 h 125"/>
                    <a:gd name="T12" fmla="*/ 196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4" y="0"/>
                      </a:lnTo>
                      <a:lnTo>
                        <a:pt x="196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1347" name="Freeform 97">
                  <a:extLst>
                    <a:ext uri="{FF2B5EF4-FFF2-40B4-BE49-F238E27FC236}">
                      <a16:creationId xmlns:a16="http://schemas.microsoft.com/office/drawing/2014/main" id="{CA86435D-8547-F8DC-F0D1-62C145A21924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2" y="1785"/>
                  <a:ext cx="393" cy="132"/>
                </a:xfrm>
                <a:custGeom>
                  <a:avLst/>
                  <a:gdLst>
                    <a:gd name="T0" fmla="*/ 393 w 393"/>
                    <a:gd name="T1" fmla="*/ 28 h 132"/>
                    <a:gd name="T2" fmla="*/ 305 w 393"/>
                    <a:gd name="T3" fmla="*/ 0 h 132"/>
                    <a:gd name="T4" fmla="*/ 102 w 393"/>
                    <a:gd name="T5" fmla="*/ 83 h 132"/>
                    <a:gd name="T6" fmla="*/ 0 w 393"/>
                    <a:gd name="T7" fmla="*/ 55 h 132"/>
                    <a:gd name="T8" fmla="*/ 51 w 393"/>
                    <a:gd name="T9" fmla="*/ 132 h 132"/>
                    <a:gd name="T10" fmla="*/ 305 w 393"/>
                    <a:gd name="T11" fmla="*/ 132 h 132"/>
                    <a:gd name="T12" fmla="*/ 196 w 393"/>
                    <a:gd name="T13" fmla="*/ 104 h 132"/>
                    <a:gd name="T14" fmla="*/ 393 w 393"/>
                    <a:gd name="T15" fmla="*/ 28 h 13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2">
                      <a:moveTo>
                        <a:pt x="393" y="28"/>
                      </a:moveTo>
                      <a:lnTo>
                        <a:pt x="305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2"/>
                      </a:lnTo>
                      <a:lnTo>
                        <a:pt x="305" y="132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1348" name="Freeform 98">
                  <a:extLst>
                    <a:ext uri="{FF2B5EF4-FFF2-40B4-BE49-F238E27FC236}">
                      <a16:creationId xmlns:a16="http://schemas.microsoft.com/office/drawing/2014/main" id="{AE66C7CF-8EE2-26AD-9B8D-11D4C61761E2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2" y="1785"/>
                  <a:ext cx="393" cy="132"/>
                </a:xfrm>
                <a:custGeom>
                  <a:avLst/>
                  <a:gdLst>
                    <a:gd name="T0" fmla="*/ 393 w 393"/>
                    <a:gd name="T1" fmla="*/ 28 h 132"/>
                    <a:gd name="T2" fmla="*/ 305 w 393"/>
                    <a:gd name="T3" fmla="*/ 0 h 132"/>
                    <a:gd name="T4" fmla="*/ 102 w 393"/>
                    <a:gd name="T5" fmla="*/ 83 h 132"/>
                    <a:gd name="T6" fmla="*/ 0 w 393"/>
                    <a:gd name="T7" fmla="*/ 55 h 132"/>
                    <a:gd name="T8" fmla="*/ 51 w 393"/>
                    <a:gd name="T9" fmla="*/ 132 h 132"/>
                    <a:gd name="T10" fmla="*/ 305 w 393"/>
                    <a:gd name="T11" fmla="*/ 132 h 132"/>
                    <a:gd name="T12" fmla="*/ 196 w 393"/>
                    <a:gd name="T13" fmla="*/ 104 h 132"/>
                    <a:gd name="T14" fmla="*/ 393 w 393"/>
                    <a:gd name="T15" fmla="*/ 28 h 13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2">
                      <a:moveTo>
                        <a:pt x="393" y="28"/>
                      </a:moveTo>
                      <a:lnTo>
                        <a:pt x="305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2"/>
                      </a:lnTo>
                      <a:lnTo>
                        <a:pt x="305" y="132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1349" name="Freeform 99">
                  <a:extLst>
                    <a:ext uri="{FF2B5EF4-FFF2-40B4-BE49-F238E27FC236}">
                      <a16:creationId xmlns:a16="http://schemas.microsoft.com/office/drawing/2014/main" id="{B9F12DE2-8E8F-54BF-44D8-1C2296E8D480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44" y="1632"/>
                  <a:ext cx="392" cy="125"/>
                </a:xfrm>
                <a:custGeom>
                  <a:avLst/>
                  <a:gdLst>
                    <a:gd name="T0" fmla="*/ 0 w 392"/>
                    <a:gd name="T1" fmla="*/ 28 h 125"/>
                    <a:gd name="T2" fmla="*/ 87 w 392"/>
                    <a:gd name="T3" fmla="*/ 0 h 125"/>
                    <a:gd name="T4" fmla="*/ 298 w 392"/>
                    <a:gd name="T5" fmla="*/ 77 h 125"/>
                    <a:gd name="T6" fmla="*/ 392 w 392"/>
                    <a:gd name="T7" fmla="*/ 56 h 125"/>
                    <a:gd name="T8" fmla="*/ 341 w 392"/>
                    <a:gd name="T9" fmla="*/ 125 h 125"/>
                    <a:gd name="T10" fmla="*/ 94 w 392"/>
                    <a:gd name="T11" fmla="*/ 125 h 125"/>
                    <a:gd name="T12" fmla="*/ 196 w 392"/>
                    <a:gd name="T13" fmla="*/ 104 h 125"/>
                    <a:gd name="T14" fmla="*/ 0 w 392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2" y="56"/>
                      </a:lnTo>
                      <a:lnTo>
                        <a:pt x="341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1350" name="Freeform 100">
                  <a:extLst>
                    <a:ext uri="{FF2B5EF4-FFF2-40B4-BE49-F238E27FC236}">
                      <a16:creationId xmlns:a16="http://schemas.microsoft.com/office/drawing/2014/main" id="{E0F1A81F-E7CE-E7EC-DCE5-79348C824394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44" y="1632"/>
                  <a:ext cx="392" cy="125"/>
                </a:xfrm>
                <a:custGeom>
                  <a:avLst/>
                  <a:gdLst>
                    <a:gd name="T0" fmla="*/ 0 w 392"/>
                    <a:gd name="T1" fmla="*/ 28 h 125"/>
                    <a:gd name="T2" fmla="*/ 87 w 392"/>
                    <a:gd name="T3" fmla="*/ 0 h 125"/>
                    <a:gd name="T4" fmla="*/ 298 w 392"/>
                    <a:gd name="T5" fmla="*/ 77 h 125"/>
                    <a:gd name="T6" fmla="*/ 392 w 392"/>
                    <a:gd name="T7" fmla="*/ 56 h 125"/>
                    <a:gd name="T8" fmla="*/ 341 w 392"/>
                    <a:gd name="T9" fmla="*/ 125 h 125"/>
                    <a:gd name="T10" fmla="*/ 94 w 392"/>
                    <a:gd name="T11" fmla="*/ 125 h 125"/>
                    <a:gd name="T12" fmla="*/ 196 w 392"/>
                    <a:gd name="T13" fmla="*/ 104 h 125"/>
                    <a:gd name="T14" fmla="*/ 0 w 392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2" y="56"/>
                      </a:lnTo>
                      <a:lnTo>
                        <a:pt x="341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1351" name="Freeform 101">
                  <a:extLst>
                    <a:ext uri="{FF2B5EF4-FFF2-40B4-BE49-F238E27FC236}">
                      <a16:creationId xmlns:a16="http://schemas.microsoft.com/office/drawing/2014/main" id="{74C8EFC8-F289-9594-93BD-B26A86654C94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36" y="1799"/>
                  <a:ext cx="393" cy="124"/>
                </a:xfrm>
                <a:custGeom>
                  <a:avLst/>
                  <a:gdLst>
                    <a:gd name="T0" fmla="*/ 393 w 393"/>
                    <a:gd name="T1" fmla="*/ 97 h 124"/>
                    <a:gd name="T2" fmla="*/ 306 w 393"/>
                    <a:gd name="T3" fmla="*/ 124 h 124"/>
                    <a:gd name="T4" fmla="*/ 102 w 393"/>
                    <a:gd name="T5" fmla="*/ 41 h 124"/>
                    <a:gd name="T6" fmla="*/ 0 w 393"/>
                    <a:gd name="T7" fmla="*/ 69 h 124"/>
                    <a:gd name="T8" fmla="*/ 51 w 393"/>
                    <a:gd name="T9" fmla="*/ 0 h 124"/>
                    <a:gd name="T10" fmla="*/ 306 w 393"/>
                    <a:gd name="T11" fmla="*/ 0 h 124"/>
                    <a:gd name="T12" fmla="*/ 197 w 393"/>
                    <a:gd name="T13" fmla="*/ 21 h 124"/>
                    <a:gd name="T14" fmla="*/ 393 w 393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4">
                      <a:moveTo>
                        <a:pt x="393" y="97"/>
                      </a:moveTo>
                      <a:lnTo>
                        <a:pt x="306" y="124"/>
                      </a:lnTo>
                      <a:lnTo>
                        <a:pt x="102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6" y="0"/>
                      </a:lnTo>
                      <a:lnTo>
                        <a:pt x="197" y="21"/>
                      </a:lnTo>
                      <a:lnTo>
                        <a:pt x="393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1352" name="Freeform 102">
                  <a:extLst>
                    <a:ext uri="{FF2B5EF4-FFF2-40B4-BE49-F238E27FC236}">
                      <a16:creationId xmlns:a16="http://schemas.microsoft.com/office/drawing/2014/main" id="{ECFA2C2B-9295-45E1-DBA8-51226D1D5074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36" y="1799"/>
                  <a:ext cx="393" cy="124"/>
                </a:xfrm>
                <a:custGeom>
                  <a:avLst/>
                  <a:gdLst>
                    <a:gd name="T0" fmla="*/ 393 w 393"/>
                    <a:gd name="T1" fmla="*/ 97 h 124"/>
                    <a:gd name="T2" fmla="*/ 306 w 393"/>
                    <a:gd name="T3" fmla="*/ 124 h 124"/>
                    <a:gd name="T4" fmla="*/ 102 w 393"/>
                    <a:gd name="T5" fmla="*/ 41 h 124"/>
                    <a:gd name="T6" fmla="*/ 0 w 393"/>
                    <a:gd name="T7" fmla="*/ 69 h 124"/>
                    <a:gd name="T8" fmla="*/ 51 w 393"/>
                    <a:gd name="T9" fmla="*/ 0 h 124"/>
                    <a:gd name="T10" fmla="*/ 306 w 393"/>
                    <a:gd name="T11" fmla="*/ 0 h 124"/>
                    <a:gd name="T12" fmla="*/ 197 w 393"/>
                    <a:gd name="T13" fmla="*/ 21 h 124"/>
                    <a:gd name="T14" fmla="*/ 393 w 393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4">
                      <a:moveTo>
                        <a:pt x="393" y="97"/>
                      </a:moveTo>
                      <a:lnTo>
                        <a:pt x="306" y="124"/>
                      </a:lnTo>
                      <a:lnTo>
                        <a:pt x="102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6" y="0"/>
                      </a:lnTo>
                      <a:lnTo>
                        <a:pt x="197" y="21"/>
                      </a:lnTo>
                      <a:lnTo>
                        <a:pt x="393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1336" name="Group 103">
                <a:extLst>
                  <a:ext uri="{FF2B5EF4-FFF2-40B4-BE49-F238E27FC236}">
                    <a16:creationId xmlns:a16="http://schemas.microsoft.com/office/drawing/2014/main" id="{EA245287-A647-C9B8-766C-7DA494461018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29" y="1639"/>
                <a:ext cx="822" cy="291"/>
                <a:chOff x="429" y="1639"/>
                <a:chExt cx="822" cy="291"/>
              </a:xfrm>
            </p:grpSpPr>
            <p:sp>
              <p:nvSpPr>
                <p:cNvPr id="11337" name="Freeform 104">
                  <a:extLst>
                    <a:ext uri="{FF2B5EF4-FFF2-40B4-BE49-F238E27FC236}">
                      <a16:creationId xmlns:a16="http://schemas.microsoft.com/office/drawing/2014/main" id="{B7CD39B1-1D14-02CE-8C9D-B35C9901B688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8" y="1646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5 w 393"/>
                    <a:gd name="T11" fmla="*/ 0 h 125"/>
                    <a:gd name="T12" fmla="*/ 197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5" y="0"/>
                      </a:lnTo>
                      <a:lnTo>
                        <a:pt x="197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1338" name="Freeform 105">
                  <a:extLst>
                    <a:ext uri="{FF2B5EF4-FFF2-40B4-BE49-F238E27FC236}">
                      <a16:creationId xmlns:a16="http://schemas.microsoft.com/office/drawing/2014/main" id="{277C7DE6-545E-7CAD-080E-3F1182CC5D63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8" y="1646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5 w 393"/>
                    <a:gd name="T11" fmla="*/ 0 h 125"/>
                    <a:gd name="T12" fmla="*/ 197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5" y="0"/>
                      </a:lnTo>
                      <a:lnTo>
                        <a:pt x="197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1339" name="Freeform 106">
                  <a:extLst>
                    <a:ext uri="{FF2B5EF4-FFF2-40B4-BE49-F238E27FC236}">
                      <a16:creationId xmlns:a16="http://schemas.microsoft.com/office/drawing/2014/main" id="{4B3EE6C7-4DB1-1665-1D38-ED5D4BEE3708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9" y="1792"/>
                  <a:ext cx="393" cy="131"/>
                </a:xfrm>
                <a:custGeom>
                  <a:avLst/>
                  <a:gdLst>
                    <a:gd name="T0" fmla="*/ 393 w 393"/>
                    <a:gd name="T1" fmla="*/ 28 h 131"/>
                    <a:gd name="T2" fmla="*/ 306 w 393"/>
                    <a:gd name="T3" fmla="*/ 0 h 131"/>
                    <a:gd name="T4" fmla="*/ 102 w 393"/>
                    <a:gd name="T5" fmla="*/ 83 h 131"/>
                    <a:gd name="T6" fmla="*/ 0 w 393"/>
                    <a:gd name="T7" fmla="*/ 55 h 131"/>
                    <a:gd name="T8" fmla="*/ 51 w 393"/>
                    <a:gd name="T9" fmla="*/ 131 h 131"/>
                    <a:gd name="T10" fmla="*/ 306 w 393"/>
                    <a:gd name="T11" fmla="*/ 131 h 131"/>
                    <a:gd name="T12" fmla="*/ 196 w 393"/>
                    <a:gd name="T13" fmla="*/ 104 h 131"/>
                    <a:gd name="T14" fmla="*/ 393 w 393"/>
                    <a:gd name="T15" fmla="*/ 28 h 13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1">
                      <a:moveTo>
                        <a:pt x="393" y="28"/>
                      </a:moveTo>
                      <a:lnTo>
                        <a:pt x="306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1"/>
                      </a:lnTo>
                      <a:lnTo>
                        <a:pt x="306" y="131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1340" name="Freeform 107">
                  <a:extLst>
                    <a:ext uri="{FF2B5EF4-FFF2-40B4-BE49-F238E27FC236}">
                      <a16:creationId xmlns:a16="http://schemas.microsoft.com/office/drawing/2014/main" id="{FCA00AB7-1756-89D0-266C-E9C226A3E734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9" y="1792"/>
                  <a:ext cx="393" cy="131"/>
                </a:xfrm>
                <a:custGeom>
                  <a:avLst/>
                  <a:gdLst>
                    <a:gd name="T0" fmla="*/ 393 w 393"/>
                    <a:gd name="T1" fmla="*/ 28 h 131"/>
                    <a:gd name="T2" fmla="*/ 306 w 393"/>
                    <a:gd name="T3" fmla="*/ 0 h 131"/>
                    <a:gd name="T4" fmla="*/ 102 w 393"/>
                    <a:gd name="T5" fmla="*/ 83 h 131"/>
                    <a:gd name="T6" fmla="*/ 0 w 393"/>
                    <a:gd name="T7" fmla="*/ 55 h 131"/>
                    <a:gd name="T8" fmla="*/ 51 w 393"/>
                    <a:gd name="T9" fmla="*/ 131 h 131"/>
                    <a:gd name="T10" fmla="*/ 306 w 393"/>
                    <a:gd name="T11" fmla="*/ 131 h 131"/>
                    <a:gd name="T12" fmla="*/ 196 w 393"/>
                    <a:gd name="T13" fmla="*/ 104 h 131"/>
                    <a:gd name="T14" fmla="*/ 393 w 393"/>
                    <a:gd name="T15" fmla="*/ 28 h 13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1">
                      <a:moveTo>
                        <a:pt x="393" y="28"/>
                      </a:moveTo>
                      <a:lnTo>
                        <a:pt x="306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1"/>
                      </a:lnTo>
                      <a:lnTo>
                        <a:pt x="306" y="131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1341" name="Freeform 108">
                  <a:extLst>
                    <a:ext uri="{FF2B5EF4-FFF2-40B4-BE49-F238E27FC236}">
                      <a16:creationId xmlns:a16="http://schemas.microsoft.com/office/drawing/2014/main" id="{E572FB08-A133-73B2-33F3-723E70837088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51" y="1639"/>
                  <a:ext cx="393" cy="125"/>
                </a:xfrm>
                <a:custGeom>
                  <a:avLst/>
                  <a:gdLst>
                    <a:gd name="T0" fmla="*/ 0 w 393"/>
                    <a:gd name="T1" fmla="*/ 28 h 125"/>
                    <a:gd name="T2" fmla="*/ 87 w 393"/>
                    <a:gd name="T3" fmla="*/ 0 h 125"/>
                    <a:gd name="T4" fmla="*/ 298 w 393"/>
                    <a:gd name="T5" fmla="*/ 77 h 125"/>
                    <a:gd name="T6" fmla="*/ 393 w 393"/>
                    <a:gd name="T7" fmla="*/ 56 h 125"/>
                    <a:gd name="T8" fmla="*/ 342 w 393"/>
                    <a:gd name="T9" fmla="*/ 125 h 125"/>
                    <a:gd name="T10" fmla="*/ 94 w 393"/>
                    <a:gd name="T11" fmla="*/ 125 h 125"/>
                    <a:gd name="T12" fmla="*/ 196 w 393"/>
                    <a:gd name="T13" fmla="*/ 104 h 125"/>
                    <a:gd name="T14" fmla="*/ 0 w 393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3" y="56"/>
                      </a:lnTo>
                      <a:lnTo>
                        <a:pt x="342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1342" name="Freeform 109">
                  <a:extLst>
                    <a:ext uri="{FF2B5EF4-FFF2-40B4-BE49-F238E27FC236}">
                      <a16:creationId xmlns:a16="http://schemas.microsoft.com/office/drawing/2014/main" id="{E994B326-5B9D-5A59-7814-ED83B10B2FE3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51" y="1639"/>
                  <a:ext cx="393" cy="125"/>
                </a:xfrm>
                <a:custGeom>
                  <a:avLst/>
                  <a:gdLst>
                    <a:gd name="T0" fmla="*/ 0 w 393"/>
                    <a:gd name="T1" fmla="*/ 28 h 125"/>
                    <a:gd name="T2" fmla="*/ 87 w 393"/>
                    <a:gd name="T3" fmla="*/ 0 h 125"/>
                    <a:gd name="T4" fmla="*/ 298 w 393"/>
                    <a:gd name="T5" fmla="*/ 77 h 125"/>
                    <a:gd name="T6" fmla="*/ 393 w 393"/>
                    <a:gd name="T7" fmla="*/ 56 h 125"/>
                    <a:gd name="T8" fmla="*/ 342 w 393"/>
                    <a:gd name="T9" fmla="*/ 125 h 125"/>
                    <a:gd name="T10" fmla="*/ 94 w 393"/>
                    <a:gd name="T11" fmla="*/ 125 h 125"/>
                    <a:gd name="T12" fmla="*/ 196 w 393"/>
                    <a:gd name="T13" fmla="*/ 104 h 125"/>
                    <a:gd name="T14" fmla="*/ 0 w 393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3" y="56"/>
                      </a:lnTo>
                      <a:lnTo>
                        <a:pt x="342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1343" name="Freeform 110">
                  <a:extLst>
                    <a:ext uri="{FF2B5EF4-FFF2-40B4-BE49-F238E27FC236}">
                      <a16:creationId xmlns:a16="http://schemas.microsoft.com/office/drawing/2014/main" id="{06EBD4E6-58AE-2EB1-0E9A-4FBAB5B0CF5C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44" y="1806"/>
                  <a:ext cx="392" cy="124"/>
                </a:xfrm>
                <a:custGeom>
                  <a:avLst/>
                  <a:gdLst>
                    <a:gd name="T0" fmla="*/ 392 w 392"/>
                    <a:gd name="T1" fmla="*/ 97 h 124"/>
                    <a:gd name="T2" fmla="*/ 305 w 392"/>
                    <a:gd name="T3" fmla="*/ 124 h 124"/>
                    <a:gd name="T4" fmla="*/ 101 w 392"/>
                    <a:gd name="T5" fmla="*/ 41 h 124"/>
                    <a:gd name="T6" fmla="*/ 0 w 392"/>
                    <a:gd name="T7" fmla="*/ 69 h 124"/>
                    <a:gd name="T8" fmla="*/ 51 w 392"/>
                    <a:gd name="T9" fmla="*/ 0 h 124"/>
                    <a:gd name="T10" fmla="*/ 305 w 392"/>
                    <a:gd name="T11" fmla="*/ 0 h 124"/>
                    <a:gd name="T12" fmla="*/ 196 w 392"/>
                    <a:gd name="T13" fmla="*/ 20 h 124"/>
                    <a:gd name="T14" fmla="*/ 392 w 392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4">
                      <a:moveTo>
                        <a:pt x="392" y="97"/>
                      </a:moveTo>
                      <a:lnTo>
                        <a:pt x="305" y="124"/>
                      </a:lnTo>
                      <a:lnTo>
                        <a:pt x="101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5" y="0"/>
                      </a:lnTo>
                      <a:lnTo>
                        <a:pt x="196" y="20"/>
                      </a:lnTo>
                      <a:lnTo>
                        <a:pt x="392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1344" name="Freeform 111">
                  <a:extLst>
                    <a:ext uri="{FF2B5EF4-FFF2-40B4-BE49-F238E27FC236}">
                      <a16:creationId xmlns:a16="http://schemas.microsoft.com/office/drawing/2014/main" id="{AA82031D-29F7-88B9-22C1-10D57AD789DF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44" y="1806"/>
                  <a:ext cx="392" cy="124"/>
                </a:xfrm>
                <a:custGeom>
                  <a:avLst/>
                  <a:gdLst>
                    <a:gd name="T0" fmla="*/ 392 w 392"/>
                    <a:gd name="T1" fmla="*/ 97 h 124"/>
                    <a:gd name="T2" fmla="*/ 305 w 392"/>
                    <a:gd name="T3" fmla="*/ 124 h 124"/>
                    <a:gd name="T4" fmla="*/ 101 w 392"/>
                    <a:gd name="T5" fmla="*/ 41 h 124"/>
                    <a:gd name="T6" fmla="*/ 0 w 392"/>
                    <a:gd name="T7" fmla="*/ 69 h 124"/>
                    <a:gd name="T8" fmla="*/ 51 w 392"/>
                    <a:gd name="T9" fmla="*/ 0 h 124"/>
                    <a:gd name="T10" fmla="*/ 305 w 392"/>
                    <a:gd name="T11" fmla="*/ 0 h 124"/>
                    <a:gd name="T12" fmla="*/ 196 w 392"/>
                    <a:gd name="T13" fmla="*/ 20 h 124"/>
                    <a:gd name="T14" fmla="*/ 392 w 392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4">
                      <a:moveTo>
                        <a:pt x="392" y="97"/>
                      </a:moveTo>
                      <a:lnTo>
                        <a:pt x="305" y="124"/>
                      </a:lnTo>
                      <a:lnTo>
                        <a:pt x="101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5" y="0"/>
                      </a:lnTo>
                      <a:lnTo>
                        <a:pt x="196" y="20"/>
                      </a:lnTo>
                      <a:lnTo>
                        <a:pt x="392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</p:grpSp>
        <p:sp>
          <p:nvSpPr>
            <p:cNvPr id="11334" name="WordArt 112">
              <a:extLst>
                <a:ext uri="{FF2B5EF4-FFF2-40B4-BE49-F238E27FC236}">
                  <a16:creationId xmlns:a16="http://schemas.microsoft.com/office/drawing/2014/main" id="{7FC3D6D7-2E8F-5EB5-1E8A-C457F7526115}"/>
                </a:ext>
              </a:extLst>
            </p:cNvPr>
            <p:cNvSpPr>
              <a:spLocks noChangeAspect="1" noChangeArrowheads="1" noChangeShapeType="1" noTextEdit="1"/>
            </p:cNvSpPr>
            <p:nvPr/>
          </p:nvSpPr>
          <p:spPr bwMode="auto">
            <a:xfrm>
              <a:off x="835" y="2582"/>
              <a:ext cx="346" cy="104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r1  </a:t>
              </a:r>
            </a:p>
          </p:txBody>
        </p:sp>
      </p:grpSp>
      <p:grpSp>
        <p:nvGrpSpPr>
          <p:cNvPr id="11284" name="Group 113">
            <a:extLst>
              <a:ext uri="{FF2B5EF4-FFF2-40B4-BE49-F238E27FC236}">
                <a16:creationId xmlns:a16="http://schemas.microsoft.com/office/drawing/2014/main" id="{9EB0E696-D7F9-82A0-C8AF-E453168F09F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656139" y="5300663"/>
            <a:ext cx="738187" cy="404812"/>
            <a:chOff x="1008" y="3725"/>
            <a:chExt cx="384" cy="211"/>
          </a:xfrm>
        </p:grpSpPr>
        <p:sp>
          <p:nvSpPr>
            <p:cNvPr id="11311" name="AutoShape 114">
              <a:extLst>
                <a:ext uri="{FF2B5EF4-FFF2-40B4-BE49-F238E27FC236}">
                  <a16:creationId xmlns:a16="http://schemas.microsoft.com/office/drawing/2014/main" id="{E852AAF3-38D9-0A95-52B2-A1BBD93A140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008" y="3725"/>
              <a:ext cx="384" cy="211"/>
            </a:xfrm>
            <a:prstGeom prst="can">
              <a:avLst>
                <a:gd name="adj" fmla="val 50000"/>
              </a:avLst>
            </a:prstGeom>
            <a:gradFill rotWithShape="0">
              <a:gsLst>
                <a:gs pos="0">
                  <a:srgbClr val="002F5E"/>
                </a:gs>
                <a:gs pos="50000">
                  <a:srgbClr val="0066CC"/>
                </a:gs>
                <a:gs pos="100000">
                  <a:srgbClr val="002F5E"/>
                </a:gs>
              </a:gsLst>
              <a:lin ang="0" scaled="1"/>
            </a:gradFill>
            <a:ln w="9525">
              <a:solidFill>
                <a:srgbClr val="819F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73025" tIns="36512" rIns="73025" bIns="36512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it-IT" altLang="en-IT"/>
            </a:p>
          </p:txBody>
        </p:sp>
        <p:grpSp>
          <p:nvGrpSpPr>
            <p:cNvPr id="11312" name="Group 115">
              <a:extLst>
                <a:ext uri="{FF2B5EF4-FFF2-40B4-BE49-F238E27FC236}">
                  <a16:creationId xmlns:a16="http://schemas.microsoft.com/office/drawing/2014/main" id="{B25C4EC8-191F-5C32-DFC8-C08E02C3F27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79" y="3738"/>
              <a:ext cx="239" cy="83"/>
              <a:chOff x="422" y="1632"/>
              <a:chExt cx="829" cy="298"/>
            </a:xfrm>
          </p:grpSpPr>
          <p:grpSp>
            <p:nvGrpSpPr>
              <p:cNvPr id="11314" name="Group 116">
                <a:extLst>
                  <a:ext uri="{FF2B5EF4-FFF2-40B4-BE49-F238E27FC236}">
                    <a16:creationId xmlns:a16="http://schemas.microsoft.com/office/drawing/2014/main" id="{1F2E8DB3-76DE-FB6E-E51B-4A37D825CA6D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22" y="1632"/>
                <a:ext cx="822" cy="291"/>
                <a:chOff x="422" y="1632"/>
                <a:chExt cx="822" cy="291"/>
              </a:xfrm>
            </p:grpSpPr>
            <p:sp>
              <p:nvSpPr>
                <p:cNvPr id="11324" name="Freeform 117">
                  <a:extLst>
                    <a:ext uri="{FF2B5EF4-FFF2-40B4-BE49-F238E27FC236}">
                      <a16:creationId xmlns:a16="http://schemas.microsoft.com/office/drawing/2014/main" id="{518B805E-B1B4-0865-46E6-456DE392D00E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1" y="1639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4 w 393"/>
                    <a:gd name="T11" fmla="*/ 0 h 125"/>
                    <a:gd name="T12" fmla="*/ 196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4" y="0"/>
                      </a:lnTo>
                      <a:lnTo>
                        <a:pt x="196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1325" name="Freeform 118">
                  <a:extLst>
                    <a:ext uri="{FF2B5EF4-FFF2-40B4-BE49-F238E27FC236}">
                      <a16:creationId xmlns:a16="http://schemas.microsoft.com/office/drawing/2014/main" id="{1C52B033-DD11-9876-3956-BB56F7128BE3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1" y="1639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4 w 393"/>
                    <a:gd name="T11" fmla="*/ 0 h 125"/>
                    <a:gd name="T12" fmla="*/ 196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4" y="0"/>
                      </a:lnTo>
                      <a:lnTo>
                        <a:pt x="196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1326" name="Freeform 119">
                  <a:extLst>
                    <a:ext uri="{FF2B5EF4-FFF2-40B4-BE49-F238E27FC236}">
                      <a16:creationId xmlns:a16="http://schemas.microsoft.com/office/drawing/2014/main" id="{40A666C5-B961-B517-6539-73A48FD24FD0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2" y="1785"/>
                  <a:ext cx="393" cy="132"/>
                </a:xfrm>
                <a:custGeom>
                  <a:avLst/>
                  <a:gdLst>
                    <a:gd name="T0" fmla="*/ 393 w 393"/>
                    <a:gd name="T1" fmla="*/ 28 h 132"/>
                    <a:gd name="T2" fmla="*/ 305 w 393"/>
                    <a:gd name="T3" fmla="*/ 0 h 132"/>
                    <a:gd name="T4" fmla="*/ 102 w 393"/>
                    <a:gd name="T5" fmla="*/ 83 h 132"/>
                    <a:gd name="T6" fmla="*/ 0 w 393"/>
                    <a:gd name="T7" fmla="*/ 55 h 132"/>
                    <a:gd name="T8" fmla="*/ 51 w 393"/>
                    <a:gd name="T9" fmla="*/ 132 h 132"/>
                    <a:gd name="T10" fmla="*/ 305 w 393"/>
                    <a:gd name="T11" fmla="*/ 132 h 132"/>
                    <a:gd name="T12" fmla="*/ 196 w 393"/>
                    <a:gd name="T13" fmla="*/ 104 h 132"/>
                    <a:gd name="T14" fmla="*/ 393 w 393"/>
                    <a:gd name="T15" fmla="*/ 28 h 13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2">
                      <a:moveTo>
                        <a:pt x="393" y="28"/>
                      </a:moveTo>
                      <a:lnTo>
                        <a:pt x="305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2"/>
                      </a:lnTo>
                      <a:lnTo>
                        <a:pt x="305" y="132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1327" name="Freeform 120">
                  <a:extLst>
                    <a:ext uri="{FF2B5EF4-FFF2-40B4-BE49-F238E27FC236}">
                      <a16:creationId xmlns:a16="http://schemas.microsoft.com/office/drawing/2014/main" id="{3EFA7435-3CB6-8DB6-03B5-D27C8678DC28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2" y="1785"/>
                  <a:ext cx="393" cy="132"/>
                </a:xfrm>
                <a:custGeom>
                  <a:avLst/>
                  <a:gdLst>
                    <a:gd name="T0" fmla="*/ 393 w 393"/>
                    <a:gd name="T1" fmla="*/ 28 h 132"/>
                    <a:gd name="T2" fmla="*/ 305 w 393"/>
                    <a:gd name="T3" fmla="*/ 0 h 132"/>
                    <a:gd name="T4" fmla="*/ 102 w 393"/>
                    <a:gd name="T5" fmla="*/ 83 h 132"/>
                    <a:gd name="T6" fmla="*/ 0 w 393"/>
                    <a:gd name="T7" fmla="*/ 55 h 132"/>
                    <a:gd name="T8" fmla="*/ 51 w 393"/>
                    <a:gd name="T9" fmla="*/ 132 h 132"/>
                    <a:gd name="T10" fmla="*/ 305 w 393"/>
                    <a:gd name="T11" fmla="*/ 132 h 132"/>
                    <a:gd name="T12" fmla="*/ 196 w 393"/>
                    <a:gd name="T13" fmla="*/ 104 h 132"/>
                    <a:gd name="T14" fmla="*/ 393 w 393"/>
                    <a:gd name="T15" fmla="*/ 28 h 13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2">
                      <a:moveTo>
                        <a:pt x="393" y="28"/>
                      </a:moveTo>
                      <a:lnTo>
                        <a:pt x="305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2"/>
                      </a:lnTo>
                      <a:lnTo>
                        <a:pt x="305" y="132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1328" name="Freeform 121">
                  <a:extLst>
                    <a:ext uri="{FF2B5EF4-FFF2-40B4-BE49-F238E27FC236}">
                      <a16:creationId xmlns:a16="http://schemas.microsoft.com/office/drawing/2014/main" id="{1C1B5D6A-AC6A-5795-306A-012DF3F89DC4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44" y="1632"/>
                  <a:ext cx="392" cy="125"/>
                </a:xfrm>
                <a:custGeom>
                  <a:avLst/>
                  <a:gdLst>
                    <a:gd name="T0" fmla="*/ 0 w 392"/>
                    <a:gd name="T1" fmla="*/ 28 h 125"/>
                    <a:gd name="T2" fmla="*/ 87 w 392"/>
                    <a:gd name="T3" fmla="*/ 0 h 125"/>
                    <a:gd name="T4" fmla="*/ 298 w 392"/>
                    <a:gd name="T5" fmla="*/ 77 h 125"/>
                    <a:gd name="T6" fmla="*/ 392 w 392"/>
                    <a:gd name="T7" fmla="*/ 56 h 125"/>
                    <a:gd name="T8" fmla="*/ 341 w 392"/>
                    <a:gd name="T9" fmla="*/ 125 h 125"/>
                    <a:gd name="T10" fmla="*/ 94 w 392"/>
                    <a:gd name="T11" fmla="*/ 125 h 125"/>
                    <a:gd name="T12" fmla="*/ 196 w 392"/>
                    <a:gd name="T13" fmla="*/ 104 h 125"/>
                    <a:gd name="T14" fmla="*/ 0 w 392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2" y="56"/>
                      </a:lnTo>
                      <a:lnTo>
                        <a:pt x="341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1329" name="Freeform 122">
                  <a:extLst>
                    <a:ext uri="{FF2B5EF4-FFF2-40B4-BE49-F238E27FC236}">
                      <a16:creationId xmlns:a16="http://schemas.microsoft.com/office/drawing/2014/main" id="{DBCC440D-2EF0-C4A2-CD45-9BF967A01344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44" y="1632"/>
                  <a:ext cx="392" cy="125"/>
                </a:xfrm>
                <a:custGeom>
                  <a:avLst/>
                  <a:gdLst>
                    <a:gd name="T0" fmla="*/ 0 w 392"/>
                    <a:gd name="T1" fmla="*/ 28 h 125"/>
                    <a:gd name="T2" fmla="*/ 87 w 392"/>
                    <a:gd name="T3" fmla="*/ 0 h 125"/>
                    <a:gd name="T4" fmla="*/ 298 w 392"/>
                    <a:gd name="T5" fmla="*/ 77 h 125"/>
                    <a:gd name="T6" fmla="*/ 392 w 392"/>
                    <a:gd name="T7" fmla="*/ 56 h 125"/>
                    <a:gd name="T8" fmla="*/ 341 w 392"/>
                    <a:gd name="T9" fmla="*/ 125 h 125"/>
                    <a:gd name="T10" fmla="*/ 94 w 392"/>
                    <a:gd name="T11" fmla="*/ 125 h 125"/>
                    <a:gd name="T12" fmla="*/ 196 w 392"/>
                    <a:gd name="T13" fmla="*/ 104 h 125"/>
                    <a:gd name="T14" fmla="*/ 0 w 392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2" y="56"/>
                      </a:lnTo>
                      <a:lnTo>
                        <a:pt x="341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1330" name="Freeform 123">
                  <a:extLst>
                    <a:ext uri="{FF2B5EF4-FFF2-40B4-BE49-F238E27FC236}">
                      <a16:creationId xmlns:a16="http://schemas.microsoft.com/office/drawing/2014/main" id="{E9C5EA3F-3BCA-CCA7-1803-FBA30DE998EC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36" y="1799"/>
                  <a:ext cx="393" cy="124"/>
                </a:xfrm>
                <a:custGeom>
                  <a:avLst/>
                  <a:gdLst>
                    <a:gd name="T0" fmla="*/ 393 w 393"/>
                    <a:gd name="T1" fmla="*/ 97 h 124"/>
                    <a:gd name="T2" fmla="*/ 306 w 393"/>
                    <a:gd name="T3" fmla="*/ 124 h 124"/>
                    <a:gd name="T4" fmla="*/ 102 w 393"/>
                    <a:gd name="T5" fmla="*/ 41 h 124"/>
                    <a:gd name="T6" fmla="*/ 0 w 393"/>
                    <a:gd name="T7" fmla="*/ 69 h 124"/>
                    <a:gd name="T8" fmla="*/ 51 w 393"/>
                    <a:gd name="T9" fmla="*/ 0 h 124"/>
                    <a:gd name="T10" fmla="*/ 306 w 393"/>
                    <a:gd name="T11" fmla="*/ 0 h 124"/>
                    <a:gd name="T12" fmla="*/ 197 w 393"/>
                    <a:gd name="T13" fmla="*/ 21 h 124"/>
                    <a:gd name="T14" fmla="*/ 393 w 393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4">
                      <a:moveTo>
                        <a:pt x="393" y="97"/>
                      </a:moveTo>
                      <a:lnTo>
                        <a:pt x="306" y="124"/>
                      </a:lnTo>
                      <a:lnTo>
                        <a:pt x="102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6" y="0"/>
                      </a:lnTo>
                      <a:lnTo>
                        <a:pt x="197" y="21"/>
                      </a:lnTo>
                      <a:lnTo>
                        <a:pt x="393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1331" name="Freeform 124">
                  <a:extLst>
                    <a:ext uri="{FF2B5EF4-FFF2-40B4-BE49-F238E27FC236}">
                      <a16:creationId xmlns:a16="http://schemas.microsoft.com/office/drawing/2014/main" id="{96B1E3AF-E430-080C-5853-8EFF59C3D658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36" y="1799"/>
                  <a:ext cx="393" cy="124"/>
                </a:xfrm>
                <a:custGeom>
                  <a:avLst/>
                  <a:gdLst>
                    <a:gd name="T0" fmla="*/ 393 w 393"/>
                    <a:gd name="T1" fmla="*/ 97 h 124"/>
                    <a:gd name="T2" fmla="*/ 306 w 393"/>
                    <a:gd name="T3" fmla="*/ 124 h 124"/>
                    <a:gd name="T4" fmla="*/ 102 w 393"/>
                    <a:gd name="T5" fmla="*/ 41 h 124"/>
                    <a:gd name="T6" fmla="*/ 0 w 393"/>
                    <a:gd name="T7" fmla="*/ 69 h 124"/>
                    <a:gd name="T8" fmla="*/ 51 w 393"/>
                    <a:gd name="T9" fmla="*/ 0 h 124"/>
                    <a:gd name="T10" fmla="*/ 306 w 393"/>
                    <a:gd name="T11" fmla="*/ 0 h 124"/>
                    <a:gd name="T12" fmla="*/ 197 w 393"/>
                    <a:gd name="T13" fmla="*/ 21 h 124"/>
                    <a:gd name="T14" fmla="*/ 393 w 393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4">
                      <a:moveTo>
                        <a:pt x="393" y="97"/>
                      </a:moveTo>
                      <a:lnTo>
                        <a:pt x="306" y="124"/>
                      </a:lnTo>
                      <a:lnTo>
                        <a:pt x="102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6" y="0"/>
                      </a:lnTo>
                      <a:lnTo>
                        <a:pt x="197" y="21"/>
                      </a:lnTo>
                      <a:lnTo>
                        <a:pt x="393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1315" name="Group 125">
                <a:extLst>
                  <a:ext uri="{FF2B5EF4-FFF2-40B4-BE49-F238E27FC236}">
                    <a16:creationId xmlns:a16="http://schemas.microsoft.com/office/drawing/2014/main" id="{8DBAD28B-9FF2-2EF6-4947-66278FB7D2EA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29" y="1639"/>
                <a:ext cx="822" cy="291"/>
                <a:chOff x="429" y="1639"/>
                <a:chExt cx="822" cy="291"/>
              </a:xfrm>
            </p:grpSpPr>
            <p:sp>
              <p:nvSpPr>
                <p:cNvPr id="11316" name="Freeform 126">
                  <a:extLst>
                    <a:ext uri="{FF2B5EF4-FFF2-40B4-BE49-F238E27FC236}">
                      <a16:creationId xmlns:a16="http://schemas.microsoft.com/office/drawing/2014/main" id="{76D4A2A6-58A5-E717-487C-8B5F79D2A5C3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8" y="1646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5 w 393"/>
                    <a:gd name="T11" fmla="*/ 0 h 125"/>
                    <a:gd name="T12" fmla="*/ 197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5" y="0"/>
                      </a:lnTo>
                      <a:lnTo>
                        <a:pt x="197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1317" name="Freeform 127">
                  <a:extLst>
                    <a:ext uri="{FF2B5EF4-FFF2-40B4-BE49-F238E27FC236}">
                      <a16:creationId xmlns:a16="http://schemas.microsoft.com/office/drawing/2014/main" id="{FFA22604-2000-4F0D-6DC2-0158D8943B64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8" y="1646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5 w 393"/>
                    <a:gd name="T11" fmla="*/ 0 h 125"/>
                    <a:gd name="T12" fmla="*/ 197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5" y="0"/>
                      </a:lnTo>
                      <a:lnTo>
                        <a:pt x="197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1318" name="Freeform 128">
                  <a:extLst>
                    <a:ext uri="{FF2B5EF4-FFF2-40B4-BE49-F238E27FC236}">
                      <a16:creationId xmlns:a16="http://schemas.microsoft.com/office/drawing/2014/main" id="{4A019812-BEE5-9C76-A0CA-71279C904033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9" y="1792"/>
                  <a:ext cx="393" cy="131"/>
                </a:xfrm>
                <a:custGeom>
                  <a:avLst/>
                  <a:gdLst>
                    <a:gd name="T0" fmla="*/ 393 w 393"/>
                    <a:gd name="T1" fmla="*/ 28 h 131"/>
                    <a:gd name="T2" fmla="*/ 306 w 393"/>
                    <a:gd name="T3" fmla="*/ 0 h 131"/>
                    <a:gd name="T4" fmla="*/ 102 w 393"/>
                    <a:gd name="T5" fmla="*/ 83 h 131"/>
                    <a:gd name="T6" fmla="*/ 0 w 393"/>
                    <a:gd name="T7" fmla="*/ 55 h 131"/>
                    <a:gd name="T8" fmla="*/ 51 w 393"/>
                    <a:gd name="T9" fmla="*/ 131 h 131"/>
                    <a:gd name="T10" fmla="*/ 306 w 393"/>
                    <a:gd name="T11" fmla="*/ 131 h 131"/>
                    <a:gd name="T12" fmla="*/ 196 w 393"/>
                    <a:gd name="T13" fmla="*/ 104 h 131"/>
                    <a:gd name="T14" fmla="*/ 393 w 393"/>
                    <a:gd name="T15" fmla="*/ 28 h 13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1">
                      <a:moveTo>
                        <a:pt x="393" y="28"/>
                      </a:moveTo>
                      <a:lnTo>
                        <a:pt x="306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1"/>
                      </a:lnTo>
                      <a:lnTo>
                        <a:pt x="306" y="131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1319" name="Freeform 129">
                  <a:extLst>
                    <a:ext uri="{FF2B5EF4-FFF2-40B4-BE49-F238E27FC236}">
                      <a16:creationId xmlns:a16="http://schemas.microsoft.com/office/drawing/2014/main" id="{F85B858C-3C9A-8FE0-CF39-D1026366ED55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9" y="1792"/>
                  <a:ext cx="393" cy="131"/>
                </a:xfrm>
                <a:custGeom>
                  <a:avLst/>
                  <a:gdLst>
                    <a:gd name="T0" fmla="*/ 393 w 393"/>
                    <a:gd name="T1" fmla="*/ 28 h 131"/>
                    <a:gd name="T2" fmla="*/ 306 w 393"/>
                    <a:gd name="T3" fmla="*/ 0 h 131"/>
                    <a:gd name="T4" fmla="*/ 102 w 393"/>
                    <a:gd name="T5" fmla="*/ 83 h 131"/>
                    <a:gd name="T6" fmla="*/ 0 w 393"/>
                    <a:gd name="T7" fmla="*/ 55 h 131"/>
                    <a:gd name="T8" fmla="*/ 51 w 393"/>
                    <a:gd name="T9" fmla="*/ 131 h 131"/>
                    <a:gd name="T10" fmla="*/ 306 w 393"/>
                    <a:gd name="T11" fmla="*/ 131 h 131"/>
                    <a:gd name="T12" fmla="*/ 196 w 393"/>
                    <a:gd name="T13" fmla="*/ 104 h 131"/>
                    <a:gd name="T14" fmla="*/ 393 w 393"/>
                    <a:gd name="T15" fmla="*/ 28 h 13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1">
                      <a:moveTo>
                        <a:pt x="393" y="28"/>
                      </a:moveTo>
                      <a:lnTo>
                        <a:pt x="306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1"/>
                      </a:lnTo>
                      <a:lnTo>
                        <a:pt x="306" y="131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1320" name="Freeform 130">
                  <a:extLst>
                    <a:ext uri="{FF2B5EF4-FFF2-40B4-BE49-F238E27FC236}">
                      <a16:creationId xmlns:a16="http://schemas.microsoft.com/office/drawing/2014/main" id="{6F05A434-25DF-7C7D-B707-BB6CAE2D6BC7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51" y="1639"/>
                  <a:ext cx="393" cy="125"/>
                </a:xfrm>
                <a:custGeom>
                  <a:avLst/>
                  <a:gdLst>
                    <a:gd name="T0" fmla="*/ 0 w 393"/>
                    <a:gd name="T1" fmla="*/ 28 h 125"/>
                    <a:gd name="T2" fmla="*/ 87 w 393"/>
                    <a:gd name="T3" fmla="*/ 0 h 125"/>
                    <a:gd name="T4" fmla="*/ 298 w 393"/>
                    <a:gd name="T5" fmla="*/ 77 h 125"/>
                    <a:gd name="T6" fmla="*/ 393 w 393"/>
                    <a:gd name="T7" fmla="*/ 56 h 125"/>
                    <a:gd name="T8" fmla="*/ 342 w 393"/>
                    <a:gd name="T9" fmla="*/ 125 h 125"/>
                    <a:gd name="T10" fmla="*/ 94 w 393"/>
                    <a:gd name="T11" fmla="*/ 125 h 125"/>
                    <a:gd name="T12" fmla="*/ 196 w 393"/>
                    <a:gd name="T13" fmla="*/ 104 h 125"/>
                    <a:gd name="T14" fmla="*/ 0 w 393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3" y="56"/>
                      </a:lnTo>
                      <a:lnTo>
                        <a:pt x="342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1321" name="Freeform 131">
                  <a:extLst>
                    <a:ext uri="{FF2B5EF4-FFF2-40B4-BE49-F238E27FC236}">
                      <a16:creationId xmlns:a16="http://schemas.microsoft.com/office/drawing/2014/main" id="{DFC520D9-ADB4-055A-09C2-481BB3044656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51" y="1639"/>
                  <a:ext cx="393" cy="125"/>
                </a:xfrm>
                <a:custGeom>
                  <a:avLst/>
                  <a:gdLst>
                    <a:gd name="T0" fmla="*/ 0 w 393"/>
                    <a:gd name="T1" fmla="*/ 28 h 125"/>
                    <a:gd name="T2" fmla="*/ 87 w 393"/>
                    <a:gd name="T3" fmla="*/ 0 h 125"/>
                    <a:gd name="T4" fmla="*/ 298 w 393"/>
                    <a:gd name="T5" fmla="*/ 77 h 125"/>
                    <a:gd name="T6" fmla="*/ 393 w 393"/>
                    <a:gd name="T7" fmla="*/ 56 h 125"/>
                    <a:gd name="T8" fmla="*/ 342 w 393"/>
                    <a:gd name="T9" fmla="*/ 125 h 125"/>
                    <a:gd name="T10" fmla="*/ 94 w 393"/>
                    <a:gd name="T11" fmla="*/ 125 h 125"/>
                    <a:gd name="T12" fmla="*/ 196 w 393"/>
                    <a:gd name="T13" fmla="*/ 104 h 125"/>
                    <a:gd name="T14" fmla="*/ 0 w 393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3" y="56"/>
                      </a:lnTo>
                      <a:lnTo>
                        <a:pt x="342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1322" name="Freeform 132">
                  <a:extLst>
                    <a:ext uri="{FF2B5EF4-FFF2-40B4-BE49-F238E27FC236}">
                      <a16:creationId xmlns:a16="http://schemas.microsoft.com/office/drawing/2014/main" id="{F8FB5128-4465-909C-B4FA-7D52974EEF7F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44" y="1806"/>
                  <a:ext cx="392" cy="124"/>
                </a:xfrm>
                <a:custGeom>
                  <a:avLst/>
                  <a:gdLst>
                    <a:gd name="T0" fmla="*/ 392 w 392"/>
                    <a:gd name="T1" fmla="*/ 97 h 124"/>
                    <a:gd name="T2" fmla="*/ 305 w 392"/>
                    <a:gd name="T3" fmla="*/ 124 h 124"/>
                    <a:gd name="T4" fmla="*/ 101 w 392"/>
                    <a:gd name="T5" fmla="*/ 41 h 124"/>
                    <a:gd name="T6" fmla="*/ 0 w 392"/>
                    <a:gd name="T7" fmla="*/ 69 h 124"/>
                    <a:gd name="T8" fmla="*/ 51 w 392"/>
                    <a:gd name="T9" fmla="*/ 0 h 124"/>
                    <a:gd name="T10" fmla="*/ 305 w 392"/>
                    <a:gd name="T11" fmla="*/ 0 h 124"/>
                    <a:gd name="T12" fmla="*/ 196 w 392"/>
                    <a:gd name="T13" fmla="*/ 20 h 124"/>
                    <a:gd name="T14" fmla="*/ 392 w 392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4">
                      <a:moveTo>
                        <a:pt x="392" y="97"/>
                      </a:moveTo>
                      <a:lnTo>
                        <a:pt x="305" y="124"/>
                      </a:lnTo>
                      <a:lnTo>
                        <a:pt x="101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5" y="0"/>
                      </a:lnTo>
                      <a:lnTo>
                        <a:pt x="196" y="20"/>
                      </a:lnTo>
                      <a:lnTo>
                        <a:pt x="392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1323" name="Freeform 133">
                  <a:extLst>
                    <a:ext uri="{FF2B5EF4-FFF2-40B4-BE49-F238E27FC236}">
                      <a16:creationId xmlns:a16="http://schemas.microsoft.com/office/drawing/2014/main" id="{8B76698D-2BDC-ACD6-F983-89F829AF8B09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44" y="1806"/>
                  <a:ext cx="392" cy="124"/>
                </a:xfrm>
                <a:custGeom>
                  <a:avLst/>
                  <a:gdLst>
                    <a:gd name="T0" fmla="*/ 392 w 392"/>
                    <a:gd name="T1" fmla="*/ 97 h 124"/>
                    <a:gd name="T2" fmla="*/ 305 w 392"/>
                    <a:gd name="T3" fmla="*/ 124 h 124"/>
                    <a:gd name="T4" fmla="*/ 101 w 392"/>
                    <a:gd name="T5" fmla="*/ 41 h 124"/>
                    <a:gd name="T6" fmla="*/ 0 w 392"/>
                    <a:gd name="T7" fmla="*/ 69 h 124"/>
                    <a:gd name="T8" fmla="*/ 51 w 392"/>
                    <a:gd name="T9" fmla="*/ 0 h 124"/>
                    <a:gd name="T10" fmla="*/ 305 w 392"/>
                    <a:gd name="T11" fmla="*/ 0 h 124"/>
                    <a:gd name="T12" fmla="*/ 196 w 392"/>
                    <a:gd name="T13" fmla="*/ 20 h 124"/>
                    <a:gd name="T14" fmla="*/ 392 w 392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4">
                      <a:moveTo>
                        <a:pt x="392" y="97"/>
                      </a:moveTo>
                      <a:lnTo>
                        <a:pt x="305" y="124"/>
                      </a:lnTo>
                      <a:lnTo>
                        <a:pt x="101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5" y="0"/>
                      </a:lnTo>
                      <a:lnTo>
                        <a:pt x="196" y="20"/>
                      </a:lnTo>
                      <a:lnTo>
                        <a:pt x="392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</p:grpSp>
        <p:sp>
          <p:nvSpPr>
            <p:cNvPr id="11313" name="WordArt 134">
              <a:extLst>
                <a:ext uri="{FF2B5EF4-FFF2-40B4-BE49-F238E27FC236}">
                  <a16:creationId xmlns:a16="http://schemas.microsoft.com/office/drawing/2014/main" id="{9314245C-7ABA-5877-3670-B0F483FD1646}"/>
                </a:ext>
              </a:extLst>
            </p:cNvPr>
            <p:cNvSpPr>
              <a:spLocks noChangeAspect="1" noChangeArrowheads="1" noChangeShapeType="1" noTextEdit="1"/>
            </p:cNvSpPr>
            <p:nvPr/>
          </p:nvSpPr>
          <p:spPr bwMode="auto">
            <a:xfrm>
              <a:off x="1027" y="3811"/>
              <a:ext cx="346" cy="104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r3  </a:t>
              </a:r>
            </a:p>
          </p:txBody>
        </p:sp>
      </p:grpSp>
      <p:sp>
        <p:nvSpPr>
          <p:cNvPr id="11285" name="Line 143">
            <a:extLst>
              <a:ext uri="{FF2B5EF4-FFF2-40B4-BE49-F238E27FC236}">
                <a16:creationId xmlns:a16="http://schemas.microsoft.com/office/drawing/2014/main" id="{A7F26546-EC2F-4A12-1E96-B79101E36C6D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2430464" y="5032375"/>
            <a:ext cx="110648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11286" name="Line 148">
            <a:extLst>
              <a:ext uri="{FF2B5EF4-FFF2-40B4-BE49-F238E27FC236}">
                <a16:creationId xmlns:a16="http://schemas.microsoft.com/office/drawing/2014/main" id="{60336B36-2942-67E3-661E-72F68BFCFDD4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2541589" y="2520950"/>
            <a:ext cx="110648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GB"/>
          </a:p>
        </p:txBody>
      </p:sp>
      <p:grpSp>
        <p:nvGrpSpPr>
          <p:cNvPr id="11287" name="Group 161">
            <a:extLst>
              <a:ext uri="{FF2B5EF4-FFF2-40B4-BE49-F238E27FC236}">
                <a16:creationId xmlns:a16="http://schemas.microsoft.com/office/drawing/2014/main" id="{0115495F-8873-D5A4-E1B5-EA7CCBE21CF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566989" y="3716338"/>
            <a:ext cx="738187" cy="404812"/>
            <a:chOff x="816" y="2496"/>
            <a:chExt cx="384" cy="211"/>
          </a:xfrm>
        </p:grpSpPr>
        <p:sp>
          <p:nvSpPr>
            <p:cNvPr id="11290" name="AutoShape 162">
              <a:extLst>
                <a:ext uri="{FF2B5EF4-FFF2-40B4-BE49-F238E27FC236}">
                  <a16:creationId xmlns:a16="http://schemas.microsoft.com/office/drawing/2014/main" id="{207BBF6D-10E2-18B2-D9FB-39AC5E14814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816" y="2496"/>
              <a:ext cx="384" cy="211"/>
            </a:xfrm>
            <a:prstGeom prst="can">
              <a:avLst>
                <a:gd name="adj" fmla="val 50000"/>
              </a:avLst>
            </a:prstGeom>
            <a:gradFill rotWithShape="0">
              <a:gsLst>
                <a:gs pos="0">
                  <a:srgbClr val="002F5E"/>
                </a:gs>
                <a:gs pos="50000">
                  <a:srgbClr val="0066CC"/>
                </a:gs>
                <a:gs pos="100000">
                  <a:srgbClr val="002F5E"/>
                </a:gs>
              </a:gsLst>
              <a:lin ang="0" scaled="1"/>
            </a:gradFill>
            <a:ln w="9525">
              <a:solidFill>
                <a:srgbClr val="819F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73025" tIns="36512" rIns="73025" bIns="36512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it-IT" altLang="en-IT"/>
            </a:p>
          </p:txBody>
        </p:sp>
        <p:grpSp>
          <p:nvGrpSpPr>
            <p:cNvPr id="11291" name="Group 163">
              <a:extLst>
                <a:ext uri="{FF2B5EF4-FFF2-40B4-BE49-F238E27FC236}">
                  <a16:creationId xmlns:a16="http://schemas.microsoft.com/office/drawing/2014/main" id="{4383BD96-6C62-DCD6-C8F1-24751B0B04B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87" y="2509"/>
              <a:ext cx="239" cy="83"/>
              <a:chOff x="422" y="1632"/>
              <a:chExt cx="829" cy="298"/>
            </a:xfrm>
          </p:grpSpPr>
          <p:grpSp>
            <p:nvGrpSpPr>
              <p:cNvPr id="11293" name="Group 164">
                <a:extLst>
                  <a:ext uri="{FF2B5EF4-FFF2-40B4-BE49-F238E27FC236}">
                    <a16:creationId xmlns:a16="http://schemas.microsoft.com/office/drawing/2014/main" id="{F19F37C4-3E31-9C67-0311-05358D164811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22" y="1632"/>
                <a:ext cx="822" cy="291"/>
                <a:chOff x="422" y="1632"/>
                <a:chExt cx="822" cy="291"/>
              </a:xfrm>
            </p:grpSpPr>
            <p:sp>
              <p:nvSpPr>
                <p:cNvPr id="11303" name="Freeform 165">
                  <a:extLst>
                    <a:ext uri="{FF2B5EF4-FFF2-40B4-BE49-F238E27FC236}">
                      <a16:creationId xmlns:a16="http://schemas.microsoft.com/office/drawing/2014/main" id="{BE0429BF-0417-51C1-F3A0-E69600571F8E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1" y="1639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4 w 393"/>
                    <a:gd name="T11" fmla="*/ 0 h 125"/>
                    <a:gd name="T12" fmla="*/ 196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4" y="0"/>
                      </a:lnTo>
                      <a:lnTo>
                        <a:pt x="196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1304" name="Freeform 166">
                  <a:extLst>
                    <a:ext uri="{FF2B5EF4-FFF2-40B4-BE49-F238E27FC236}">
                      <a16:creationId xmlns:a16="http://schemas.microsoft.com/office/drawing/2014/main" id="{6CEC0A9D-1815-8C82-C6BB-8A3F100A277E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1" y="1639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4 w 393"/>
                    <a:gd name="T11" fmla="*/ 0 h 125"/>
                    <a:gd name="T12" fmla="*/ 196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4" y="0"/>
                      </a:lnTo>
                      <a:lnTo>
                        <a:pt x="196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1305" name="Freeform 167">
                  <a:extLst>
                    <a:ext uri="{FF2B5EF4-FFF2-40B4-BE49-F238E27FC236}">
                      <a16:creationId xmlns:a16="http://schemas.microsoft.com/office/drawing/2014/main" id="{B108E9C5-198F-14F3-19DD-0CA556F430CA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2" y="1785"/>
                  <a:ext cx="393" cy="132"/>
                </a:xfrm>
                <a:custGeom>
                  <a:avLst/>
                  <a:gdLst>
                    <a:gd name="T0" fmla="*/ 393 w 393"/>
                    <a:gd name="T1" fmla="*/ 28 h 132"/>
                    <a:gd name="T2" fmla="*/ 305 w 393"/>
                    <a:gd name="T3" fmla="*/ 0 h 132"/>
                    <a:gd name="T4" fmla="*/ 102 w 393"/>
                    <a:gd name="T5" fmla="*/ 83 h 132"/>
                    <a:gd name="T6" fmla="*/ 0 w 393"/>
                    <a:gd name="T7" fmla="*/ 55 h 132"/>
                    <a:gd name="T8" fmla="*/ 51 w 393"/>
                    <a:gd name="T9" fmla="*/ 132 h 132"/>
                    <a:gd name="T10" fmla="*/ 305 w 393"/>
                    <a:gd name="T11" fmla="*/ 132 h 132"/>
                    <a:gd name="T12" fmla="*/ 196 w 393"/>
                    <a:gd name="T13" fmla="*/ 104 h 132"/>
                    <a:gd name="T14" fmla="*/ 393 w 393"/>
                    <a:gd name="T15" fmla="*/ 28 h 13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2">
                      <a:moveTo>
                        <a:pt x="393" y="28"/>
                      </a:moveTo>
                      <a:lnTo>
                        <a:pt x="305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2"/>
                      </a:lnTo>
                      <a:lnTo>
                        <a:pt x="305" y="132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1306" name="Freeform 168">
                  <a:extLst>
                    <a:ext uri="{FF2B5EF4-FFF2-40B4-BE49-F238E27FC236}">
                      <a16:creationId xmlns:a16="http://schemas.microsoft.com/office/drawing/2014/main" id="{BAD92329-8CF4-AB5E-D6A8-FE55DE5F0055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2" y="1785"/>
                  <a:ext cx="393" cy="132"/>
                </a:xfrm>
                <a:custGeom>
                  <a:avLst/>
                  <a:gdLst>
                    <a:gd name="T0" fmla="*/ 393 w 393"/>
                    <a:gd name="T1" fmla="*/ 28 h 132"/>
                    <a:gd name="T2" fmla="*/ 305 w 393"/>
                    <a:gd name="T3" fmla="*/ 0 h 132"/>
                    <a:gd name="T4" fmla="*/ 102 w 393"/>
                    <a:gd name="T5" fmla="*/ 83 h 132"/>
                    <a:gd name="T6" fmla="*/ 0 w 393"/>
                    <a:gd name="T7" fmla="*/ 55 h 132"/>
                    <a:gd name="T8" fmla="*/ 51 w 393"/>
                    <a:gd name="T9" fmla="*/ 132 h 132"/>
                    <a:gd name="T10" fmla="*/ 305 w 393"/>
                    <a:gd name="T11" fmla="*/ 132 h 132"/>
                    <a:gd name="T12" fmla="*/ 196 w 393"/>
                    <a:gd name="T13" fmla="*/ 104 h 132"/>
                    <a:gd name="T14" fmla="*/ 393 w 393"/>
                    <a:gd name="T15" fmla="*/ 28 h 13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2">
                      <a:moveTo>
                        <a:pt x="393" y="28"/>
                      </a:moveTo>
                      <a:lnTo>
                        <a:pt x="305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2"/>
                      </a:lnTo>
                      <a:lnTo>
                        <a:pt x="305" y="132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1307" name="Freeform 169">
                  <a:extLst>
                    <a:ext uri="{FF2B5EF4-FFF2-40B4-BE49-F238E27FC236}">
                      <a16:creationId xmlns:a16="http://schemas.microsoft.com/office/drawing/2014/main" id="{8CCC619F-543A-F5E4-8EB4-CD9619258187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44" y="1632"/>
                  <a:ext cx="392" cy="125"/>
                </a:xfrm>
                <a:custGeom>
                  <a:avLst/>
                  <a:gdLst>
                    <a:gd name="T0" fmla="*/ 0 w 392"/>
                    <a:gd name="T1" fmla="*/ 28 h 125"/>
                    <a:gd name="T2" fmla="*/ 87 w 392"/>
                    <a:gd name="T3" fmla="*/ 0 h 125"/>
                    <a:gd name="T4" fmla="*/ 298 w 392"/>
                    <a:gd name="T5" fmla="*/ 77 h 125"/>
                    <a:gd name="T6" fmla="*/ 392 w 392"/>
                    <a:gd name="T7" fmla="*/ 56 h 125"/>
                    <a:gd name="T8" fmla="*/ 341 w 392"/>
                    <a:gd name="T9" fmla="*/ 125 h 125"/>
                    <a:gd name="T10" fmla="*/ 94 w 392"/>
                    <a:gd name="T11" fmla="*/ 125 h 125"/>
                    <a:gd name="T12" fmla="*/ 196 w 392"/>
                    <a:gd name="T13" fmla="*/ 104 h 125"/>
                    <a:gd name="T14" fmla="*/ 0 w 392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2" y="56"/>
                      </a:lnTo>
                      <a:lnTo>
                        <a:pt x="341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1308" name="Freeform 170">
                  <a:extLst>
                    <a:ext uri="{FF2B5EF4-FFF2-40B4-BE49-F238E27FC236}">
                      <a16:creationId xmlns:a16="http://schemas.microsoft.com/office/drawing/2014/main" id="{4E3DE191-27F4-1B3A-2D9E-B5D74D9B9FA5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44" y="1632"/>
                  <a:ext cx="392" cy="125"/>
                </a:xfrm>
                <a:custGeom>
                  <a:avLst/>
                  <a:gdLst>
                    <a:gd name="T0" fmla="*/ 0 w 392"/>
                    <a:gd name="T1" fmla="*/ 28 h 125"/>
                    <a:gd name="T2" fmla="*/ 87 w 392"/>
                    <a:gd name="T3" fmla="*/ 0 h 125"/>
                    <a:gd name="T4" fmla="*/ 298 w 392"/>
                    <a:gd name="T5" fmla="*/ 77 h 125"/>
                    <a:gd name="T6" fmla="*/ 392 w 392"/>
                    <a:gd name="T7" fmla="*/ 56 h 125"/>
                    <a:gd name="T8" fmla="*/ 341 w 392"/>
                    <a:gd name="T9" fmla="*/ 125 h 125"/>
                    <a:gd name="T10" fmla="*/ 94 w 392"/>
                    <a:gd name="T11" fmla="*/ 125 h 125"/>
                    <a:gd name="T12" fmla="*/ 196 w 392"/>
                    <a:gd name="T13" fmla="*/ 104 h 125"/>
                    <a:gd name="T14" fmla="*/ 0 w 392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2" y="56"/>
                      </a:lnTo>
                      <a:lnTo>
                        <a:pt x="341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1309" name="Freeform 171">
                  <a:extLst>
                    <a:ext uri="{FF2B5EF4-FFF2-40B4-BE49-F238E27FC236}">
                      <a16:creationId xmlns:a16="http://schemas.microsoft.com/office/drawing/2014/main" id="{848AAEA1-474D-A854-EDC4-CE708313743D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36" y="1799"/>
                  <a:ext cx="393" cy="124"/>
                </a:xfrm>
                <a:custGeom>
                  <a:avLst/>
                  <a:gdLst>
                    <a:gd name="T0" fmla="*/ 393 w 393"/>
                    <a:gd name="T1" fmla="*/ 97 h 124"/>
                    <a:gd name="T2" fmla="*/ 306 w 393"/>
                    <a:gd name="T3" fmla="*/ 124 h 124"/>
                    <a:gd name="T4" fmla="*/ 102 w 393"/>
                    <a:gd name="T5" fmla="*/ 41 h 124"/>
                    <a:gd name="T6" fmla="*/ 0 w 393"/>
                    <a:gd name="T7" fmla="*/ 69 h 124"/>
                    <a:gd name="T8" fmla="*/ 51 w 393"/>
                    <a:gd name="T9" fmla="*/ 0 h 124"/>
                    <a:gd name="T10" fmla="*/ 306 w 393"/>
                    <a:gd name="T11" fmla="*/ 0 h 124"/>
                    <a:gd name="T12" fmla="*/ 197 w 393"/>
                    <a:gd name="T13" fmla="*/ 21 h 124"/>
                    <a:gd name="T14" fmla="*/ 393 w 393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4">
                      <a:moveTo>
                        <a:pt x="393" y="97"/>
                      </a:moveTo>
                      <a:lnTo>
                        <a:pt x="306" y="124"/>
                      </a:lnTo>
                      <a:lnTo>
                        <a:pt x="102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6" y="0"/>
                      </a:lnTo>
                      <a:lnTo>
                        <a:pt x="197" y="21"/>
                      </a:lnTo>
                      <a:lnTo>
                        <a:pt x="393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1310" name="Freeform 172">
                  <a:extLst>
                    <a:ext uri="{FF2B5EF4-FFF2-40B4-BE49-F238E27FC236}">
                      <a16:creationId xmlns:a16="http://schemas.microsoft.com/office/drawing/2014/main" id="{654DDA90-36AD-1BF8-BFE9-F93AED50540A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36" y="1799"/>
                  <a:ext cx="393" cy="124"/>
                </a:xfrm>
                <a:custGeom>
                  <a:avLst/>
                  <a:gdLst>
                    <a:gd name="T0" fmla="*/ 393 w 393"/>
                    <a:gd name="T1" fmla="*/ 97 h 124"/>
                    <a:gd name="T2" fmla="*/ 306 w 393"/>
                    <a:gd name="T3" fmla="*/ 124 h 124"/>
                    <a:gd name="T4" fmla="*/ 102 w 393"/>
                    <a:gd name="T5" fmla="*/ 41 h 124"/>
                    <a:gd name="T6" fmla="*/ 0 w 393"/>
                    <a:gd name="T7" fmla="*/ 69 h 124"/>
                    <a:gd name="T8" fmla="*/ 51 w 393"/>
                    <a:gd name="T9" fmla="*/ 0 h 124"/>
                    <a:gd name="T10" fmla="*/ 306 w 393"/>
                    <a:gd name="T11" fmla="*/ 0 h 124"/>
                    <a:gd name="T12" fmla="*/ 197 w 393"/>
                    <a:gd name="T13" fmla="*/ 21 h 124"/>
                    <a:gd name="T14" fmla="*/ 393 w 393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4">
                      <a:moveTo>
                        <a:pt x="393" y="97"/>
                      </a:moveTo>
                      <a:lnTo>
                        <a:pt x="306" y="124"/>
                      </a:lnTo>
                      <a:lnTo>
                        <a:pt x="102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6" y="0"/>
                      </a:lnTo>
                      <a:lnTo>
                        <a:pt x="197" y="21"/>
                      </a:lnTo>
                      <a:lnTo>
                        <a:pt x="393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1294" name="Group 173">
                <a:extLst>
                  <a:ext uri="{FF2B5EF4-FFF2-40B4-BE49-F238E27FC236}">
                    <a16:creationId xmlns:a16="http://schemas.microsoft.com/office/drawing/2014/main" id="{B1D6B5CC-A5B6-67C5-C848-FD12E25A8E04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29" y="1639"/>
                <a:ext cx="822" cy="291"/>
                <a:chOff x="429" y="1639"/>
                <a:chExt cx="822" cy="291"/>
              </a:xfrm>
            </p:grpSpPr>
            <p:sp>
              <p:nvSpPr>
                <p:cNvPr id="11295" name="Freeform 174">
                  <a:extLst>
                    <a:ext uri="{FF2B5EF4-FFF2-40B4-BE49-F238E27FC236}">
                      <a16:creationId xmlns:a16="http://schemas.microsoft.com/office/drawing/2014/main" id="{C419E24B-5E6C-AEB8-523F-4ABC0D5BB190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8" y="1646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5 w 393"/>
                    <a:gd name="T11" fmla="*/ 0 h 125"/>
                    <a:gd name="T12" fmla="*/ 197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5" y="0"/>
                      </a:lnTo>
                      <a:lnTo>
                        <a:pt x="197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1296" name="Freeform 175">
                  <a:extLst>
                    <a:ext uri="{FF2B5EF4-FFF2-40B4-BE49-F238E27FC236}">
                      <a16:creationId xmlns:a16="http://schemas.microsoft.com/office/drawing/2014/main" id="{C8D953C3-DFB7-4A42-0274-CB8949596792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8" y="1646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5 w 393"/>
                    <a:gd name="T11" fmla="*/ 0 h 125"/>
                    <a:gd name="T12" fmla="*/ 197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5" y="0"/>
                      </a:lnTo>
                      <a:lnTo>
                        <a:pt x="197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1297" name="Freeform 176">
                  <a:extLst>
                    <a:ext uri="{FF2B5EF4-FFF2-40B4-BE49-F238E27FC236}">
                      <a16:creationId xmlns:a16="http://schemas.microsoft.com/office/drawing/2014/main" id="{458BAE77-E2E9-9DF7-5B25-213A946FC5AB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9" y="1792"/>
                  <a:ext cx="393" cy="131"/>
                </a:xfrm>
                <a:custGeom>
                  <a:avLst/>
                  <a:gdLst>
                    <a:gd name="T0" fmla="*/ 393 w 393"/>
                    <a:gd name="T1" fmla="*/ 28 h 131"/>
                    <a:gd name="T2" fmla="*/ 306 w 393"/>
                    <a:gd name="T3" fmla="*/ 0 h 131"/>
                    <a:gd name="T4" fmla="*/ 102 w 393"/>
                    <a:gd name="T5" fmla="*/ 83 h 131"/>
                    <a:gd name="T6" fmla="*/ 0 w 393"/>
                    <a:gd name="T7" fmla="*/ 55 h 131"/>
                    <a:gd name="T8" fmla="*/ 51 w 393"/>
                    <a:gd name="T9" fmla="*/ 131 h 131"/>
                    <a:gd name="T10" fmla="*/ 306 w 393"/>
                    <a:gd name="T11" fmla="*/ 131 h 131"/>
                    <a:gd name="T12" fmla="*/ 196 w 393"/>
                    <a:gd name="T13" fmla="*/ 104 h 131"/>
                    <a:gd name="T14" fmla="*/ 393 w 393"/>
                    <a:gd name="T15" fmla="*/ 28 h 13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1">
                      <a:moveTo>
                        <a:pt x="393" y="28"/>
                      </a:moveTo>
                      <a:lnTo>
                        <a:pt x="306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1"/>
                      </a:lnTo>
                      <a:lnTo>
                        <a:pt x="306" y="131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1298" name="Freeform 177">
                  <a:extLst>
                    <a:ext uri="{FF2B5EF4-FFF2-40B4-BE49-F238E27FC236}">
                      <a16:creationId xmlns:a16="http://schemas.microsoft.com/office/drawing/2014/main" id="{8061730D-535A-E813-E5AD-9CF3D885742B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9" y="1792"/>
                  <a:ext cx="393" cy="131"/>
                </a:xfrm>
                <a:custGeom>
                  <a:avLst/>
                  <a:gdLst>
                    <a:gd name="T0" fmla="*/ 393 w 393"/>
                    <a:gd name="T1" fmla="*/ 28 h 131"/>
                    <a:gd name="T2" fmla="*/ 306 w 393"/>
                    <a:gd name="T3" fmla="*/ 0 h 131"/>
                    <a:gd name="T4" fmla="*/ 102 w 393"/>
                    <a:gd name="T5" fmla="*/ 83 h 131"/>
                    <a:gd name="T6" fmla="*/ 0 w 393"/>
                    <a:gd name="T7" fmla="*/ 55 h 131"/>
                    <a:gd name="T8" fmla="*/ 51 w 393"/>
                    <a:gd name="T9" fmla="*/ 131 h 131"/>
                    <a:gd name="T10" fmla="*/ 306 w 393"/>
                    <a:gd name="T11" fmla="*/ 131 h 131"/>
                    <a:gd name="T12" fmla="*/ 196 w 393"/>
                    <a:gd name="T13" fmla="*/ 104 h 131"/>
                    <a:gd name="T14" fmla="*/ 393 w 393"/>
                    <a:gd name="T15" fmla="*/ 28 h 13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1">
                      <a:moveTo>
                        <a:pt x="393" y="28"/>
                      </a:moveTo>
                      <a:lnTo>
                        <a:pt x="306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1"/>
                      </a:lnTo>
                      <a:lnTo>
                        <a:pt x="306" y="131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1299" name="Freeform 178">
                  <a:extLst>
                    <a:ext uri="{FF2B5EF4-FFF2-40B4-BE49-F238E27FC236}">
                      <a16:creationId xmlns:a16="http://schemas.microsoft.com/office/drawing/2014/main" id="{5A7A657B-DDDD-192C-B022-617A091865A7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51" y="1639"/>
                  <a:ext cx="393" cy="125"/>
                </a:xfrm>
                <a:custGeom>
                  <a:avLst/>
                  <a:gdLst>
                    <a:gd name="T0" fmla="*/ 0 w 393"/>
                    <a:gd name="T1" fmla="*/ 28 h 125"/>
                    <a:gd name="T2" fmla="*/ 87 w 393"/>
                    <a:gd name="T3" fmla="*/ 0 h 125"/>
                    <a:gd name="T4" fmla="*/ 298 w 393"/>
                    <a:gd name="T5" fmla="*/ 77 h 125"/>
                    <a:gd name="T6" fmla="*/ 393 w 393"/>
                    <a:gd name="T7" fmla="*/ 56 h 125"/>
                    <a:gd name="T8" fmla="*/ 342 w 393"/>
                    <a:gd name="T9" fmla="*/ 125 h 125"/>
                    <a:gd name="T10" fmla="*/ 94 w 393"/>
                    <a:gd name="T11" fmla="*/ 125 h 125"/>
                    <a:gd name="T12" fmla="*/ 196 w 393"/>
                    <a:gd name="T13" fmla="*/ 104 h 125"/>
                    <a:gd name="T14" fmla="*/ 0 w 393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3" y="56"/>
                      </a:lnTo>
                      <a:lnTo>
                        <a:pt x="342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1300" name="Freeform 179">
                  <a:extLst>
                    <a:ext uri="{FF2B5EF4-FFF2-40B4-BE49-F238E27FC236}">
                      <a16:creationId xmlns:a16="http://schemas.microsoft.com/office/drawing/2014/main" id="{A665929C-E363-7FC2-9DD2-34F8607360FC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51" y="1639"/>
                  <a:ext cx="393" cy="125"/>
                </a:xfrm>
                <a:custGeom>
                  <a:avLst/>
                  <a:gdLst>
                    <a:gd name="T0" fmla="*/ 0 w 393"/>
                    <a:gd name="T1" fmla="*/ 28 h 125"/>
                    <a:gd name="T2" fmla="*/ 87 w 393"/>
                    <a:gd name="T3" fmla="*/ 0 h 125"/>
                    <a:gd name="T4" fmla="*/ 298 w 393"/>
                    <a:gd name="T5" fmla="*/ 77 h 125"/>
                    <a:gd name="T6" fmla="*/ 393 w 393"/>
                    <a:gd name="T7" fmla="*/ 56 h 125"/>
                    <a:gd name="T8" fmla="*/ 342 w 393"/>
                    <a:gd name="T9" fmla="*/ 125 h 125"/>
                    <a:gd name="T10" fmla="*/ 94 w 393"/>
                    <a:gd name="T11" fmla="*/ 125 h 125"/>
                    <a:gd name="T12" fmla="*/ 196 w 393"/>
                    <a:gd name="T13" fmla="*/ 104 h 125"/>
                    <a:gd name="T14" fmla="*/ 0 w 393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3" y="56"/>
                      </a:lnTo>
                      <a:lnTo>
                        <a:pt x="342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1301" name="Freeform 180">
                  <a:extLst>
                    <a:ext uri="{FF2B5EF4-FFF2-40B4-BE49-F238E27FC236}">
                      <a16:creationId xmlns:a16="http://schemas.microsoft.com/office/drawing/2014/main" id="{A221D20B-D0F4-42AC-2F62-01F9CC6ACEA0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44" y="1806"/>
                  <a:ext cx="392" cy="124"/>
                </a:xfrm>
                <a:custGeom>
                  <a:avLst/>
                  <a:gdLst>
                    <a:gd name="T0" fmla="*/ 392 w 392"/>
                    <a:gd name="T1" fmla="*/ 97 h 124"/>
                    <a:gd name="T2" fmla="*/ 305 w 392"/>
                    <a:gd name="T3" fmla="*/ 124 h 124"/>
                    <a:gd name="T4" fmla="*/ 101 w 392"/>
                    <a:gd name="T5" fmla="*/ 41 h 124"/>
                    <a:gd name="T6" fmla="*/ 0 w 392"/>
                    <a:gd name="T7" fmla="*/ 69 h 124"/>
                    <a:gd name="T8" fmla="*/ 51 w 392"/>
                    <a:gd name="T9" fmla="*/ 0 h 124"/>
                    <a:gd name="T10" fmla="*/ 305 w 392"/>
                    <a:gd name="T11" fmla="*/ 0 h 124"/>
                    <a:gd name="T12" fmla="*/ 196 w 392"/>
                    <a:gd name="T13" fmla="*/ 20 h 124"/>
                    <a:gd name="T14" fmla="*/ 392 w 392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4">
                      <a:moveTo>
                        <a:pt x="392" y="97"/>
                      </a:moveTo>
                      <a:lnTo>
                        <a:pt x="305" y="124"/>
                      </a:lnTo>
                      <a:lnTo>
                        <a:pt x="101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5" y="0"/>
                      </a:lnTo>
                      <a:lnTo>
                        <a:pt x="196" y="20"/>
                      </a:lnTo>
                      <a:lnTo>
                        <a:pt x="392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1302" name="Freeform 181">
                  <a:extLst>
                    <a:ext uri="{FF2B5EF4-FFF2-40B4-BE49-F238E27FC236}">
                      <a16:creationId xmlns:a16="http://schemas.microsoft.com/office/drawing/2014/main" id="{ADE8E35B-1C93-C41D-2124-43B7A90ECF56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44" y="1806"/>
                  <a:ext cx="392" cy="124"/>
                </a:xfrm>
                <a:custGeom>
                  <a:avLst/>
                  <a:gdLst>
                    <a:gd name="T0" fmla="*/ 392 w 392"/>
                    <a:gd name="T1" fmla="*/ 97 h 124"/>
                    <a:gd name="T2" fmla="*/ 305 w 392"/>
                    <a:gd name="T3" fmla="*/ 124 h 124"/>
                    <a:gd name="T4" fmla="*/ 101 w 392"/>
                    <a:gd name="T5" fmla="*/ 41 h 124"/>
                    <a:gd name="T6" fmla="*/ 0 w 392"/>
                    <a:gd name="T7" fmla="*/ 69 h 124"/>
                    <a:gd name="T8" fmla="*/ 51 w 392"/>
                    <a:gd name="T9" fmla="*/ 0 h 124"/>
                    <a:gd name="T10" fmla="*/ 305 w 392"/>
                    <a:gd name="T11" fmla="*/ 0 h 124"/>
                    <a:gd name="T12" fmla="*/ 196 w 392"/>
                    <a:gd name="T13" fmla="*/ 20 h 124"/>
                    <a:gd name="T14" fmla="*/ 392 w 392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4">
                      <a:moveTo>
                        <a:pt x="392" y="97"/>
                      </a:moveTo>
                      <a:lnTo>
                        <a:pt x="305" y="124"/>
                      </a:lnTo>
                      <a:lnTo>
                        <a:pt x="101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5" y="0"/>
                      </a:lnTo>
                      <a:lnTo>
                        <a:pt x="196" y="20"/>
                      </a:lnTo>
                      <a:lnTo>
                        <a:pt x="392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</p:grpSp>
        <p:sp>
          <p:nvSpPr>
            <p:cNvPr id="11292" name="WordArt 182">
              <a:extLst>
                <a:ext uri="{FF2B5EF4-FFF2-40B4-BE49-F238E27FC236}">
                  <a16:creationId xmlns:a16="http://schemas.microsoft.com/office/drawing/2014/main" id="{36E3C396-B0F9-C525-338C-26378962916D}"/>
                </a:ext>
              </a:extLst>
            </p:cNvPr>
            <p:cNvSpPr>
              <a:spLocks noChangeAspect="1" noChangeArrowheads="1" noChangeShapeType="1" noTextEdit="1"/>
            </p:cNvSpPr>
            <p:nvPr/>
          </p:nvSpPr>
          <p:spPr bwMode="auto">
            <a:xfrm>
              <a:off x="835" y="2582"/>
              <a:ext cx="346" cy="104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r2  </a:t>
              </a:r>
            </a:p>
          </p:txBody>
        </p:sp>
      </p:grpSp>
      <p:sp>
        <p:nvSpPr>
          <p:cNvPr id="11288" name="Line 191">
            <a:extLst>
              <a:ext uri="{FF2B5EF4-FFF2-40B4-BE49-F238E27FC236}">
                <a16:creationId xmlns:a16="http://schemas.microsoft.com/office/drawing/2014/main" id="{E2703AA8-9019-F75E-02F0-E8ADA606BDAD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5973764" y="6075363"/>
            <a:ext cx="110648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11289" name="Line 202">
            <a:extLst>
              <a:ext uri="{FF2B5EF4-FFF2-40B4-BE49-F238E27FC236}">
                <a16:creationId xmlns:a16="http://schemas.microsoft.com/office/drawing/2014/main" id="{AAC0D427-5A1D-2669-7EA8-F6AEAF10B12F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7572375" y="4170363"/>
            <a:ext cx="1104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GB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9" name="Rectangle 17">
            <a:extLst>
              <a:ext uri="{FF2B5EF4-FFF2-40B4-BE49-F238E27FC236}">
                <a16:creationId xmlns:a16="http://schemas.microsoft.com/office/drawing/2014/main" id="{6F48B112-0F5A-B2A8-CB64-53A53FF2FB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43000" y="0"/>
            <a:ext cx="9906000" cy="1143000"/>
          </a:xfrm>
        </p:spPr>
        <p:txBody>
          <a:bodyPr/>
          <a:lstStyle/>
          <a:p>
            <a:pPr eaLnBrk="1" hangingPunct="1"/>
            <a:r>
              <a:rPr lang="en-CH" altLang="it-IT" dirty="0"/>
              <a:t>T</a:t>
            </a:r>
            <a:r>
              <a:rPr lang="it-IT" altLang="it-IT" dirty="0"/>
              <a:t>he involved ip subnets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A286AE13-15A7-7D8D-E5BF-2D32048C78F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/>
          <a:p>
            <a:r>
              <a:rPr lang="it-IT" altLang="it-IT"/>
              <a:t>last update: Oct 2023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37796B86-7B73-1263-DC52-05B7595884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/>
          <a:p>
            <a:r>
              <a:rPr lang="it-IT" altLang="it-IT"/>
              <a:t>kathara – [ lab: rip_frr ]</a:t>
            </a:r>
          </a:p>
        </p:txBody>
      </p:sp>
      <p:sp>
        <p:nvSpPr>
          <p:cNvPr id="12293" name="AutoShape 159">
            <a:extLst>
              <a:ext uri="{FF2B5EF4-FFF2-40B4-BE49-F238E27FC236}">
                <a16:creationId xmlns:a16="http://schemas.microsoft.com/office/drawing/2014/main" id="{DA300C93-8133-ADDB-7164-CAF924644A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24169" y="4741341"/>
            <a:ext cx="2376487" cy="1295400"/>
          </a:xfrm>
          <a:prstGeom prst="plaque">
            <a:avLst>
              <a:gd name="adj" fmla="val 9611"/>
            </a:avLst>
          </a:prstGeom>
          <a:solidFill>
            <a:srgbClr val="FFF3C1"/>
          </a:solidFill>
          <a:ln w="38100" cmpd="dbl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54000" rIns="5400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it-IT" altLang="it-IT">
                <a:latin typeface="Tahoma" panose="020B0604030504040204" pitchFamily="34" charset="0"/>
              </a:rPr>
              <a:t>each circle represents a subnet</a:t>
            </a:r>
          </a:p>
        </p:txBody>
      </p:sp>
      <p:sp>
        <p:nvSpPr>
          <p:cNvPr id="12294" name="Arc 12">
            <a:extLst>
              <a:ext uri="{FF2B5EF4-FFF2-40B4-BE49-F238E27FC236}">
                <a16:creationId xmlns:a16="http://schemas.microsoft.com/office/drawing/2014/main" id="{54E943B2-698B-87BA-AE0B-5DCAE3CE8A79}"/>
              </a:ext>
            </a:extLst>
          </p:cNvPr>
          <p:cNvSpPr>
            <a:spLocks/>
          </p:cNvSpPr>
          <p:nvPr/>
        </p:nvSpPr>
        <p:spPr bwMode="auto">
          <a:xfrm>
            <a:off x="7248525" y="3712647"/>
            <a:ext cx="1079500" cy="369332"/>
          </a:xfrm>
          <a:custGeom>
            <a:avLst/>
            <a:gdLst>
              <a:gd name="T0" fmla="*/ 0 w 21600"/>
              <a:gd name="T1" fmla="*/ 0 h 21600"/>
              <a:gd name="T2" fmla="*/ 1079500 w 21600"/>
              <a:gd name="T3" fmla="*/ 504825 h 21600"/>
              <a:gd name="T4" fmla="*/ 0 w 21600"/>
              <a:gd name="T5" fmla="*/ 504825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12295" name="Line 13">
            <a:extLst>
              <a:ext uri="{FF2B5EF4-FFF2-40B4-BE49-F238E27FC236}">
                <a16:creationId xmlns:a16="http://schemas.microsoft.com/office/drawing/2014/main" id="{A0295F9A-87E8-7CCE-19BC-403C069407EB}"/>
              </a:ext>
            </a:extLst>
          </p:cNvPr>
          <p:cNvSpPr>
            <a:spLocks noChangeShapeType="1"/>
          </p:cNvSpPr>
          <p:nvPr/>
        </p:nvSpPr>
        <p:spPr bwMode="auto">
          <a:xfrm>
            <a:off x="2928938" y="4005263"/>
            <a:ext cx="0" cy="10080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2296" name="Arc 14">
            <a:extLst>
              <a:ext uri="{FF2B5EF4-FFF2-40B4-BE49-F238E27FC236}">
                <a16:creationId xmlns:a16="http://schemas.microsoft.com/office/drawing/2014/main" id="{EFC48331-8DAB-71B0-6287-E13B4430A92C}"/>
              </a:ext>
            </a:extLst>
          </p:cNvPr>
          <p:cNvSpPr>
            <a:spLocks/>
          </p:cNvSpPr>
          <p:nvPr/>
        </p:nvSpPr>
        <p:spPr bwMode="auto">
          <a:xfrm>
            <a:off x="5375276" y="5620028"/>
            <a:ext cx="1152525" cy="369332"/>
          </a:xfrm>
          <a:custGeom>
            <a:avLst/>
            <a:gdLst>
              <a:gd name="T0" fmla="*/ 0 w 21600"/>
              <a:gd name="T1" fmla="*/ 0 h 21600"/>
              <a:gd name="T2" fmla="*/ 1152525 w 21600"/>
              <a:gd name="T3" fmla="*/ 576262 h 21600"/>
              <a:gd name="T4" fmla="*/ 0 w 21600"/>
              <a:gd name="T5" fmla="*/ 576262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12297" name="Line 15">
            <a:extLst>
              <a:ext uri="{FF2B5EF4-FFF2-40B4-BE49-F238E27FC236}">
                <a16:creationId xmlns:a16="http://schemas.microsoft.com/office/drawing/2014/main" id="{83B92EDB-5840-8A2C-59D2-23D331BB00DC}"/>
              </a:ext>
            </a:extLst>
          </p:cNvPr>
          <p:cNvSpPr>
            <a:spLocks noChangeShapeType="1"/>
          </p:cNvSpPr>
          <p:nvPr/>
        </p:nvSpPr>
        <p:spPr bwMode="auto">
          <a:xfrm>
            <a:off x="3143250" y="4005263"/>
            <a:ext cx="1728788" cy="14398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298" name="Line 16">
            <a:extLst>
              <a:ext uri="{FF2B5EF4-FFF2-40B4-BE49-F238E27FC236}">
                <a16:creationId xmlns:a16="http://schemas.microsoft.com/office/drawing/2014/main" id="{78424100-48C6-8631-9CD2-474D9A3F31F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00376" y="2133601"/>
            <a:ext cx="1679575" cy="18002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300" name="Line 18">
            <a:extLst>
              <a:ext uri="{FF2B5EF4-FFF2-40B4-BE49-F238E27FC236}">
                <a16:creationId xmlns:a16="http://schemas.microsoft.com/office/drawing/2014/main" id="{0E0C24B0-4285-CA93-C093-7ABA5C42C5B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42138" y="2060575"/>
            <a:ext cx="2825750" cy="1473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12301" name="Group 19">
            <a:extLst>
              <a:ext uri="{FF2B5EF4-FFF2-40B4-BE49-F238E27FC236}">
                <a16:creationId xmlns:a16="http://schemas.microsoft.com/office/drawing/2014/main" id="{63F3DCF2-4697-C6EE-29FE-7895E0509B4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480550" y="1800226"/>
            <a:ext cx="736600" cy="404813"/>
            <a:chOff x="1680" y="912"/>
            <a:chExt cx="576" cy="317"/>
          </a:xfrm>
        </p:grpSpPr>
        <p:grpSp>
          <p:nvGrpSpPr>
            <p:cNvPr id="12414" name="Group 20">
              <a:extLst>
                <a:ext uri="{FF2B5EF4-FFF2-40B4-BE49-F238E27FC236}">
                  <a16:creationId xmlns:a16="http://schemas.microsoft.com/office/drawing/2014/main" id="{3EF73C09-6ED0-BFC1-0FDE-81201013722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680" y="912"/>
              <a:ext cx="576" cy="317"/>
              <a:chOff x="3312" y="2160"/>
              <a:chExt cx="960" cy="528"/>
            </a:xfrm>
          </p:grpSpPr>
          <p:sp>
            <p:nvSpPr>
              <p:cNvPr id="12416" name="AutoShape 21">
                <a:extLst>
                  <a:ext uri="{FF2B5EF4-FFF2-40B4-BE49-F238E27FC236}">
                    <a16:creationId xmlns:a16="http://schemas.microsoft.com/office/drawing/2014/main" id="{919BF85C-DC33-365E-5C05-09EE07BED91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312" y="2160"/>
                <a:ext cx="960" cy="528"/>
              </a:xfrm>
              <a:prstGeom prst="can">
                <a:avLst>
                  <a:gd name="adj" fmla="val 50000"/>
                </a:avLst>
              </a:prstGeom>
              <a:gradFill rotWithShape="0">
                <a:gsLst>
                  <a:gs pos="0">
                    <a:srgbClr val="002F5E"/>
                  </a:gs>
                  <a:gs pos="50000">
                    <a:srgbClr val="0066CC"/>
                  </a:gs>
                  <a:gs pos="100000">
                    <a:srgbClr val="002F5E"/>
                  </a:gs>
                </a:gsLst>
                <a:lin ang="0" scaled="1"/>
              </a:gradFill>
              <a:ln w="9525">
                <a:solidFill>
                  <a:srgbClr val="819F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73025" tIns="36512" rIns="73025" bIns="36512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it-IT" altLang="en-IT"/>
              </a:p>
            </p:txBody>
          </p:sp>
          <p:grpSp>
            <p:nvGrpSpPr>
              <p:cNvPr id="12417" name="Group 22">
                <a:extLst>
                  <a:ext uri="{FF2B5EF4-FFF2-40B4-BE49-F238E27FC236}">
                    <a16:creationId xmlns:a16="http://schemas.microsoft.com/office/drawing/2014/main" id="{82D9EC57-895A-6677-B59C-F03E4A81CEF1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488" y="2193"/>
                <a:ext cx="599" cy="207"/>
                <a:chOff x="422" y="1632"/>
                <a:chExt cx="829" cy="298"/>
              </a:xfrm>
            </p:grpSpPr>
            <p:grpSp>
              <p:nvGrpSpPr>
                <p:cNvPr id="12418" name="Group 23">
                  <a:extLst>
                    <a:ext uri="{FF2B5EF4-FFF2-40B4-BE49-F238E27FC236}">
                      <a16:creationId xmlns:a16="http://schemas.microsoft.com/office/drawing/2014/main" id="{30C0D907-8131-A4E7-6AC3-48D1676B1688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2" y="1632"/>
                  <a:ext cx="822" cy="291"/>
                  <a:chOff x="422" y="1632"/>
                  <a:chExt cx="822" cy="291"/>
                </a:xfrm>
              </p:grpSpPr>
              <p:sp>
                <p:nvSpPr>
                  <p:cNvPr id="12428" name="Freeform 24">
                    <a:extLst>
                      <a:ext uri="{FF2B5EF4-FFF2-40B4-BE49-F238E27FC236}">
                        <a16:creationId xmlns:a16="http://schemas.microsoft.com/office/drawing/2014/main" id="{E0175B45-9FF3-AE03-535E-11AA98D830F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2429" name="Freeform 25">
                    <a:extLst>
                      <a:ext uri="{FF2B5EF4-FFF2-40B4-BE49-F238E27FC236}">
                        <a16:creationId xmlns:a16="http://schemas.microsoft.com/office/drawing/2014/main" id="{1EA234BA-B42D-1F2B-AFD9-220CCEE0D83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2430" name="Freeform 26">
                    <a:extLst>
                      <a:ext uri="{FF2B5EF4-FFF2-40B4-BE49-F238E27FC236}">
                        <a16:creationId xmlns:a16="http://schemas.microsoft.com/office/drawing/2014/main" id="{2EBE71DE-638C-106D-2BB9-034D845AF24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2431" name="Freeform 27">
                    <a:extLst>
                      <a:ext uri="{FF2B5EF4-FFF2-40B4-BE49-F238E27FC236}">
                        <a16:creationId xmlns:a16="http://schemas.microsoft.com/office/drawing/2014/main" id="{1754B0BD-C963-D115-56B2-0A53585F2BA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2432" name="Freeform 28">
                    <a:extLst>
                      <a:ext uri="{FF2B5EF4-FFF2-40B4-BE49-F238E27FC236}">
                        <a16:creationId xmlns:a16="http://schemas.microsoft.com/office/drawing/2014/main" id="{51164B74-7D19-1064-261D-5AA0201EDAC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2433" name="Freeform 29">
                    <a:extLst>
                      <a:ext uri="{FF2B5EF4-FFF2-40B4-BE49-F238E27FC236}">
                        <a16:creationId xmlns:a16="http://schemas.microsoft.com/office/drawing/2014/main" id="{E5506796-D332-7CD4-F05D-6794FB485C6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2434" name="Freeform 30">
                    <a:extLst>
                      <a:ext uri="{FF2B5EF4-FFF2-40B4-BE49-F238E27FC236}">
                        <a16:creationId xmlns:a16="http://schemas.microsoft.com/office/drawing/2014/main" id="{E8D8713A-2DCC-263E-E488-7AF4ECF25FB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2435" name="Freeform 31">
                    <a:extLst>
                      <a:ext uri="{FF2B5EF4-FFF2-40B4-BE49-F238E27FC236}">
                        <a16:creationId xmlns:a16="http://schemas.microsoft.com/office/drawing/2014/main" id="{6B1F2F03-12CC-FE0E-691B-135F4FA1C6B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12419" name="Group 32">
                  <a:extLst>
                    <a:ext uri="{FF2B5EF4-FFF2-40B4-BE49-F238E27FC236}">
                      <a16:creationId xmlns:a16="http://schemas.microsoft.com/office/drawing/2014/main" id="{46196F5A-7158-DA2E-B7ED-969A14A77D80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9" y="1639"/>
                  <a:ext cx="822" cy="291"/>
                  <a:chOff x="429" y="1639"/>
                  <a:chExt cx="822" cy="291"/>
                </a:xfrm>
              </p:grpSpPr>
              <p:sp>
                <p:nvSpPr>
                  <p:cNvPr id="12420" name="Freeform 33">
                    <a:extLst>
                      <a:ext uri="{FF2B5EF4-FFF2-40B4-BE49-F238E27FC236}">
                        <a16:creationId xmlns:a16="http://schemas.microsoft.com/office/drawing/2014/main" id="{3E256373-DB8A-63CC-362F-585B20F7B87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2421" name="Freeform 34">
                    <a:extLst>
                      <a:ext uri="{FF2B5EF4-FFF2-40B4-BE49-F238E27FC236}">
                        <a16:creationId xmlns:a16="http://schemas.microsoft.com/office/drawing/2014/main" id="{B3E02E98-8146-113F-A8B1-95C6A643879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2422" name="Freeform 35">
                    <a:extLst>
                      <a:ext uri="{FF2B5EF4-FFF2-40B4-BE49-F238E27FC236}">
                        <a16:creationId xmlns:a16="http://schemas.microsoft.com/office/drawing/2014/main" id="{25217FF9-FB60-CCEF-2CA6-00EEDDDF600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2423" name="Freeform 36">
                    <a:extLst>
                      <a:ext uri="{FF2B5EF4-FFF2-40B4-BE49-F238E27FC236}">
                        <a16:creationId xmlns:a16="http://schemas.microsoft.com/office/drawing/2014/main" id="{4E7F482B-7050-8B12-1973-4B1797F0446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2424" name="Freeform 37">
                    <a:extLst>
                      <a:ext uri="{FF2B5EF4-FFF2-40B4-BE49-F238E27FC236}">
                        <a16:creationId xmlns:a16="http://schemas.microsoft.com/office/drawing/2014/main" id="{08B858DA-03B4-BAC6-F568-D3AA76873B1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2425" name="Freeform 38">
                    <a:extLst>
                      <a:ext uri="{FF2B5EF4-FFF2-40B4-BE49-F238E27FC236}">
                        <a16:creationId xmlns:a16="http://schemas.microsoft.com/office/drawing/2014/main" id="{D4EF6910-E7AC-7731-9C8E-598222D12A7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2426" name="Freeform 39">
                    <a:extLst>
                      <a:ext uri="{FF2B5EF4-FFF2-40B4-BE49-F238E27FC236}">
                        <a16:creationId xmlns:a16="http://schemas.microsoft.com/office/drawing/2014/main" id="{EDD7F1B8-5912-F6BA-6917-83BE47269B7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2427" name="Freeform 40">
                    <a:extLst>
                      <a:ext uri="{FF2B5EF4-FFF2-40B4-BE49-F238E27FC236}">
                        <a16:creationId xmlns:a16="http://schemas.microsoft.com/office/drawing/2014/main" id="{12096224-49C0-A3A0-337A-FE578E06FBA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</p:grpSp>
        </p:grpSp>
        <p:sp>
          <p:nvSpPr>
            <p:cNvPr id="12415" name="WordArt 41">
              <a:extLst>
                <a:ext uri="{FF2B5EF4-FFF2-40B4-BE49-F238E27FC236}">
                  <a16:creationId xmlns:a16="http://schemas.microsoft.com/office/drawing/2014/main" id="{44EBDE2E-B6E9-919C-C481-A3A0F5056E73}"/>
                </a:ext>
              </a:extLst>
            </p:cNvPr>
            <p:cNvSpPr>
              <a:spLocks noChangeAspect="1" noChangeArrowheads="1" noChangeShapeType="1" noTextEdit="1"/>
            </p:cNvSpPr>
            <p:nvPr/>
          </p:nvSpPr>
          <p:spPr bwMode="auto">
            <a:xfrm>
              <a:off x="1709" y="1042"/>
              <a:ext cx="518" cy="15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r5  </a:t>
              </a:r>
            </a:p>
          </p:txBody>
        </p:sp>
      </p:grpSp>
      <p:sp>
        <p:nvSpPr>
          <p:cNvPr id="12302" name="Line 42">
            <a:extLst>
              <a:ext uri="{FF2B5EF4-FFF2-40B4-BE49-F238E27FC236}">
                <a16:creationId xmlns:a16="http://schemas.microsoft.com/office/drawing/2014/main" id="{60F3696E-6A19-53E1-011E-57D40B243EC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59376" y="3625851"/>
            <a:ext cx="1679575" cy="189071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303" name="Line 43">
            <a:extLst>
              <a:ext uri="{FF2B5EF4-FFF2-40B4-BE49-F238E27FC236}">
                <a16:creationId xmlns:a16="http://schemas.microsoft.com/office/drawing/2014/main" id="{9B36A259-A2E4-4953-F6E8-6094C6CFA3CF}"/>
              </a:ext>
            </a:extLst>
          </p:cNvPr>
          <p:cNvSpPr>
            <a:spLocks noChangeShapeType="1"/>
          </p:cNvSpPr>
          <p:nvPr/>
        </p:nvSpPr>
        <p:spPr bwMode="auto">
          <a:xfrm>
            <a:off x="4943476" y="2205039"/>
            <a:ext cx="144463" cy="32400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304" name="Line 44">
            <a:extLst>
              <a:ext uri="{FF2B5EF4-FFF2-40B4-BE49-F238E27FC236}">
                <a16:creationId xmlns:a16="http://schemas.microsoft.com/office/drawing/2014/main" id="{1B3AB8F1-C438-C489-89D8-080CCBC5E76D}"/>
              </a:ext>
            </a:extLst>
          </p:cNvPr>
          <p:cNvSpPr>
            <a:spLocks noChangeShapeType="1"/>
          </p:cNvSpPr>
          <p:nvPr/>
        </p:nvSpPr>
        <p:spPr bwMode="auto">
          <a:xfrm>
            <a:off x="4943475" y="2060576"/>
            <a:ext cx="1989138" cy="14446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12305" name="Group 45">
            <a:extLst>
              <a:ext uri="{FF2B5EF4-FFF2-40B4-BE49-F238E27FC236}">
                <a16:creationId xmlns:a16="http://schemas.microsoft.com/office/drawing/2014/main" id="{921F7027-FBB7-0A2D-A66F-F5DA3E6E037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562725" y="3387726"/>
            <a:ext cx="736600" cy="404813"/>
            <a:chOff x="3264" y="912"/>
            <a:chExt cx="576" cy="316"/>
          </a:xfrm>
        </p:grpSpPr>
        <p:sp>
          <p:nvSpPr>
            <p:cNvPr id="12393" name="AutoShape 46">
              <a:extLst>
                <a:ext uri="{FF2B5EF4-FFF2-40B4-BE49-F238E27FC236}">
                  <a16:creationId xmlns:a16="http://schemas.microsoft.com/office/drawing/2014/main" id="{78CFDA8A-729A-26D4-8EB4-F79BB800719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264" y="912"/>
              <a:ext cx="576" cy="316"/>
            </a:xfrm>
            <a:prstGeom prst="can">
              <a:avLst>
                <a:gd name="adj" fmla="val 50000"/>
              </a:avLst>
            </a:prstGeom>
            <a:gradFill rotWithShape="0">
              <a:gsLst>
                <a:gs pos="0">
                  <a:srgbClr val="002F5E"/>
                </a:gs>
                <a:gs pos="50000">
                  <a:srgbClr val="0066CC"/>
                </a:gs>
                <a:gs pos="100000">
                  <a:srgbClr val="002F5E"/>
                </a:gs>
              </a:gsLst>
              <a:lin ang="0" scaled="1"/>
            </a:gradFill>
            <a:ln w="9525">
              <a:solidFill>
                <a:srgbClr val="819F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73025" tIns="36512" rIns="73025" bIns="36512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it-IT" altLang="en-IT"/>
            </a:p>
          </p:txBody>
        </p:sp>
        <p:grpSp>
          <p:nvGrpSpPr>
            <p:cNvPr id="12394" name="Group 47">
              <a:extLst>
                <a:ext uri="{FF2B5EF4-FFF2-40B4-BE49-F238E27FC236}">
                  <a16:creationId xmlns:a16="http://schemas.microsoft.com/office/drawing/2014/main" id="{635FCC31-5CF9-4A98-A96B-0C4C9D7B217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370" y="932"/>
              <a:ext cx="359" cy="124"/>
              <a:chOff x="422" y="1632"/>
              <a:chExt cx="829" cy="298"/>
            </a:xfrm>
          </p:grpSpPr>
          <p:grpSp>
            <p:nvGrpSpPr>
              <p:cNvPr id="12396" name="Group 48">
                <a:extLst>
                  <a:ext uri="{FF2B5EF4-FFF2-40B4-BE49-F238E27FC236}">
                    <a16:creationId xmlns:a16="http://schemas.microsoft.com/office/drawing/2014/main" id="{F8B270DB-C826-10F1-05E7-72AAAFCF1CC5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22" y="1632"/>
                <a:ext cx="822" cy="291"/>
                <a:chOff x="422" y="1632"/>
                <a:chExt cx="822" cy="291"/>
              </a:xfrm>
            </p:grpSpPr>
            <p:sp>
              <p:nvSpPr>
                <p:cNvPr id="12406" name="Freeform 49">
                  <a:extLst>
                    <a:ext uri="{FF2B5EF4-FFF2-40B4-BE49-F238E27FC236}">
                      <a16:creationId xmlns:a16="http://schemas.microsoft.com/office/drawing/2014/main" id="{99903722-C71D-92BF-D991-A00B919C3DC7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1" y="1639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4 w 393"/>
                    <a:gd name="T11" fmla="*/ 0 h 125"/>
                    <a:gd name="T12" fmla="*/ 196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4" y="0"/>
                      </a:lnTo>
                      <a:lnTo>
                        <a:pt x="196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2407" name="Freeform 50">
                  <a:extLst>
                    <a:ext uri="{FF2B5EF4-FFF2-40B4-BE49-F238E27FC236}">
                      <a16:creationId xmlns:a16="http://schemas.microsoft.com/office/drawing/2014/main" id="{88856B3E-5967-FFE2-9223-5FE680318458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1" y="1639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4 w 393"/>
                    <a:gd name="T11" fmla="*/ 0 h 125"/>
                    <a:gd name="T12" fmla="*/ 196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4" y="0"/>
                      </a:lnTo>
                      <a:lnTo>
                        <a:pt x="196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2408" name="Freeform 51">
                  <a:extLst>
                    <a:ext uri="{FF2B5EF4-FFF2-40B4-BE49-F238E27FC236}">
                      <a16:creationId xmlns:a16="http://schemas.microsoft.com/office/drawing/2014/main" id="{4D47CF72-ACA3-5CCF-B896-BB1FC1789ED9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2" y="1785"/>
                  <a:ext cx="393" cy="132"/>
                </a:xfrm>
                <a:custGeom>
                  <a:avLst/>
                  <a:gdLst>
                    <a:gd name="T0" fmla="*/ 393 w 393"/>
                    <a:gd name="T1" fmla="*/ 28 h 132"/>
                    <a:gd name="T2" fmla="*/ 305 w 393"/>
                    <a:gd name="T3" fmla="*/ 0 h 132"/>
                    <a:gd name="T4" fmla="*/ 102 w 393"/>
                    <a:gd name="T5" fmla="*/ 83 h 132"/>
                    <a:gd name="T6" fmla="*/ 0 w 393"/>
                    <a:gd name="T7" fmla="*/ 55 h 132"/>
                    <a:gd name="T8" fmla="*/ 51 w 393"/>
                    <a:gd name="T9" fmla="*/ 132 h 132"/>
                    <a:gd name="T10" fmla="*/ 305 w 393"/>
                    <a:gd name="T11" fmla="*/ 132 h 132"/>
                    <a:gd name="T12" fmla="*/ 196 w 393"/>
                    <a:gd name="T13" fmla="*/ 104 h 132"/>
                    <a:gd name="T14" fmla="*/ 393 w 393"/>
                    <a:gd name="T15" fmla="*/ 28 h 13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2">
                      <a:moveTo>
                        <a:pt x="393" y="28"/>
                      </a:moveTo>
                      <a:lnTo>
                        <a:pt x="305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2"/>
                      </a:lnTo>
                      <a:lnTo>
                        <a:pt x="305" y="132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2409" name="Freeform 52">
                  <a:extLst>
                    <a:ext uri="{FF2B5EF4-FFF2-40B4-BE49-F238E27FC236}">
                      <a16:creationId xmlns:a16="http://schemas.microsoft.com/office/drawing/2014/main" id="{8F3FD2E7-7B9E-16E4-7531-BE40FB985B5D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2" y="1785"/>
                  <a:ext cx="393" cy="132"/>
                </a:xfrm>
                <a:custGeom>
                  <a:avLst/>
                  <a:gdLst>
                    <a:gd name="T0" fmla="*/ 393 w 393"/>
                    <a:gd name="T1" fmla="*/ 28 h 132"/>
                    <a:gd name="T2" fmla="*/ 305 w 393"/>
                    <a:gd name="T3" fmla="*/ 0 h 132"/>
                    <a:gd name="T4" fmla="*/ 102 w 393"/>
                    <a:gd name="T5" fmla="*/ 83 h 132"/>
                    <a:gd name="T6" fmla="*/ 0 w 393"/>
                    <a:gd name="T7" fmla="*/ 55 h 132"/>
                    <a:gd name="T8" fmla="*/ 51 w 393"/>
                    <a:gd name="T9" fmla="*/ 132 h 132"/>
                    <a:gd name="T10" fmla="*/ 305 w 393"/>
                    <a:gd name="T11" fmla="*/ 132 h 132"/>
                    <a:gd name="T12" fmla="*/ 196 w 393"/>
                    <a:gd name="T13" fmla="*/ 104 h 132"/>
                    <a:gd name="T14" fmla="*/ 393 w 393"/>
                    <a:gd name="T15" fmla="*/ 28 h 13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2">
                      <a:moveTo>
                        <a:pt x="393" y="28"/>
                      </a:moveTo>
                      <a:lnTo>
                        <a:pt x="305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2"/>
                      </a:lnTo>
                      <a:lnTo>
                        <a:pt x="305" y="132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2410" name="Freeform 53">
                  <a:extLst>
                    <a:ext uri="{FF2B5EF4-FFF2-40B4-BE49-F238E27FC236}">
                      <a16:creationId xmlns:a16="http://schemas.microsoft.com/office/drawing/2014/main" id="{37FAB807-5333-BD22-E12E-BDFC746F64B9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44" y="1632"/>
                  <a:ext cx="392" cy="125"/>
                </a:xfrm>
                <a:custGeom>
                  <a:avLst/>
                  <a:gdLst>
                    <a:gd name="T0" fmla="*/ 0 w 392"/>
                    <a:gd name="T1" fmla="*/ 28 h 125"/>
                    <a:gd name="T2" fmla="*/ 87 w 392"/>
                    <a:gd name="T3" fmla="*/ 0 h 125"/>
                    <a:gd name="T4" fmla="*/ 298 w 392"/>
                    <a:gd name="T5" fmla="*/ 77 h 125"/>
                    <a:gd name="T6" fmla="*/ 392 w 392"/>
                    <a:gd name="T7" fmla="*/ 56 h 125"/>
                    <a:gd name="T8" fmla="*/ 341 w 392"/>
                    <a:gd name="T9" fmla="*/ 125 h 125"/>
                    <a:gd name="T10" fmla="*/ 94 w 392"/>
                    <a:gd name="T11" fmla="*/ 125 h 125"/>
                    <a:gd name="T12" fmla="*/ 196 w 392"/>
                    <a:gd name="T13" fmla="*/ 104 h 125"/>
                    <a:gd name="T14" fmla="*/ 0 w 392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2" y="56"/>
                      </a:lnTo>
                      <a:lnTo>
                        <a:pt x="341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2411" name="Freeform 54">
                  <a:extLst>
                    <a:ext uri="{FF2B5EF4-FFF2-40B4-BE49-F238E27FC236}">
                      <a16:creationId xmlns:a16="http://schemas.microsoft.com/office/drawing/2014/main" id="{3981AABF-DD00-70CE-01B6-9D40D27F2C61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44" y="1632"/>
                  <a:ext cx="392" cy="125"/>
                </a:xfrm>
                <a:custGeom>
                  <a:avLst/>
                  <a:gdLst>
                    <a:gd name="T0" fmla="*/ 0 w 392"/>
                    <a:gd name="T1" fmla="*/ 28 h 125"/>
                    <a:gd name="T2" fmla="*/ 87 w 392"/>
                    <a:gd name="T3" fmla="*/ 0 h 125"/>
                    <a:gd name="T4" fmla="*/ 298 w 392"/>
                    <a:gd name="T5" fmla="*/ 77 h 125"/>
                    <a:gd name="T6" fmla="*/ 392 w 392"/>
                    <a:gd name="T7" fmla="*/ 56 h 125"/>
                    <a:gd name="T8" fmla="*/ 341 w 392"/>
                    <a:gd name="T9" fmla="*/ 125 h 125"/>
                    <a:gd name="T10" fmla="*/ 94 w 392"/>
                    <a:gd name="T11" fmla="*/ 125 h 125"/>
                    <a:gd name="T12" fmla="*/ 196 w 392"/>
                    <a:gd name="T13" fmla="*/ 104 h 125"/>
                    <a:gd name="T14" fmla="*/ 0 w 392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2" y="56"/>
                      </a:lnTo>
                      <a:lnTo>
                        <a:pt x="341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2412" name="Freeform 55">
                  <a:extLst>
                    <a:ext uri="{FF2B5EF4-FFF2-40B4-BE49-F238E27FC236}">
                      <a16:creationId xmlns:a16="http://schemas.microsoft.com/office/drawing/2014/main" id="{89D88325-BF4F-A30E-9145-E243EAEDBB1A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36" y="1799"/>
                  <a:ext cx="393" cy="124"/>
                </a:xfrm>
                <a:custGeom>
                  <a:avLst/>
                  <a:gdLst>
                    <a:gd name="T0" fmla="*/ 393 w 393"/>
                    <a:gd name="T1" fmla="*/ 97 h 124"/>
                    <a:gd name="T2" fmla="*/ 306 w 393"/>
                    <a:gd name="T3" fmla="*/ 124 h 124"/>
                    <a:gd name="T4" fmla="*/ 102 w 393"/>
                    <a:gd name="T5" fmla="*/ 41 h 124"/>
                    <a:gd name="T6" fmla="*/ 0 w 393"/>
                    <a:gd name="T7" fmla="*/ 69 h 124"/>
                    <a:gd name="T8" fmla="*/ 51 w 393"/>
                    <a:gd name="T9" fmla="*/ 0 h 124"/>
                    <a:gd name="T10" fmla="*/ 306 w 393"/>
                    <a:gd name="T11" fmla="*/ 0 h 124"/>
                    <a:gd name="T12" fmla="*/ 197 w 393"/>
                    <a:gd name="T13" fmla="*/ 21 h 124"/>
                    <a:gd name="T14" fmla="*/ 393 w 393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4">
                      <a:moveTo>
                        <a:pt x="393" y="97"/>
                      </a:moveTo>
                      <a:lnTo>
                        <a:pt x="306" y="124"/>
                      </a:lnTo>
                      <a:lnTo>
                        <a:pt x="102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6" y="0"/>
                      </a:lnTo>
                      <a:lnTo>
                        <a:pt x="197" y="21"/>
                      </a:lnTo>
                      <a:lnTo>
                        <a:pt x="393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2413" name="Freeform 56">
                  <a:extLst>
                    <a:ext uri="{FF2B5EF4-FFF2-40B4-BE49-F238E27FC236}">
                      <a16:creationId xmlns:a16="http://schemas.microsoft.com/office/drawing/2014/main" id="{0C3FC1D9-E37B-E7CF-6972-7B284C0E42F3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36" y="1799"/>
                  <a:ext cx="393" cy="124"/>
                </a:xfrm>
                <a:custGeom>
                  <a:avLst/>
                  <a:gdLst>
                    <a:gd name="T0" fmla="*/ 393 w 393"/>
                    <a:gd name="T1" fmla="*/ 97 h 124"/>
                    <a:gd name="T2" fmla="*/ 306 w 393"/>
                    <a:gd name="T3" fmla="*/ 124 h 124"/>
                    <a:gd name="T4" fmla="*/ 102 w 393"/>
                    <a:gd name="T5" fmla="*/ 41 h 124"/>
                    <a:gd name="T6" fmla="*/ 0 w 393"/>
                    <a:gd name="T7" fmla="*/ 69 h 124"/>
                    <a:gd name="T8" fmla="*/ 51 w 393"/>
                    <a:gd name="T9" fmla="*/ 0 h 124"/>
                    <a:gd name="T10" fmla="*/ 306 w 393"/>
                    <a:gd name="T11" fmla="*/ 0 h 124"/>
                    <a:gd name="T12" fmla="*/ 197 w 393"/>
                    <a:gd name="T13" fmla="*/ 21 h 124"/>
                    <a:gd name="T14" fmla="*/ 393 w 393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4">
                      <a:moveTo>
                        <a:pt x="393" y="97"/>
                      </a:moveTo>
                      <a:lnTo>
                        <a:pt x="306" y="124"/>
                      </a:lnTo>
                      <a:lnTo>
                        <a:pt x="102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6" y="0"/>
                      </a:lnTo>
                      <a:lnTo>
                        <a:pt x="197" y="21"/>
                      </a:lnTo>
                      <a:lnTo>
                        <a:pt x="393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2397" name="Group 57">
                <a:extLst>
                  <a:ext uri="{FF2B5EF4-FFF2-40B4-BE49-F238E27FC236}">
                    <a16:creationId xmlns:a16="http://schemas.microsoft.com/office/drawing/2014/main" id="{6222FD9C-3B79-6FEB-CDD9-386DF7D1BB71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29" y="1639"/>
                <a:ext cx="822" cy="291"/>
                <a:chOff x="429" y="1639"/>
                <a:chExt cx="822" cy="291"/>
              </a:xfrm>
            </p:grpSpPr>
            <p:sp>
              <p:nvSpPr>
                <p:cNvPr id="12398" name="Freeform 58">
                  <a:extLst>
                    <a:ext uri="{FF2B5EF4-FFF2-40B4-BE49-F238E27FC236}">
                      <a16:creationId xmlns:a16="http://schemas.microsoft.com/office/drawing/2014/main" id="{5F08DD92-E00C-C967-0B1B-120301BEB308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8" y="1646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5 w 393"/>
                    <a:gd name="T11" fmla="*/ 0 h 125"/>
                    <a:gd name="T12" fmla="*/ 197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5" y="0"/>
                      </a:lnTo>
                      <a:lnTo>
                        <a:pt x="197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2399" name="Freeform 59">
                  <a:extLst>
                    <a:ext uri="{FF2B5EF4-FFF2-40B4-BE49-F238E27FC236}">
                      <a16:creationId xmlns:a16="http://schemas.microsoft.com/office/drawing/2014/main" id="{784FFA34-DD8E-1DC8-156E-53EA25FB07ED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8" y="1646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5 w 393"/>
                    <a:gd name="T11" fmla="*/ 0 h 125"/>
                    <a:gd name="T12" fmla="*/ 197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5" y="0"/>
                      </a:lnTo>
                      <a:lnTo>
                        <a:pt x="197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2400" name="Freeform 60">
                  <a:extLst>
                    <a:ext uri="{FF2B5EF4-FFF2-40B4-BE49-F238E27FC236}">
                      <a16:creationId xmlns:a16="http://schemas.microsoft.com/office/drawing/2014/main" id="{6501ADC2-4422-80A0-1B3E-F9671540B00E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9" y="1792"/>
                  <a:ext cx="393" cy="131"/>
                </a:xfrm>
                <a:custGeom>
                  <a:avLst/>
                  <a:gdLst>
                    <a:gd name="T0" fmla="*/ 393 w 393"/>
                    <a:gd name="T1" fmla="*/ 28 h 131"/>
                    <a:gd name="T2" fmla="*/ 306 w 393"/>
                    <a:gd name="T3" fmla="*/ 0 h 131"/>
                    <a:gd name="T4" fmla="*/ 102 w 393"/>
                    <a:gd name="T5" fmla="*/ 83 h 131"/>
                    <a:gd name="T6" fmla="*/ 0 w 393"/>
                    <a:gd name="T7" fmla="*/ 55 h 131"/>
                    <a:gd name="T8" fmla="*/ 51 w 393"/>
                    <a:gd name="T9" fmla="*/ 131 h 131"/>
                    <a:gd name="T10" fmla="*/ 306 w 393"/>
                    <a:gd name="T11" fmla="*/ 131 h 131"/>
                    <a:gd name="T12" fmla="*/ 196 w 393"/>
                    <a:gd name="T13" fmla="*/ 104 h 131"/>
                    <a:gd name="T14" fmla="*/ 393 w 393"/>
                    <a:gd name="T15" fmla="*/ 28 h 13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1">
                      <a:moveTo>
                        <a:pt x="393" y="28"/>
                      </a:moveTo>
                      <a:lnTo>
                        <a:pt x="306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1"/>
                      </a:lnTo>
                      <a:lnTo>
                        <a:pt x="306" y="131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2401" name="Freeform 61">
                  <a:extLst>
                    <a:ext uri="{FF2B5EF4-FFF2-40B4-BE49-F238E27FC236}">
                      <a16:creationId xmlns:a16="http://schemas.microsoft.com/office/drawing/2014/main" id="{9F3749CF-0A05-D3F1-9AF0-F12A2419ED47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9" y="1792"/>
                  <a:ext cx="393" cy="131"/>
                </a:xfrm>
                <a:custGeom>
                  <a:avLst/>
                  <a:gdLst>
                    <a:gd name="T0" fmla="*/ 393 w 393"/>
                    <a:gd name="T1" fmla="*/ 28 h 131"/>
                    <a:gd name="T2" fmla="*/ 306 w 393"/>
                    <a:gd name="T3" fmla="*/ 0 h 131"/>
                    <a:gd name="T4" fmla="*/ 102 w 393"/>
                    <a:gd name="T5" fmla="*/ 83 h 131"/>
                    <a:gd name="T6" fmla="*/ 0 w 393"/>
                    <a:gd name="T7" fmla="*/ 55 h 131"/>
                    <a:gd name="T8" fmla="*/ 51 w 393"/>
                    <a:gd name="T9" fmla="*/ 131 h 131"/>
                    <a:gd name="T10" fmla="*/ 306 w 393"/>
                    <a:gd name="T11" fmla="*/ 131 h 131"/>
                    <a:gd name="T12" fmla="*/ 196 w 393"/>
                    <a:gd name="T13" fmla="*/ 104 h 131"/>
                    <a:gd name="T14" fmla="*/ 393 w 393"/>
                    <a:gd name="T15" fmla="*/ 28 h 13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1">
                      <a:moveTo>
                        <a:pt x="393" y="28"/>
                      </a:moveTo>
                      <a:lnTo>
                        <a:pt x="306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1"/>
                      </a:lnTo>
                      <a:lnTo>
                        <a:pt x="306" y="131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2402" name="Freeform 62">
                  <a:extLst>
                    <a:ext uri="{FF2B5EF4-FFF2-40B4-BE49-F238E27FC236}">
                      <a16:creationId xmlns:a16="http://schemas.microsoft.com/office/drawing/2014/main" id="{DFFA5835-F7A7-60A4-904A-922AEA51474F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51" y="1639"/>
                  <a:ext cx="393" cy="125"/>
                </a:xfrm>
                <a:custGeom>
                  <a:avLst/>
                  <a:gdLst>
                    <a:gd name="T0" fmla="*/ 0 w 393"/>
                    <a:gd name="T1" fmla="*/ 28 h 125"/>
                    <a:gd name="T2" fmla="*/ 87 w 393"/>
                    <a:gd name="T3" fmla="*/ 0 h 125"/>
                    <a:gd name="T4" fmla="*/ 298 w 393"/>
                    <a:gd name="T5" fmla="*/ 77 h 125"/>
                    <a:gd name="T6" fmla="*/ 393 w 393"/>
                    <a:gd name="T7" fmla="*/ 56 h 125"/>
                    <a:gd name="T8" fmla="*/ 342 w 393"/>
                    <a:gd name="T9" fmla="*/ 125 h 125"/>
                    <a:gd name="T10" fmla="*/ 94 w 393"/>
                    <a:gd name="T11" fmla="*/ 125 h 125"/>
                    <a:gd name="T12" fmla="*/ 196 w 393"/>
                    <a:gd name="T13" fmla="*/ 104 h 125"/>
                    <a:gd name="T14" fmla="*/ 0 w 393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3" y="56"/>
                      </a:lnTo>
                      <a:lnTo>
                        <a:pt x="342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2403" name="Freeform 63">
                  <a:extLst>
                    <a:ext uri="{FF2B5EF4-FFF2-40B4-BE49-F238E27FC236}">
                      <a16:creationId xmlns:a16="http://schemas.microsoft.com/office/drawing/2014/main" id="{3266C7EA-C1BD-040B-9B83-A2E192BE0B6F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51" y="1639"/>
                  <a:ext cx="393" cy="125"/>
                </a:xfrm>
                <a:custGeom>
                  <a:avLst/>
                  <a:gdLst>
                    <a:gd name="T0" fmla="*/ 0 w 393"/>
                    <a:gd name="T1" fmla="*/ 28 h 125"/>
                    <a:gd name="T2" fmla="*/ 87 w 393"/>
                    <a:gd name="T3" fmla="*/ 0 h 125"/>
                    <a:gd name="T4" fmla="*/ 298 w 393"/>
                    <a:gd name="T5" fmla="*/ 77 h 125"/>
                    <a:gd name="T6" fmla="*/ 393 w 393"/>
                    <a:gd name="T7" fmla="*/ 56 h 125"/>
                    <a:gd name="T8" fmla="*/ 342 w 393"/>
                    <a:gd name="T9" fmla="*/ 125 h 125"/>
                    <a:gd name="T10" fmla="*/ 94 w 393"/>
                    <a:gd name="T11" fmla="*/ 125 h 125"/>
                    <a:gd name="T12" fmla="*/ 196 w 393"/>
                    <a:gd name="T13" fmla="*/ 104 h 125"/>
                    <a:gd name="T14" fmla="*/ 0 w 393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3" y="56"/>
                      </a:lnTo>
                      <a:lnTo>
                        <a:pt x="342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2404" name="Freeform 64">
                  <a:extLst>
                    <a:ext uri="{FF2B5EF4-FFF2-40B4-BE49-F238E27FC236}">
                      <a16:creationId xmlns:a16="http://schemas.microsoft.com/office/drawing/2014/main" id="{D04A5E0A-9129-1044-6152-A47A02545D6F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44" y="1806"/>
                  <a:ext cx="392" cy="124"/>
                </a:xfrm>
                <a:custGeom>
                  <a:avLst/>
                  <a:gdLst>
                    <a:gd name="T0" fmla="*/ 392 w 392"/>
                    <a:gd name="T1" fmla="*/ 97 h 124"/>
                    <a:gd name="T2" fmla="*/ 305 w 392"/>
                    <a:gd name="T3" fmla="*/ 124 h 124"/>
                    <a:gd name="T4" fmla="*/ 101 w 392"/>
                    <a:gd name="T5" fmla="*/ 41 h 124"/>
                    <a:gd name="T6" fmla="*/ 0 w 392"/>
                    <a:gd name="T7" fmla="*/ 69 h 124"/>
                    <a:gd name="T8" fmla="*/ 51 w 392"/>
                    <a:gd name="T9" fmla="*/ 0 h 124"/>
                    <a:gd name="T10" fmla="*/ 305 w 392"/>
                    <a:gd name="T11" fmla="*/ 0 h 124"/>
                    <a:gd name="T12" fmla="*/ 196 w 392"/>
                    <a:gd name="T13" fmla="*/ 20 h 124"/>
                    <a:gd name="T14" fmla="*/ 392 w 392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4">
                      <a:moveTo>
                        <a:pt x="392" y="97"/>
                      </a:moveTo>
                      <a:lnTo>
                        <a:pt x="305" y="124"/>
                      </a:lnTo>
                      <a:lnTo>
                        <a:pt x="101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5" y="0"/>
                      </a:lnTo>
                      <a:lnTo>
                        <a:pt x="196" y="20"/>
                      </a:lnTo>
                      <a:lnTo>
                        <a:pt x="392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2405" name="Freeform 65">
                  <a:extLst>
                    <a:ext uri="{FF2B5EF4-FFF2-40B4-BE49-F238E27FC236}">
                      <a16:creationId xmlns:a16="http://schemas.microsoft.com/office/drawing/2014/main" id="{E0A416B8-E005-E477-171C-B98DE89B9EC1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44" y="1806"/>
                  <a:ext cx="392" cy="124"/>
                </a:xfrm>
                <a:custGeom>
                  <a:avLst/>
                  <a:gdLst>
                    <a:gd name="T0" fmla="*/ 392 w 392"/>
                    <a:gd name="T1" fmla="*/ 97 h 124"/>
                    <a:gd name="T2" fmla="*/ 305 w 392"/>
                    <a:gd name="T3" fmla="*/ 124 h 124"/>
                    <a:gd name="T4" fmla="*/ 101 w 392"/>
                    <a:gd name="T5" fmla="*/ 41 h 124"/>
                    <a:gd name="T6" fmla="*/ 0 w 392"/>
                    <a:gd name="T7" fmla="*/ 69 h 124"/>
                    <a:gd name="T8" fmla="*/ 51 w 392"/>
                    <a:gd name="T9" fmla="*/ 0 h 124"/>
                    <a:gd name="T10" fmla="*/ 305 w 392"/>
                    <a:gd name="T11" fmla="*/ 0 h 124"/>
                    <a:gd name="T12" fmla="*/ 196 w 392"/>
                    <a:gd name="T13" fmla="*/ 20 h 124"/>
                    <a:gd name="T14" fmla="*/ 392 w 392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4">
                      <a:moveTo>
                        <a:pt x="392" y="97"/>
                      </a:moveTo>
                      <a:lnTo>
                        <a:pt x="305" y="124"/>
                      </a:lnTo>
                      <a:lnTo>
                        <a:pt x="101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5" y="0"/>
                      </a:lnTo>
                      <a:lnTo>
                        <a:pt x="196" y="20"/>
                      </a:lnTo>
                      <a:lnTo>
                        <a:pt x="392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</p:grpSp>
        <p:sp>
          <p:nvSpPr>
            <p:cNvPr id="12395" name="WordArt 66">
              <a:extLst>
                <a:ext uri="{FF2B5EF4-FFF2-40B4-BE49-F238E27FC236}">
                  <a16:creationId xmlns:a16="http://schemas.microsoft.com/office/drawing/2014/main" id="{E1339316-204A-A8AF-6035-6D8F69319509}"/>
                </a:ext>
              </a:extLst>
            </p:cNvPr>
            <p:cNvSpPr>
              <a:spLocks noChangeAspect="1" noChangeArrowheads="1" noChangeShapeType="1" noTextEdit="1"/>
            </p:cNvSpPr>
            <p:nvPr/>
          </p:nvSpPr>
          <p:spPr bwMode="auto">
            <a:xfrm>
              <a:off x="3293" y="1041"/>
              <a:ext cx="518" cy="15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r4  </a:t>
              </a:r>
            </a:p>
          </p:txBody>
        </p:sp>
      </p:grpSp>
      <p:sp>
        <p:nvSpPr>
          <p:cNvPr id="12306" name="Arc 67">
            <a:extLst>
              <a:ext uri="{FF2B5EF4-FFF2-40B4-BE49-F238E27FC236}">
                <a16:creationId xmlns:a16="http://schemas.microsoft.com/office/drawing/2014/main" id="{67E2B443-9504-04D6-7B35-5225778FC618}"/>
              </a:ext>
            </a:extLst>
          </p:cNvPr>
          <p:cNvSpPr>
            <a:spLocks/>
          </p:cNvSpPr>
          <p:nvPr/>
        </p:nvSpPr>
        <p:spPr bwMode="auto">
          <a:xfrm flipH="1">
            <a:off x="3143251" y="2091809"/>
            <a:ext cx="1368425" cy="369332"/>
          </a:xfrm>
          <a:custGeom>
            <a:avLst/>
            <a:gdLst>
              <a:gd name="T0" fmla="*/ 0 w 21600"/>
              <a:gd name="T1" fmla="*/ 0 h 21600"/>
              <a:gd name="T2" fmla="*/ 1368425 w 21600"/>
              <a:gd name="T3" fmla="*/ 431800 h 21600"/>
              <a:gd name="T4" fmla="*/ 0 w 21600"/>
              <a:gd name="T5" fmla="*/ 43180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grpSp>
        <p:nvGrpSpPr>
          <p:cNvPr id="12307" name="Group 68">
            <a:extLst>
              <a:ext uri="{FF2B5EF4-FFF2-40B4-BE49-F238E27FC236}">
                <a16:creationId xmlns:a16="http://schemas.microsoft.com/office/drawing/2014/main" id="{26D39906-1534-48AC-0715-A4B94A6D912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511675" y="1844676"/>
            <a:ext cx="738188" cy="404813"/>
            <a:chOff x="816" y="2496"/>
            <a:chExt cx="384" cy="211"/>
          </a:xfrm>
        </p:grpSpPr>
        <p:sp>
          <p:nvSpPr>
            <p:cNvPr id="12372" name="AutoShape 69">
              <a:extLst>
                <a:ext uri="{FF2B5EF4-FFF2-40B4-BE49-F238E27FC236}">
                  <a16:creationId xmlns:a16="http://schemas.microsoft.com/office/drawing/2014/main" id="{0D0F8697-467A-8249-F161-DB35344762F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816" y="2496"/>
              <a:ext cx="384" cy="211"/>
            </a:xfrm>
            <a:prstGeom prst="can">
              <a:avLst>
                <a:gd name="adj" fmla="val 50000"/>
              </a:avLst>
            </a:prstGeom>
            <a:gradFill rotWithShape="0">
              <a:gsLst>
                <a:gs pos="0">
                  <a:srgbClr val="002F5E"/>
                </a:gs>
                <a:gs pos="50000">
                  <a:srgbClr val="0066CC"/>
                </a:gs>
                <a:gs pos="100000">
                  <a:srgbClr val="002F5E"/>
                </a:gs>
              </a:gsLst>
              <a:lin ang="0" scaled="1"/>
            </a:gradFill>
            <a:ln w="9525">
              <a:solidFill>
                <a:srgbClr val="819F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73025" tIns="36512" rIns="73025" bIns="36512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it-IT" altLang="en-IT"/>
            </a:p>
          </p:txBody>
        </p:sp>
        <p:grpSp>
          <p:nvGrpSpPr>
            <p:cNvPr id="12373" name="Group 70">
              <a:extLst>
                <a:ext uri="{FF2B5EF4-FFF2-40B4-BE49-F238E27FC236}">
                  <a16:creationId xmlns:a16="http://schemas.microsoft.com/office/drawing/2014/main" id="{A36A1EC6-D703-D437-61E8-8E54F3F1CD9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87" y="2509"/>
              <a:ext cx="239" cy="83"/>
              <a:chOff x="422" y="1632"/>
              <a:chExt cx="829" cy="298"/>
            </a:xfrm>
          </p:grpSpPr>
          <p:grpSp>
            <p:nvGrpSpPr>
              <p:cNvPr id="12375" name="Group 71">
                <a:extLst>
                  <a:ext uri="{FF2B5EF4-FFF2-40B4-BE49-F238E27FC236}">
                    <a16:creationId xmlns:a16="http://schemas.microsoft.com/office/drawing/2014/main" id="{F2D7E364-6D04-4FC9-C992-C050C4C62A4D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22" y="1632"/>
                <a:ext cx="822" cy="291"/>
                <a:chOff x="422" y="1632"/>
                <a:chExt cx="822" cy="291"/>
              </a:xfrm>
            </p:grpSpPr>
            <p:sp>
              <p:nvSpPr>
                <p:cNvPr id="12385" name="Freeform 72">
                  <a:extLst>
                    <a:ext uri="{FF2B5EF4-FFF2-40B4-BE49-F238E27FC236}">
                      <a16:creationId xmlns:a16="http://schemas.microsoft.com/office/drawing/2014/main" id="{6B1E38DA-D4BB-F006-2AA1-3D3EE8920E29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1" y="1639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4 w 393"/>
                    <a:gd name="T11" fmla="*/ 0 h 125"/>
                    <a:gd name="T12" fmla="*/ 196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4" y="0"/>
                      </a:lnTo>
                      <a:lnTo>
                        <a:pt x="196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2386" name="Freeform 73">
                  <a:extLst>
                    <a:ext uri="{FF2B5EF4-FFF2-40B4-BE49-F238E27FC236}">
                      <a16:creationId xmlns:a16="http://schemas.microsoft.com/office/drawing/2014/main" id="{0FD4E9A1-B574-BD20-9690-371F0B45CBC5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1" y="1639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4 w 393"/>
                    <a:gd name="T11" fmla="*/ 0 h 125"/>
                    <a:gd name="T12" fmla="*/ 196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4" y="0"/>
                      </a:lnTo>
                      <a:lnTo>
                        <a:pt x="196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2387" name="Freeform 74">
                  <a:extLst>
                    <a:ext uri="{FF2B5EF4-FFF2-40B4-BE49-F238E27FC236}">
                      <a16:creationId xmlns:a16="http://schemas.microsoft.com/office/drawing/2014/main" id="{CE740F48-CC60-BA48-7C1A-9F1A5CBB7C26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2" y="1785"/>
                  <a:ext cx="393" cy="132"/>
                </a:xfrm>
                <a:custGeom>
                  <a:avLst/>
                  <a:gdLst>
                    <a:gd name="T0" fmla="*/ 393 w 393"/>
                    <a:gd name="T1" fmla="*/ 28 h 132"/>
                    <a:gd name="T2" fmla="*/ 305 w 393"/>
                    <a:gd name="T3" fmla="*/ 0 h 132"/>
                    <a:gd name="T4" fmla="*/ 102 w 393"/>
                    <a:gd name="T5" fmla="*/ 83 h 132"/>
                    <a:gd name="T6" fmla="*/ 0 w 393"/>
                    <a:gd name="T7" fmla="*/ 55 h 132"/>
                    <a:gd name="T8" fmla="*/ 51 w 393"/>
                    <a:gd name="T9" fmla="*/ 132 h 132"/>
                    <a:gd name="T10" fmla="*/ 305 w 393"/>
                    <a:gd name="T11" fmla="*/ 132 h 132"/>
                    <a:gd name="T12" fmla="*/ 196 w 393"/>
                    <a:gd name="T13" fmla="*/ 104 h 132"/>
                    <a:gd name="T14" fmla="*/ 393 w 393"/>
                    <a:gd name="T15" fmla="*/ 28 h 13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2">
                      <a:moveTo>
                        <a:pt x="393" y="28"/>
                      </a:moveTo>
                      <a:lnTo>
                        <a:pt x="305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2"/>
                      </a:lnTo>
                      <a:lnTo>
                        <a:pt x="305" y="132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2388" name="Freeform 75">
                  <a:extLst>
                    <a:ext uri="{FF2B5EF4-FFF2-40B4-BE49-F238E27FC236}">
                      <a16:creationId xmlns:a16="http://schemas.microsoft.com/office/drawing/2014/main" id="{DCC67E08-B22F-4572-C59F-6D3021372ED9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2" y="1785"/>
                  <a:ext cx="393" cy="132"/>
                </a:xfrm>
                <a:custGeom>
                  <a:avLst/>
                  <a:gdLst>
                    <a:gd name="T0" fmla="*/ 393 w 393"/>
                    <a:gd name="T1" fmla="*/ 28 h 132"/>
                    <a:gd name="T2" fmla="*/ 305 w 393"/>
                    <a:gd name="T3" fmla="*/ 0 h 132"/>
                    <a:gd name="T4" fmla="*/ 102 w 393"/>
                    <a:gd name="T5" fmla="*/ 83 h 132"/>
                    <a:gd name="T6" fmla="*/ 0 w 393"/>
                    <a:gd name="T7" fmla="*/ 55 h 132"/>
                    <a:gd name="T8" fmla="*/ 51 w 393"/>
                    <a:gd name="T9" fmla="*/ 132 h 132"/>
                    <a:gd name="T10" fmla="*/ 305 w 393"/>
                    <a:gd name="T11" fmla="*/ 132 h 132"/>
                    <a:gd name="T12" fmla="*/ 196 w 393"/>
                    <a:gd name="T13" fmla="*/ 104 h 132"/>
                    <a:gd name="T14" fmla="*/ 393 w 393"/>
                    <a:gd name="T15" fmla="*/ 28 h 13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2">
                      <a:moveTo>
                        <a:pt x="393" y="28"/>
                      </a:moveTo>
                      <a:lnTo>
                        <a:pt x="305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2"/>
                      </a:lnTo>
                      <a:lnTo>
                        <a:pt x="305" y="132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2389" name="Freeform 76">
                  <a:extLst>
                    <a:ext uri="{FF2B5EF4-FFF2-40B4-BE49-F238E27FC236}">
                      <a16:creationId xmlns:a16="http://schemas.microsoft.com/office/drawing/2014/main" id="{2F9D53B3-56F0-8B98-0DA1-C21E3034FD53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44" y="1632"/>
                  <a:ext cx="392" cy="125"/>
                </a:xfrm>
                <a:custGeom>
                  <a:avLst/>
                  <a:gdLst>
                    <a:gd name="T0" fmla="*/ 0 w 392"/>
                    <a:gd name="T1" fmla="*/ 28 h 125"/>
                    <a:gd name="T2" fmla="*/ 87 w 392"/>
                    <a:gd name="T3" fmla="*/ 0 h 125"/>
                    <a:gd name="T4" fmla="*/ 298 w 392"/>
                    <a:gd name="T5" fmla="*/ 77 h 125"/>
                    <a:gd name="T6" fmla="*/ 392 w 392"/>
                    <a:gd name="T7" fmla="*/ 56 h 125"/>
                    <a:gd name="T8" fmla="*/ 341 w 392"/>
                    <a:gd name="T9" fmla="*/ 125 h 125"/>
                    <a:gd name="T10" fmla="*/ 94 w 392"/>
                    <a:gd name="T11" fmla="*/ 125 h 125"/>
                    <a:gd name="T12" fmla="*/ 196 w 392"/>
                    <a:gd name="T13" fmla="*/ 104 h 125"/>
                    <a:gd name="T14" fmla="*/ 0 w 392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2" y="56"/>
                      </a:lnTo>
                      <a:lnTo>
                        <a:pt x="341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2390" name="Freeform 77">
                  <a:extLst>
                    <a:ext uri="{FF2B5EF4-FFF2-40B4-BE49-F238E27FC236}">
                      <a16:creationId xmlns:a16="http://schemas.microsoft.com/office/drawing/2014/main" id="{D5C41ABE-213F-A6E6-2078-C1D5372C3775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44" y="1632"/>
                  <a:ext cx="392" cy="125"/>
                </a:xfrm>
                <a:custGeom>
                  <a:avLst/>
                  <a:gdLst>
                    <a:gd name="T0" fmla="*/ 0 w 392"/>
                    <a:gd name="T1" fmla="*/ 28 h 125"/>
                    <a:gd name="T2" fmla="*/ 87 w 392"/>
                    <a:gd name="T3" fmla="*/ 0 h 125"/>
                    <a:gd name="T4" fmla="*/ 298 w 392"/>
                    <a:gd name="T5" fmla="*/ 77 h 125"/>
                    <a:gd name="T6" fmla="*/ 392 w 392"/>
                    <a:gd name="T7" fmla="*/ 56 h 125"/>
                    <a:gd name="T8" fmla="*/ 341 w 392"/>
                    <a:gd name="T9" fmla="*/ 125 h 125"/>
                    <a:gd name="T10" fmla="*/ 94 w 392"/>
                    <a:gd name="T11" fmla="*/ 125 h 125"/>
                    <a:gd name="T12" fmla="*/ 196 w 392"/>
                    <a:gd name="T13" fmla="*/ 104 h 125"/>
                    <a:gd name="T14" fmla="*/ 0 w 392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2" y="56"/>
                      </a:lnTo>
                      <a:lnTo>
                        <a:pt x="341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2391" name="Freeform 78">
                  <a:extLst>
                    <a:ext uri="{FF2B5EF4-FFF2-40B4-BE49-F238E27FC236}">
                      <a16:creationId xmlns:a16="http://schemas.microsoft.com/office/drawing/2014/main" id="{6D1171A7-19D0-32FB-DB22-445EC6D1155D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36" y="1799"/>
                  <a:ext cx="393" cy="124"/>
                </a:xfrm>
                <a:custGeom>
                  <a:avLst/>
                  <a:gdLst>
                    <a:gd name="T0" fmla="*/ 393 w 393"/>
                    <a:gd name="T1" fmla="*/ 97 h 124"/>
                    <a:gd name="T2" fmla="*/ 306 w 393"/>
                    <a:gd name="T3" fmla="*/ 124 h 124"/>
                    <a:gd name="T4" fmla="*/ 102 w 393"/>
                    <a:gd name="T5" fmla="*/ 41 h 124"/>
                    <a:gd name="T6" fmla="*/ 0 w 393"/>
                    <a:gd name="T7" fmla="*/ 69 h 124"/>
                    <a:gd name="T8" fmla="*/ 51 w 393"/>
                    <a:gd name="T9" fmla="*/ 0 h 124"/>
                    <a:gd name="T10" fmla="*/ 306 w 393"/>
                    <a:gd name="T11" fmla="*/ 0 h 124"/>
                    <a:gd name="T12" fmla="*/ 197 w 393"/>
                    <a:gd name="T13" fmla="*/ 21 h 124"/>
                    <a:gd name="T14" fmla="*/ 393 w 393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4">
                      <a:moveTo>
                        <a:pt x="393" y="97"/>
                      </a:moveTo>
                      <a:lnTo>
                        <a:pt x="306" y="124"/>
                      </a:lnTo>
                      <a:lnTo>
                        <a:pt x="102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6" y="0"/>
                      </a:lnTo>
                      <a:lnTo>
                        <a:pt x="197" y="21"/>
                      </a:lnTo>
                      <a:lnTo>
                        <a:pt x="393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2392" name="Freeform 79">
                  <a:extLst>
                    <a:ext uri="{FF2B5EF4-FFF2-40B4-BE49-F238E27FC236}">
                      <a16:creationId xmlns:a16="http://schemas.microsoft.com/office/drawing/2014/main" id="{EF014EE0-F92D-2259-148E-91E11BCDD5CB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36" y="1799"/>
                  <a:ext cx="393" cy="124"/>
                </a:xfrm>
                <a:custGeom>
                  <a:avLst/>
                  <a:gdLst>
                    <a:gd name="T0" fmla="*/ 393 w 393"/>
                    <a:gd name="T1" fmla="*/ 97 h 124"/>
                    <a:gd name="T2" fmla="*/ 306 w 393"/>
                    <a:gd name="T3" fmla="*/ 124 h 124"/>
                    <a:gd name="T4" fmla="*/ 102 w 393"/>
                    <a:gd name="T5" fmla="*/ 41 h 124"/>
                    <a:gd name="T6" fmla="*/ 0 w 393"/>
                    <a:gd name="T7" fmla="*/ 69 h 124"/>
                    <a:gd name="T8" fmla="*/ 51 w 393"/>
                    <a:gd name="T9" fmla="*/ 0 h 124"/>
                    <a:gd name="T10" fmla="*/ 306 w 393"/>
                    <a:gd name="T11" fmla="*/ 0 h 124"/>
                    <a:gd name="T12" fmla="*/ 197 w 393"/>
                    <a:gd name="T13" fmla="*/ 21 h 124"/>
                    <a:gd name="T14" fmla="*/ 393 w 393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4">
                      <a:moveTo>
                        <a:pt x="393" y="97"/>
                      </a:moveTo>
                      <a:lnTo>
                        <a:pt x="306" y="124"/>
                      </a:lnTo>
                      <a:lnTo>
                        <a:pt x="102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6" y="0"/>
                      </a:lnTo>
                      <a:lnTo>
                        <a:pt x="197" y="21"/>
                      </a:lnTo>
                      <a:lnTo>
                        <a:pt x="393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2376" name="Group 80">
                <a:extLst>
                  <a:ext uri="{FF2B5EF4-FFF2-40B4-BE49-F238E27FC236}">
                    <a16:creationId xmlns:a16="http://schemas.microsoft.com/office/drawing/2014/main" id="{6BDCB4D0-91D7-327D-99C5-49CD16F1DEEB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29" y="1639"/>
                <a:ext cx="822" cy="291"/>
                <a:chOff x="429" y="1639"/>
                <a:chExt cx="822" cy="291"/>
              </a:xfrm>
            </p:grpSpPr>
            <p:sp>
              <p:nvSpPr>
                <p:cNvPr id="12377" name="Freeform 81">
                  <a:extLst>
                    <a:ext uri="{FF2B5EF4-FFF2-40B4-BE49-F238E27FC236}">
                      <a16:creationId xmlns:a16="http://schemas.microsoft.com/office/drawing/2014/main" id="{881FA3DF-A2E2-68D4-F142-E41801E494B0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8" y="1646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5 w 393"/>
                    <a:gd name="T11" fmla="*/ 0 h 125"/>
                    <a:gd name="T12" fmla="*/ 197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5" y="0"/>
                      </a:lnTo>
                      <a:lnTo>
                        <a:pt x="197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2378" name="Freeform 82">
                  <a:extLst>
                    <a:ext uri="{FF2B5EF4-FFF2-40B4-BE49-F238E27FC236}">
                      <a16:creationId xmlns:a16="http://schemas.microsoft.com/office/drawing/2014/main" id="{C9393E74-37E3-5F81-6C6E-EC5A2690C059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8" y="1646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5 w 393"/>
                    <a:gd name="T11" fmla="*/ 0 h 125"/>
                    <a:gd name="T12" fmla="*/ 197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5" y="0"/>
                      </a:lnTo>
                      <a:lnTo>
                        <a:pt x="197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2379" name="Freeform 83">
                  <a:extLst>
                    <a:ext uri="{FF2B5EF4-FFF2-40B4-BE49-F238E27FC236}">
                      <a16:creationId xmlns:a16="http://schemas.microsoft.com/office/drawing/2014/main" id="{3B67BDC9-5616-46EF-5867-384FA9ACCA04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9" y="1792"/>
                  <a:ext cx="393" cy="131"/>
                </a:xfrm>
                <a:custGeom>
                  <a:avLst/>
                  <a:gdLst>
                    <a:gd name="T0" fmla="*/ 393 w 393"/>
                    <a:gd name="T1" fmla="*/ 28 h 131"/>
                    <a:gd name="T2" fmla="*/ 306 w 393"/>
                    <a:gd name="T3" fmla="*/ 0 h 131"/>
                    <a:gd name="T4" fmla="*/ 102 w 393"/>
                    <a:gd name="T5" fmla="*/ 83 h 131"/>
                    <a:gd name="T6" fmla="*/ 0 w 393"/>
                    <a:gd name="T7" fmla="*/ 55 h 131"/>
                    <a:gd name="T8" fmla="*/ 51 w 393"/>
                    <a:gd name="T9" fmla="*/ 131 h 131"/>
                    <a:gd name="T10" fmla="*/ 306 w 393"/>
                    <a:gd name="T11" fmla="*/ 131 h 131"/>
                    <a:gd name="T12" fmla="*/ 196 w 393"/>
                    <a:gd name="T13" fmla="*/ 104 h 131"/>
                    <a:gd name="T14" fmla="*/ 393 w 393"/>
                    <a:gd name="T15" fmla="*/ 28 h 13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1">
                      <a:moveTo>
                        <a:pt x="393" y="28"/>
                      </a:moveTo>
                      <a:lnTo>
                        <a:pt x="306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1"/>
                      </a:lnTo>
                      <a:lnTo>
                        <a:pt x="306" y="131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2380" name="Freeform 84">
                  <a:extLst>
                    <a:ext uri="{FF2B5EF4-FFF2-40B4-BE49-F238E27FC236}">
                      <a16:creationId xmlns:a16="http://schemas.microsoft.com/office/drawing/2014/main" id="{F05D7CF1-357B-9976-855B-508D43563D5F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9" y="1792"/>
                  <a:ext cx="393" cy="131"/>
                </a:xfrm>
                <a:custGeom>
                  <a:avLst/>
                  <a:gdLst>
                    <a:gd name="T0" fmla="*/ 393 w 393"/>
                    <a:gd name="T1" fmla="*/ 28 h 131"/>
                    <a:gd name="T2" fmla="*/ 306 w 393"/>
                    <a:gd name="T3" fmla="*/ 0 h 131"/>
                    <a:gd name="T4" fmla="*/ 102 w 393"/>
                    <a:gd name="T5" fmla="*/ 83 h 131"/>
                    <a:gd name="T6" fmla="*/ 0 w 393"/>
                    <a:gd name="T7" fmla="*/ 55 h 131"/>
                    <a:gd name="T8" fmla="*/ 51 w 393"/>
                    <a:gd name="T9" fmla="*/ 131 h 131"/>
                    <a:gd name="T10" fmla="*/ 306 w 393"/>
                    <a:gd name="T11" fmla="*/ 131 h 131"/>
                    <a:gd name="T12" fmla="*/ 196 w 393"/>
                    <a:gd name="T13" fmla="*/ 104 h 131"/>
                    <a:gd name="T14" fmla="*/ 393 w 393"/>
                    <a:gd name="T15" fmla="*/ 28 h 13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1">
                      <a:moveTo>
                        <a:pt x="393" y="28"/>
                      </a:moveTo>
                      <a:lnTo>
                        <a:pt x="306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1"/>
                      </a:lnTo>
                      <a:lnTo>
                        <a:pt x="306" y="131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2381" name="Freeform 85">
                  <a:extLst>
                    <a:ext uri="{FF2B5EF4-FFF2-40B4-BE49-F238E27FC236}">
                      <a16:creationId xmlns:a16="http://schemas.microsoft.com/office/drawing/2014/main" id="{C9F94A8A-B178-38D4-FE29-C8740CDE148D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51" y="1639"/>
                  <a:ext cx="393" cy="125"/>
                </a:xfrm>
                <a:custGeom>
                  <a:avLst/>
                  <a:gdLst>
                    <a:gd name="T0" fmla="*/ 0 w 393"/>
                    <a:gd name="T1" fmla="*/ 28 h 125"/>
                    <a:gd name="T2" fmla="*/ 87 w 393"/>
                    <a:gd name="T3" fmla="*/ 0 h 125"/>
                    <a:gd name="T4" fmla="*/ 298 w 393"/>
                    <a:gd name="T5" fmla="*/ 77 h 125"/>
                    <a:gd name="T6" fmla="*/ 393 w 393"/>
                    <a:gd name="T7" fmla="*/ 56 h 125"/>
                    <a:gd name="T8" fmla="*/ 342 w 393"/>
                    <a:gd name="T9" fmla="*/ 125 h 125"/>
                    <a:gd name="T10" fmla="*/ 94 w 393"/>
                    <a:gd name="T11" fmla="*/ 125 h 125"/>
                    <a:gd name="T12" fmla="*/ 196 w 393"/>
                    <a:gd name="T13" fmla="*/ 104 h 125"/>
                    <a:gd name="T14" fmla="*/ 0 w 393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3" y="56"/>
                      </a:lnTo>
                      <a:lnTo>
                        <a:pt x="342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2382" name="Freeform 86">
                  <a:extLst>
                    <a:ext uri="{FF2B5EF4-FFF2-40B4-BE49-F238E27FC236}">
                      <a16:creationId xmlns:a16="http://schemas.microsoft.com/office/drawing/2014/main" id="{C22502FC-63D4-3CCB-1F18-73A0389CA256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51" y="1639"/>
                  <a:ext cx="393" cy="125"/>
                </a:xfrm>
                <a:custGeom>
                  <a:avLst/>
                  <a:gdLst>
                    <a:gd name="T0" fmla="*/ 0 w 393"/>
                    <a:gd name="T1" fmla="*/ 28 h 125"/>
                    <a:gd name="T2" fmla="*/ 87 w 393"/>
                    <a:gd name="T3" fmla="*/ 0 h 125"/>
                    <a:gd name="T4" fmla="*/ 298 w 393"/>
                    <a:gd name="T5" fmla="*/ 77 h 125"/>
                    <a:gd name="T6" fmla="*/ 393 w 393"/>
                    <a:gd name="T7" fmla="*/ 56 h 125"/>
                    <a:gd name="T8" fmla="*/ 342 w 393"/>
                    <a:gd name="T9" fmla="*/ 125 h 125"/>
                    <a:gd name="T10" fmla="*/ 94 w 393"/>
                    <a:gd name="T11" fmla="*/ 125 h 125"/>
                    <a:gd name="T12" fmla="*/ 196 w 393"/>
                    <a:gd name="T13" fmla="*/ 104 h 125"/>
                    <a:gd name="T14" fmla="*/ 0 w 393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3" y="56"/>
                      </a:lnTo>
                      <a:lnTo>
                        <a:pt x="342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2383" name="Freeform 87">
                  <a:extLst>
                    <a:ext uri="{FF2B5EF4-FFF2-40B4-BE49-F238E27FC236}">
                      <a16:creationId xmlns:a16="http://schemas.microsoft.com/office/drawing/2014/main" id="{AE2D5369-8D0A-5D91-4290-DE6F121967F1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44" y="1806"/>
                  <a:ext cx="392" cy="124"/>
                </a:xfrm>
                <a:custGeom>
                  <a:avLst/>
                  <a:gdLst>
                    <a:gd name="T0" fmla="*/ 392 w 392"/>
                    <a:gd name="T1" fmla="*/ 97 h 124"/>
                    <a:gd name="T2" fmla="*/ 305 w 392"/>
                    <a:gd name="T3" fmla="*/ 124 h 124"/>
                    <a:gd name="T4" fmla="*/ 101 w 392"/>
                    <a:gd name="T5" fmla="*/ 41 h 124"/>
                    <a:gd name="T6" fmla="*/ 0 w 392"/>
                    <a:gd name="T7" fmla="*/ 69 h 124"/>
                    <a:gd name="T8" fmla="*/ 51 w 392"/>
                    <a:gd name="T9" fmla="*/ 0 h 124"/>
                    <a:gd name="T10" fmla="*/ 305 w 392"/>
                    <a:gd name="T11" fmla="*/ 0 h 124"/>
                    <a:gd name="T12" fmla="*/ 196 w 392"/>
                    <a:gd name="T13" fmla="*/ 20 h 124"/>
                    <a:gd name="T14" fmla="*/ 392 w 392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4">
                      <a:moveTo>
                        <a:pt x="392" y="97"/>
                      </a:moveTo>
                      <a:lnTo>
                        <a:pt x="305" y="124"/>
                      </a:lnTo>
                      <a:lnTo>
                        <a:pt x="101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5" y="0"/>
                      </a:lnTo>
                      <a:lnTo>
                        <a:pt x="196" y="20"/>
                      </a:lnTo>
                      <a:lnTo>
                        <a:pt x="392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2384" name="Freeform 88">
                  <a:extLst>
                    <a:ext uri="{FF2B5EF4-FFF2-40B4-BE49-F238E27FC236}">
                      <a16:creationId xmlns:a16="http://schemas.microsoft.com/office/drawing/2014/main" id="{F3A4D66A-B21B-C4B1-C02C-8D44BC68B971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44" y="1806"/>
                  <a:ext cx="392" cy="124"/>
                </a:xfrm>
                <a:custGeom>
                  <a:avLst/>
                  <a:gdLst>
                    <a:gd name="T0" fmla="*/ 392 w 392"/>
                    <a:gd name="T1" fmla="*/ 97 h 124"/>
                    <a:gd name="T2" fmla="*/ 305 w 392"/>
                    <a:gd name="T3" fmla="*/ 124 h 124"/>
                    <a:gd name="T4" fmla="*/ 101 w 392"/>
                    <a:gd name="T5" fmla="*/ 41 h 124"/>
                    <a:gd name="T6" fmla="*/ 0 w 392"/>
                    <a:gd name="T7" fmla="*/ 69 h 124"/>
                    <a:gd name="T8" fmla="*/ 51 w 392"/>
                    <a:gd name="T9" fmla="*/ 0 h 124"/>
                    <a:gd name="T10" fmla="*/ 305 w 392"/>
                    <a:gd name="T11" fmla="*/ 0 h 124"/>
                    <a:gd name="T12" fmla="*/ 196 w 392"/>
                    <a:gd name="T13" fmla="*/ 20 h 124"/>
                    <a:gd name="T14" fmla="*/ 392 w 392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4">
                      <a:moveTo>
                        <a:pt x="392" y="97"/>
                      </a:moveTo>
                      <a:lnTo>
                        <a:pt x="305" y="124"/>
                      </a:lnTo>
                      <a:lnTo>
                        <a:pt x="101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5" y="0"/>
                      </a:lnTo>
                      <a:lnTo>
                        <a:pt x="196" y="20"/>
                      </a:lnTo>
                      <a:lnTo>
                        <a:pt x="392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</p:grpSp>
        <p:sp>
          <p:nvSpPr>
            <p:cNvPr id="12374" name="WordArt 89">
              <a:extLst>
                <a:ext uri="{FF2B5EF4-FFF2-40B4-BE49-F238E27FC236}">
                  <a16:creationId xmlns:a16="http://schemas.microsoft.com/office/drawing/2014/main" id="{3D38B898-2D13-AA81-81B4-9F319AD03CF5}"/>
                </a:ext>
              </a:extLst>
            </p:cNvPr>
            <p:cNvSpPr>
              <a:spLocks noChangeAspect="1" noChangeArrowheads="1" noChangeShapeType="1" noTextEdit="1"/>
            </p:cNvSpPr>
            <p:nvPr/>
          </p:nvSpPr>
          <p:spPr bwMode="auto">
            <a:xfrm>
              <a:off x="835" y="2582"/>
              <a:ext cx="346" cy="104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r1  </a:t>
              </a:r>
            </a:p>
          </p:txBody>
        </p:sp>
      </p:grpSp>
      <p:grpSp>
        <p:nvGrpSpPr>
          <p:cNvPr id="12308" name="Group 90">
            <a:extLst>
              <a:ext uri="{FF2B5EF4-FFF2-40B4-BE49-F238E27FC236}">
                <a16:creationId xmlns:a16="http://schemas.microsoft.com/office/drawing/2014/main" id="{EEB856EB-83B5-7CC3-5DF9-4313C63FBEF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656139" y="5300663"/>
            <a:ext cx="738187" cy="404812"/>
            <a:chOff x="1008" y="3725"/>
            <a:chExt cx="384" cy="211"/>
          </a:xfrm>
        </p:grpSpPr>
        <p:sp>
          <p:nvSpPr>
            <p:cNvPr id="12351" name="AutoShape 91">
              <a:extLst>
                <a:ext uri="{FF2B5EF4-FFF2-40B4-BE49-F238E27FC236}">
                  <a16:creationId xmlns:a16="http://schemas.microsoft.com/office/drawing/2014/main" id="{8ECF3465-9C46-E2E5-4DE4-948E2F098CD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008" y="3725"/>
              <a:ext cx="384" cy="211"/>
            </a:xfrm>
            <a:prstGeom prst="can">
              <a:avLst>
                <a:gd name="adj" fmla="val 50000"/>
              </a:avLst>
            </a:prstGeom>
            <a:gradFill rotWithShape="0">
              <a:gsLst>
                <a:gs pos="0">
                  <a:srgbClr val="002F5E"/>
                </a:gs>
                <a:gs pos="50000">
                  <a:srgbClr val="0066CC"/>
                </a:gs>
                <a:gs pos="100000">
                  <a:srgbClr val="002F5E"/>
                </a:gs>
              </a:gsLst>
              <a:lin ang="0" scaled="1"/>
            </a:gradFill>
            <a:ln w="9525">
              <a:solidFill>
                <a:srgbClr val="819F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73025" tIns="36512" rIns="73025" bIns="36512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it-IT" altLang="en-IT"/>
            </a:p>
          </p:txBody>
        </p:sp>
        <p:grpSp>
          <p:nvGrpSpPr>
            <p:cNvPr id="12352" name="Group 92">
              <a:extLst>
                <a:ext uri="{FF2B5EF4-FFF2-40B4-BE49-F238E27FC236}">
                  <a16:creationId xmlns:a16="http://schemas.microsoft.com/office/drawing/2014/main" id="{8507A7FD-E80A-6822-8F5B-DB8A14B5524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79" y="3738"/>
              <a:ext cx="239" cy="83"/>
              <a:chOff x="422" y="1632"/>
              <a:chExt cx="829" cy="298"/>
            </a:xfrm>
          </p:grpSpPr>
          <p:grpSp>
            <p:nvGrpSpPr>
              <p:cNvPr id="12354" name="Group 93">
                <a:extLst>
                  <a:ext uri="{FF2B5EF4-FFF2-40B4-BE49-F238E27FC236}">
                    <a16:creationId xmlns:a16="http://schemas.microsoft.com/office/drawing/2014/main" id="{33DAB27A-4B1A-2248-6BF3-D1B3C95CF195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22" y="1632"/>
                <a:ext cx="822" cy="291"/>
                <a:chOff x="422" y="1632"/>
                <a:chExt cx="822" cy="291"/>
              </a:xfrm>
            </p:grpSpPr>
            <p:sp>
              <p:nvSpPr>
                <p:cNvPr id="12364" name="Freeform 94">
                  <a:extLst>
                    <a:ext uri="{FF2B5EF4-FFF2-40B4-BE49-F238E27FC236}">
                      <a16:creationId xmlns:a16="http://schemas.microsoft.com/office/drawing/2014/main" id="{DA71B394-3C41-FD2E-BF5E-D192FD6D5C13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1" y="1639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4 w 393"/>
                    <a:gd name="T11" fmla="*/ 0 h 125"/>
                    <a:gd name="T12" fmla="*/ 196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4" y="0"/>
                      </a:lnTo>
                      <a:lnTo>
                        <a:pt x="196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2365" name="Freeform 95">
                  <a:extLst>
                    <a:ext uri="{FF2B5EF4-FFF2-40B4-BE49-F238E27FC236}">
                      <a16:creationId xmlns:a16="http://schemas.microsoft.com/office/drawing/2014/main" id="{7E257F4C-B345-8DDE-3835-DFB528FB0DF6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1" y="1639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4 w 393"/>
                    <a:gd name="T11" fmla="*/ 0 h 125"/>
                    <a:gd name="T12" fmla="*/ 196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4" y="0"/>
                      </a:lnTo>
                      <a:lnTo>
                        <a:pt x="196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2366" name="Freeform 96">
                  <a:extLst>
                    <a:ext uri="{FF2B5EF4-FFF2-40B4-BE49-F238E27FC236}">
                      <a16:creationId xmlns:a16="http://schemas.microsoft.com/office/drawing/2014/main" id="{4390CCC2-2866-68BA-B228-81DF1F556103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2" y="1785"/>
                  <a:ext cx="393" cy="132"/>
                </a:xfrm>
                <a:custGeom>
                  <a:avLst/>
                  <a:gdLst>
                    <a:gd name="T0" fmla="*/ 393 w 393"/>
                    <a:gd name="T1" fmla="*/ 28 h 132"/>
                    <a:gd name="T2" fmla="*/ 305 w 393"/>
                    <a:gd name="T3" fmla="*/ 0 h 132"/>
                    <a:gd name="T4" fmla="*/ 102 w 393"/>
                    <a:gd name="T5" fmla="*/ 83 h 132"/>
                    <a:gd name="T6" fmla="*/ 0 w 393"/>
                    <a:gd name="T7" fmla="*/ 55 h 132"/>
                    <a:gd name="T8" fmla="*/ 51 w 393"/>
                    <a:gd name="T9" fmla="*/ 132 h 132"/>
                    <a:gd name="T10" fmla="*/ 305 w 393"/>
                    <a:gd name="T11" fmla="*/ 132 h 132"/>
                    <a:gd name="T12" fmla="*/ 196 w 393"/>
                    <a:gd name="T13" fmla="*/ 104 h 132"/>
                    <a:gd name="T14" fmla="*/ 393 w 393"/>
                    <a:gd name="T15" fmla="*/ 28 h 13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2">
                      <a:moveTo>
                        <a:pt x="393" y="28"/>
                      </a:moveTo>
                      <a:lnTo>
                        <a:pt x="305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2"/>
                      </a:lnTo>
                      <a:lnTo>
                        <a:pt x="305" y="132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2367" name="Freeform 97">
                  <a:extLst>
                    <a:ext uri="{FF2B5EF4-FFF2-40B4-BE49-F238E27FC236}">
                      <a16:creationId xmlns:a16="http://schemas.microsoft.com/office/drawing/2014/main" id="{3E1ECA1A-C14B-F12C-1360-058D0A8B9D4B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2" y="1785"/>
                  <a:ext cx="393" cy="132"/>
                </a:xfrm>
                <a:custGeom>
                  <a:avLst/>
                  <a:gdLst>
                    <a:gd name="T0" fmla="*/ 393 w 393"/>
                    <a:gd name="T1" fmla="*/ 28 h 132"/>
                    <a:gd name="T2" fmla="*/ 305 w 393"/>
                    <a:gd name="T3" fmla="*/ 0 h 132"/>
                    <a:gd name="T4" fmla="*/ 102 w 393"/>
                    <a:gd name="T5" fmla="*/ 83 h 132"/>
                    <a:gd name="T6" fmla="*/ 0 w 393"/>
                    <a:gd name="T7" fmla="*/ 55 h 132"/>
                    <a:gd name="T8" fmla="*/ 51 w 393"/>
                    <a:gd name="T9" fmla="*/ 132 h 132"/>
                    <a:gd name="T10" fmla="*/ 305 w 393"/>
                    <a:gd name="T11" fmla="*/ 132 h 132"/>
                    <a:gd name="T12" fmla="*/ 196 w 393"/>
                    <a:gd name="T13" fmla="*/ 104 h 132"/>
                    <a:gd name="T14" fmla="*/ 393 w 393"/>
                    <a:gd name="T15" fmla="*/ 28 h 13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2">
                      <a:moveTo>
                        <a:pt x="393" y="28"/>
                      </a:moveTo>
                      <a:lnTo>
                        <a:pt x="305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2"/>
                      </a:lnTo>
                      <a:lnTo>
                        <a:pt x="305" y="132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2368" name="Freeform 98">
                  <a:extLst>
                    <a:ext uri="{FF2B5EF4-FFF2-40B4-BE49-F238E27FC236}">
                      <a16:creationId xmlns:a16="http://schemas.microsoft.com/office/drawing/2014/main" id="{B693023A-C0A1-4D76-6B60-E7075404291E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44" y="1632"/>
                  <a:ext cx="392" cy="125"/>
                </a:xfrm>
                <a:custGeom>
                  <a:avLst/>
                  <a:gdLst>
                    <a:gd name="T0" fmla="*/ 0 w 392"/>
                    <a:gd name="T1" fmla="*/ 28 h 125"/>
                    <a:gd name="T2" fmla="*/ 87 w 392"/>
                    <a:gd name="T3" fmla="*/ 0 h 125"/>
                    <a:gd name="T4" fmla="*/ 298 w 392"/>
                    <a:gd name="T5" fmla="*/ 77 h 125"/>
                    <a:gd name="T6" fmla="*/ 392 w 392"/>
                    <a:gd name="T7" fmla="*/ 56 h 125"/>
                    <a:gd name="T8" fmla="*/ 341 w 392"/>
                    <a:gd name="T9" fmla="*/ 125 h 125"/>
                    <a:gd name="T10" fmla="*/ 94 w 392"/>
                    <a:gd name="T11" fmla="*/ 125 h 125"/>
                    <a:gd name="T12" fmla="*/ 196 w 392"/>
                    <a:gd name="T13" fmla="*/ 104 h 125"/>
                    <a:gd name="T14" fmla="*/ 0 w 392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2" y="56"/>
                      </a:lnTo>
                      <a:lnTo>
                        <a:pt x="341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2369" name="Freeform 99">
                  <a:extLst>
                    <a:ext uri="{FF2B5EF4-FFF2-40B4-BE49-F238E27FC236}">
                      <a16:creationId xmlns:a16="http://schemas.microsoft.com/office/drawing/2014/main" id="{6DB41964-72A8-B6B7-9E75-E59C43220040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44" y="1632"/>
                  <a:ext cx="392" cy="125"/>
                </a:xfrm>
                <a:custGeom>
                  <a:avLst/>
                  <a:gdLst>
                    <a:gd name="T0" fmla="*/ 0 w 392"/>
                    <a:gd name="T1" fmla="*/ 28 h 125"/>
                    <a:gd name="T2" fmla="*/ 87 w 392"/>
                    <a:gd name="T3" fmla="*/ 0 h 125"/>
                    <a:gd name="T4" fmla="*/ 298 w 392"/>
                    <a:gd name="T5" fmla="*/ 77 h 125"/>
                    <a:gd name="T6" fmla="*/ 392 w 392"/>
                    <a:gd name="T7" fmla="*/ 56 h 125"/>
                    <a:gd name="T8" fmla="*/ 341 w 392"/>
                    <a:gd name="T9" fmla="*/ 125 h 125"/>
                    <a:gd name="T10" fmla="*/ 94 w 392"/>
                    <a:gd name="T11" fmla="*/ 125 h 125"/>
                    <a:gd name="T12" fmla="*/ 196 w 392"/>
                    <a:gd name="T13" fmla="*/ 104 h 125"/>
                    <a:gd name="T14" fmla="*/ 0 w 392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2" y="56"/>
                      </a:lnTo>
                      <a:lnTo>
                        <a:pt x="341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2370" name="Freeform 100">
                  <a:extLst>
                    <a:ext uri="{FF2B5EF4-FFF2-40B4-BE49-F238E27FC236}">
                      <a16:creationId xmlns:a16="http://schemas.microsoft.com/office/drawing/2014/main" id="{AE4BF4CF-BB3C-160F-BD14-D5A3C0D39A80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36" y="1799"/>
                  <a:ext cx="393" cy="124"/>
                </a:xfrm>
                <a:custGeom>
                  <a:avLst/>
                  <a:gdLst>
                    <a:gd name="T0" fmla="*/ 393 w 393"/>
                    <a:gd name="T1" fmla="*/ 97 h 124"/>
                    <a:gd name="T2" fmla="*/ 306 w 393"/>
                    <a:gd name="T3" fmla="*/ 124 h 124"/>
                    <a:gd name="T4" fmla="*/ 102 w 393"/>
                    <a:gd name="T5" fmla="*/ 41 h 124"/>
                    <a:gd name="T6" fmla="*/ 0 w 393"/>
                    <a:gd name="T7" fmla="*/ 69 h 124"/>
                    <a:gd name="T8" fmla="*/ 51 w 393"/>
                    <a:gd name="T9" fmla="*/ 0 h 124"/>
                    <a:gd name="T10" fmla="*/ 306 w 393"/>
                    <a:gd name="T11" fmla="*/ 0 h 124"/>
                    <a:gd name="T12" fmla="*/ 197 w 393"/>
                    <a:gd name="T13" fmla="*/ 21 h 124"/>
                    <a:gd name="T14" fmla="*/ 393 w 393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4">
                      <a:moveTo>
                        <a:pt x="393" y="97"/>
                      </a:moveTo>
                      <a:lnTo>
                        <a:pt x="306" y="124"/>
                      </a:lnTo>
                      <a:lnTo>
                        <a:pt x="102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6" y="0"/>
                      </a:lnTo>
                      <a:lnTo>
                        <a:pt x="197" y="21"/>
                      </a:lnTo>
                      <a:lnTo>
                        <a:pt x="393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2371" name="Freeform 101">
                  <a:extLst>
                    <a:ext uri="{FF2B5EF4-FFF2-40B4-BE49-F238E27FC236}">
                      <a16:creationId xmlns:a16="http://schemas.microsoft.com/office/drawing/2014/main" id="{36CBAACE-740A-456C-A813-A1F2BD268DFD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36" y="1799"/>
                  <a:ext cx="393" cy="124"/>
                </a:xfrm>
                <a:custGeom>
                  <a:avLst/>
                  <a:gdLst>
                    <a:gd name="T0" fmla="*/ 393 w 393"/>
                    <a:gd name="T1" fmla="*/ 97 h 124"/>
                    <a:gd name="T2" fmla="*/ 306 w 393"/>
                    <a:gd name="T3" fmla="*/ 124 h 124"/>
                    <a:gd name="T4" fmla="*/ 102 w 393"/>
                    <a:gd name="T5" fmla="*/ 41 h 124"/>
                    <a:gd name="T6" fmla="*/ 0 w 393"/>
                    <a:gd name="T7" fmla="*/ 69 h 124"/>
                    <a:gd name="T8" fmla="*/ 51 w 393"/>
                    <a:gd name="T9" fmla="*/ 0 h 124"/>
                    <a:gd name="T10" fmla="*/ 306 w 393"/>
                    <a:gd name="T11" fmla="*/ 0 h 124"/>
                    <a:gd name="T12" fmla="*/ 197 w 393"/>
                    <a:gd name="T13" fmla="*/ 21 h 124"/>
                    <a:gd name="T14" fmla="*/ 393 w 393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4">
                      <a:moveTo>
                        <a:pt x="393" y="97"/>
                      </a:moveTo>
                      <a:lnTo>
                        <a:pt x="306" y="124"/>
                      </a:lnTo>
                      <a:lnTo>
                        <a:pt x="102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6" y="0"/>
                      </a:lnTo>
                      <a:lnTo>
                        <a:pt x="197" y="21"/>
                      </a:lnTo>
                      <a:lnTo>
                        <a:pt x="393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2355" name="Group 102">
                <a:extLst>
                  <a:ext uri="{FF2B5EF4-FFF2-40B4-BE49-F238E27FC236}">
                    <a16:creationId xmlns:a16="http://schemas.microsoft.com/office/drawing/2014/main" id="{EF0726B7-D922-8424-C4C1-DA4D1868369B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29" y="1639"/>
                <a:ext cx="822" cy="291"/>
                <a:chOff x="429" y="1639"/>
                <a:chExt cx="822" cy="291"/>
              </a:xfrm>
            </p:grpSpPr>
            <p:sp>
              <p:nvSpPr>
                <p:cNvPr id="12356" name="Freeform 103">
                  <a:extLst>
                    <a:ext uri="{FF2B5EF4-FFF2-40B4-BE49-F238E27FC236}">
                      <a16:creationId xmlns:a16="http://schemas.microsoft.com/office/drawing/2014/main" id="{104F6B6A-9095-704B-9834-AF1F17876DD1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8" y="1646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5 w 393"/>
                    <a:gd name="T11" fmla="*/ 0 h 125"/>
                    <a:gd name="T12" fmla="*/ 197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5" y="0"/>
                      </a:lnTo>
                      <a:lnTo>
                        <a:pt x="197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2357" name="Freeform 104">
                  <a:extLst>
                    <a:ext uri="{FF2B5EF4-FFF2-40B4-BE49-F238E27FC236}">
                      <a16:creationId xmlns:a16="http://schemas.microsoft.com/office/drawing/2014/main" id="{E2C0FF81-7467-A247-6719-F0E8482905B1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8" y="1646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5 w 393"/>
                    <a:gd name="T11" fmla="*/ 0 h 125"/>
                    <a:gd name="T12" fmla="*/ 197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5" y="0"/>
                      </a:lnTo>
                      <a:lnTo>
                        <a:pt x="197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2358" name="Freeform 105">
                  <a:extLst>
                    <a:ext uri="{FF2B5EF4-FFF2-40B4-BE49-F238E27FC236}">
                      <a16:creationId xmlns:a16="http://schemas.microsoft.com/office/drawing/2014/main" id="{226C90B8-9949-6156-2A09-D318644F3E73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9" y="1792"/>
                  <a:ext cx="393" cy="131"/>
                </a:xfrm>
                <a:custGeom>
                  <a:avLst/>
                  <a:gdLst>
                    <a:gd name="T0" fmla="*/ 393 w 393"/>
                    <a:gd name="T1" fmla="*/ 28 h 131"/>
                    <a:gd name="T2" fmla="*/ 306 w 393"/>
                    <a:gd name="T3" fmla="*/ 0 h 131"/>
                    <a:gd name="T4" fmla="*/ 102 w 393"/>
                    <a:gd name="T5" fmla="*/ 83 h 131"/>
                    <a:gd name="T6" fmla="*/ 0 w 393"/>
                    <a:gd name="T7" fmla="*/ 55 h 131"/>
                    <a:gd name="T8" fmla="*/ 51 w 393"/>
                    <a:gd name="T9" fmla="*/ 131 h 131"/>
                    <a:gd name="T10" fmla="*/ 306 w 393"/>
                    <a:gd name="T11" fmla="*/ 131 h 131"/>
                    <a:gd name="T12" fmla="*/ 196 w 393"/>
                    <a:gd name="T13" fmla="*/ 104 h 131"/>
                    <a:gd name="T14" fmla="*/ 393 w 393"/>
                    <a:gd name="T15" fmla="*/ 28 h 13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1">
                      <a:moveTo>
                        <a:pt x="393" y="28"/>
                      </a:moveTo>
                      <a:lnTo>
                        <a:pt x="306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1"/>
                      </a:lnTo>
                      <a:lnTo>
                        <a:pt x="306" y="131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2359" name="Freeform 106">
                  <a:extLst>
                    <a:ext uri="{FF2B5EF4-FFF2-40B4-BE49-F238E27FC236}">
                      <a16:creationId xmlns:a16="http://schemas.microsoft.com/office/drawing/2014/main" id="{83F2ED11-9008-1821-0423-F48365EC24B1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9" y="1792"/>
                  <a:ext cx="393" cy="131"/>
                </a:xfrm>
                <a:custGeom>
                  <a:avLst/>
                  <a:gdLst>
                    <a:gd name="T0" fmla="*/ 393 w 393"/>
                    <a:gd name="T1" fmla="*/ 28 h 131"/>
                    <a:gd name="T2" fmla="*/ 306 w 393"/>
                    <a:gd name="T3" fmla="*/ 0 h 131"/>
                    <a:gd name="T4" fmla="*/ 102 w 393"/>
                    <a:gd name="T5" fmla="*/ 83 h 131"/>
                    <a:gd name="T6" fmla="*/ 0 w 393"/>
                    <a:gd name="T7" fmla="*/ 55 h 131"/>
                    <a:gd name="T8" fmla="*/ 51 w 393"/>
                    <a:gd name="T9" fmla="*/ 131 h 131"/>
                    <a:gd name="T10" fmla="*/ 306 w 393"/>
                    <a:gd name="T11" fmla="*/ 131 h 131"/>
                    <a:gd name="T12" fmla="*/ 196 w 393"/>
                    <a:gd name="T13" fmla="*/ 104 h 131"/>
                    <a:gd name="T14" fmla="*/ 393 w 393"/>
                    <a:gd name="T15" fmla="*/ 28 h 13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1">
                      <a:moveTo>
                        <a:pt x="393" y="28"/>
                      </a:moveTo>
                      <a:lnTo>
                        <a:pt x="306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1"/>
                      </a:lnTo>
                      <a:lnTo>
                        <a:pt x="306" y="131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2360" name="Freeform 107">
                  <a:extLst>
                    <a:ext uri="{FF2B5EF4-FFF2-40B4-BE49-F238E27FC236}">
                      <a16:creationId xmlns:a16="http://schemas.microsoft.com/office/drawing/2014/main" id="{4D05F8DD-DC83-5F3A-8BC5-634C349895D0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51" y="1639"/>
                  <a:ext cx="393" cy="125"/>
                </a:xfrm>
                <a:custGeom>
                  <a:avLst/>
                  <a:gdLst>
                    <a:gd name="T0" fmla="*/ 0 w 393"/>
                    <a:gd name="T1" fmla="*/ 28 h 125"/>
                    <a:gd name="T2" fmla="*/ 87 w 393"/>
                    <a:gd name="T3" fmla="*/ 0 h 125"/>
                    <a:gd name="T4" fmla="*/ 298 w 393"/>
                    <a:gd name="T5" fmla="*/ 77 h 125"/>
                    <a:gd name="T6" fmla="*/ 393 w 393"/>
                    <a:gd name="T7" fmla="*/ 56 h 125"/>
                    <a:gd name="T8" fmla="*/ 342 w 393"/>
                    <a:gd name="T9" fmla="*/ 125 h 125"/>
                    <a:gd name="T10" fmla="*/ 94 w 393"/>
                    <a:gd name="T11" fmla="*/ 125 h 125"/>
                    <a:gd name="T12" fmla="*/ 196 w 393"/>
                    <a:gd name="T13" fmla="*/ 104 h 125"/>
                    <a:gd name="T14" fmla="*/ 0 w 393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3" y="56"/>
                      </a:lnTo>
                      <a:lnTo>
                        <a:pt x="342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2361" name="Freeform 108">
                  <a:extLst>
                    <a:ext uri="{FF2B5EF4-FFF2-40B4-BE49-F238E27FC236}">
                      <a16:creationId xmlns:a16="http://schemas.microsoft.com/office/drawing/2014/main" id="{ED9EAC42-6472-5858-0643-72EBA4508CEC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51" y="1639"/>
                  <a:ext cx="393" cy="125"/>
                </a:xfrm>
                <a:custGeom>
                  <a:avLst/>
                  <a:gdLst>
                    <a:gd name="T0" fmla="*/ 0 w 393"/>
                    <a:gd name="T1" fmla="*/ 28 h 125"/>
                    <a:gd name="T2" fmla="*/ 87 w 393"/>
                    <a:gd name="T3" fmla="*/ 0 h 125"/>
                    <a:gd name="T4" fmla="*/ 298 w 393"/>
                    <a:gd name="T5" fmla="*/ 77 h 125"/>
                    <a:gd name="T6" fmla="*/ 393 w 393"/>
                    <a:gd name="T7" fmla="*/ 56 h 125"/>
                    <a:gd name="T8" fmla="*/ 342 w 393"/>
                    <a:gd name="T9" fmla="*/ 125 h 125"/>
                    <a:gd name="T10" fmla="*/ 94 w 393"/>
                    <a:gd name="T11" fmla="*/ 125 h 125"/>
                    <a:gd name="T12" fmla="*/ 196 w 393"/>
                    <a:gd name="T13" fmla="*/ 104 h 125"/>
                    <a:gd name="T14" fmla="*/ 0 w 393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3" y="56"/>
                      </a:lnTo>
                      <a:lnTo>
                        <a:pt x="342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2362" name="Freeform 109">
                  <a:extLst>
                    <a:ext uri="{FF2B5EF4-FFF2-40B4-BE49-F238E27FC236}">
                      <a16:creationId xmlns:a16="http://schemas.microsoft.com/office/drawing/2014/main" id="{88F4009D-CF71-78ED-3354-13ED8D87C365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44" y="1806"/>
                  <a:ext cx="392" cy="124"/>
                </a:xfrm>
                <a:custGeom>
                  <a:avLst/>
                  <a:gdLst>
                    <a:gd name="T0" fmla="*/ 392 w 392"/>
                    <a:gd name="T1" fmla="*/ 97 h 124"/>
                    <a:gd name="T2" fmla="*/ 305 w 392"/>
                    <a:gd name="T3" fmla="*/ 124 h 124"/>
                    <a:gd name="T4" fmla="*/ 101 w 392"/>
                    <a:gd name="T5" fmla="*/ 41 h 124"/>
                    <a:gd name="T6" fmla="*/ 0 w 392"/>
                    <a:gd name="T7" fmla="*/ 69 h 124"/>
                    <a:gd name="T8" fmla="*/ 51 w 392"/>
                    <a:gd name="T9" fmla="*/ 0 h 124"/>
                    <a:gd name="T10" fmla="*/ 305 w 392"/>
                    <a:gd name="T11" fmla="*/ 0 h 124"/>
                    <a:gd name="T12" fmla="*/ 196 w 392"/>
                    <a:gd name="T13" fmla="*/ 20 h 124"/>
                    <a:gd name="T14" fmla="*/ 392 w 392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4">
                      <a:moveTo>
                        <a:pt x="392" y="97"/>
                      </a:moveTo>
                      <a:lnTo>
                        <a:pt x="305" y="124"/>
                      </a:lnTo>
                      <a:lnTo>
                        <a:pt x="101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5" y="0"/>
                      </a:lnTo>
                      <a:lnTo>
                        <a:pt x="196" y="20"/>
                      </a:lnTo>
                      <a:lnTo>
                        <a:pt x="392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2363" name="Freeform 110">
                  <a:extLst>
                    <a:ext uri="{FF2B5EF4-FFF2-40B4-BE49-F238E27FC236}">
                      <a16:creationId xmlns:a16="http://schemas.microsoft.com/office/drawing/2014/main" id="{39FEC56C-87A7-98E7-9278-B5716071F941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44" y="1806"/>
                  <a:ext cx="392" cy="124"/>
                </a:xfrm>
                <a:custGeom>
                  <a:avLst/>
                  <a:gdLst>
                    <a:gd name="T0" fmla="*/ 392 w 392"/>
                    <a:gd name="T1" fmla="*/ 97 h 124"/>
                    <a:gd name="T2" fmla="*/ 305 w 392"/>
                    <a:gd name="T3" fmla="*/ 124 h 124"/>
                    <a:gd name="T4" fmla="*/ 101 w 392"/>
                    <a:gd name="T5" fmla="*/ 41 h 124"/>
                    <a:gd name="T6" fmla="*/ 0 w 392"/>
                    <a:gd name="T7" fmla="*/ 69 h 124"/>
                    <a:gd name="T8" fmla="*/ 51 w 392"/>
                    <a:gd name="T9" fmla="*/ 0 h 124"/>
                    <a:gd name="T10" fmla="*/ 305 w 392"/>
                    <a:gd name="T11" fmla="*/ 0 h 124"/>
                    <a:gd name="T12" fmla="*/ 196 w 392"/>
                    <a:gd name="T13" fmla="*/ 20 h 124"/>
                    <a:gd name="T14" fmla="*/ 392 w 392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4">
                      <a:moveTo>
                        <a:pt x="392" y="97"/>
                      </a:moveTo>
                      <a:lnTo>
                        <a:pt x="305" y="124"/>
                      </a:lnTo>
                      <a:lnTo>
                        <a:pt x="101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5" y="0"/>
                      </a:lnTo>
                      <a:lnTo>
                        <a:pt x="196" y="20"/>
                      </a:lnTo>
                      <a:lnTo>
                        <a:pt x="392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</p:grpSp>
        <p:sp>
          <p:nvSpPr>
            <p:cNvPr id="12353" name="WordArt 111">
              <a:extLst>
                <a:ext uri="{FF2B5EF4-FFF2-40B4-BE49-F238E27FC236}">
                  <a16:creationId xmlns:a16="http://schemas.microsoft.com/office/drawing/2014/main" id="{9942BFE3-4777-5CC3-0DF1-891973C5EB80}"/>
                </a:ext>
              </a:extLst>
            </p:cNvPr>
            <p:cNvSpPr>
              <a:spLocks noChangeAspect="1" noChangeArrowheads="1" noChangeShapeType="1" noTextEdit="1"/>
            </p:cNvSpPr>
            <p:nvPr/>
          </p:nvSpPr>
          <p:spPr bwMode="auto">
            <a:xfrm>
              <a:off x="1027" y="3811"/>
              <a:ext cx="346" cy="104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r3  </a:t>
              </a:r>
            </a:p>
          </p:txBody>
        </p:sp>
      </p:grpSp>
      <p:grpSp>
        <p:nvGrpSpPr>
          <p:cNvPr id="12309" name="Group 114">
            <a:extLst>
              <a:ext uri="{FF2B5EF4-FFF2-40B4-BE49-F238E27FC236}">
                <a16:creationId xmlns:a16="http://schemas.microsoft.com/office/drawing/2014/main" id="{2A8704B6-DFA2-519E-3049-E486F105904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566989" y="3716338"/>
            <a:ext cx="738187" cy="404812"/>
            <a:chOff x="816" y="2496"/>
            <a:chExt cx="384" cy="211"/>
          </a:xfrm>
        </p:grpSpPr>
        <p:sp>
          <p:nvSpPr>
            <p:cNvPr id="12330" name="AutoShape 115">
              <a:extLst>
                <a:ext uri="{FF2B5EF4-FFF2-40B4-BE49-F238E27FC236}">
                  <a16:creationId xmlns:a16="http://schemas.microsoft.com/office/drawing/2014/main" id="{4DF8D07C-B91F-AD7A-E63B-1169DF54DA8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816" y="2496"/>
              <a:ext cx="384" cy="211"/>
            </a:xfrm>
            <a:prstGeom prst="can">
              <a:avLst>
                <a:gd name="adj" fmla="val 50000"/>
              </a:avLst>
            </a:prstGeom>
            <a:gradFill rotWithShape="0">
              <a:gsLst>
                <a:gs pos="0">
                  <a:srgbClr val="002F5E"/>
                </a:gs>
                <a:gs pos="50000">
                  <a:srgbClr val="0066CC"/>
                </a:gs>
                <a:gs pos="100000">
                  <a:srgbClr val="002F5E"/>
                </a:gs>
              </a:gsLst>
              <a:lin ang="0" scaled="1"/>
            </a:gradFill>
            <a:ln w="9525">
              <a:solidFill>
                <a:srgbClr val="819F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73025" tIns="36512" rIns="73025" bIns="36512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it-IT" altLang="en-IT"/>
            </a:p>
          </p:txBody>
        </p:sp>
        <p:grpSp>
          <p:nvGrpSpPr>
            <p:cNvPr id="12331" name="Group 116">
              <a:extLst>
                <a:ext uri="{FF2B5EF4-FFF2-40B4-BE49-F238E27FC236}">
                  <a16:creationId xmlns:a16="http://schemas.microsoft.com/office/drawing/2014/main" id="{C90D80E4-7496-3D17-229B-E616333C418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87" y="2509"/>
              <a:ext cx="239" cy="83"/>
              <a:chOff x="422" y="1632"/>
              <a:chExt cx="829" cy="298"/>
            </a:xfrm>
          </p:grpSpPr>
          <p:grpSp>
            <p:nvGrpSpPr>
              <p:cNvPr id="12333" name="Group 117">
                <a:extLst>
                  <a:ext uri="{FF2B5EF4-FFF2-40B4-BE49-F238E27FC236}">
                    <a16:creationId xmlns:a16="http://schemas.microsoft.com/office/drawing/2014/main" id="{4A89F40F-897C-2B2D-BB42-8169E93D433F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22" y="1632"/>
                <a:ext cx="822" cy="291"/>
                <a:chOff x="422" y="1632"/>
                <a:chExt cx="822" cy="291"/>
              </a:xfrm>
            </p:grpSpPr>
            <p:sp>
              <p:nvSpPr>
                <p:cNvPr id="12343" name="Freeform 118">
                  <a:extLst>
                    <a:ext uri="{FF2B5EF4-FFF2-40B4-BE49-F238E27FC236}">
                      <a16:creationId xmlns:a16="http://schemas.microsoft.com/office/drawing/2014/main" id="{D9F04C2B-C523-13B0-8E29-CD36222C01F6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1" y="1639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4 w 393"/>
                    <a:gd name="T11" fmla="*/ 0 h 125"/>
                    <a:gd name="T12" fmla="*/ 196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4" y="0"/>
                      </a:lnTo>
                      <a:lnTo>
                        <a:pt x="196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2344" name="Freeform 119">
                  <a:extLst>
                    <a:ext uri="{FF2B5EF4-FFF2-40B4-BE49-F238E27FC236}">
                      <a16:creationId xmlns:a16="http://schemas.microsoft.com/office/drawing/2014/main" id="{F3359E9D-FD6D-AC9E-E977-FCFA0E28D1C3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1" y="1639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4 w 393"/>
                    <a:gd name="T11" fmla="*/ 0 h 125"/>
                    <a:gd name="T12" fmla="*/ 196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4" y="0"/>
                      </a:lnTo>
                      <a:lnTo>
                        <a:pt x="196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2345" name="Freeform 120">
                  <a:extLst>
                    <a:ext uri="{FF2B5EF4-FFF2-40B4-BE49-F238E27FC236}">
                      <a16:creationId xmlns:a16="http://schemas.microsoft.com/office/drawing/2014/main" id="{92B12E01-8616-55C8-8410-0BBB56EBFA3D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2" y="1785"/>
                  <a:ext cx="393" cy="132"/>
                </a:xfrm>
                <a:custGeom>
                  <a:avLst/>
                  <a:gdLst>
                    <a:gd name="T0" fmla="*/ 393 w 393"/>
                    <a:gd name="T1" fmla="*/ 28 h 132"/>
                    <a:gd name="T2" fmla="*/ 305 w 393"/>
                    <a:gd name="T3" fmla="*/ 0 h 132"/>
                    <a:gd name="T4" fmla="*/ 102 w 393"/>
                    <a:gd name="T5" fmla="*/ 83 h 132"/>
                    <a:gd name="T6" fmla="*/ 0 w 393"/>
                    <a:gd name="T7" fmla="*/ 55 h 132"/>
                    <a:gd name="T8" fmla="*/ 51 w 393"/>
                    <a:gd name="T9" fmla="*/ 132 h 132"/>
                    <a:gd name="T10" fmla="*/ 305 w 393"/>
                    <a:gd name="T11" fmla="*/ 132 h 132"/>
                    <a:gd name="T12" fmla="*/ 196 w 393"/>
                    <a:gd name="T13" fmla="*/ 104 h 132"/>
                    <a:gd name="T14" fmla="*/ 393 w 393"/>
                    <a:gd name="T15" fmla="*/ 28 h 13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2">
                      <a:moveTo>
                        <a:pt x="393" y="28"/>
                      </a:moveTo>
                      <a:lnTo>
                        <a:pt x="305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2"/>
                      </a:lnTo>
                      <a:lnTo>
                        <a:pt x="305" y="132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2346" name="Freeform 121">
                  <a:extLst>
                    <a:ext uri="{FF2B5EF4-FFF2-40B4-BE49-F238E27FC236}">
                      <a16:creationId xmlns:a16="http://schemas.microsoft.com/office/drawing/2014/main" id="{22E8DE5F-2F85-A52C-7B6C-020D2A326F8B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2" y="1785"/>
                  <a:ext cx="393" cy="132"/>
                </a:xfrm>
                <a:custGeom>
                  <a:avLst/>
                  <a:gdLst>
                    <a:gd name="T0" fmla="*/ 393 w 393"/>
                    <a:gd name="T1" fmla="*/ 28 h 132"/>
                    <a:gd name="T2" fmla="*/ 305 w 393"/>
                    <a:gd name="T3" fmla="*/ 0 h 132"/>
                    <a:gd name="T4" fmla="*/ 102 w 393"/>
                    <a:gd name="T5" fmla="*/ 83 h 132"/>
                    <a:gd name="T6" fmla="*/ 0 w 393"/>
                    <a:gd name="T7" fmla="*/ 55 h 132"/>
                    <a:gd name="T8" fmla="*/ 51 w 393"/>
                    <a:gd name="T9" fmla="*/ 132 h 132"/>
                    <a:gd name="T10" fmla="*/ 305 w 393"/>
                    <a:gd name="T11" fmla="*/ 132 h 132"/>
                    <a:gd name="T12" fmla="*/ 196 w 393"/>
                    <a:gd name="T13" fmla="*/ 104 h 132"/>
                    <a:gd name="T14" fmla="*/ 393 w 393"/>
                    <a:gd name="T15" fmla="*/ 28 h 13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2">
                      <a:moveTo>
                        <a:pt x="393" y="28"/>
                      </a:moveTo>
                      <a:lnTo>
                        <a:pt x="305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2"/>
                      </a:lnTo>
                      <a:lnTo>
                        <a:pt x="305" y="132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2347" name="Freeform 122">
                  <a:extLst>
                    <a:ext uri="{FF2B5EF4-FFF2-40B4-BE49-F238E27FC236}">
                      <a16:creationId xmlns:a16="http://schemas.microsoft.com/office/drawing/2014/main" id="{22D7BB7C-066E-C455-70B9-1CB02003BE76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44" y="1632"/>
                  <a:ext cx="392" cy="125"/>
                </a:xfrm>
                <a:custGeom>
                  <a:avLst/>
                  <a:gdLst>
                    <a:gd name="T0" fmla="*/ 0 w 392"/>
                    <a:gd name="T1" fmla="*/ 28 h 125"/>
                    <a:gd name="T2" fmla="*/ 87 w 392"/>
                    <a:gd name="T3" fmla="*/ 0 h 125"/>
                    <a:gd name="T4" fmla="*/ 298 w 392"/>
                    <a:gd name="T5" fmla="*/ 77 h 125"/>
                    <a:gd name="T6" fmla="*/ 392 w 392"/>
                    <a:gd name="T7" fmla="*/ 56 h 125"/>
                    <a:gd name="T8" fmla="*/ 341 w 392"/>
                    <a:gd name="T9" fmla="*/ 125 h 125"/>
                    <a:gd name="T10" fmla="*/ 94 w 392"/>
                    <a:gd name="T11" fmla="*/ 125 h 125"/>
                    <a:gd name="T12" fmla="*/ 196 w 392"/>
                    <a:gd name="T13" fmla="*/ 104 h 125"/>
                    <a:gd name="T14" fmla="*/ 0 w 392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2" y="56"/>
                      </a:lnTo>
                      <a:lnTo>
                        <a:pt x="341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2348" name="Freeform 123">
                  <a:extLst>
                    <a:ext uri="{FF2B5EF4-FFF2-40B4-BE49-F238E27FC236}">
                      <a16:creationId xmlns:a16="http://schemas.microsoft.com/office/drawing/2014/main" id="{782B9FFB-DAA2-107F-678D-23E2B57886FC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44" y="1632"/>
                  <a:ext cx="392" cy="125"/>
                </a:xfrm>
                <a:custGeom>
                  <a:avLst/>
                  <a:gdLst>
                    <a:gd name="T0" fmla="*/ 0 w 392"/>
                    <a:gd name="T1" fmla="*/ 28 h 125"/>
                    <a:gd name="T2" fmla="*/ 87 w 392"/>
                    <a:gd name="T3" fmla="*/ 0 h 125"/>
                    <a:gd name="T4" fmla="*/ 298 w 392"/>
                    <a:gd name="T5" fmla="*/ 77 h 125"/>
                    <a:gd name="T6" fmla="*/ 392 w 392"/>
                    <a:gd name="T7" fmla="*/ 56 h 125"/>
                    <a:gd name="T8" fmla="*/ 341 w 392"/>
                    <a:gd name="T9" fmla="*/ 125 h 125"/>
                    <a:gd name="T10" fmla="*/ 94 w 392"/>
                    <a:gd name="T11" fmla="*/ 125 h 125"/>
                    <a:gd name="T12" fmla="*/ 196 w 392"/>
                    <a:gd name="T13" fmla="*/ 104 h 125"/>
                    <a:gd name="T14" fmla="*/ 0 w 392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2" y="56"/>
                      </a:lnTo>
                      <a:lnTo>
                        <a:pt x="341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2349" name="Freeform 124">
                  <a:extLst>
                    <a:ext uri="{FF2B5EF4-FFF2-40B4-BE49-F238E27FC236}">
                      <a16:creationId xmlns:a16="http://schemas.microsoft.com/office/drawing/2014/main" id="{53097EE5-41F5-625E-F325-6F06DB7D2734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36" y="1799"/>
                  <a:ext cx="393" cy="124"/>
                </a:xfrm>
                <a:custGeom>
                  <a:avLst/>
                  <a:gdLst>
                    <a:gd name="T0" fmla="*/ 393 w 393"/>
                    <a:gd name="T1" fmla="*/ 97 h 124"/>
                    <a:gd name="T2" fmla="*/ 306 w 393"/>
                    <a:gd name="T3" fmla="*/ 124 h 124"/>
                    <a:gd name="T4" fmla="*/ 102 w 393"/>
                    <a:gd name="T5" fmla="*/ 41 h 124"/>
                    <a:gd name="T6" fmla="*/ 0 w 393"/>
                    <a:gd name="T7" fmla="*/ 69 h 124"/>
                    <a:gd name="T8" fmla="*/ 51 w 393"/>
                    <a:gd name="T9" fmla="*/ 0 h 124"/>
                    <a:gd name="T10" fmla="*/ 306 w 393"/>
                    <a:gd name="T11" fmla="*/ 0 h 124"/>
                    <a:gd name="T12" fmla="*/ 197 w 393"/>
                    <a:gd name="T13" fmla="*/ 21 h 124"/>
                    <a:gd name="T14" fmla="*/ 393 w 393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4">
                      <a:moveTo>
                        <a:pt x="393" y="97"/>
                      </a:moveTo>
                      <a:lnTo>
                        <a:pt x="306" y="124"/>
                      </a:lnTo>
                      <a:lnTo>
                        <a:pt x="102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6" y="0"/>
                      </a:lnTo>
                      <a:lnTo>
                        <a:pt x="197" y="21"/>
                      </a:lnTo>
                      <a:lnTo>
                        <a:pt x="393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2350" name="Freeform 125">
                  <a:extLst>
                    <a:ext uri="{FF2B5EF4-FFF2-40B4-BE49-F238E27FC236}">
                      <a16:creationId xmlns:a16="http://schemas.microsoft.com/office/drawing/2014/main" id="{5492BA86-DF0B-DAF5-0623-15BCB9CAE039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36" y="1799"/>
                  <a:ext cx="393" cy="124"/>
                </a:xfrm>
                <a:custGeom>
                  <a:avLst/>
                  <a:gdLst>
                    <a:gd name="T0" fmla="*/ 393 w 393"/>
                    <a:gd name="T1" fmla="*/ 97 h 124"/>
                    <a:gd name="T2" fmla="*/ 306 w 393"/>
                    <a:gd name="T3" fmla="*/ 124 h 124"/>
                    <a:gd name="T4" fmla="*/ 102 w 393"/>
                    <a:gd name="T5" fmla="*/ 41 h 124"/>
                    <a:gd name="T6" fmla="*/ 0 w 393"/>
                    <a:gd name="T7" fmla="*/ 69 h 124"/>
                    <a:gd name="T8" fmla="*/ 51 w 393"/>
                    <a:gd name="T9" fmla="*/ 0 h 124"/>
                    <a:gd name="T10" fmla="*/ 306 w 393"/>
                    <a:gd name="T11" fmla="*/ 0 h 124"/>
                    <a:gd name="T12" fmla="*/ 197 w 393"/>
                    <a:gd name="T13" fmla="*/ 21 h 124"/>
                    <a:gd name="T14" fmla="*/ 393 w 393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4">
                      <a:moveTo>
                        <a:pt x="393" y="97"/>
                      </a:moveTo>
                      <a:lnTo>
                        <a:pt x="306" y="124"/>
                      </a:lnTo>
                      <a:lnTo>
                        <a:pt x="102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6" y="0"/>
                      </a:lnTo>
                      <a:lnTo>
                        <a:pt x="197" y="21"/>
                      </a:lnTo>
                      <a:lnTo>
                        <a:pt x="393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2334" name="Group 126">
                <a:extLst>
                  <a:ext uri="{FF2B5EF4-FFF2-40B4-BE49-F238E27FC236}">
                    <a16:creationId xmlns:a16="http://schemas.microsoft.com/office/drawing/2014/main" id="{5B91E479-1076-A242-0CC5-C0C3DE2307CD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29" y="1639"/>
                <a:ext cx="822" cy="291"/>
                <a:chOff x="429" y="1639"/>
                <a:chExt cx="822" cy="291"/>
              </a:xfrm>
            </p:grpSpPr>
            <p:sp>
              <p:nvSpPr>
                <p:cNvPr id="12335" name="Freeform 127">
                  <a:extLst>
                    <a:ext uri="{FF2B5EF4-FFF2-40B4-BE49-F238E27FC236}">
                      <a16:creationId xmlns:a16="http://schemas.microsoft.com/office/drawing/2014/main" id="{57356011-CDFE-CE44-D5DE-B4F0C9D6E09D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8" y="1646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5 w 393"/>
                    <a:gd name="T11" fmla="*/ 0 h 125"/>
                    <a:gd name="T12" fmla="*/ 197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5" y="0"/>
                      </a:lnTo>
                      <a:lnTo>
                        <a:pt x="197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2336" name="Freeform 128">
                  <a:extLst>
                    <a:ext uri="{FF2B5EF4-FFF2-40B4-BE49-F238E27FC236}">
                      <a16:creationId xmlns:a16="http://schemas.microsoft.com/office/drawing/2014/main" id="{A97BBACE-962A-6DEC-BEF9-8F70221A068E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8" y="1646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5 w 393"/>
                    <a:gd name="T11" fmla="*/ 0 h 125"/>
                    <a:gd name="T12" fmla="*/ 197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5" y="0"/>
                      </a:lnTo>
                      <a:lnTo>
                        <a:pt x="197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2337" name="Freeform 129">
                  <a:extLst>
                    <a:ext uri="{FF2B5EF4-FFF2-40B4-BE49-F238E27FC236}">
                      <a16:creationId xmlns:a16="http://schemas.microsoft.com/office/drawing/2014/main" id="{1B4E52C4-D25D-747D-D5C8-82524922C670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9" y="1792"/>
                  <a:ext cx="393" cy="131"/>
                </a:xfrm>
                <a:custGeom>
                  <a:avLst/>
                  <a:gdLst>
                    <a:gd name="T0" fmla="*/ 393 w 393"/>
                    <a:gd name="T1" fmla="*/ 28 h 131"/>
                    <a:gd name="T2" fmla="*/ 306 w 393"/>
                    <a:gd name="T3" fmla="*/ 0 h 131"/>
                    <a:gd name="T4" fmla="*/ 102 w 393"/>
                    <a:gd name="T5" fmla="*/ 83 h 131"/>
                    <a:gd name="T6" fmla="*/ 0 w 393"/>
                    <a:gd name="T7" fmla="*/ 55 h 131"/>
                    <a:gd name="T8" fmla="*/ 51 w 393"/>
                    <a:gd name="T9" fmla="*/ 131 h 131"/>
                    <a:gd name="T10" fmla="*/ 306 w 393"/>
                    <a:gd name="T11" fmla="*/ 131 h 131"/>
                    <a:gd name="T12" fmla="*/ 196 w 393"/>
                    <a:gd name="T13" fmla="*/ 104 h 131"/>
                    <a:gd name="T14" fmla="*/ 393 w 393"/>
                    <a:gd name="T15" fmla="*/ 28 h 13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1">
                      <a:moveTo>
                        <a:pt x="393" y="28"/>
                      </a:moveTo>
                      <a:lnTo>
                        <a:pt x="306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1"/>
                      </a:lnTo>
                      <a:lnTo>
                        <a:pt x="306" y="131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2338" name="Freeform 130">
                  <a:extLst>
                    <a:ext uri="{FF2B5EF4-FFF2-40B4-BE49-F238E27FC236}">
                      <a16:creationId xmlns:a16="http://schemas.microsoft.com/office/drawing/2014/main" id="{5368603E-1A47-0702-2987-0CCB9350DF87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9" y="1792"/>
                  <a:ext cx="393" cy="131"/>
                </a:xfrm>
                <a:custGeom>
                  <a:avLst/>
                  <a:gdLst>
                    <a:gd name="T0" fmla="*/ 393 w 393"/>
                    <a:gd name="T1" fmla="*/ 28 h 131"/>
                    <a:gd name="T2" fmla="*/ 306 w 393"/>
                    <a:gd name="T3" fmla="*/ 0 h 131"/>
                    <a:gd name="T4" fmla="*/ 102 w 393"/>
                    <a:gd name="T5" fmla="*/ 83 h 131"/>
                    <a:gd name="T6" fmla="*/ 0 w 393"/>
                    <a:gd name="T7" fmla="*/ 55 h 131"/>
                    <a:gd name="T8" fmla="*/ 51 w 393"/>
                    <a:gd name="T9" fmla="*/ 131 h 131"/>
                    <a:gd name="T10" fmla="*/ 306 w 393"/>
                    <a:gd name="T11" fmla="*/ 131 h 131"/>
                    <a:gd name="T12" fmla="*/ 196 w 393"/>
                    <a:gd name="T13" fmla="*/ 104 h 131"/>
                    <a:gd name="T14" fmla="*/ 393 w 393"/>
                    <a:gd name="T15" fmla="*/ 28 h 13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1">
                      <a:moveTo>
                        <a:pt x="393" y="28"/>
                      </a:moveTo>
                      <a:lnTo>
                        <a:pt x="306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1"/>
                      </a:lnTo>
                      <a:lnTo>
                        <a:pt x="306" y="131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2339" name="Freeform 131">
                  <a:extLst>
                    <a:ext uri="{FF2B5EF4-FFF2-40B4-BE49-F238E27FC236}">
                      <a16:creationId xmlns:a16="http://schemas.microsoft.com/office/drawing/2014/main" id="{CEE7FBC1-6A27-CDEE-8779-CC0B6237E799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51" y="1639"/>
                  <a:ext cx="393" cy="125"/>
                </a:xfrm>
                <a:custGeom>
                  <a:avLst/>
                  <a:gdLst>
                    <a:gd name="T0" fmla="*/ 0 w 393"/>
                    <a:gd name="T1" fmla="*/ 28 h 125"/>
                    <a:gd name="T2" fmla="*/ 87 w 393"/>
                    <a:gd name="T3" fmla="*/ 0 h 125"/>
                    <a:gd name="T4" fmla="*/ 298 w 393"/>
                    <a:gd name="T5" fmla="*/ 77 h 125"/>
                    <a:gd name="T6" fmla="*/ 393 w 393"/>
                    <a:gd name="T7" fmla="*/ 56 h 125"/>
                    <a:gd name="T8" fmla="*/ 342 w 393"/>
                    <a:gd name="T9" fmla="*/ 125 h 125"/>
                    <a:gd name="T10" fmla="*/ 94 w 393"/>
                    <a:gd name="T11" fmla="*/ 125 h 125"/>
                    <a:gd name="T12" fmla="*/ 196 w 393"/>
                    <a:gd name="T13" fmla="*/ 104 h 125"/>
                    <a:gd name="T14" fmla="*/ 0 w 393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3" y="56"/>
                      </a:lnTo>
                      <a:lnTo>
                        <a:pt x="342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2340" name="Freeform 132">
                  <a:extLst>
                    <a:ext uri="{FF2B5EF4-FFF2-40B4-BE49-F238E27FC236}">
                      <a16:creationId xmlns:a16="http://schemas.microsoft.com/office/drawing/2014/main" id="{A0DAB5C7-760C-4CC1-C1C5-B0AFBEC103F3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51" y="1639"/>
                  <a:ext cx="393" cy="125"/>
                </a:xfrm>
                <a:custGeom>
                  <a:avLst/>
                  <a:gdLst>
                    <a:gd name="T0" fmla="*/ 0 w 393"/>
                    <a:gd name="T1" fmla="*/ 28 h 125"/>
                    <a:gd name="T2" fmla="*/ 87 w 393"/>
                    <a:gd name="T3" fmla="*/ 0 h 125"/>
                    <a:gd name="T4" fmla="*/ 298 w 393"/>
                    <a:gd name="T5" fmla="*/ 77 h 125"/>
                    <a:gd name="T6" fmla="*/ 393 w 393"/>
                    <a:gd name="T7" fmla="*/ 56 h 125"/>
                    <a:gd name="T8" fmla="*/ 342 w 393"/>
                    <a:gd name="T9" fmla="*/ 125 h 125"/>
                    <a:gd name="T10" fmla="*/ 94 w 393"/>
                    <a:gd name="T11" fmla="*/ 125 h 125"/>
                    <a:gd name="T12" fmla="*/ 196 w 393"/>
                    <a:gd name="T13" fmla="*/ 104 h 125"/>
                    <a:gd name="T14" fmla="*/ 0 w 393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3" y="56"/>
                      </a:lnTo>
                      <a:lnTo>
                        <a:pt x="342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2341" name="Freeform 133">
                  <a:extLst>
                    <a:ext uri="{FF2B5EF4-FFF2-40B4-BE49-F238E27FC236}">
                      <a16:creationId xmlns:a16="http://schemas.microsoft.com/office/drawing/2014/main" id="{C35F2143-0189-D5FE-1B7C-BF734B4CA7B2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44" y="1806"/>
                  <a:ext cx="392" cy="124"/>
                </a:xfrm>
                <a:custGeom>
                  <a:avLst/>
                  <a:gdLst>
                    <a:gd name="T0" fmla="*/ 392 w 392"/>
                    <a:gd name="T1" fmla="*/ 97 h 124"/>
                    <a:gd name="T2" fmla="*/ 305 w 392"/>
                    <a:gd name="T3" fmla="*/ 124 h 124"/>
                    <a:gd name="T4" fmla="*/ 101 w 392"/>
                    <a:gd name="T5" fmla="*/ 41 h 124"/>
                    <a:gd name="T6" fmla="*/ 0 w 392"/>
                    <a:gd name="T7" fmla="*/ 69 h 124"/>
                    <a:gd name="T8" fmla="*/ 51 w 392"/>
                    <a:gd name="T9" fmla="*/ 0 h 124"/>
                    <a:gd name="T10" fmla="*/ 305 w 392"/>
                    <a:gd name="T11" fmla="*/ 0 h 124"/>
                    <a:gd name="T12" fmla="*/ 196 w 392"/>
                    <a:gd name="T13" fmla="*/ 20 h 124"/>
                    <a:gd name="T14" fmla="*/ 392 w 392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4">
                      <a:moveTo>
                        <a:pt x="392" y="97"/>
                      </a:moveTo>
                      <a:lnTo>
                        <a:pt x="305" y="124"/>
                      </a:lnTo>
                      <a:lnTo>
                        <a:pt x="101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5" y="0"/>
                      </a:lnTo>
                      <a:lnTo>
                        <a:pt x="196" y="20"/>
                      </a:lnTo>
                      <a:lnTo>
                        <a:pt x="392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2342" name="Freeform 134">
                  <a:extLst>
                    <a:ext uri="{FF2B5EF4-FFF2-40B4-BE49-F238E27FC236}">
                      <a16:creationId xmlns:a16="http://schemas.microsoft.com/office/drawing/2014/main" id="{0B80D341-58FA-AC02-1671-04D2CBE1E115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44" y="1806"/>
                  <a:ext cx="392" cy="124"/>
                </a:xfrm>
                <a:custGeom>
                  <a:avLst/>
                  <a:gdLst>
                    <a:gd name="T0" fmla="*/ 392 w 392"/>
                    <a:gd name="T1" fmla="*/ 97 h 124"/>
                    <a:gd name="T2" fmla="*/ 305 w 392"/>
                    <a:gd name="T3" fmla="*/ 124 h 124"/>
                    <a:gd name="T4" fmla="*/ 101 w 392"/>
                    <a:gd name="T5" fmla="*/ 41 h 124"/>
                    <a:gd name="T6" fmla="*/ 0 w 392"/>
                    <a:gd name="T7" fmla="*/ 69 h 124"/>
                    <a:gd name="T8" fmla="*/ 51 w 392"/>
                    <a:gd name="T9" fmla="*/ 0 h 124"/>
                    <a:gd name="T10" fmla="*/ 305 w 392"/>
                    <a:gd name="T11" fmla="*/ 0 h 124"/>
                    <a:gd name="T12" fmla="*/ 196 w 392"/>
                    <a:gd name="T13" fmla="*/ 20 h 124"/>
                    <a:gd name="T14" fmla="*/ 392 w 392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4">
                      <a:moveTo>
                        <a:pt x="392" y="97"/>
                      </a:moveTo>
                      <a:lnTo>
                        <a:pt x="305" y="124"/>
                      </a:lnTo>
                      <a:lnTo>
                        <a:pt x="101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5" y="0"/>
                      </a:lnTo>
                      <a:lnTo>
                        <a:pt x="196" y="20"/>
                      </a:lnTo>
                      <a:lnTo>
                        <a:pt x="392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</p:grpSp>
        <p:sp>
          <p:nvSpPr>
            <p:cNvPr id="12332" name="WordArt 135">
              <a:extLst>
                <a:ext uri="{FF2B5EF4-FFF2-40B4-BE49-F238E27FC236}">
                  <a16:creationId xmlns:a16="http://schemas.microsoft.com/office/drawing/2014/main" id="{C3B12AB9-3500-DF30-F49D-83BF4D883DE7}"/>
                </a:ext>
              </a:extLst>
            </p:cNvPr>
            <p:cNvSpPr>
              <a:spLocks noChangeAspect="1" noChangeArrowheads="1" noChangeShapeType="1" noTextEdit="1"/>
            </p:cNvSpPr>
            <p:nvPr/>
          </p:nvSpPr>
          <p:spPr bwMode="auto">
            <a:xfrm>
              <a:off x="835" y="2582"/>
              <a:ext cx="346" cy="104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r2  </a:t>
              </a:r>
            </a:p>
          </p:txBody>
        </p:sp>
      </p:grpSp>
      <p:sp>
        <p:nvSpPr>
          <p:cNvPr id="12310" name="Oval 138">
            <a:extLst>
              <a:ext uri="{FF2B5EF4-FFF2-40B4-BE49-F238E27FC236}">
                <a16:creationId xmlns:a16="http://schemas.microsoft.com/office/drawing/2014/main" id="{DCB75FB3-9C1E-826B-CC89-25BAFD56170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112125" y="2636838"/>
            <a:ext cx="368300" cy="36830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2000">
                <a:latin typeface="Tahoma" panose="020B0604030504040204" pitchFamily="34" charset="0"/>
              </a:rPr>
              <a:t>L</a:t>
            </a:r>
          </a:p>
        </p:txBody>
      </p:sp>
      <p:grpSp>
        <p:nvGrpSpPr>
          <p:cNvPr id="12311" name="Group 139">
            <a:extLst>
              <a:ext uri="{FF2B5EF4-FFF2-40B4-BE49-F238E27FC236}">
                <a16:creationId xmlns:a16="http://schemas.microsoft.com/office/drawing/2014/main" id="{DD782D77-7CA8-95BC-D7A2-6B9C65D17485}"/>
              </a:ext>
            </a:extLst>
          </p:cNvPr>
          <p:cNvGrpSpPr>
            <a:grpSpLocks noChangeAspect="1"/>
          </p:cNvGrpSpPr>
          <p:nvPr/>
        </p:nvGrpSpPr>
        <p:grpSpPr bwMode="auto">
          <a:xfrm flipH="1">
            <a:off x="2154238" y="4846639"/>
            <a:ext cx="1382712" cy="369887"/>
            <a:chOff x="3312" y="3648"/>
            <a:chExt cx="720" cy="192"/>
          </a:xfrm>
        </p:grpSpPr>
        <p:sp>
          <p:nvSpPr>
            <p:cNvPr id="12328" name="Line 140">
              <a:extLst>
                <a:ext uri="{FF2B5EF4-FFF2-40B4-BE49-F238E27FC236}">
                  <a16:creationId xmlns:a16="http://schemas.microsoft.com/office/drawing/2014/main" id="{421AC29A-A1CE-9775-7427-302D7F94122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312" y="3744"/>
              <a:ext cx="57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GB"/>
            </a:p>
          </p:txBody>
        </p:sp>
        <p:sp>
          <p:nvSpPr>
            <p:cNvPr id="12329" name="Oval 141">
              <a:extLst>
                <a:ext uri="{FF2B5EF4-FFF2-40B4-BE49-F238E27FC236}">
                  <a16:creationId xmlns:a16="http://schemas.microsoft.com/office/drawing/2014/main" id="{CD23007E-F7F0-406A-63E8-01DE55BDC93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40" y="3648"/>
              <a:ext cx="192" cy="192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2000">
                  <a:latin typeface="Tahoma" panose="020B0604030504040204" pitchFamily="34" charset="0"/>
                </a:rPr>
                <a:t>B</a:t>
              </a:r>
            </a:p>
          </p:txBody>
        </p:sp>
      </p:grpSp>
      <p:grpSp>
        <p:nvGrpSpPr>
          <p:cNvPr id="12312" name="Group 142">
            <a:extLst>
              <a:ext uri="{FF2B5EF4-FFF2-40B4-BE49-F238E27FC236}">
                <a16:creationId xmlns:a16="http://schemas.microsoft.com/office/drawing/2014/main" id="{C6A5C3A8-EF78-58AD-D97F-83E3D233ED2F}"/>
              </a:ext>
            </a:extLst>
          </p:cNvPr>
          <p:cNvGrpSpPr>
            <a:grpSpLocks noChangeAspect="1"/>
          </p:cNvGrpSpPr>
          <p:nvPr/>
        </p:nvGrpSpPr>
        <p:grpSpPr bwMode="auto">
          <a:xfrm flipH="1">
            <a:off x="2265363" y="2336800"/>
            <a:ext cx="1382712" cy="368300"/>
            <a:chOff x="3312" y="3648"/>
            <a:chExt cx="720" cy="192"/>
          </a:xfrm>
        </p:grpSpPr>
        <p:sp>
          <p:nvSpPr>
            <p:cNvPr id="12326" name="Line 143">
              <a:extLst>
                <a:ext uri="{FF2B5EF4-FFF2-40B4-BE49-F238E27FC236}">
                  <a16:creationId xmlns:a16="http://schemas.microsoft.com/office/drawing/2014/main" id="{CAFC06ED-50B5-E0DB-705D-E916B8E73B0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312" y="3744"/>
              <a:ext cx="57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GB"/>
            </a:p>
          </p:txBody>
        </p:sp>
        <p:sp>
          <p:nvSpPr>
            <p:cNvPr id="12327" name="Oval 144">
              <a:extLst>
                <a:ext uri="{FF2B5EF4-FFF2-40B4-BE49-F238E27FC236}">
                  <a16:creationId xmlns:a16="http://schemas.microsoft.com/office/drawing/2014/main" id="{4D1AC74E-2EA3-39CB-275E-4B9A3A2AB1E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40" y="3648"/>
              <a:ext cx="192" cy="192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2000">
                  <a:latin typeface="Tahoma" panose="020B0604030504040204" pitchFamily="34" charset="0"/>
                </a:rPr>
                <a:t>A</a:t>
              </a:r>
            </a:p>
          </p:txBody>
        </p:sp>
      </p:grpSp>
      <p:sp>
        <p:nvSpPr>
          <p:cNvPr id="12313" name="Oval 145">
            <a:extLst>
              <a:ext uri="{FF2B5EF4-FFF2-40B4-BE49-F238E27FC236}">
                <a16:creationId xmlns:a16="http://schemas.microsoft.com/office/drawing/2014/main" id="{AEA9B75E-A980-A038-D80A-68C862A5B2F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72163" y="2636838"/>
            <a:ext cx="368300" cy="36830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2000">
                <a:latin typeface="Tahoma" panose="020B0604030504040204" pitchFamily="34" charset="0"/>
              </a:rPr>
              <a:t>H</a:t>
            </a:r>
          </a:p>
        </p:txBody>
      </p:sp>
      <p:sp>
        <p:nvSpPr>
          <p:cNvPr id="12314" name="Oval 146">
            <a:extLst>
              <a:ext uri="{FF2B5EF4-FFF2-40B4-BE49-F238E27FC236}">
                <a16:creationId xmlns:a16="http://schemas.microsoft.com/office/drawing/2014/main" id="{69F9DC1F-2C8A-6A6F-513F-FF3F62ED254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40138" y="2916238"/>
            <a:ext cx="368300" cy="36830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2000">
                <a:latin typeface="Tahoma" panose="020B0604030504040204" pitchFamily="34" charset="0"/>
              </a:rPr>
              <a:t>E</a:t>
            </a:r>
          </a:p>
        </p:txBody>
      </p:sp>
      <p:grpSp>
        <p:nvGrpSpPr>
          <p:cNvPr id="12315" name="Group 147">
            <a:extLst>
              <a:ext uri="{FF2B5EF4-FFF2-40B4-BE49-F238E27FC236}">
                <a16:creationId xmlns:a16="http://schemas.microsoft.com/office/drawing/2014/main" id="{45E23F6A-E7C5-D2E2-CBDD-2CFAACC3AC42}"/>
              </a:ext>
            </a:extLst>
          </p:cNvPr>
          <p:cNvGrpSpPr>
            <a:grpSpLocks/>
          </p:cNvGrpSpPr>
          <p:nvPr/>
        </p:nvGrpSpPr>
        <p:grpSpPr bwMode="auto">
          <a:xfrm>
            <a:off x="5973764" y="5889625"/>
            <a:ext cx="1393825" cy="369888"/>
            <a:chOff x="4243" y="3016"/>
            <a:chExt cx="878" cy="233"/>
          </a:xfrm>
        </p:grpSpPr>
        <p:sp>
          <p:nvSpPr>
            <p:cNvPr id="12324" name="Line 148">
              <a:extLst>
                <a:ext uri="{FF2B5EF4-FFF2-40B4-BE49-F238E27FC236}">
                  <a16:creationId xmlns:a16="http://schemas.microsoft.com/office/drawing/2014/main" id="{64BAB09B-FADE-2B40-8B90-B7CB0BB5460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4243" y="3133"/>
              <a:ext cx="69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GB"/>
            </a:p>
          </p:txBody>
        </p:sp>
        <p:sp>
          <p:nvSpPr>
            <p:cNvPr id="12325" name="Oval 149">
              <a:extLst>
                <a:ext uri="{FF2B5EF4-FFF2-40B4-BE49-F238E27FC236}">
                  <a16:creationId xmlns:a16="http://schemas.microsoft.com/office/drawing/2014/main" id="{75C938F2-1B7D-82C0-EC12-7D4CFACF998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flipH="1">
              <a:off x="4889" y="3016"/>
              <a:ext cx="232" cy="233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2000">
                  <a:latin typeface="Tahoma" panose="020B0604030504040204" pitchFamily="34" charset="0"/>
                </a:rPr>
                <a:t>C</a:t>
              </a:r>
            </a:p>
          </p:txBody>
        </p:sp>
      </p:grpSp>
      <p:grpSp>
        <p:nvGrpSpPr>
          <p:cNvPr id="12316" name="Group 150">
            <a:extLst>
              <a:ext uri="{FF2B5EF4-FFF2-40B4-BE49-F238E27FC236}">
                <a16:creationId xmlns:a16="http://schemas.microsoft.com/office/drawing/2014/main" id="{1AC76036-2BCC-B4FD-B3E1-20D8B4C58020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3984625"/>
            <a:ext cx="1392238" cy="369888"/>
            <a:chOff x="4243" y="3016"/>
            <a:chExt cx="878" cy="233"/>
          </a:xfrm>
        </p:grpSpPr>
        <p:sp>
          <p:nvSpPr>
            <p:cNvPr id="12322" name="Line 151">
              <a:extLst>
                <a:ext uri="{FF2B5EF4-FFF2-40B4-BE49-F238E27FC236}">
                  <a16:creationId xmlns:a16="http://schemas.microsoft.com/office/drawing/2014/main" id="{E37DD2CC-8145-5780-3FD5-662CFB39F9A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4243" y="3133"/>
              <a:ext cx="69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GB"/>
            </a:p>
          </p:txBody>
        </p:sp>
        <p:sp>
          <p:nvSpPr>
            <p:cNvPr id="12323" name="Oval 152">
              <a:extLst>
                <a:ext uri="{FF2B5EF4-FFF2-40B4-BE49-F238E27FC236}">
                  <a16:creationId xmlns:a16="http://schemas.microsoft.com/office/drawing/2014/main" id="{402F6C41-1713-A62F-C104-518BECC5F42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flipH="1">
              <a:off x="4889" y="3016"/>
              <a:ext cx="232" cy="233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2000">
                  <a:latin typeface="Tahoma" panose="020B0604030504040204" pitchFamily="34" charset="0"/>
                </a:rPr>
                <a:t>D</a:t>
              </a:r>
            </a:p>
          </p:txBody>
        </p:sp>
      </p:grpSp>
      <p:sp>
        <p:nvSpPr>
          <p:cNvPr id="12317" name="Oval 153">
            <a:extLst>
              <a:ext uri="{FF2B5EF4-FFF2-40B4-BE49-F238E27FC236}">
                <a16:creationId xmlns:a16="http://schemas.microsoft.com/office/drawing/2014/main" id="{BF9EF7D6-3537-CB9F-A711-F2582DC756C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00600" y="3429000"/>
            <a:ext cx="368300" cy="36830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2000">
                <a:latin typeface="Tahoma" panose="020B0604030504040204" pitchFamily="34" charset="0"/>
              </a:rPr>
              <a:t>G</a:t>
            </a:r>
          </a:p>
        </p:txBody>
      </p:sp>
      <p:sp>
        <p:nvSpPr>
          <p:cNvPr id="12318" name="Oval 154">
            <a:extLst>
              <a:ext uri="{FF2B5EF4-FFF2-40B4-BE49-F238E27FC236}">
                <a16:creationId xmlns:a16="http://schemas.microsoft.com/office/drawing/2014/main" id="{85B895C2-7BF3-DEB2-F2BF-6DE0BA4E861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83013" y="4500563"/>
            <a:ext cx="368300" cy="36830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2000">
                <a:latin typeface="Tahoma" panose="020B0604030504040204" pitchFamily="34" charset="0"/>
              </a:rPr>
              <a:t>F</a:t>
            </a:r>
          </a:p>
        </p:txBody>
      </p:sp>
      <p:sp>
        <p:nvSpPr>
          <p:cNvPr id="12319" name="Oval 155">
            <a:extLst>
              <a:ext uri="{FF2B5EF4-FFF2-40B4-BE49-F238E27FC236}">
                <a16:creationId xmlns:a16="http://schemas.microsoft.com/office/drawing/2014/main" id="{82AE4E94-B315-8087-A412-FBD03D71836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08663" y="4365625"/>
            <a:ext cx="368300" cy="36830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2000">
                <a:latin typeface="Tahoma" panose="020B0604030504040204" pitchFamily="34" charset="0"/>
              </a:rPr>
              <a:t>I</a:t>
            </a:r>
          </a:p>
        </p:txBody>
      </p:sp>
      <p:sp>
        <p:nvSpPr>
          <p:cNvPr id="12320" name="Oval 157">
            <a:extLst>
              <a:ext uri="{FF2B5EF4-FFF2-40B4-BE49-F238E27FC236}">
                <a16:creationId xmlns:a16="http://schemas.microsoft.com/office/drawing/2014/main" id="{65768C0E-1E4F-850A-AE9E-F328A51AA87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921155" y="4950891"/>
            <a:ext cx="368300" cy="36830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it-IT" altLang="it-IT" sz="2000">
              <a:latin typeface="Tahoma" panose="020B0604030504040204" pitchFamily="34" charset="0"/>
            </a:endParaRPr>
          </a:p>
        </p:txBody>
      </p:sp>
      <p:sp>
        <p:nvSpPr>
          <p:cNvPr id="12321" name="Text Box 158">
            <a:extLst>
              <a:ext uri="{FF2B5EF4-FFF2-40B4-BE49-F238E27FC236}">
                <a16:creationId xmlns:a16="http://schemas.microsoft.com/office/drawing/2014/main" id="{093C6566-4A7C-3907-D810-387E76E111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51244" y="4365104"/>
            <a:ext cx="858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it-IT" altLang="it-IT">
                <a:latin typeface="Tahoma" panose="020B0604030504040204" pitchFamily="34" charset="0"/>
              </a:rPr>
              <a:t>l</a:t>
            </a:r>
            <a:r>
              <a:rPr lang="en-US" altLang="it-IT">
                <a:latin typeface="Tahoma" panose="020B0604030504040204" pitchFamily="34" charset="0"/>
              </a:rPr>
              <a:t>egend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6" name="Rectangle 9">
            <a:extLst>
              <a:ext uri="{FF2B5EF4-FFF2-40B4-BE49-F238E27FC236}">
                <a16:creationId xmlns:a16="http://schemas.microsoft.com/office/drawing/2014/main" id="{5EE5350F-EED1-3EA4-DC51-C35AA0793C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43000" y="0"/>
            <a:ext cx="9906000" cy="1143000"/>
          </a:xfrm>
        </p:spPr>
        <p:txBody>
          <a:bodyPr/>
          <a:lstStyle/>
          <a:p>
            <a:pPr eaLnBrk="1" hangingPunct="1"/>
            <a:r>
              <a:rPr lang="en-CH" altLang="it-IT" dirty="0"/>
              <a:t>A</a:t>
            </a:r>
            <a:r>
              <a:rPr lang="it-IT" altLang="it-IT" dirty="0"/>
              <a:t>ssigning ip </a:t>
            </a:r>
            <a:r>
              <a:rPr lang="en-CH" altLang="it-IT" dirty="0"/>
              <a:t>addresses</a:t>
            </a:r>
            <a:r>
              <a:rPr lang="it-IT" altLang="it-IT" dirty="0"/>
              <a:t> to subnets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19F50E0A-4721-444A-A15E-5B7AAEA009B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/>
          <a:p>
            <a:r>
              <a:rPr lang="it-IT" altLang="it-IT"/>
              <a:t>last update: Oct 2023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91BAD76C-5487-56D5-7A4B-F3E49DC7FAB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/>
          <a:p>
            <a:r>
              <a:rPr lang="it-IT" altLang="it-IT"/>
              <a:t>kathara – [ lab: rip_frr ]</a:t>
            </a:r>
          </a:p>
        </p:txBody>
      </p:sp>
      <p:sp>
        <p:nvSpPr>
          <p:cNvPr id="13317" name="Line 209">
            <a:extLst>
              <a:ext uri="{FF2B5EF4-FFF2-40B4-BE49-F238E27FC236}">
                <a16:creationId xmlns:a16="http://schemas.microsoft.com/office/drawing/2014/main" id="{9C6D22FB-05B4-93FA-0CCD-75EC4EC792CC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 flipV="1">
            <a:off x="8764588" y="3429001"/>
            <a:ext cx="0" cy="688975"/>
          </a:xfrm>
          <a:prstGeom prst="line">
            <a:avLst/>
          </a:prstGeom>
          <a:noFill/>
          <a:ln w="19050">
            <a:solidFill>
              <a:srgbClr val="5F5F5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13318" name="AutoShape 210">
            <a:extLst>
              <a:ext uri="{FF2B5EF4-FFF2-40B4-BE49-F238E27FC236}">
                <a16:creationId xmlns:a16="http://schemas.microsoft.com/office/drawing/2014/main" id="{77433740-CD81-EAB2-1B68-B9ABB8CF3C4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482013" y="3302001"/>
            <a:ext cx="1497012" cy="341313"/>
          </a:xfrm>
          <a:prstGeom prst="flowChartAlternateProcess">
            <a:avLst/>
          </a:prstGeom>
          <a:solidFill>
            <a:schemeClr val="bg1"/>
          </a:solidFill>
          <a:ln w="19050">
            <a:solidFill>
              <a:srgbClr val="5F5F5F"/>
            </a:solidFill>
            <a:prstDash val="sys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it-IT" altLang="it-IT" sz="1400" b="1">
                <a:solidFill>
                  <a:srgbClr val="5F5F5F"/>
                </a:solidFill>
                <a:latin typeface="Courier New" panose="02070309020205020404" pitchFamily="49" charset="0"/>
              </a:rPr>
              <a:t>100.1.4.0/24</a:t>
            </a:r>
          </a:p>
        </p:txBody>
      </p:sp>
      <p:sp>
        <p:nvSpPr>
          <p:cNvPr id="13319" name="Line 2">
            <a:extLst>
              <a:ext uri="{FF2B5EF4-FFF2-40B4-BE49-F238E27FC236}">
                <a16:creationId xmlns:a16="http://schemas.microsoft.com/office/drawing/2014/main" id="{76E72AF2-149A-1043-5D68-F7F1FBAD2AC8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8213" y="4581525"/>
            <a:ext cx="1014412" cy="0"/>
          </a:xfrm>
          <a:prstGeom prst="line">
            <a:avLst/>
          </a:prstGeom>
          <a:noFill/>
          <a:ln w="19050">
            <a:solidFill>
              <a:srgbClr val="5F5F5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13320" name="Line 3">
            <a:extLst>
              <a:ext uri="{FF2B5EF4-FFF2-40B4-BE49-F238E27FC236}">
                <a16:creationId xmlns:a16="http://schemas.microsoft.com/office/drawing/2014/main" id="{F0502738-036B-0DCA-9E17-8554E9DC255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935413" y="4652964"/>
            <a:ext cx="0" cy="1728787"/>
          </a:xfrm>
          <a:prstGeom prst="line">
            <a:avLst/>
          </a:prstGeom>
          <a:noFill/>
          <a:ln w="19050">
            <a:solidFill>
              <a:srgbClr val="5F5F5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13321" name="Arc 4">
            <a:extLst>
              <a:ext uri="{FF2B5EF4-FFF2-40B4-BE49-F238E27FC236}">
                <a16:creationId xmlns:a16="http://schemas.microsoft.com/office/drawing/2014/main" id="{C82380F0-1FDF-929A-1B84-3E44AC5C29BD}"/>
              </a:ext>
            </a:extLst>
          </p:cNvPr>
          <p:cNvSpPr>
            <a:spLocks/>
          </p:cNvSpPr>
          <p:nvPr/>
        </p:nvSpPr>
        <p:spPr bwMode="auto">
          <a:xfrm>
            <a:off x="7248525" y="3712647"/>
            <a:ext cx="1079500" cy="369332"/>
          </a:xfrm>
          <a:custGeom>
            <a:avLst/>
            <a:gdLst>
              <a:gd name="T0" fmla="*/ 0 w 21600"/>
              <a:gd name="T1" fmla="*/ 0 h 21600"/>
              <a:gd name="T2" fmla="*/ 1079500 w 21600"/>
              <a:gd name="T3" fmla="*/ 504825 h 21600"/>
              <a:gd name="T4" fmla="*/ 0 w 21600"/>
              <a:gd name="T5" fmla="*/ 504825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13322" name="Line 5">
            <a:extLst>
              <a:ext uri="{FF2B5EF4-FFF2-40B4-BE49-F238E27FC236}">
                <a16:creationId xmlns:a16="http://schemas.microsoft.com/office/drawing/2014/main" id="{BBA57485-62E7-3B39-7C5F-B83369BF42DD}"/>
              </a:ext>
            </a:extLst>
          </p:cNvPr>
          <p:cNvSpPr>
            <a:spLocks noChangeShapeType="1"/>
          </p:cNvSpPr>
          <p:nvPr/>
        </p:nvSpPr>
        <p:spPr bwMode="auto">
          <a:xfrm>
            <a:off x="2928938" y="4005263"/>
            <a:ext cx="0" cy="10080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3323" name="Arc 6">
            <a:extLst>
              <a:ext uri="{FF2B5EF4-FFF2-40B4-BE49-F238E27FC236}">
                <a16:creationId xmlns:a16="http://schemas.microsoft.com/office/drawing/2014/main" id="{599421F8-C1F2-0FE5-1344-5ECA92747BDF}"/>
              </a:ext>
            </a:extLst>
          </p:cNvPr>
          <p:cNvSpPr>
            <a:spLocks/>
          </p:cNvSpPr>
          <p:nvPr/>
        </p:nvSpPr>
        <p:spPr bwMode="auto">
          <a:xfrm>
            <a:off x="5375276" y="5620028"/>
            <a:ext cx="1152525" cy="369332"/>
          </a:xfrm>
          <a:custGeom>
            <a:avLst/>
            <a:gdLst>
              <a:gd name="T0" fmla="*/ 0 w 21600"/>
              <a:gd name="T1" fmla="*/ 0 h 21600"/>
              <a:gd name="T2" fmla="*/ 1152525 w 21600"/>
              <a:gd name="T3" fmla="*/ 576262 h 21600"/>
              <a:gd name="T4" fmla="*/ 0 w 21600"/>
              <a:gd name="T5" fmla="*/ 576262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13324" name="Line 7">
            <a:extLst>
              <a:ext uri="{FF2B5EF4-FFF2-40B4-BE49-F238E27FC236}">
                <a16:creationId xmlns:a16="http://schemas.microsoft.com/office/drawing/2014/main" id="{F44EEC9A-2642-8B8A-44C5-CFA5227D777E}"/>
              </a:ext>
            </a:extLst>
          </p:cNvPr>
          <p:cNvSpPr>
            <a:spLocks noChangeShapeType="1"/>
          </p:cNvSpPr>
          <p:nvPr/>
        </p:nvSpPr>
        <p:spPr bwMode="auto">
          <a:xfrm>
            <a:off x="3143250" y="4005263"/>
            <a:ext cx="1728788" cy="14398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325" name="Line 8">
            <a:extLst>
              <a:ext uri="{FF2B5EF4-FFF2-40B4-BE49-F238E27FC236}">
                <a16:creationId xmlns:a16="http://schemas.microsoft.com/office/drawing/2014/main" id="{04842DCB-E571-9FBC-E8E1-14B7268FA63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00376" y="2133601"/>
            <a:ext cx="1679575" cy="18002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327" name="Line 10">
            <a:extLst>
              <a:ext uri="{FF2B5EF4-FFF2-40B4-BE49-F238E27FC236}">
                <a16:creationId xmlns:a16="http://schemas.microsoft.com/office/drawing/2014/main" id="{86C4E9B6-D3DD-E28A-A8BF-BDCFD65EA3E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42138" y="2060575"/>
            <a:ext cx="2825750" cy="1473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328" name="Line 11">
            <a:extLst>
              <a:ext uri="{FF2B5EF4-FFF2-40B4-BE49-F238E27FC236}">
                <a16:creationId xmlns:a16="http://schemas.microsoft.com/office/drawing/2014/main" id="{167F0416-53FE-DEFB-0E6B-FCFB45A937B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28026" y="2827338"/>
            <a:ext cx="936625" cy="0"/>
          </a:xfrm>
          <a:prstGeom prst="line">
            <a:avLst/>
          </a:prstGeom>
          <a:noFill/>
          <a:ln w="19050">
            <a:solidFill>
              <a:srgbClr val="5F5F5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grpSp>
        <p:nvGrpSpPr>
          <p:cNvPr id="13329" name="Group 12">
            <a:extLst>
              <a:ext uri="{FF2B5EF4-FFF2-40B4-BE49-F238E27FC236}">
                <a16:creationId xmlns:a16="http://schemas.microsoft.com/office/drawing/2014/main" id="{5889F208-5168-BB15-B64A-A6F44F0AD4A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480550" y="1800226"/>
            <a:ext cx="736600" cy="404813"/>
            <a:chOff x="1680" y="912"/>
            <a:chExt cx="576" cy="317"/>
          </a:xfrm>
        </p:grpSpPr>
        <p:grpSp>
          <p:nvGrpSpPr>
            <p:cNvPr id="13463" name="Group 13">
              <a:extLst>
                <a:ext uri="{FF2B5EF4-FFF2-40B4-BE49-F238E27FC236}">
                  <a16:creationId xmlns:a16="http://schemas.microsoft.com/office/drawing/2014/main" id="{E3D5D8F6-D8CE-0B99-B44E-13D588D94EE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680" y="912"/>
              <a:ext cx="576" cy="317"/>
              <a:chOff x="3312" y="2160"/>
              <a:chExt cx="960" cy="528"/>
            </a:xfrm>
          </p:grpSpPr>
          <p:sp>
            <p:nvSpPr>
              <p:cNvPr id="13465" name="AutoShape 14">
                <a:extLst>
                  <a:ext uri="{FF2B5EF4-FFF2-40B4-BE49-F238E27FC236}">
                    <a16:creationId xmlns:a16="http://schemas.microsoft.com/office/drawing/2014/main" id="{6A0A2E91-9E6A-376E-4AFA-374E2AC08D0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312" y="2160"/>
                <a:ext cx="960" cy="528"/>
              </a:xfrm>
              <a:prstGeom prst="can">
                <a:avLst>
                  <a:gd name="adj" fmla="val 50000"/>
                </a:avLst>
              </a:prstGeom>
              <a:gradFill rotWithShape="0">
                <a:gsLst>
                  <a:gs pos="0">
                    <a:srgbClr val="002F5E"/>
                  </a:gs>
                  <a:gs pos="50000">
                    <a:srgbClr val="0066CC"/>
                  </a:gs>
                  <a:gs pos="100000">
                    <a:srgbClr val="002F5E"/>
                  </a:gs>
                </a:gsLst>
                <a:lin ang="0" scaled="1"/>
              </a:gradFill>
              <a:ln w="9525">
                <a:solidFill>
                  <a:srgbClr val="819F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73025" tIns="36512" rIns="73025" bIns="36512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it-IT" altLang="en-IT"/>
              </a:p>
            </p:txBody>
          </p:sp>
          <p:grpSp>
            <p:nvGrpSpPr>
              <p:cNvPr id="13466" name="Group 15">
                <a:extLst>
                  <a:ext uri="{FF2B5EF4-FFF2-40B4-BE49-F238E27FC236}">
                    <a16:creationId xmlns:a16="http://schemas.microsoft.com/office/drawing/2014/main" id="{F40CD4A7-BEA8-439B-09B2-D62B9EEF6E54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488" y="2193"/>
                <a:ext cx="599" cy="207"/>
                <a:chOff x="422" y="1632"/>
                <a:chExt cx="829" cy="298"/>
              </a:xfrm>
            </p:grpSpPr>
            <p:grpSp>
              <p:nvGrpSpPr>
                <p:cNvPr id="13467" name="Group 16">
                  <a:extLst>
                    <a:ext uri="{FF2B5EF4-FFF2-40B4-BE49-F238E27FC236}">
                      <a16:creationId xmlns:a16="http://schemas.microsoft.com/office/drawing/2014/main" id="{E211D99E-CEF9-1EA6-EA0C-C5914E41AFB5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2" y="1632"/>
                  <a:ext cx="822" cy="291"/>
                  <a:chOff x="422" y="1632"/>
                  <a:chExt cx="822" cy="291"/>
                </a:xfrm>
              </p:grpSpPr>
              <p:sp>
                <p:nvSpPr>
                  <p:cNvPr id="13477" name="Freeform 17">
                    <a:extLst>
                      <a:ext uri="{FF2B5EF4-FFF2-40B4-BE49-F238E27FC236}">
                        <a16:creationId xmlns:a16="http://schemas.microsoft.com/office/drawing/2014/main" id="{58F57A2D-3D3E-7D5D-835F-D8E9E91C892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3478" name="Freeform 18">
                    <a:extLst>
                      <a:ext uri="{FF2B5EF4-FFF2-40B4-BE49-F238E27FC236}">
                        <a16:creationId xmlns:a16="http://schemas.microsoft.com/office/drawing/2014/main" id="{B86D66BF-8876-5485-E5AA-DCC4D58AD7A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3479" name="Freeform 19">
                    <a:extLst>
                      <a:ext uri="{FF2B5EF4-FFF2-40B4-BE49-F238E27FC236}">
                        <a16:creationId xmlns:a16="http://schemas.microsoft.com/office/drawing/2014/main" id="{75F7EE21-558E-6699-26E9-C45486BD49C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3480" name="Freeform 20">
                    <a:extLst>
                      <a:ext uri="{FF2B5EF4-FFF2-40B4-BE49-F238E27FC236}">
                        <a16:creationId xmlns:a16="http://schemas.microsoft.com/office/drawing/2014/main" id="{AED8FAF8-0DB6-5236-3988-A418E1CC451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3481" name="Freeform 21">
                    <a:extLst>
                      <a:ext uri="{FF2B5EF4-FFF2-40B4-BE49-F238E27FC236}">
                        <a16:creationId xmlns:a16="http://schemas.microsoft.com/office/drawing/2014/main" id="{279B9FFD-C78D-8E1F-207F-1C1DABD5C74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3482" name="Freeform 22">
                    <a:extLst>
                      <a:ext uri="{FF2B5EF4-FFF2-40B4-BE49-F238E27FC236}">
                        <a16:creationId xmlns:a16="http://schemas.microsoft.com/office/drawing/2014/main" id="{2AFCE4A7-79AC-5FEA-E078-8935D1BC8F8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3483" name="Freeform 23">
                    <a:extLst>
                      <a:ext uri="{FF2B5EF4-FFF2-40B4-BE49-F238E27FC236}">
                        <a16:creationId xmlns:a16="http://schemas.microsoft.com/office/drawing/2014/main" id="{330EB3E2-1002-1F6A-0107-C9BF4D956D2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3484" name="Freeform 24">
                    <a:extLst>
                      <a:ext uri="{FF2B5EF4-FFF2-40B4-BE49-F238E27FC236}">
                        <a16:creationId xmlns:a16="http://schemas.microsoft.com/office/drawing/2014/main" id="{D8C19ED8-B325-B697-A997-04653091C67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13468" name="Group 25">
                  <a:extLst>
                    <a:ext uri="{FF2B5EF4-FFF2-40B4-BE49-F238E27FC236}">
                      <a16:creationId xmlns:a16="http://schemas.microsoft.com/office/drawing/2014/main" id="{1B44BDC8-BA57-5A96-A226-F50737840173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9" y="1639"/>
                  <a:ext cx="822" cy="291"/>
                  <a:chOff x="429" y="1639"/>
                  <a:chExt cx="822" cy="291"/>
                </a:xfrm>
              </p:grpSpPr>
              <p:sp>
                <p:nvSpPr>
                  <p:cNvPr id="13469" name="Freeform 26">
                    <a:extLst>
                      <a:ext uri="{FF2B5EF4-FFF2-40B4-BE49-F238E27FC236}">
                        <a16:creationId xmlns:a16="http://schemas.microsoft.com/office/drawing/2014/main" id="{E3129704-4A62-80C7-2C25-00D9E67F666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3470" name="Freeform 27">
                    <a:extLst>
                      <a:ext uri="{FF2B5EF4-FFF2-40B4-BE49-F238E27FC236}">
                        <a16:creationId xmlns:a16="http://schemas.microsoft.com/office/drawing/2014/main" id="{1A2FC1E2-F5D4-7864-7C48-EAD618FEE7D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3471" name="Freeform 28">
                    <a:extLst>
                      <a:ext uri="{FF2B5EF4-FFF2-40B4-BE49-F238E27FC236}">
                        <a16:creationId xmlns:a16="http://schemas.microsoft.com/office/drawing/2014/main" id="{5302F3AA-1578-46DF-2FD1-699236EA026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3472" name="Freeform 29">
                    <a:extLst>
                      <a:ext uri="{FF2B5EF4-FFF2-40B4-BE49-F238E27FC236}">
                        <a16:creationId xmlns:a16="http://schemas.microsoft.com/office/drawing/2014/main" id="{FA440A2F-CF10-6F0E-86A9-B1705B5874C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3473" name="Freeform 30">
                    <a:extLst>
                      <a:ext uri="{FF2B5EF4-FFF2-40B4-BE49-F238E27FC236}">
                        <a16:creationId xmlns:a16="http://schemas.microsoft.com/office/drawing/2014/main" id="{2579BA02-4635-6215-E5F0-6E25026B481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3474" name="Freeform 31">
                    <a:extLst>
                      <a:ext uri="{FF2B5EF4-FFF2-40B4-BE49-F238E27FC236}">
                        <a16:creationId xmlns:a16="http://schemas.microsoft.com/office/drawing/2014/main" id="{51D65E4B-21F8-59A6-62CA-18C9C42782C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3475" name="Freeform 32">
                    <a:extLst>
                      <a:ext uri="{FF2B5EF4-FFF2-40B4-BE49-F238E27FC236}">
                        <a16:creationId xmlns:a16="http://schemas.microsoft.com/office/drawing/2014/main" id="{C3CF74A2-D15B-3CAF-4FC9-DF7FAAE3A15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3476" name="Freeform 33">
                    <a:extLst>
                      <a:ext uri="{FF2B5EF4-FFF2-40B4-BE49-F238E27FC236}">
                        <a16:creationId xmlns:a16="http://schemas.microsoft.com/office/drawing/2014/main" id="{9927E415-FC0C-780C-FAC4-7B63307A31D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</p:grpSp>
        </p:grpSp>
        <p:sp>
          <p:nvSpPr>
            <p:cNvPr id="13464" name="WordArt 34">
              <a:extLst>
                <a:ext uri="{FF2B5EF4-FFF2-40B4-BE49-F238E27FC236}">
                  <a16:creationId xmlns:a16="http://schemas.microsoft.com/office/drawing/2014/main" id="{5B49965C-0896-4C82-2B09-0DA487E87526}"/>
                </a:ext>
              </a:extLst>
            </p:cNvPr>
            <p:cNvSpPr>
              <a:spLocks noChangeAspect="1" noChangeArrowheads="1" noChangeShapeType="1" noTextEdit="1"/>
            </p:cNvSpPr>
            <p:nvPr/>
          </p:nvSpPr>
          <p:spPr bwMode="auto">
            <a:xfrm>
              <a:off x="1709" y="1042"/>
              <a:ext cx="518" cy="15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r5  </a:t>
              </a:r>
            </a:p>
          </p:txBody>
        </p:sp>
      </p:grpSp>
      <p:sp>
        <p:nvSpPr>
          <p:cNvPr id="13330" name="Oval 41">
            <a:extLst>
              <a:ext uri="{FF2B5EF4-FFF2-40B4-BE49-F238E27FC236}">
                <a16:creationId xmlns:a16="http://schemas.microsoft.com/office/drawing/2014/main" id="{BA0810F3-00FC-7894-2BB3-F4E95549228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112125" y="2636838"/>
            <a:ext cx="368300" cy="36830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2000">
                <a:latin typeface="Tahoma" panose="020B0604030504040204" pitchFamily="34" charset="0"/>
              </a:rPr>
              <a:t>L</a:t>
            </a:r>
          </a:p>
        </p:txBody>
      </p:sp>
      <p:sp>
        <p:nvSpPr>
          <p:cNvPr id="13331" name="Line 42">
            <a:extLst>
              <a:ext uri="{FF2B5EF4-FFF2-40B4-BE49-F238E27FC236}">
                <a16:creationId xmlns:a16="http://schemas.microsoft.com/office/drawing/2014/main" id="{90377113-6F4A-A95A-B013-90E3785E202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59376" y="3625851"/>
            <a:ext cx="1679575" cy="189071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332" name="Line 43">
            <a:extLst>
              <a:ext uri="{FF2B5EF4-FFF2-40B4-BE49-F238E27FC236}">
                <a16:creationId xmlns:a16="http://schemas.microsoft.com/office/drawing/2014/main" id="{215E07B2-12D1-080D-88B2-5D2DB3D713B3}"/>
              </a:ext>
            </a:extLst>
          </p:cNvPr>
          <p:cNvSpPr>
            <a:spLocks noChangeShapeType="1"/>
          </p:cNvSpPr>
          <p:nvPr/>
        </p:nvSpPr>
        <p:spPr bwMode="auto">
          <a:xfrm>
            <a:off x="4943476" y="2205039"/>
            <a:ext cx="144463" cy="32400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333" name="Line 44">
            <a:extLst>
              <a:ext uri="{FF2B5EF4-FFF2-40B4-BE49-F238E27FC236}">
                <a16:creationId xmlns:a16="http://schemas.microsoft.com/office/drawing/2014/main" id="{1DAEDD0D-6625-BF12-A3CC-69ADCF6CF031}"/>
              </a:ext>
            </a:extLst>
          </p:cNvPr>
          <p:cNvSpPr>
            <a:spLocks noChangeShapeType="1"/>
          </p:cNvSpPr>
          <p:nvPr/>
        </p:nvSpPr>
        <p:spPr bwMode="auto">
          <a:xfrm>
            <a:off x="4943475" y="2060576"/>
            <a:ext cx="1989138" cy="14446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13334" name="Group 48">
            <a:extLst>
              <a:ext uri="{FF2B5EF4-FFF2-40B4-BE49-F238E27FC236}">
                <a16:creationId xmlns:a16="http://schemas.microsoft.com/office/drawing/2014/main" id="{20F6DB2D-FD94-D543-85A2-5A649993979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562725" y="3387726"/>
            <a:ext cx="736600" cy="404813"/>
            <a:chOff x="3264" y="912"/>
            <a:chExt cx="576" cy="316"/>
          </a:xfrm>
        </p:grpSpPr>
        <p:sp>
          <p:nvSpPr>
            <p:cNvPr id="13442" name="AutoShape 49">
              <a:extLst>
                <a:ext uri="{FF2B5EF4-FFF2-40B4-BE49-F238E27FC236}">
                  <a16:creationId xmlns:a16="http://schemas.microsoft.com/office/drawing/2014/main" id="{639143A1-5C93-E917-98A2-8B80AD8206B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264" y="912"/>
              <a:ext cx="576" cy="316"/>
            </a:xfrm>
            <a:prstGeom prst="can">
              <a:avLst>
                <a:gd name="adj" fmla="val 50000"/>
              </a:avLst>
            </a:prstGeom>
            <a:gradFill rotWithShape="0">
              <a:gsLst>
                <a:gs pos="0">
                  <a:srgbClr val="002F5E"/>
                </a:gs>
                <a:gs pos="50000">
                  <a:srgbClr val="0066CC"/>
                </a:gs>
                <a:gs pos="100000">
                  <a:srgbClr val="002F5E"/>
                </a:gs>
              </a:gsLst>
              <a:lin ang="0" scaled="1"/>
            </a:gradFill>
            <a:ln w="9525">
              <a:solidFill>
                <a:srgbClr val="819F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73025" tIns="36512" rIns="73025" bIns="36512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it-IT" altLang="en-IT"/>
            </a:p>
          </p:txBody>
        </p:sp>
        <p:grpSp>
          <p:nvGrpSpPr>
            <p:cNvPr id="13443" name="Group 50">
              <a:extLst>
                <a:ext uri="{FF2B5EF4-FFF2-40B4-BE49-F238E27FC236}">
                  <a16:creationId xmlns:a16="http://schemas.microsoft.com/office/drawing/2014/main" id="{40AA0565-4BEB-FFAE-A74F-C92C842EB34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370" y="932"/>
              <a:ext cx="359" cy="124"/>
              <a:chOff x="422" y="1632"/>
              <a:chExt cx="829" cy="298"/>
            </a:xfrm>
          </p:grpSpPr>
          <p:grpSp>
            <p:nvGrpSpPr>
              <p:cNvPr id="13445" name="Group 51">
                <a:extLst>
                  <a:ext uri="{FF2B5EF4-FFF2-40B4-BE49-F238E27FC236}">
                    <a16:creationId xmlns:a16="http://schemas.microsoft.com/office/drawing/2014/main" id="{A01F5A27-9048-7ADF-23AD-B73AAA99BE5B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22" y="1632"/>
                <a:ext cx="822" cy="291"/>
                <a:chOff x="422" y="1632"/>
                <a:chExt cx="822" cy="291"/>
              </a:xfrm>
            </p:grpSpPr>
            <p:sp>
              <p:nvSpPr>
                <p:cNvPr id="13455" name="Freeform 52">
                  <a:extLst>
                    <a:ext uri="{FF2B5EF4-FFF2-40B4-BE49-F238E27FC236}">
                      <a16:creationId xmlns:a16="http://schemas.microsoft.com/office/drawing/2014/main" id="{E96FD25A-B223-356F-5A19-2024D3DB3EC3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1" y="1639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4 w 393"/>
                    <a:gd name="T11" fmla="*/ 0 h 125"/>
                    <a:gd name="T12" fmla="*/ 196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4" y="0"/>
                      </a:lnTo>
                      <a:lnTo>
                        <a:pt x="196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3456" name="Freeform 53">
                  <a:extLst>
                    <a:ext uri="{FF2B5EF4-FFF2-40B4-BE49-F238E27FC236}">
                      <a16:creationId xmlns:a16="http://schemas.microsoft.com/office/drawing/2014/main" id="{40975054-4697-8BBE-FE1C-DCD33266D942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1" y="1639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4 w 393"/>
                    <a:gd name="T11" fmla="*/ 0 h 125"/>
                    <a:gd name="T12" fmla="*/ 196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4" y="0"/>
                      </a:lnTo>
                      <a:lnTo>
                        <a:pt x="196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3457" name="Freeform 54">
                  <a:extLst>
                    <a:ext uri="{FF2B5EF4-FFF2-40B4-BE49-F238E27FC236}">
                      <a16:creationId xmlns:a16="http://schemas.microsoft.com/office/drawing/2014/main" id="{353E4D5E-DC20-4435-6447-6C4685489A80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2" y="1785"/>
                  <a:ext cx="393" cy="132"/>
                </a:xfrm>
                <a:custGeom>
                  <a:avLst/>
                  <a:gdLst>
                    <a:gd name="T0" fmla="*/ 393 w 393"/>
                    <a:gd name="T1" fmla="*/ 28 h 132"/>
                    <a:gd name="T2" fmla="*/ 305 w 393"/>
                    <a:gd name="T3" fmla="*/ 0 h 132"/>
                    <a:gd name="T4" fmla="*/ 102 w 393"/>
                    <a:gd name="T5" fmla="*/ 83 h 132"/>
                    <a:gd name="T6" fmla="*/ 0 w 393"/>
                    <a:gd name="T7" fmla="*/ 55 h 132"/>
                    <a:gd name="T8" fmla="*/ 51 w 393"/>
                    <a:gd name="T9" fmla="*/ 132 h 132"/>
                    <a:gd name="T10" fmla="*/ 305 w 393"/>
                    <a:gd name="T11" fmla="*/ 132 h 132"/>
                    <a:gd name="T12" fmla="*/ 196 w 393"/>
                    <a:gd name="T13" fmla="*/ 104 h 132"/>
                    <a:gd name="T14" fmla="*/ 393 w 393"/>
                    <a:gd name="T15" fmla="*/ 28 h 13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2">
                      <a:moveTo>
                        <a:pt x="393" y="28"/>
                      </a:moveTo>
                      <a:lnTo>
                        <a:pt x="305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2"/>
                      </a:lnTo>
                      <a:lnTo>
                        <a:pt x="305" y="132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3458" name="Freeform 55">
                  <a:extLst>
                    <a:ext uri="{FF2B5EF4-FFF2-40B4-BE49-F238E27FC236}">
                      <a16:creationId xmlns:a16="http://schemas.microsoft.com/office/drawing/2014/main" id="{64870A52-ADCF-6F08-45B7-B762B1BBF81D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2" y="1785"/>
                  <a:ext cx="393" cy="132"/>
                </a:xfrm>
                <a:custGeom>
                  <a:avLst/>
                  <a:gdLst>
                    <a:gd name="T0" fmla="*/ 393 w 393"/>
                    <a:gd name="T1" fmla="*/ 28 h 132"/>
                    <a:gd name="T2" fmla="*/ 305 w 393"/>
                    <a:gd name="T3" fmla="*/ 0 h 132"/>
                    <a:gd name="T4" fmla="*/ 102 w 393"/>
                    <a:gd name="T5" fmla="*/ 83 h 132"/>
                    <a:gd name="T6" fmla="*/ 0 w 393"/>
                    <a:gd name="T7" fmla="*/ 55 h 132"/>
                    <a:gd name="T8" fmla="*/ 51 w 393"/>
                    <a:gd name="T9" fmla="*/ 132 h 132"/>
                    <a:gd name="T10" fmla="*/ 305 w 393"/>
                    <a:gd name="T11" fmla="*/ 132 h 132"/>
                    <a:gd name="T12" fmla="*/ 196 w 393"/>
                    <a:gd name="T13" fmla="*/ 104 h 132"/>
                    <a:gd name="T14" fmla="*/ 393 w 393"/>
                    <a:gd name="T15" fmla="*/ 28 h 13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2">
                      <a:moveTo>
                        <a:pt x="393" y="28"/>
                      </a:moveTo>
                      <a:lnTo>
                        <a:pt x="305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2"/>
                      </a:lnTo>
                      <a:lnTo>
                        <a:pt x="305" y="132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3459" name="Freeform 56">
                  <a:extLst>
                    <a:ext uri="{FF2B5EF4-FFF2-40B4-BE49-F238E27FC236}">
                      <a16:creationId xmlns:a16="http://schemas.microsoft.com/office/drawing/2014/main" id="{1A0D2F46-203A-3393-281A-434EA498E743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44" y="1632"/>
                  <a:ext cx="392" cy="125"/>
                </a:xfrm>
                <a:custGeom>
                  <a:avLst/>
                  <a:gdLst>
                    <a:gd name="T0" fmla="*/ 0 w 392"/>
                    <a:gd name="T1" fmla="*/ 28 h 125"/>
                    <a:gd name="T2" fmla="*/ 87 w 392"/>
                    <a:gd name="T3" fmla="*/ 0 h 125"/>
                    <a:gd name="T4" fmla="*/ 298 w 392"/>
                    <a:gd name="T5" fmla="*/ 77 h 125"/>
                    <a:gd name="T6" fmla="*/ 392 w 392"/>
                    <a:gd name="T7" fmla="*/ 56 h 125"/>
                    <a:gd name="T8" fmla="*/ 341 w 392"/>
                    <a:gd name="T9" fmla="*/ 125 h 125"/>
                    <a:gd name="T10" fmla="*/ 94 w 392"/>
                    <a:gd name="T11" fmla="*/ 125 h 125"/>
                    <a:gd name="T12" fmla="*/ 196 w 392"/>
                    <a:gd name="T13" fmla="*/ 104 h 125"/>
                    <a:gd name="T14" fmla="*/ 0 w 392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2" y="56"/>
                      </a:lnTo>
                      <a:lnTo>
                        <a:pt x="341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3460" name="Freeform 57">
                  <a:extLst>
                    <a:ext uri="{FF2B5EF4-FFF2-40B4-BE49-F238E27FC236}">
                      <a16:creationId xmlns:a16="http://schemas.microsoft.com/office/drawing/2014/main" id="{7AF4AC35-8830-800F-5EE7-6FC6FC7EE03E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44" y="1632"/>
                  <a:ext cx="392" cy="125"/>
                </a:xfrm>
                <a:custGeom>
                  <a:avLst/>
                  <a:gdLst>
                    <a:gd name="T0" fmla="*/ 0 w 392"/>
                    <a:gd name="T1" fmla="*/ 28 h 125"/>
                    <a:gd name="T2" fmla="*/ 87 w 392"/>
                    <a:gd name="T3" fmla="*/ 0 h 125"/>
                    <a:gd name="T4" fmla="*/ 298 w 392"/>
                    <a:gd name="T5" fmla="*/ 77 h 125"/>
                    <a:gd name="T6" fmla="*/ 392 w 392"/>
                    <a:gd name="T7" fmla="*/ 56 h 125"/>
                    <a:gd name="T8" fmla="*/ 341 w 392"/>
                    <a:gd name="T9" fmla="*/ 125 h 125"/>
                    <a:gd name="T10" fmla="*/ 94 w 392"/>
                    <a:gd name="T11" fmla="*/ 125 h 125"/>
                    <a:gd name="T12" fmla="*/ 196 w 392"/>
                    <a:gd name="T13" fmla="*/ 104 h 125"/>
                    <a:gd name="T14" fmla="*/ 0 w 392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2" y="56"/>
                      </a:lnTo>
                      <a:lnTo>
                        <a:pt x="341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3461" name="Freeform 58">
                  <a:extLst>
                    <a:ext uri="{FF2B5EF4-FFF2-40B4-BE49-F238E27FC236}">
                      <a16:creationId xmlns:a16="http://schemas.microsoft.com/office/drawing/2014/main" id="{92AF18A0-6A36-C9CC-CFAF-FD42E75D85C2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36" y="1799"/>
                  <a:ext cx="393" cy="124"/>
                </a:xfrm>
                <a:custGeom>
                  <a:avLst/>
                  <a:gdLst>
                    <a:gd name="T0" fmla="*/ 393 w 393"/>
                    <a:gd name="T1" fmla="*/ 97 h 124"/>
                    <a:gd name="T2" fmla="*/ 306 w 393"/>
                    <a:gd name="T3" fmla="*/ 124 h 124"/>
                    <a:gd name="T4" fmla="*/ 102 w 393"/>
                    <a:gd name="T5" fmla="*/ 41 h 124"/>
                    <a:gd name="T6" fmla="*/ 0 w 393"/>
                    <a:gd name="T7" fmla="*/ 69 h 124"/>
                    <a:gd name="T8" fmla="*/ 51 w 393"/>
                    <a:gd name="T9" fmla="*/ 0 h 124"/>
                    <a:gd name="T10" fmla="*/ 306 w 393"/>
                    <a:gd name="T11" fmla="*/ 0 h 124"/>
                    <a:gd name="T12" fmla="*/ 197 w 393"/>
                    <a:gd name="T13" fmla="*/ 21 h 124"/>
                    <a:gd name="T14" fmla="*/ 393 w 393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4">
                      <a:moveTo>
                        <a:pt x="393" y="97"/>
                      </a:moveTo>
                      <a:lnTo>
                        <a:pt x="306" y="124"/>
                      </a:lnTo>
                      <a:lnTo>
                        <a:pt x="102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6" y="0"/>
                      </a:lnTo>
                      <a:lnTo>
                        <a:pt x="197" y="21"/>
                      </a:lnTo>
                      <a:lnTo>
                        <a:pt x="393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3462" name="Freeform 59">
                  <a:extLst>
                    <a:ext uri="{FF2B5EF4-FFF2-40B4-BE49-F238E27FC236}">
                      <a16:creationId xmlns:a16="http://schemas.microsoft.com/office/drawing/2014/main" id="{1F70D928-16AB-EC82-94C4-3C279885C03E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36" y="1799"/>
                  <a:ext cx="393" cy="124"/>
                </a:xfrm>
                <a:custGeom>
                  <a:avLst/>
                  <a:gdLst>
                    <a:gd name="T0" fmla="*/ 393 w 393"/>
                    <a:gd name="T1" fmla="*/ 97 h 124"/>
                    <a:gd name="T2" fmla="*/ 306 w 393"/>
                    <a:gd name="T3" fmla="*/ 124 h 124"/>
                    <a:gd name="T4" fmla="*/ 102 w 393"/>
                    <a:gd name="T5" fmla="*/ 41 h 124"/>
                    <a:gd name="T6" fmla="*/ 0 w 393"/>
                    <a:gd name="T7" fmla="*/ 69 h 124"/>
                    <a:gd name="T8" fmla="*/ 51 w 393"/>
                    <a:gd name="T9" fmla="*/ 0 h 124"/>
                    <a:gd name="T10" fmla="*/ 306 w 393"/>
                    <a:gd name="T11" fmla="*/ 0 h 124"/>
                    <a:gd name="T12" fmla="*/ 197 w 393"/>
                    <a:gd name="T13" fmla="*/ 21 h 124"/>
                    <a:gd name="T14" fmla="*/ 393 w 393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4">
                      <a:moveTo>
                        <a:pt x="393" y="97"/>
                      </a:moveTo>
                      <a:lnTo>
                        <a:pt x="306" y="124"/>
                      </a:lnTo>
                      <a:lnTo>
                        <a:pt x="102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6" y="0"/>
                      </a:lnTo>
                      <a:lnTo>
                        <a:pt x="197" y="21"/>
                      </a:lnTo>
                      <a:lnTo>
                        <a:pt x="393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3446" name="Group 60">
                <a:extLst>
                  <a:ext uri="{FF2B5EF4-FFF2-40B4-BE49-F238E27FC236}">
                    <a16:creationId xmlns:a16="http://schemas.microsoft.com/office/drawing/2014/main" id="{C4371BCC-3603-0AAF-45DD-E7726D4E7674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29" y="1639"/>
                <a:ext cx="822" cy="291"/>
                <a:chOff x="429" y="1639"/>
                <a:chExt cx="822" cy="291"/>
              </a:xfrm>
            </p:grpSpPr>
            <p:sp>
              <p:nvSpPr>
                <p:cNvPr id="13447" name="Freeform 61">
                  <a:extLst>
                    <a:ext uri="{FF2B5EF4-FFF2-40B4-BE49-F238E27FC236}">
                      <a16:creationId xmlns:a16="http://schemas.microsoft.com/office/drawing/2014/main" id="{597B9098-C5F5-0BF0-0096-79B7A21CC10A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8" y="1646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5 w 393"/>
                    <a:gd name="T11" fmla="*/ 0 h 125"/>
                    <a:gd name="T12" fmla="*/ 197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5" y="0"/>
                      </a:lnTo>
                      <a:lnTo>
                        <a:pt x="197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3448" name="Freeform 62">
                  <a:extLst>
                    <a:ext uri="{FF2B5EF4-FFF2-40B4-BE49-F238E27FC236}">
                      <a16:creationId xmlns:a16="http://schemas.microsoft.com/office/drawing/2014/main" id="{9CE033AF-F963-EBB3-94BA-04B900EA0B57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8" y="1646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5 w 393"/>
                    <a:gd name="T11" fmla="*/ 0 h 125"/>
                    <a:gd name="T12" fmla="*/ 197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5" y="0"/>
                      </a:lnTo>
                      <a:lnTo>
                        <a:pt x="197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3449" name="Freeform 63">
                  <a:extLst>
                    <a:ext uri="{FF2B5EF4-FFF2-40B4-BE49-F238E27FC236}">
                      <a16:creationId xmlns:a16="http://schemas.microsoft.com/office/drawing/2014/main" id="{697925D5-A2AB-0383-B521-501EB05150EA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9" y="1792"/>
                  <a:ext cx="393" cy="131"/>
                </a:xfrm>
                <a:custGeom>
                  <a:avLst/>
                  <a:gdLst>
                    <a:gd name="T0" fmla="*/ 393 w 393"/>
                    <a:gd name="T1" fmla="*/ 28 h 131"/>
                    <a:gd name="T2" fmla="*/ 306 w 393"/>
                    <a:gd name="T3" fmla="*/ 0 h 131"/>
                    <a:gd name="T4" fmla="*/ 102 w 393"/>
                    <a:gd name="T5" fmla="*/ 83 h 131"/>
                    <a:gd name="T6" fmla="*/ 0 w 393"/>
                    <a:gd name="T7" fmla="*/ 55 h 131"/>
                    <a:gd name="T8" fmla="*/ 51 w 393"/>
                    <a:gd name="T9" fmla="*/ 131 h 131"/>
                    <a:gd name="T10" fmla="*/ 306 w 393"/>
                    <a:gd name="T11" fmla="*/ 131 h 131"/>
                    <a:gd name="T12" fmla="*/ 196 w 393"/>
                    <a:gd name="T13" fmla="*/ 104 h 131"/>
                    <a:gd name="T14" fmla="*/ 393 w 393"/>
                    <a:gd name="T15" fmla="*/ 28 h 13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1">
                      <a:moveTo>
                        <a:pt x="393" y="28"/>
                      </a:moveTo>
                      <a:lnTo>
                        <a:pt x="306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1"/>
                      </a:lnTo>
                      <a:lnTo>
                        <a:pt x="306" y="131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3450" name="Freeform 64">
                  <a:extLst>
                    <a:ext uri="{FF2B5EF4-FFF2-40B4-BE49-F238E27FC236}">
                      <a16:creationId xmlns:a16="http://schemas.microsoft.com/office/drawing/2014/main" id="{99BE1F64-D384-AFE9-8FFF-165B5F4221CD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9" y="1792"/>
                  <a:ext cx="393" cy="131"/>
                </a:xfrm>
                <a:custGeom>
                  <a:avLst/>
                  <a:gdLst>
                    <a:gd name="T0" fmla="*/ 393 w 393"/>
                    <a:gd name="T1" fmla="*/ 28 h 131"/>
                    <a:gd name="T2" fmla="*/ 306 w 393"/>
                    <a:gd name="T3" fmla="*/ 0 h 131"/>
                    <a:gd name="T4" fmla="*/ 102 w 393"/>
                    <a:gd name="T5" fmla="*/ 83 h 131"/>
                    <a:gd name="T6" fmla="*/ 0 w 393"/>
                    <a:gd name="T7" fmla="*/ 55 h 131"/>
                    <a:gd name="T8" fmla="*/ 51 w 393"/>
                    <a:gd name="T9" fmla="*/ 131 h 131"/>
                    <a:gd name="T10" fmla="*/ 306 w 393"/>
                    <a:gd name="T11" fmla="*/ 131 h 131"/>
                    <a:gd name="T12" fmla="*/ 196 w 393"/>
                    <a:gd name="T13" fmla="*/ 104 h 131"/>
                    <a:gd name="T14" fmla="*/ 393 w 393"/>
                    <a:gd name="T15" fmla="*/ 28 h 13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1">
                      <a:moveTo>
                        <a:pt x="393" y="28"/>
                      </a:moveTo>
                      <a:lnTo>
                        <a:pt x="306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1"/>
                      </a:lnTo>
                      <a:lnTo>
                        <a:pt x="306" y="131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3451" name="Freeform 65">
                  <a:extLst>
                    <a:ext uri="{FF2B5EF4-FFF2-40B4-BE49-F238E27FC236}">
                      <a16:creationId xmlns:a16="http://schemas.microsoft.com/office/drawing/2014/main" id="{37169189-19D8-3395-5E38-3524C5D56046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51" y="1639"/>
                  <a:ext cx="393" cy="125"/>
                </a:xfrm>
                <a:custGeom>
                  <a:avLst/>
                  <a:gdLst>
                    <a:gd name="T0" fmla="*/ 0 w 393"/>
                    <a:gd name="T1" fmla="*/ 28 h 125"/>
                    <a:gd name="T2" fmla="*/ 87 w 393"/>
                    <a:gd name="T3" fmla="*/ 0 h 125"/>
                    <a:gd name="T4" fmla="*/ 298 w 393"/>
                    <a:gd name="T5" fmla="*/ 77 h 125"/>
                    <a:gd name="T6" fmla="*/ 393 w 393"/>
                    <a:gd name="T7" fmla="*/ 56 h 125"/>
                    <a:gd name="T8" fmla="*/ 342 w 393"/>
                    <a:gd name="T9" fmla="*/ 125 h 125"/>
                    <a:gd name="T10" fmla="*/ 94 w 393"/>
                    <a:gd name="T11" fmla="*/ 125 h 125"/>
                    <a:gd name="T12" fmla="*/ 196 w 393"/>
                    <a:gd name="T13" fmla="*/ 104 h 125"/>
                    <a:gd name="T14" fmla="*/ 0 w 393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3" y="56"/>
                      </a:lnTo>
                      <a:lnTo>
                        <a:pt x="342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3452" name="Freeform 66">
                  <a:extLst>
                    <a:ext uri="{FF2B5EF4-FFF2-40B4-BE49-F238E27FC236}">
                      <a16:creationId xmlns:a16="http://schemas.microsoft.com/office/drawing/2014/main" id="{87818F8E-545D-221C-ACDC-CD323119C61E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51" y="1639"/>
                  <a:ext cx="393" cy="125"/>
                </a:xfrm>
                <a:custGeom>
                  <a:avLst/>
                  <a:gdLst>
                    <a:gd name="T0" fmla="*/ 0 w 393"/>
                    <a:gd name="T1" fmla="*/ 28 h 125"/>
                    <a:gd name="T2" fmla="*/ 87 w 393"/>
                    <a:gd name="T3" fmla="*/ 0 h 125"/>
                    <a:gd name="T4" fmla="*/ 298 w 393"/>
                    <a:gd name="T5" fmla="*/ 77 h 125"/>
                    <a:gd name="T6" fmla="*/ 393 w 393"/>
                    <a:gd name="T7" fmla="*/ 56 h 125"/>
                    <a:gd name="T8" fmla="*/ 342 w 393"/>
                    <a:gd name="T9" fmla="*/ 125 h 125"/>
                    <a:gd name="T10" fmla="*/ 94 w 393"/>
                    <a:gd name="T11" fmla="*/ 125 h 125"/>
                    <a:gd name="T12" fmla="*/ 196 w 393"/>
                    <a:gd name="T13" fmla="*/ 104 h 125"/>
                    <a:gd name="T14" fmla="*/ 0 w 393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3" y="56"/>
                      </a:lnTo>
                      <a:lnTo>
                        <a:pt x="342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3453" name="Freeform 67">
                  <a:extLst>
                    <a:ext uri="{FF2B5EF4-FFF2-40B4-BE49-F238E27FC236}">
                      <a16:creationId xmlns:a16="http://schemas.microsoft.com/office/drawing/2014/main" id="{952BC8E4-6DBA-E51D-E850-29E82091B44A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44" y="1806"/>
                  <a:ext cx="392" cy="124"/>
                </a:xfrm>
                <a:custGeom>
                  <a:avLst/>
                  <a:gdLst>
                    <a:gd name="T0" fmla="*/ 392 w 392"/>
                    <a:gd name="T1" fmla="*/ 97 h 124"/>
                    <a:gd name="T2" fmla="*/ 305 w 392"/>
                    <a:gd name="T3" fmla="*/ 124 h 124"/>
                    <a:gd name="T4" fmla="*/ 101 w 392"/>
                    <a:gd name="T5" fmla="*/ 41 h 124"/>
                    <a:gd name="T6" fmla="*/ 0 w 392"/>
                    <a:gd name="T7" fmla="*/ 69 h 124"/>
                    <a:gd name="T8" fmla="*/ 51 w 392"/>
                    <a:gd name="T9" fmla="*/ 0 h 124"/>
                    <a:gd name="T10" fmla="*/ 305 w 392"/>
                    <a:gd name="T11" fmla="*/ 0 h 124"/>
                    <a:gd name="T12" fmla="*/ 196 w 392"/>
                    <a:gd name="T13" fmla="*/ 20 h 124"/>
                    <a:gd name="T14" fmla="*/ 392 w 392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4">
                      <a:moveTo>
                        <a:pt x="392" y="97"/>
                      </a:moveTo>
                      <a:lnTo>
                        <a:pt x="305" y="124"/>
                      </a:lnTo>
                      <a:lnTo>
                        <a:pt x="101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5" y="0"/>
                      </a:lnTo>
                      <a:lnTo>
                        <a:pt x="196" y="20"/>
                      </a:lnTo>
                      <a:lnTo>
                        <a:pt x="392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3454" name="Freeform 68">
                  <a:extLst>
                    <a:ext uri="{FF2B5EF4-FFF2-40B4-BE49-F238E27FC236}">
                      <a16:creationId xmlns:a16="http://schemas.microsoft.com/office/drawing/2014/main" id="{3EA9915D-C37D-44F0-8139-B937165F457B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44" y="1806"/>
                  <a:ext cx="392" cy="124"/>
                </a:xfrm>
                <a:custGeom>
                  <a:avLst/>
                  <a:gdLst>
                    <a:gd name="T0" fmla="*/ 392 w 392"/>
                    <a:gd name="T1" fmla="*/ 97 h 124"/>
                    <a:gd name="T2" fmla="*/ 305 w 392"/>
                    <a:gd name="T3" fmla="*/ 124 h 124"/>
                    <a:gd name="T4" fmla="*/ 101 w 392"/>
                    <a:gd name="T5" fmla="*/ 41 h 124"/>
                    <a:gd name="T6" fmla="*/ 0 w 392"/>
                    <a:gd name="T7" fmla="*/ 69 h 124"/>
                    <a:gd name="T8" fmla="*/ 51 w 392"/>
                    <a:gd name="T9" fmla="*/ 0 h 124"/>
                    <a:gd name="T10" fmla="*/ 305 w 392"/>
                    <a:gd name="T11" fmla="*/ 0 h 124"/>
                    <a:gd name="T12" fmla="*/ 196 w 392"/>
                    <a:gd name="T13" fmla="*/ 20 h 124"/>
                    <a:gd name="T14" fmla="*/ 392 w 392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4">
                      <a:moveTo>
                        <a:pt x="392" y="97"/>
                      </a:moveTo>
                      <a:lnTo>
                        <a:pt x="305" y="124"/>
                      </a:lnTo>
                      <a:lnTo>
                        <a:pt x="101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5" y="0"/>
                      </a:lnTo>
                      <a:lnTo>
                        <a:pt x="196" y="20"/>
                      </a:lnTo>
                      <a:lnTo>
                        <a:pt x="392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</p:grpSp>
        <p:sp>
          <p:nvSpPr>
            <p:cNvPr id="13444" name="WordArt 69">
              <a:extLst>
                <a:ext uri="{FF2B5EF4-FFF2-40B4-BE49-F238E27FC236}">
                  <a16:creationId xmlns:a16="http://schemas.microsoft.com/office/drawing/2014/main" id="{87970ADC-19C4-E9BE-433C-A38AC44B93DA}"/>
                </a:ext>
              </a:extLst>
            </p:cNvPr>
            <p:cNvSpPr>
              <a:spLocks noChangeAspect="1" noChangeArrowheads="1" noChangeShapeType="1" noTextEdit="1"/>
            </p:cNvSpPr>
            <p:nvPr/>
          </p:nvSpPr>
          <p:spPr bwMode="auto">
            <a:xfrm>
              <a:off x="3293" y="1041"/>
              <a:ext cx="518" cy="15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r4  </a:t>
              </a:r>
            </a:p>
          </p:txBody>
        </p:sp>
      </p:grpSp>
      <p:sp>
        <p:nvSpPr>
          <p:cNvPr id="13335" name="Arc 85">
            <a:extLst>
              <a:ext uri="{FF2B5EF4-FFF2-40B4-BE49-F238E27FC236}">
                <a16:creationId xmlns:a16="http://schemas.microsoft.com/office/drawing/2014/main" id="{B0F724CF-3C3F-9932-0D78-55B09365751C}"/>
              </a:ext>
            </a:extLst>
          </p:cNvPr>
          <p:cNvSpPr>
            <a:spLocks/>
          </p:cNvSpPr>
          <p:nvPr/>
        </p:nvSpPr>
        <p:spPr bwMode="auto">
          <a:xfrm flipH="1">
            <a:off x="3143251" y="2091809"/>
            <a:ext cx="1368425" cy="369332"/>
          </a:xfrm>
          <a:custGeom>
            <a:avLst/>
            <a:gdLst>
              <a:gd name="T0" fmla="*/ 0 w 21600"/>
              <a:gd name="T1" fmla="*/ 0 h 21600"/>
              <a:gd name="T2" fmla="*/ 1368425 w 21600"/>
              <a:gd name="T3" fmla="*/ 431800 h 21600"/>
              <a:gd name="T4" fmla="*/ 0 w 21600"/>
              <a:gd name="T5" fmla="*/ 43180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grpSp>
        <p:nvGrpSpPr>
          <p:cNvPr id="13336" name="Group 86">
            <a:extLst>
              <a:ext uri="{FF2B5EF4-FFF2-40B4-BE49-F238E27FC236}">
                <a16:creationId xmlns:a16="http://schemas.microsoft.com/office/drawing/2014/main" id="{5E0E0BC3-1F17-3A1C-E0E7-E4F756E1AAB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511675" y="1844676"/>
            <a:ext cx="738188" cy="404813"/>
            <a:chOff x="816" y="2496"/>
            <a:chExt cx="384" cy="211"/>
          </a:xfrm>
        </p:grpSpPr>
        <p:sp>
          <p:nvSpPr>
            <p:cNvPr id="13421" name="AutoShape 87">
              <a:extLst>
                <a:ext uri="{FF2B5EF4-FFF2-40B4-BE49-F238E27FC236}">
                  <a16:creationId xmlns:a16="http://schemas.microsoft.com/office/drawing/2014/main" id="{27D40C14-5008-6A77-BF68-2B7EBAE809B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816" y="2496"/>
              <a:ext cx="384" cy="211"/>
            </a:xfrm>
            <a:prstGeom prst="can">
              <a:avLst>
                <a:gd name="adj" fmla="val 50000"/>
              </a:avLst>
            </a:prstGeom>
            <a:gradFill rotWithShape="0">
              <a:gsLst>
                <a:gs pos="0">
                  <a:srgbClr val="002F5E"/>
                </a:gs>
                <a:gs pos="50000">
                  <a:srgbClr val="0066CC"/>
                </a:gs>
                <a:gs pos="100000">
                  <a:srgbClr val="002F5E"/>
                </a:gs>
              </a:gsLst>
              <a:lin ang="0" scaled="1"/>
            </a:gradFill>
            <a:ln w="9525">
              <a:solidFill>
                <a:srgbClr val="819F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73025" tIns="36512" rIns="73025" bIns="36512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it-IT" altLang="en-IT"/>
            </a:p>
          </p:txBody>
        </p:sp>
        <p:grpSp>
          <p:nvGrpSpPr>
            <p:cNvPr id="13422" name="Group 88">
              <a:extLst>
                <a:ext uri="{FF2B5EF4-FFF2-40B4-BE49-F238E27FC236}">
                  <a16:creationId xmlns:a16="http://schemas.microsoft.com/office/drawing/2014/main" id="{D85F7241-CBA7-43EC-732D-249E0C29852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87" y="2509"/>
              <a:ext cx="239" cy="83"/>
              <a:chOff x="422" y="1632"/>
              <a:chExt cx="829" cy="298"/>
            </a:xfrm>
          </p:grpSpPr>
          <p:grpSp>
            <p:nvGrpSpPr>
              <p:cNvPr id="13424" name="Group 89">
                <a:extLst>
                  <a:ext uri="{FF2B5EF4-FFF2-40B4-BE49-F238E27FC236}">
                    <a16:creationId xmlns:a16="http://schemas.microsoft.com/office/drawing/2014/main" id="{B197AC24-0C1C-4E7F-C067-30FF02886271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22" y="1632"/>
                <a:ext cx="822" cy="291"/>
                <a:chOff x="422" y="1632"/>
                <a:chExt cx="822" cy="291"/>
              </a:xfrm>
            </p:grpSpPr>
            <p:sp>
              <p:nvSpPr>
                <p:cNvPr id="13434" name="Freeform 90">
                  <a:extLst>
                    <a:ext uri="{FF2B5EF4-FFF2-40B4-BE49-F238E27FC236}">
                      <a16:creationId xmlns:a16="http://schemas.microsoft.com/office/drawing/2014/main" id="{1C8C0E8D-3CC6-B153-ED5B-241984543405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1" y="1639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4 w 393"/>
                    <a:gd name="T11" fmla="*/ 0 h 125"/>
                    <a:gd name="T12" fmla="*/ 196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4" y="0"/>
                      </a:lnTo>
                      <a:lnTo>
                        <a:pt x="196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3435" name="Freeform 91">
                  <a:extLst>
                    <a:ext uri="{FF2B5EF4-FFF2-40B4-BE49-F238E27FC236}">
                      <a16:creationId xmlns:a16="http://schemas.microsoft.com/office/drawing/2014/main" id="{681EEB1E-5367-CE7F-740F-5A43C2F0C21E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1" y="1639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4 w 393"/>
                    <a:gd name="T11" fmla="*/ 0 h 125"/>
                    <a:gd name="T12" fmla="*/ 196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4" y="0"/>
                      </a:lnTo>
                      <a:lnTo>
                        <a:pt x="196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3436" name="Freeform 92">
                  <a:extLst>
                    <a:ext uri="{FF2B5EF4-FFF2-40B4-BE49-F238E27FC236}">
                      <a16:creationId xmlns:a16="http://schemas.microsoft.com/office/drawing/2014/main" id="{878C60AF-8165-A405-71D8-E3AF4B9F57E4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2" y="1785"/>
                  <a:ext cx="393" cy="132"/>
                </a:xfrm>
                <a:custGeom>
                  <a:avLst/>
                  <a:gdLst>
                    <a:gd name="T0" fmla="*/ 393 w 393"/>
                    <a:gd name="T1" fmla="*/ 28 h 132"/>
                    <a:gd name="T2" fmla="*/ 305 w 393"/>
                    <a:gd name="T3" fmla="*/ 0 h 132"/>
                    <a:gd name="T4" fmla="*/ 102 w 393"/>
                    <a:gd name="T5" fmla="*/ 83 h 132"/>
                    <a:gd name="T6" fmla="*/ 0 w 393"/>
                    <a:gd name="T7" fmla="*/ 55 h 132"/>
                    <a:gd name="T8" fmla="*/ 51 w 393"/>
                    <a:gd name="T9" fmla="*/ 132 h 132"/>
                    <a:gd name="T10" fmla="*/ 305 w 393"/>
                    <a:gd name="T11" fmla="*/ 132 h 132"/>
                    <a:gd name="T12" fmla="*/ 196 w 393"/>
                    <a:gd name="T13" fmla="*/ 104 h 132"/>
                    <a:gd name="T14" fmla="*/ 393 w 393"/>
                    <a:gd name="T15" fmla="*/ 28 h 13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2">
                      <a:moveTo>
                        <a:pt x="393" y="28"/>
                      </a:moveTo>
                      <a:lnTo>
                        <a:pt x="305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2"/>
                      </a:lnTo>
                      <a:lnTo>
                        <a:pt x="305" y="132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3437" name="Freeform 93">
                  <a:extLst>
                    <a:ext uri="{FF2B5EF4-FFF2-40B4-BE49-F238E27FC236}">
                      <a16:creationId xmlns:a16="http://schemas.microsoft.com/office/drawing/2014/main" id="{A7F5E3E5-C6F5-69B6-3A07-3D01026EC0FD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2" y="1785"/>
                  <a:ext cx="393" cy="132"/>
                </a:xfrm>
                <a:custGeom>
                  <a:avLst/>
                  <a:gdLst>
                    <a:gd name="T0" fmla="*/ 393 w 393"/>
                    <a:gd name="T1" fmla="*/ 28 h 132"/>
                    <a:gd name="T2" fmla="*/ 305 w 393"/>
                    <a:gd name="T3" fmla="*/ 0 h 132"/>
                    <a:gd name="T4" fmla="*/ 102 w 393"/>
                    <a:gd name="T5" fmla="*/ 83 h 132"/>
                    <a:gd name="T6" fmla="*/ 0 w 393"/>
                    <a:gd name="T7" fmla="*/ 55 h 132"/>
                    <a:gd name="T8" fmla="*/ 51 w 393"/>
                    <a:gd name="T9" fmla="*/ 132 h 132"/>
                    <a:gd name="T10" fmla="*/ 305 w 393"/>
                    <a:gd name="T11" fmla="*/ 132 h 132"/>
                    <a:gd name="T12" fmla="*/ 196 w 393"/>
                    <a:gd name="T13" fmla="*/ 104 h 132"/>
                    <a:gd name="T14" fmla="*/ 393 w 393"/>
                    <a:gd name="T15" fmla="*/ 28 h 13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2">
                      <a:moveTo>
                        <a:pt x="393" y="28"/>
                      </a:moveTo>
                      <a:lnTo>
                        <a:pt x="305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2"/>
                      </a:lnTo>
                      <a:lnTo>
                        <a:pt x="305" y="132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3438" name="Freeform 94">
                  <a:extLst>
                    <a:ext uri="{FF2B5EF4-FFF2-40B4-BE49-F238E27FC236}">
                      <a16:creationId xmlns:a16="http://schemas.microsoft.com/office/drawing/2014/main" id="{48069C0A-D290-ACDD-D046-4F7F502729EE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44" y="1632"/>
                  <a:ext cx="392" cy="125"/>
                </a:xfrm>
                <a:custGeom>
                  <a:avLst/>
                  <a:gdLst>
                    <a:gd name="T0" fmla="*/ 0 w 392"/>
                    <a:gd name="T1" fmla="*/ 28 h 125"/>
                    <a:gd name="T2" fmla="*/ 87 w 392"/>
                    <a:gd name="T3" fmla="*/ 0 h 125"/>
                    <a:gd name="T4" fmla="*/ 298 w 392"/>
                    <a:gd name="T5" fmla="*/ 77 h 125"/>
                    <a:gd name="T6" fmla="*/ 392 w 392"/>
                    <a:gd name="T7" fmla="*/ 56 h 125"/>
                    <a:gd name="T8" fmla="*/ 341 w 392"/>
                    <a:gd name="T9" fmla="*/ 125 h 125"/>
                    <a:gd name="T10" fmla="*/ 94 w 392"/>
                    <a:gd name="T11" fmla="*/ 125 h 125"/>
                    <a:gd name="T12" fmla="*/ 196 w 392"/>
                    <a:gd name="T13" fmla="*/ 104 h 125"/>
                    <a:gd name="T14" fmla="*/ 0 w 392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2" y="56"/>
                      </a:lnTo>
                      <a:lnTo>
                        <a:pt x="341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3439" name="Freeform 95">
                  <a:extLst>
                    <a:ext uri="{FF2B5EF4-FFF2-40B4-BE49-F238E27FC236}">
                      <a16:creationId xmlns:a16="http://schemas.microsoft.com/office/drawing/2014/main" id="{81870AB1-6CCF-FE0F-1589-8172BE29A421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44" y="1632"/>
                  <a:ext cx="392" cy="125"/>
                </a:xfrm>
                <a:custGeom>
                  <a:avLst/>
                  <a:gdLst>
                    <a:gd name="T0" fmla="*/ 0 w 392"/>
                    <a:gd name="T1" fmla="*/ 28 h 125"/>
                    <a:gd name="T2" fmla="*/ 87 w 392"/>
                    <a:gd name="T3" fmla="*/ 0 h 125"/>
                    <a:gd name="T4" fmla="*/ 298 w 392"/>
                    <a:gd name="T5" fmla="*/ 77 h 125"/>
                    <a:gd name="T6" fmla="*/ 392 w 392"/>
                    <a:gd name="T7" fmla="*/ 56 h 125"/>
                    <a:gd name="T8" fmla="*/ 341 w 392"/>
                    <a:gd name="T9" fmla="*/ 125 h 125"/>
                    <a:gd name="T10" fmla="*/ 94 w 392"/>
                    <a:gd name="T11" fmla="*/ 125 h 125"/>
                    <a:gd name="T12" fmla="*/ 196 w 392"/>
                    <a:gd name="T13" fmla="*/ 104 h 125"/>
                    <a:gd name="T14" fmla="*/ 0 w 392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2" y="56"/>
                      </a:lnTo>
                      <a:lnTo>
                        <a:pt x="341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3440" name="Freeform 96">
                  <a:extLst>
                    <a:ext uri="{FF2B5EF4-FFF2-40B4-BE49-F238E27FC236}">
                      <a16:creationId xmlns:a16="http://schemas.microsoft.com/office/drawing/2014/main" id="{EA225625-DEA9-A3D2-0A3E-75A554E50A8A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36" y="1799"/>
                  <a:ext cx="393" cy="124"/>
                </a:xfrm>
                <a:custGeom>
                  <a:avLst/>
                  <a:gdLst>
                    <a:gd name="T0" fmla="*/ 393 w 393"/>
                    <a:gd name="T1" fmla="*/ 97 h 124"/>
                    <a:gd name="T2" fmla="*/ 306 w 393"/>
                    <a:gd name="T3" fmla="*/ 124 h 124"/>
                    <a:gd name="T4" fmla="*/ 102 w 393"/>
                    <a:gd name="T5" fmla="*/ 41 h 124"/>
                    <a:gd name="T6" fmla="*/ 0 w 393"/>
                    <a:gd name="T7" fmla="*/ 69 h 124"/>
                    <a:gd name="T8" fmla="*/ 51 w 393"/>
                    <a:gd name="T9" fmla="*/ 0 h 124"/>
                    <a:gd name="T10" fmla="*/ 306 w 393"/>
                    <a:gd name="T11" fmla="*/ 0 h 124"/>
                    <a:gd name="T12" fmla="*/ 197 w 393"/>
                    <a:gd name="T13" fmla="*/ 21 h 124"/>
                    <a:gd name="T14" fmla="*/ 393 w 393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4">
                      <a:moveTo>
                        <a:pt x="393" y="97"/>
                      </a:moveTo>
                      <a:lnTo>
                        <a:pt x="306" y="124"/>
                      </a:lnTo>
                      <a:lnTo>
                        <a:pt x="102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6" y="0"/>
                      </a:lnTo>
                      <a:lnTo>
                        <a:pt x="197" y="21"/>
                      </a:lnTo>
                      <a:lnTo>
                        <a:pt x="393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3441" name="Freeform 97">
                  <a:extLst>
                    <a:ext uri="{FF2B5EF4-FFF2-40B4-BE49-F238E27FC236}">
                      <a16:creationId xmlns:a16="http://schemas.microsoft.com/office/drawing/2014/main" id="{A3FD822C-E686-6BA6-8FFC-81A88CACE361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36" y="1799"/>
                  <a:ext cx="393" cy="124"/>
                </a:xfrm>
                <a:custGeom>
                  <a:avLst/>
                  <a:gdLst>
                    <a:gd name="T0" fmla="*/ 393 w 393"/>
                    <a:gd name="T1" fmla="*/ 97 h 124"/>
                    <a:gd name="T2" fmla="*/ 306 w 393"/>
                    <a:gd name="T3" fmla="*/ 124 h 124"/>
                    <a:gd name="T4" fmla="*/ 102 w 393"/>
                    <a:gd name="T5" fmla="*/ 41 h 124"/>
                    <a:gd name="T6" fmla="*/ 0 w 393"/>
                    <a:gd name="T7" fmla="*/ 69 h 124"/>
                    <a:gd name="T8" fmla="*/ 51 w 393"/>
                    <a:gd name="T9" fmla="*/ 0 h 124"/>
                    <a:gd name="T10" fmla="*/ 306 w 393"/>
                    <a:gd name="T11" fmla="*/ 0 h 124"/>
                    <a:gd name="T12" fmla="*/ 197 w 393"/>
                    <a:gd name="T13" fmla="*/ 21 h 124"/>
                    <a:gd name="T14" fmla="*/ 393 w 393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4">
                      <a:moveTo>
                        <a:pt x="393" y="97"/>
                      </a:moveTo>
                      <a:lnTo>
                        <a:pt x="306" y="124"/>
                      </a:lnTo>
                      <a:lnTo>
                        <a:pt x="102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6" y="0"/>
                      </a:lnTo>
                      <a:lnTo>
                        <a:pt x="197" y="21"/>
                      </a:lnTo>
                      <a:lnTo>
                        <a:pt x="393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3425" name="Group 98">
                <a:extLst>
                  <a:ext uri="{FF2B5EF4-FFF2-40B4-BE49-F238E27FC236}">
                    <a16:creationId xmlns:a16="http://schemas.microsoft.com/office/drawing/2014/main" id="{7F04C88C-8786-4C7F-0662-375674D6055D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29" y="1639"/>
                <a:ext cx="822" cy="291"/>
                <a:chOff x="429" y="1639"/>
                <a:chExt cx="822" cy="291"/>
              </a:xfrm>
            </p:grpSpPr>
            <p:sp>
              <p:nvSpPr>
                <p:cNvPr id="13426" name="Freeform 99">
                  <a:extLst>
                    <a:ext uri="{FF2B5EF4-FFF2-40B4-BE49-F238E27FC236}">
                      <a16:creationId xmlns:a16="http://schemas.microsoft.com/office/drawing/2014/main" id="{5FA59157-B861-01DC-2BC5-DE5AF92F0138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8" y="1646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5 w 393"/>
                    <a:gd name="T11" fmla="*/ 0 h 125"/>
                    <a:gd name="T12" fmla="*/ 197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5" y="0"/>
                      </a:lnTo>
                      <a:lnTo>
                        <a:pt x="197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3427" name="Freeform 100">
                  <a:extLst>
                    <a:ext uri="{FF2B5EF4-FFF2-40B4-BE49-F238E27FC236}">
                      <a16:creationId xmlns:a16="http://schemas.microsoft.com/office/drawing/2014/main" id="{B51702B0-F463-DF9F-21A9-D33C9B7B7046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8" y="1646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5 w 393"/>
                    <a:gd name="T11" fmla="*/ 0 h 125"/>
                    <a:gd name="T12" fmla="*/ 197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5" y="0"/>
                      </a:lnTo>
                      <a:lnTo>
                        <a:pt x="197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3428" name="Freeform 101">
                  <a:extLst>
                    <a:ext uri="{FF2B5EF4-FFF2-40B4-BE49-F238E27FC236}">
                      <a16:creationId xmlns:a16="http://schemas.microsoft.com/office/drawing/2014/main" id="{06AEB713-0A1B-FE0D-B57F-8D3B183BE0F2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9" y="1792"/>
                  <a:ext cx="393" cy="131"/>
                </a:xfrm>
                <a:custGeom>
                  <a:avLst/>
                  <a:gdLst>
                    <a:gd name="T0" fmla="*/ 393 w 393"/>
                    <a:gd name="T1" fmla="*/ 28 h 131"/>
                    <a:gd name="T2" fmla="*/ 306 w 393"/>
                    <a:gd name="T3" fmla="*/ 0 h 131"/>
                    <a:gd name="T4" fmla="*/ 102 w 393"/>
                    <a:gd name="T5" fmla="*/ 83 h 131"/>
                    <a:gd name="T6" fmla="*/ 0 w 393"/>
                    <a:gd name="T7" fmla="*/ 55 h 131"/>
                    <a:gd name="T8" fmla="*/ 51 w 393"/>
                    <a:gd name="T9" fmla="*/ 131 h 131"/>
                    <a:gd name="T10" fmla="*/ 306 w 393"/>
                    <a:gd name="T11" fmla="*/ 131 h 131"/>
                    <a:gd name="T12" fmla="*/ 196 w 393"/>
                    <a:gd name="T13" fmla="*/ 104 h 131"/>
                    <a:gd name="T14" fmla="*/ 393 w 393"/>
                    <a:gd name="T15" fmla="*/ 28 h 13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1">
                      <a:moveTo>
                        <a:pt x="393" y="28"/>
                      </a:moveTo>
                      <a:lnTo>
                        <a:pt x="306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1"/>
                      </a:lnTo>
                      <a:lnTo>
                        <a:pt x="306" y="131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3429" name="Freeform 102">
                  <a:extLst>
                    <a:ext uri="{FF2B5EF4-FFF2-40B4-BE49-F238E27FC236}">
                      <a16:creationId xmlns:a16="http://schemas.microsoft.com/office/drawing/2014/main" id="{CACBC2AC-CF23-616D-3C49-8C8ABF8890B1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9" y="1792"/>
                  <a:ext cx="393" cy="131"/>
                </a:xfrm>
                <a:custGeom>
                  <a:avLst/>
                  <a:gdLst>
                    <a:gd name="T0" fmla="*/ 393 w 393"/>
                    <a:gd name="T1" fmla="*/ 28 h 131"/>
                    <a:gd name="T2" fmla="*/ 306 w 393"/>
                    <a:gd name="T3" fmla="*/ 0 h 131"/>
                    <a:gd name="T4" fmla="*/ 102 w 393"/>
                    <a:gd name="T5" fmla="*/ 83 h 131"/>
                    <a:gd name="T6" fmla="*/ 0 w 393"/>
                    <a:gd name="T7" fmla="*/ 55 h 131"/>
                    <a:gd name="T8" fmla="*/ 51 w 393"/>
                    <a:gd name="T9" fmla="*/ 131 h 131"/>
                    <a:gd name="T10" fmla="*/ 306 w 393"/>
                    <a:gd name="T11" fmla="*/ 131 h 131"/>
                    <a:gd name="T12" fmla="*/ 196 w 393"/>
                    <a:gd name="T13" fmla="*/ 104 h 131"/>
                    <a:gd name="T14" fmla="*/ 393 w 393"/>
                    <a:gd name="T15" fmla="*/ 28 h 13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1">
                      <a:moveTo>
                        <a:pt x="393" y="28"/>
                      </a:moveTo>
                      <a:lnTo>
                        <a:pt x="306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1"/>
                      </a:lnTo>
                      <a:lnTo>
                        <a:pt x="306" y="131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3430" name="Freeform 103">
                  <a:extLst>
                    <a:ext uri="{FF2B5EF4-FFF2-40B4-BE49-F238E27FC236}">
                      <a16:creationId xmlns:a16="http://schemas.microsoft.com/office/drawing/2014/main" id="{14D508FC-1DD1-CB2B-F952-37F7726AB8B4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51" y="1639"/>
                  <a:ext cx="393" cy="125"/>
                </a:xfrm>
                <a:custGeom>
                  <a:avLst/>
                  <a:gdLst>
                    <a:gd name="T0" fmla="*/ 0 w 393"/>
                    <a:gd name="T1" fmla="*/ 28 h 125"/>
                    <a:gd name="T2" fmla="*/ 87 w 393"/>
                    <a:gd name="T3" fmla="*/ 0 h 125"/>
                    <a:gd name="T4" fmla="*/ 298 w 393"/>
                    <a:gd name="T5" fmla="*/ 77 h 125"/>
                    <a:gd name="T6" fmla="*/ 393 w 393"/>
                    <a:gd name="T7" fmla="*/ 56 h 125"/>
                    <a:gd name="T8" fmla="*/ 342 w 393"/>
                    <a:gd name="T9" fmla="*/ 125 h 125"/>
                    <a:gd name="T10" fmla="*/ 94 w 393"/>
                    <a:gd name="T11" fmla="*/ 125 h 125"/>
                    <a:gd name="T12" fmla="*/ 196 w 393"/>
                    <a:gd name="T13" fmla="*/ 104 h 125"/>
                    <a:gd name="T14" fmla="*/ 0 w 393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3" y="56"/>
                      </a:lnTo>
                      <a:lnTo>
                        <a:pt x="342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3431" name="Freeform 104">
                  <a:extLst>
                    <a:ext uri="{FF2B5EF4-FFF2-40B4-BE49-F238E27FC236}">
                      <a16:creationId xmlns:a16="http://schemas.microsoft.com/office/drawing/2014/main" id="{475934A1-C627-63DD-9800-6DA80637E9B0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51" y="1639"/>
                  <a:ext cx="393" cy="125"/>
                </a:xfrm>
                <a:custGeom>
                  <a:avLst/>
                  <a:gdLst>
                    <a:gd name="T0" fmla="*/ 0 w 393"/>
                    <a:gd name="T1" fmla="*/ 28 h 125"/>
                    <a:gd name="T2" fmla="*/ 87 w 393"/>
                    <a:gd name="T3" fmla="*/ 0 h 125"/>
                    <a:gd name="T4" fmla="*/ 298 w 393"/>
                    <a:gd name="T5" fmla="*/ 77 h 125"/>
                    <a:gd name="T6" fmla="*/ 393 w 393"/>
                    <a:gd name="T7" fmla="*/ 56 h 125"/>
                    <a:gd name="T8" fmla="*/ 342 w 393"/>
                    <a:gd name="T9" fmla="*/ 125 h 125"/>
                    <a:gd name="T10" fmla="*/ 94 w 393"/>
                    <a:gd name="T11" fmla="*/ 125 h 125"/>
                    <a:gd name="T12" fmla="*/ 196 w 393"/>
                    <a:gd name="T13" fmla="*/ 104 h 125"/>
                    <a:gd name="T14" fmla="*/ 0 w 393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3" y="56"/>
                      </a:lnTo>
                      <a:lnTo>
                        <a:pt x="342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3432" name="Freeform 105">
                  <a:extLst>
                    <a:ext uri="{FF2B5EF4-FFF2-40B4-BE49-F238E27FC236}">
                      <a16:creationId xmlns:a16="http://schemas.microsoft.com/office/drawing/2014/main" id="{3DC09280-EAB2-B245-2582-965533E933B8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44" y="1806"/>
                  <a:ext cx="392" cy="124"/>
                </a:xfrm>
                <a:custGeom>
                  <a:avLst/>
                  <a:gdLst>
                    <a:gd name="T0" fmla="*/ 392 w 392"/>
                    <a:gd name="T1" fmla="*/ 97 h 124"/>
                    <a:gd name="T2" fmla="*/ 305 w 392"/>
                    <a:gd name="T3" fmla="*/ 124 h 124"/>
                    <a:gd name="T4" fmla="*/ 101 w 392"/>
                    <a:gd name="T5" fmla="*/ 41 h 124"/>
                    <a:gd name="T6" fmla="*/ 0 w 392"/>
                    <a:gd name="T7" fmla="*/ 69 h 124"/>
                    <a:gd name="T8" fmla="*/ 51 w 392"/>
                    <a:gd name="T9" fmla="*/ 0 h 124"/>
                    <a:gd name="T10" fmla="*/ 305 w 392"/>
                    <a:gd name="T11" fmla="*/ 0 h 124"/>
                    <a:gd name="T12" fmla="*/ 196 w 392"/>
                    <a:gd name="T13" fmla="*/ 20 h 124"/>
                    <a:gd name="T14" fmla="*/ 392 w 392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4">
                      <a:moveTo>
                        <a:pt x="392" y="97"/>
                      </a:moveTo>
                      <a:lnTo>
                        <a:pt x="305" y="124"/>
                      </a:lnTo>
                      <a:lnTo>
                        <a:pt x="101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5" y="0"/>
                      </a:lnTo>
                      <a:lnTo>
                        <a:pt x="196" y="20"/>
                      </a:lnTo>
                      <a:lnTo>
                        <a:pt x="392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3433" name="Freeform 106">
                  <a:extLst>
                    <a:ext uri="{FF2B5EF4-FFF2-40B4-BE49-F238E27FC236}">
                      <a16:creationId xmlns:a16="http://schemas.microsoft.com/office/drawing/2014/main" id="{248B5EA0-C257-7B19-A82A-D2B8FDE542C1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44" y="1806"/>
                  <a:ext cx="392" cy="124"/>
                </a:xfrm>
                <a:custGeom>
                  <a:avLst/>
                  <a:gdLst>
                    <a:gd name="T0" fmla="*/ 392 w 392"/>
                    <a:gd name="T1" fmla="*/ 97 h 124"/>
                    <a:gd name="T2" fmla="*/ 305 w 392"/>
                    <a:gd name="T3" fmla="*/ 124 h 124"/>
                    <a:gd name="T4" fmla="*/ 101 w 392"/>
                    <a:gd name="T5" fmla="*/ 41 h 124"/>
                    <a:gd name="T6" fmla="*/ 0 w 392"/>
                    <a:gd name="T7" fmla="*/ 69 h 124"/>
                    <a:gd name="T8" fmla="*/ 51 w 392"/>
                    <a:gd name="T9" fmla="*/ 0 h 124"/>
                    <a:gd name="T10" fmla="*/ 305 w 392"/>
                    <a:gd name="T11" fmla="*/ 0 h 124"/>
                    <a:gd name="T12" fmla="*/ 196 w 392"/>
                    <a:gd name="T13" fmla="*/ 20 h 124"/>
                    <a:gd name="T14" fmla="*/ 392 w 392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4">
                      <a:moveTo>
                        <a:pt x="392" y="97"/>
                      </a:moveTo>
                      <a:lnTo>
                        <a:pt x="305" y="124"/>
                      </a:lnTo>
                      <a:lnTo>
                        <a:pt x="101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5" y="0"/>
                      </a:lnTo>
                      <a:lnTo>
                        <a:pt x="196" y="20"/>
                      </a:lnTo>
                      <a:lnTo>
                        <a:pt x="392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</p:grpSp>
        <p:sp>
          <p:nvSpPr>
            <p:cNvPr id="13423" name="WordArt 107">
              <a:extLst>
                <a:ext uri="{FF2B5EF4-FFF2-40B4-BE49-F238E27FC236}">
                  <a16:creationId xmlns:a16="http://schemas.microsoft.com/office/drawing/2014/main" id="{3BBBA720-144A-7040-8387-BEAB57989672}"/>
                </a:ext>
              </a:extLst>
            </p:cNvPr>
            <p:cNvSpPr>
              <a:spLocks noChangeAspect="1" noChangeArrowheads="1" noChangeShapeType="1" noTextEdit="1"/>
            </p:cNvSpPr>
            <p:nvPr/>
          </p:nvSpPr>
          <p:spPr bwMode="auto">
            <a:xfrm>
              <a:off x="835" y="2582"/>
              <a:ext cx="346" cy="104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r1  </a:t>
              </a:r>
            </a:p>
          </p:txBody>
        </p:sp>
      </p:grpSp>
      <p:grpSp>
        <p:nvGrpSpPr>
          <p:cNvPr id="13337" name="Group 108">
            <a:extLst>
              <a:ext uri="{FF2B5EF4-FFF2-40B4-BE49-F238E27FC236}">
                <a16:creationId xmlns:a16="http://schemas.microsoft.com/office/drawing/2014/main" id="{F538FD1C-CF52-9866-5CDF-9CCBC1D5B99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656139" y="5300663"/>
            <a:ext cx="738187" cy="404812"/>
            <a:chOff x="1008" y="3725"/>
            <a:chExt cx="384" cy="211"/>
          </a:xfrm>
        </p:grpSpPr>
        <p:sp>
          <p:nvSpPr>
            <p:cNvPr id="13400" name="AutoShape 109">
              <a:extLst>
                <a:ext uri="{FF2B5EF4-FFF2-40B4-BE49-F238E27FC236}">
                  <a16:creationId xmlns:a16="http://schemas.microsoft.com/office/drawing/2014/main" id="{67597201-CA6F-26BE-5CF3-C02A4E16204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008" y="3725"/>
              <a:ext cx="384" cy="211"/>
            </a:xfrm>
            <a:prstGeom prst="can">
              <a:avLst>
                <a:gd name="adj" fmla="val 50000"/>
              </a:avLst>
            </a:prstGeom>
            <a:gradFill rotWithShape="0">
              <a:gsLst>
                <a:gs pos="0">
                  <a:srgbClr val="002F5E"/>
                </a:gs>
                <a:gs pos="50000">
                  <a:srgbClr val="0066CC"/>
                </a:gs>
                <a:gs pos="100000">
                  <a:srgbClr val="002F5E"/>
                </a:gs>
              </a:gsLst>
              <a:lin ang="0" scaled="1"/>
            </a:gradFill>
            <a:ln w="9525">
              <a:solidFill>
                <a:srgbClr val="819F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73025" tIns="36512" rIns="73025" bIns="36512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it-IT" altLang="en-IT"/>
            </a:p>
          </p:txBody>
        </p:sp>
        <p:grpSp>
          <p:nvGrpSpPr>
            <p:cNvPr id="13401" name="Group 110">
              <a:extLst>
                <a:ext uri="{FF2B5EF4-FFF2-40B4-BE49-F238E27FC236}">
                  <a16:creationId xmlns:a16="http://schemas.microsoft.com/office/drawing/2014/main" id="{09DAFB4B-6D89-4788-CD8B-DDC389D3962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79" y="3738"/>
              <a:ext cx="239" cy="83"/>
              <a:chOff x="422" y="1632"/>
              <a:chExt cx="829" cy="298"/>
            </a:xfrm>
          </p:grpSpPr>
          <p:grpSp>
            <p:nvGrpSpPr>
              <p:cNvPr id="13403" name="Group 111">
                <a:extLst>
                  <a:ext uri="{FF2B5EF4-FFF2-40B4-BE49-F238E27FC236}">
                    <a16:creationId xmlns:a16="http://schemas.microsoft.com/office/drawing/2014/main" id="{780444FA-48A8-3EE4-ABEE-EBCF3EE162D8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22" y="1632"/>
                <a:ext cx="822" cy="291"/>
                <a:chOff x="422" y="1632"/>
                <a:chExt cx="822" cy="291"/>
              </a:xfrm>
            </p:grpSpPr>
            <p:sp>
              <p:nvSpPr>
                <p:cNvPr id="13413" name="Freeform 112">
                  <a:extLst>
                    <a:ext uri="{FF2B5EF4-FFF2-40B4-BE49-F238E27FC236}">
                      <a16:creationId xmlns:a16="http://schemas.microsoft.com/office/drawing/2014/main" id="{E50A3E6D-23CB-9055-82F8-83445309835B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1" y="1639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4 w 393"/>
                    <a:gd name="T11" fmla="*/ 0 h 125"/>
                    <a:gd name="T12" fmla="*/ 196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4" y="0"/>
                      </a:lnTo>
                      <a:lnTo>
                        <a:pt x="196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3414" name="Freeform 113">
                  <a:extLst>
                    <a:ext uri="{FF2B5EF4-FFF2-40B4-BE49-F238E27FC236}">
                      <a16:creationId xmlns:a16="http://schemas.microsoft.com/office/drawing/2014/main" id="{A0E20611-90D7-E9F6-772A-7F8C97CF821B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1" y="1639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4 w 393"/>
                    <a:gd name="T11" fmla="*/ 0 h 125"/>
                    <a:gd name="T12" fmla="*/ 196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4" y="0"/>
                      </a:lnTo>
                      <a:lnTo>
                        <a:pt x="196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3415" name="Freeform 114">
                  <a:extLst>
                    <a:ext uri="{FF2B5EF4-FFF2-40B4-BE49-F238E27FC236}">
                      <a16:creationId xmlns:a16="http://schemas.microsoft.com/office/drawing/2014/main" id="{79F3BCD9-4C47-342E-5895-1AB0531208A5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2" y="1785"/>
                  <a:ext cx="393" cy="132"/>
                </a:xfrm>
                <a:custGeom>
                  <a:avLst/>
                  <a:gdLst>
                    <a:gd name="T0" fmla="*/ 393 w 393"/>
                    <a:gd name="T1" fmla="*/ 28 h 132"/>
                    <a:gd name="T2" fmla="*/ 305 w 393"/>
                    <a:gd name="T3" fmla="*/ 0 h 132"/>
                    <a:gd name="T4" fmla="*/ 102 w 393"/>
                    <a:gd name="T5" fmla="*/ 83 h 132"/>
                    <a:gd name="T6" fmla="*/ 0 w 393"/>
                    <a:gd name="T7" fmla="*/ 55 h 132"/>
                    <a:gd name="T8" fmla="*/ 51 w 393"/>
                    <a:gd name="T9" fmla="*/ 132 h 132"/>
                    <a:gd name="T10" fmla="*/ 305 w 393"/>
                    <a:gd name="T11" fmla="*/ 132 h 132"/>
                    <a:gd name="T12" fmla="*/ 196 w 393"/>
                    <a:gd name="T13" fmla="*/ 104 h 132"/>
                    <a:gd name="T14" fmla="*/ 393 w 393"/>
                    <a:gd name="T15" fmla="*/ 28 h 13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2">
                      <a:moveTo>
                        <a:pt x="393" y="28"/>
                      </a:moveTo>
                      <a:lnTo>
                        <a:pt x="305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2"/>
                      </a:lnTo>
                      <a:lnTo>
                        <a:pt x="305" y="132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3416" name="Freeform 115">
                  <a:extLst>
                    <a:ext uri="{FF2B5EF4-FFF2-40B4-BE49-F238E27FC236}">
                      <a16:creationId xmlns:a16="http://schemas.microsoft.com/office/drawing/2014/main" id="{825C4583-0C1E-3A8A-7972-46AFF2F77034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2" y="1785"/>
                  <a:ext cx="393" cy="132"/>
                </a:xfrm>
                <a:custGeom>
                  <a:avLst/>
                  <a:gdLst>
                    <a:gd name="T0" fmla="*/ 393 w 393"/>
                    <a:gd name="T1" fmla="*/ 28 h 132"/>
                    <a:gd name="T2" fmla="*/ 305 w 393"/>
                    <a:gd name="T3" fmla="*/ 0 h 132"/>
                    <a:gd name="T4" fmla="*/ 102 w 393"/>
                    <a:gd name="T5" fmla="*/ 83 h 132"/>
                    <a:gd name="T6" fmla="*/ 0 w 393"/>
                    <a:gd name="T7" fmla="*/ 55 h 132"/>
                    <a:gd name="T8" fmla="*/ 51 w 393"/>
                    <a:gd name="T9" fmla="*/ 132 h 132"/>
                    <a:gd name="T10" fmla="*/ 305 w 393"/>
                    <a:gd name="T11" fmla="*/ 132 h 132"/>
                    <a:gd name="T12" fmla="*/ 196 w 393"/>
                    <a:gd name="T13" fmla="*/ 104 h 132"/>
                    <a:gd name="T14" fmla="*/ 393 w 393"/>
                    <a:gd name="T15" fmla="*/ 28 h 13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2">
                      <a:moveTo>
                        <a:pt x="393" y="28"/>
                      </a:moveTo>
                      <a:lnTo>
                        <a:pt x="305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2"/>
                      </a:lnTo>
                      <a:lnTo>
                        <a:pt x="305" y="132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3417" name="Freeform 116">
                  <a:extLst>
                    <a:ext uri="{FF2B5EF4-FFF2-40B4-BE49-F238E27FC236}">
                      <a16:creationId xmlns:a16="http://schemas.microsoft.com/office/drawing/2014/main" id="{4CBA51AD-1D78-1217-CB76-E2B75EA80AF9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44" y="1632"/>
                  <a:ext cx="392" cy="125"/>
                </a:xfrm>
                <a:custGeom>
                  <a:avLst/>
                  <a:gdLst>
                    <a:gd name="T0" fmla="*/ 0 w 392"/>
                    <a:gd name="T1" fmla="*/ 28 h 125"/>
                    <a:gd name="T2" fmla="*/ 87 w 392"/>
                    <a:gd name="T3" fmla="*/ 0 h 125"/>
                    <a:gd name="T4" fmla="*/ 298 w 392"/>
                    <a:gd name="T5" fmla="*/ 77 h 125"/>
                    <a:gd name="T6" fmla="*/ 392 w 392"/>
                    <a:gd name="T7" fmla="*/ 56 h 125"/>
                    <a:gd name="T8" fmla="*/ 341 w 392"/>
                    <a:gd name="T9" fmla="*/ 125 h 125"/>
                    <a:gd name="T10" fmla="*/ 94 w 392"/>
                    <a:gd name="T11" fmla="*/ 125 h 125"/>
                    <a:gd name="T12" fmla="*/ 196 w 392"/>
                    <a:gd name="T13" fmla="*/ 104 h 125"/>
                    <a:gd name="T14" fmla="*/ 0 w 392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2" y="56"/>
                      </a:lnTo>
                      <a:lnTo>
                        <a:pt x="341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3418" name="Freeform 117">
                  <a:extLst>
                    <a:ext uri="{FF2B5EF4-FFF2-40B4-BE49-F238E27FC236}">
                      <a16:creationId xmlns:a16="http://schemas.microsoft.com/office/drawing/2014/main" id="{47A3558B-5A30-1284-8927-AE20636A4AE3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44" y="1632"/>
                  <a:ext cx="392" cy="125"/>
                </a:xfrm>
                <a:custGeom>
                  <a:avLst/>
                  <a:gdLst>
                    <a:gd name="T0" fmla="*/ 0 w 392"/>
                    <a:gd name="T1" fmla="*/ 28 h 125"/>
                    <a:gd name="T2" fmla="*/ 87 w 392"/>
                    <a:gd name="T3" fmla="*/ 0 h 125"/>
                    <a:gd name="T4" fmla="*/ 298 w 392"/>
                    <a:gd name="T5" fmla="*/ 77 h 125"/>
                    <a:gd name="T6" fmla="*/ 392 w 392"/>
                    <a:gd name="T7" fmla="*/ 56 h 125"/>
                    <a:gd name="T8" fmla="*/ 341 w 392"/>
                    <a:gd name="T9" fmla="*/ 125 h 125"/>
                    <a:gd name="T10" fmla="*/ 94 w 392"/>
                    <a:gd name="T11" fmla="*/ 125 h 125"/>
                    <a:gd name="T12" fmla="*/ 196 w 392"/>
                    <a:gd name="T13" fmla="*/ 104 h 125"/>
                    <a:gd name="T14" fmla="*/ 0 w 392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2" y="56"/>
                      </a:lnTo>
                      <a:lnTo>
                        <a:pt x="341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3419" name="Freeform 118">
                  <a:extLst>
                    <a:ext uri="{FF2B5EF4-FFF2-40B4-BE49-F238E27FC236}">
                      <a16:creationId xmlns:a16="http://schemas.microsoft.com/office/drawing/2014/main" id="{4211AADC-EB00-D5C9-FFC6-5D3572468CB2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36" y="1799"/>
                  <a:ext cx="393" cy="124"/>
                </a:xfrm>
                <a:custGeom>
                  <a:avLst/>
                  <a:gdLst>
                    <a:gd name="T0" fmla="*/ 393 w 393"/>
                    <a:gd name="T1" fmla="*/ 97 h 124"/>
                    <a:gd name="T2" fmla="*/ 306 w 393"/>
                    <a:gd name="T3" fmla="*/ 124 h 124"/>
                    <a:gd name="T4" fmla="*/ 102 w 393"/>
                    <a:gd name="T5" fmla="*/ 41 h 124"/>
                    <a:gd name="T6" fmla="*/ 0 w 393"/>
                    <a:gd name="T7" fmla="*/ 69 h 124"/>
                    <a:gd name="T8" fmla="*/ 51 w 393"/>
                    <a:gd name="T9" fmla="*/ 0 h 124"/>
                    <a:gd name="T10" fmla="*/ 306 w 393"/>
                    <a:gd name="T11" fmla="*/ 0 h 124"/>
                    <a:gd name="T12" fmla="*/ 197 w 393"/>
                    <a:gd name="T13" fmla="*/ 21 h 124"/>
                    <a:gd name="T14" fmla="*/ 393 w 393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4">
                      <a:moveTo>
                        <a:pt x="393" y="97"/>
                      </a:moveTo>
                      <a:lnTo>
                        <a:pt x="306" y="124"/>
                      </a:lnTo>
                      <a:lnTo>
                        <a:pt x="102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6" y="0"/>
                      </a:lnTo>
                      <a:lnTo>
                        <a:pt x="197" y="21"/>
                      </a:lnTo>
                      <a:lnTo>
                        <a:pt x="393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3420" name="Freeform 119">
                  <a:extLst>
                    <a:ext uri="{FF2B5EF4-FFF2-40B4-BE49-F238E27FC236}">
                      <a16:creationId xmlns:a16="http://schemas.microsoft.com/office/drawing/2014/main" id="{8A7AFE32-0703-AAF8-0751-2C1729B3B3D9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36" y="1799"/>
                  <a:ext cx="393" cy="124"/>
                </a:xfrm>
                <a:custGeom>
                  <a:avLst/>
                  <a:gdLst>
                    <a:gd name="T0" fmla="*/ 393 w 393"/>
                    <a:gd name="T1" fmla="*/ 97 h 124"/>
                    <a:gd name="T2" fmla="*/ 306 w 393"/>
                    <a:gd name="T3" fmla="*/ 124 h 124"/>
                    <a:gd name="T4" fmla="*/ 102 w 393"/>
                    <a:gd name="T5" fmla="*/ 41 h 124"/>
                    <a:gd name="T6" fmla="*/ 0 w 393"/>
                    <a:gd name="T7" fmla="*/ 69 h 124"/>
                    <a:gd name="T8" fmla="*/ 51 w 393"/>
                    <a:gd name="T9" fmla="*/ 0 h 124"/>
                    <a:gd name="T10" fmla="*/ 306 w 393"/>
                    <a:gd name="T11" fmla="*/ 0 h 124"/>
                    <a:gd name="T12" fmla="*/ 197 w 393"/>
                    <a:gd name="T13" fmla="*/ 21 h 124"/>
                    <a:gd name="T14" fmla="*/ 393 w 393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4">
                      <a:moveTo>
                        <a:pt x="393" y="97"/>
                      </a:moveTo>
                      <a:lnTo>
                        <a:pt x="306" y="124"/>
                      </a:lnTo>
                      <a:lnTo>
                        <a:pt x="102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6" y="0"/>
                      </a:lnTo>
                      <a:lnTo>
                        <a:pt x="197" y="21"/>
                      </a:lnTo>
                      <a:lnTo>
                        <a:pt x="393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3404" name="Group 120">
                <a:extLst>
                  <a:ext uri="{FF2B5EF4-FFF2-40B4-BE49-F238E27FC236}">
                    <a16:creationId xmlns:a16="http://schemas.microsoft.com/office/drawing/2014/main" id="{150BAEAD-8297-C686-6658-C6C7FBB8041C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29" y="1639"/>
                <a:ext cx="822" cy="291"/>
                <a:chOff x="429" y="1639"/>
                <a:chExt cx="822" cy="291"/>
              </a:xfrm>
            </p:grpSpPr>
            <p:sp>
              <p:nvSpPr>
                <p:cNvPr id="13405" name="Freeform 121">
                  <a:extLst>
                    <a:ext uri="{FF2B5EF4-FFF2-40B4-BE49-F238E27FC236}">
                      <a16:creationId xmlns:a16="http://schemas.microsoft.com/office/drawing/2014/main" id="{BB86A2A8-9169-BC0A-8D13-E4BFCA2BB456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8" y="1646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5 w 393"/>
                    <a:gd name="T11" fmla="*/ 0 h 125"/>
                    <a:gd name="T12" fmla="*/ 197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5" y="0"/>
                      </a:lnTo>
                      <a:lnTo>
                        <a:pt x="197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3406" name="Freeform 122">
                  <a:extLst>
                    <a:ext uri="{FF2B5EF4-FFF2-40B4-BE49-F238E27FC236}">
                      <a16:creationId xmlns:a16="http://schemas.microsoft.com/office/drawing/2014/main" id="{3BF3D069-B176-6F68-1327-F444990847AC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8" y="1646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5 w 393"/>
                    <a:gd name="T11" fmla="*/ 0 h 125"/>
                    <a:gd name="T12" fmla="*/ 197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5" y="0"/>
                      </a:lnTo>
                      <a:lnTo>
                        <a:pt x="197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3407" name="Freeform 123">
                  <a:extLst>
                    <a:ext uri="{FF2B5EF4-FFF2-40B4-BE49-F238E27FC236}">
                      <a16:creationId xmlns:a16="http://schemas.microsoft.com/office/drawing/2014/main" id="{D3B13064-FA26-18DB-8AC2-55F68C4C5EF3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9" y="1792"/>
                  <a:ext cx="393" cy="131"/>
                </a:xfrm>
                <a:custGeom>
                  <a:avLst/>
                  <a:gdLst>
                    <a:gd name="T0" fmla="*/ 393 w 393"/>
                    <a:gd name="T1" fmla="*/ 28 h 131"/>
                    <a:gd name="T2" fmla="*/ 306 w 393"/>
                    <a:gd name="T3" fmla="*/ 0 h 131"/>
                    <a:gd name="T4" fmla="*/ 102 w 393"/>
                    <a:gd name="T5" fmla="*/ 83 h 131"/>
                    <a:gd name="T6" fmla="*/ 0 w 393"/>
                    <a:gd name="T7" fmla="*/ 55 h 131"/>
                    <a:gd name="T8" fmla="*/ 51 w 393"/>
                    <a:gd name="T9" fmla="*/ 131 h 131"/>
                    <a:gd name="T10" fmla="*/ 306 w 393"/>
                    <a:gd name="T11" fmla="*/ 131 h 131"/>
                    <a:gd name="T12" fmla="*/ 196 w 393"/>
                    <a:gd name="T13" fmla="*/ 104 h 131"/>
                    <a:gd name="T14" fmla="*/ 393 w 393"/>
                    <a:gd name="T15" fmla="*/ 28 h 13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1">
                      <a:moveTo>
                        <a:pt x="393" y="28"/>
                      </a:moveTo>
                      <a:lnTo>
                        <a:pt x="306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1"/>
                      </a:lnTo>
                      <a:lnTo>
                        <a:pt x="306" y="131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3408" name="Freeform 124">
                  <a:extLst>
                    <a:ext uri="{FF2B5EF4-FFF2-40B4-BE49-F238E27FC236}">
                      <a16:creationId xmlns:a16="http://schemas.microsoft.com/office/drawing/2014/main" id="{F41092C4-9CFB-9693-1D88-C8AD06191069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9" y="1792"/>
                  <a:ext cx="393" cy="131"/>
                </a:xfrm>
                <a:custGeom>
                  <a:avLst/>
                  <a:gdLst>
                    <a:gd name="T0" fmla="*/ 393 w 393"/>
                    <a:gd name="T1" fmla="*/ 28 h 131"/>
                    <a:gd name="T2" fmla="*/ 306 w 393"/>
                    <a:gd name="T3" fmla="*/ 0 h 131"/>
                    <a:gd name="T4" fmla="*/ 102 w 393"/>
                    <a:gd name="T5" fmla="*/ 83 h 131"/>
                    <a:gd name="T6" fmla="*/ 0 w 393"/>
                    <a:gd name="T7" fmla="*/ 55 h 131"/>
                    <a:gd name="T8" fmla="*/ 51 w 393"/>
                    <a:gd name="T9" fmla="*/ 131 h 131"/>
                    <a:gd name="T10" fmla="*/ 306 w 393"/>
                    <a:gd name="T11" fmla="*/ 131 h 131"/>
                    <a:gd name="T12" fmla="*/ 196 w 393"/>
                    <a:gd name="T13" fmla="*/ 104 h 131"/>
                    <a:gd name="T14" fmla="*/ 393 w 393"/>
                    <a:gd name="T15" fmla="*/ 28 h 13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1">
                      <a:moveTo>
                        <a:pt x="393" y="28"/>
                      </a:moveTo>
                      <a:lnTo>
                        <a:pt x="306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1"/>
                      </a:lnTo>
                      <a:lnTo>
                        <a:pt x="306" y="131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3409" name="Freeform 125">
                  <a:extLst>
                    <a:ext uri="{FF2B5EF4-FFF2-40B4-BE49-F238E27FC236}">
                      <a16:creationId xmlns:a16="http://schemas.microsoft.com/office/drawing/2014/main" id="{8BF97153-6E95-D455-283D-0AF6E1B1CA8C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51" y="1639"/>
                  <a:ext cx="393" cy="125"/>
                </a:xfrm>
                <a:custGeom>
                  <a:avLst/>
                  <a:gdLst>
                    <a:gd name="T0" fmla="*/ 0 w 393"/>
                    <a:gd name="T1" fmla="*/ 28 h 125"/>
                    <a:gd name="T2" fmla="*/ 87 w 393"/>
                    <a:gd name="T3" fmla="*/ 0 h 125"/>
                    <a:gd name="T4" fmla="*/ 298 w 393"/>
                    <a:gd name="T5" fmla="*/ 77 h 125"/>
                    <a:gd name="T6" fmla="*/ 393 w 393"/>
                    <a:gd name="T7" fmla="*/ 56 h 125"/>
                    <a:gd name="T8" fmla="*/ 342 w 393"/>
                    <a:gd name="T9" fmla="*/ 125 h 125"/>
                    <a:gd name="T10" fmla="*/ 94 w 393"/>
                    <a:gd name="T11" fmla="*/ 125 h 125"/>
                    <a:gd name="T12" fmla="*/ 196 w 393"/>
                    <a:gd name="T13" fmla="*/ 104 h 125"/>
                    <a:gd name="T14" fmla="*/ 0 w 393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3" y="56"/>
                      </a:lnTo>
                      <a:lnTo>
                        <a:pt x="342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3410" name="Freeform 126">
                  <a:extLst>
                    <a:ext uri="{FF2B5EF4-FFF2-40B4-BE49-F238E27FC236}">
                      <a16:creationId xmlns:a16="http://schemas.microsoft.com/office/drawing/2014/main" id="{0F94B849-7139-A526-1911-F7BC0AAD2418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51" y="1639"/>
                  <a:ext cx="393" cy="125"/>
                </a:xfrm>
                <a:custGeom>
                  <a:avLst/>
                  <a:gdLst>
                    <a:gd name="T0" fmla="*/ 0 w 393"/>
                    <a:gd name="T1" fmla="*/ 28 h 125"/>
                    <a:gd name="T2" fmla="*/ 87 w 393"/>
                    <a:gd name="T3" fmla="*/ 0 h 125"/>
                    <a:gd name="T4" fmla="*/ 298 w 393"/>
                    <a:gd name="T5" fmla="*/ 77 h 125"/>
                    <a:gd name="T6" fmla="*/ 393 w 393"/>
                    <a:gd name="T7" fmla="*/ 56 h 125"/>
                    <a:gd name="T8" fmla="*/ 342 w 393"/>
                    <a:gd name="T9" fmla="*/ 125 h 125"/>
                    <a:gd name="T10" fmla="*/ 94 w 393"/>
                    <a:gd name="T11" fmla="*/ 125 h 125"/>
                    <a:gd name="T12" fmla="*/ 196 w 393"/>
                    <a:gd name="T13" fmla="*/ 104 h 125"/>
                    <a:gd name="T14" fmla="*/ 0 w 393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3" y="56"/>
                      </a:lnTo>
                      <a:lnTo>
                        <a:pt x="342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3411" name="Freeform 127">
                  <a:extLst>
                    <a:ext uri="{FF2B5EF4-FFF2-40B4-BE49-F238E27FC236}">
                      <a16:creationId xmlns:a16="http://schemas.microsoft.com/office/drawing/2014/main" id="{9B8C7A7C-926B-6C4D-E9E3-98E2DD04A17B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44" y="1806"/>
                  <a:ext cx="392" cy="124"/>
                </a:xfrm>
                <a:custGeom>
                  <a:avLst/>
                  <a:gdLst>
                    <a:gd name="T0" fmla="*/ 392 w 392"/>
                    <a:gd name="T1" fmla="*/ 97 h 124"/>
                    <a:gd name="T2" fmla="*/ 305 w 392"/>
                    <a:gd name="T3" fmla="*/ 124 h 124"/>
                    <a:gd name="T4" fmla="*/ 101 w 392"/>
                    <a:gd name="T5" fmla="*/ 41 h 124"/>
                    <a:gd name="T6" fmla="*/ 0 w 392"/>
                    <a:gd name="T7" fmla="*/ 69 h 124"/>
                    <a:gd name="T8" fmla="*/ 51 w 392"/>
                    <a:gd name="T9" fmla="*/ 0 h 124"/>
                    <a:gd name="T10" fmla="*/ 305 w 392"/>
                    <a:gd name="T11" fmla="*/ 0 h 124"/>
                    <a:gd name="T12" fmla="*/ 196 w 392"/>
                    <a:gd name="T13" fmla="*/ 20 h 124"/>
                    <a:gd name="T14" fmla="*/ 392 w 392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4">
                      <a:moveTo>
                        <a:pt x="392" y="97"/>
                      </a:moveTo>
                      <a:lnTo>
                        <a:pt x="305" y="124"/>
                      </a:lnTo>
                      <a:lnTo>
                        <a:pt x="101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5" y="0"/>
                      </a:lnTo>
                      <a:lnTo>
                        <a:pt x="196" y="20"/>
                      </a:lnTo>
                      <a:lnTo>
                        <a:pt x="392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3412" name="Freeform 128">
                  <a:extLst>
                    <a:ext uri="{FF2B5EF4-FFF2-40B4-BE49-F238E27FC236}">
                      <a16:creationId xmlns:a16="http://schemas.microsoft.com/office/drawing/2014/main" id="{63734BA5-A3B2-97D3-6CC9-16F217245762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44" y="1806"/>
                  <a:ext cx="392" cy="124"/>
                </a:xfrm>
                <a:custGeom>
                  <a:avLst/>
                  <a:gdLst>
                    <a:gd name="T0" fmla="*/ 392 w 392"/>
                    <a:gd name="T1" fmla="*/ 97 h 124"/>
                    <a:gd name="T2" fmla="*/ 305 w 392"/>
                    <a:gd name="T3" fmla="*/ 124 h 124"/>
                    <a:gd name="T4" fmla="*/ 101 w 392"/>
                    <a:gd name="T5" fmla="*/ 41 h 124"/>
                    <a:gd name="T6" fmla="*/ 0 w 392"/>
                    <a:gd name="T7" fmla="*/ 69 h 124"/>
                    <a:gd name="T8" fmla="*/ 51 w 392"/>
                    <a:gd name="T9" fmla="*/ 0 h 124"/>
                    <a:gd name="T10" fmla="*/ 305 w 392"/>
                    <a:gd name="T11" fmla="*/ 0 h 124"/>
                    <a:gd name="T12" fmla="*/ 196 w 392"/>
                    <a:gd name="T13" fmla="*/ 20 h 124"/>
                    <a:gd name="T14" fmla="*/ 392 w 392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4">
                      <a:moveTo>
                        <a:pt x="392" y="97"/>
                      </a:moveTo>
                      <a:lnTo>
                        <a:pt x="305" y="124"/>
                      </a:lnTo>
                      <a:lnTo>
                        <a:pt x="101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5" y="0"/>
                      </a:lnTo>
                      <a:lnTo>
                        <a:pt x="196" y="20"/>
                      </a:lnTo>
                      <a:lnTo>
                        <a:pt x="392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</p:grpSp>
        <p:sp>
          <p:nvSpPr>
            <p:cNvPr id="13402" name="WordArt 129">
              <a:extLst>
                <a:ext uri="{FF2B5EF4-FFF2-40B4-BE49-F238E27FC236}">
                  <a16:creationId xmlns:a16="http://schemas.microsoft.com/office/drawing/2014/main" id="{F9CEB818-26BD-0580-AD95-B48FB256DB93}"/>
                </a:ext>
              </a:extLst>
            </p:cNvPr>
            <p:cNvSpPr>
              <a:spLocks noChangeAspect="1" noChangeArrowheads="1" noChangeShapeType="1" noTextEdit="1"/>
            </p:cNvSpPr>
            <p:nvPr/>
          </p:nvSpPr>
          <p:spPr bwMode="auto">
            <a:xfrm>
              <a:off x="1027" y="3811"/>
              <a:ext cx="346" cy="104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r3  </a:t>
              </a:r>
            </a:p>
          </p:txBody>
        </p:sp>
      </p:grpSp>
      <p:sp>
        <p:nvSpPr>
          <p:cNvPr id="13338" name="Line 136">
            <a:extLst>
              <a:ext uri="{FF2B5EF4-FFF2-40B4-BE49-F238E27FC236}">
                <a16:creationId xmlns:a16="http://schemas.microsoft.com/office/drawing/2014/main" id="{6274F336-B2BD-095D-4597-174D6EDABFC0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 flipV="1">
            <a:off x="2351088" y="5157788"/>
            <a:ext cx="0" cy="622300"/>
          </a:xfrm>
          <a:prstGeom prst="line">
            <a:avLst/>
          </a:prstGeom>
          <a:noFill/>
          <a:ln w="19050">
            <a:solidFill>
              <a:srgbClr val="5F5F5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grpSp>
        <p:nvGrpSpPr>
          <p:cNvPr id="13339" name="Group 137">
            <a:extLst>
              <a:ext uri="{FF2B5EF4-FFF2-40B4-BE49-F238E27FC236}">
                <a16:creationId xmlns:a16="http://schemas.microsoft.com/office/drawing/2014/main" id="{35C090E8-4C07-D633-F4F9-F536D73A7D29}"/>
              </a:ext>
            </a:extLst>
          </p:cNvPr>
          <p:cNvGrpSpPr>
            <a:grpSpLocks noChangeAspect="1"/>
          </p:cNvGrpSpPr>
          <p:nvPr/>
        </p:nvGrpSpPr>
        <p:grpSpPr bwMode="auto">
          <a:xfrm flipH="1">
            <a:off x="2154238" y="4846639"/>
            <a:ext cx="1382712" cy="369887"/>
            <a:chOff x="3312" y="3648"/>
            <a:chExt cx="720" cy="192"/>
          </a:xfrm>
        </p:grpSpPr>
        <p:sp>
          <p:nvSpPr>
            <p:cNvPr id="13398" name="Line 138">
              <a:extLst>
                <a:ext uri="{FF2B5EF4-FFF2-40B4-BE49-F238E27FC236}">
                  <a16:creationId xmlns:a16="http://schemas.microsoft.com/office/drawing/2014/main" id="{DFD51C13-8962-A234-6E95-F78D183AA60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312" y="3744"/>
              <a:ext cx="57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GB"/>
            </a:p>
          </p:txBody>
        </p:sp>
        <p:sp>
          <p:nvSpPr>
            <p:cNvPr id="13399" name="Oval 139">
              <a:extLst>
                <a:ext uri="{FF2B5EF4-FFF2-40B4-BE49-F238E27FC236}">
                  <a16:creationId xmlns:a16="http://schemas.microsoft.com/office/drawing/2014/main" id="{AA7939D2-2318-568D-B2B2-3B5450C3250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40" y="3648"/>
              <a:ext cx="192" cy="192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2000">
                  <a:latin typeface="Tahoma" panose="020B0604030504040204" pitchFamily="34" charset="0"/>
                </a:rPr>
                <a:t>B</a:t>
              </a:r>
            </a:p>
          </p:txBody>
        </p:sp>
      </p:grpSp>
      <p:sp>
        <p:nvSpPr>
          <p:cNvPr id="13340" name="AutoShape 140">
            <a:extLst>
              <a:ext uri="{FF2B5EF4-FFF2-40B4-BE49-F238E27FC236}">
                <a16:creationId xmlns:a16="http://schemas.microsoft.com/office/drawing/2014/main" id="{A333C621-16A2-1828-888D-3CADA92A23F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70038" y="5678488"/>
            <a:ext cx="1497012" cy="341312"/>
          </a:xfrm>
          <a:prstGeom prst="flowChartAlternateProcess">
            <a:avLst/>
          </a:prstGeom>
          <a:solidFill>
            <a:schemeClr val="bg1"/>
          </a:solidFill>
          <a:ln w="19050">
            <a:solidFill>
              <a:srgbClr val="5F5F5F"/>
            </a:solidFill>
            <a:prstDash val="sys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it-IT" altLang="it-IT" sz="1400" b="1">
                <a:solidFill>
                  <a:srgbClr val="5F5F5F"/>
                </a:solidFill>
                <a:latin typeface="Courier New" panose="02070309020205020404" pitchFamily="49" charset="0"/>
              </a:rPr>
              <a:t>100.1.2.0/24</a:t>
            </a:r>
          </a:p>
        </p:txBody>
      </p:sp>
      <p:sp>
        <p:nvSpPr>
          <p:cNvPr id="13341" name="Line 141">
            <a:extLst>
              <a:ext uri="{FF2B5EF4-FFF2-40B4-BE49-F238E27FC236}">
                <a16:creationId xmlns:a16="http://schemas.microsoft.com/office/drawing/2014/main" id="{F9A0B098-2EAA-D8ED-274B-9442B2795DF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424113" y="1627189"/>
            <a:ext cx="0" cy="865187"/>
          </a:xfrm>
          <a:prstGeom prst="line">
            <a:avLst/>
          </a:prstGeom>
          <a:noFill/>
          <a:ln w="19050">
            <a:solidFill>
              <a:srgbClr val="5F5F5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grpSp>
        <p:nvGrpSpPr>
          <p:cNvPr id="13342" name="Group 142">
            <a:extLst>
              <a:ext uri="{FF2B5EF4-FFF2-40B4-BE49-F238E27FC236}">
                <a16:creationId xmlns:a16="http://schemas.microsoft.com/office/drawing/2014/main" id="{6843AB51-A54E-17C8-C74A-D8E766CCB21F}"/>
              </a:ext>
            </a:extLst>
          </p:cNvPr>
          <p:cNvGrpSpPr>
            <a:grpSpLocks noChangeAspect="1"/>
          </p:cNvGrpSpPr>
          <p:nvPr/>
        </p:nvGrpSpPr>
        <p:grpSpPr bwMode="auto">
          <a:xfrm flipH="1">
            <a:off x="2265363" y="2336800"/>
            <a:ext cx="1382712" cy="368300"/>
            <a:chOff x="3312" y="3648"/>
            <a:chExt cx="720" cy="192"/>
          </a:xfrm>
        </p:grpSpPr>
        <p:sp>
          <p:nvSpPr>
            <p:cNvPr id="13396" name="Line 143">
              <a:extLst>
                <a:ext uri="{FF2B5EF4-FFF2-40B4-BE49-F238E27FC236}">
                  <a16:creationId xmlns:a16="http://schemas.microsoft.com/office/drawing/2014/main" id="{D2899EB4-B3D7-30CD-FB2A-C3C6502F950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312" y="3744"/>
              <a:ext cx="57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GB"/>
            </a:p>
          </p:txBody>
        </p:sp>
        <p:sp>
          <p:nvSpPr>
            <p:cNvPr id="13397" name="Oval 144">
              <a:extLst>
                <a:ext uri="{FF2B5EF4-FFF2-40B4-BE49-F238E27FC236}">
                  <a16:creationId xmlns:a16="http://schemas.microsoft.com/office/drawing/2014/main" id="{A43AC85F-5764-C9BF-54BA-FC38D4525F1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40" y="3648"/>
              <a:ext cx="192" cy="192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2000">
                  <a:latin typeface="Tahoma" panose="020B0604030504040204" pitchFamily="34" charset="0"/>
                </a:rPr>
                <a:t>A</a:t>
              </a:r>
            </a:p>
          </p:txBody>
        </p:sp>
      </p:grpSp>
      <p:sp>
        <p:nvSpPr>
          <p:cNvPr id="13343" name="AutoShape 145">
            <a:extLst>
              <a:ext uri="{FF2B5EF4-FFF2-40B4-BE49-F238E27FC236}">
                <a16:creationId xmlns:a16="http://schemas.microsoft.com/office/drawing/2014/main" id="{894B86DA-C886-0160-3731-BBF868CAA9F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714501" y="1501776"/>
            <a:ext cx="1497013" cy="341313"/>
          </a:xfrm>
          <a:prstGeom prst="flowChartAlternateProcess">
            <a:avLst/>
          </a:prstGeom>
          <a:solidFill>
            <a:schemeClr val="bg1"/>
          </a:solidFill>
          <a:ln w="19050">
            <a:solidFill>
              <a:srgbClr val="5F5F5F"/>
            </a:solidFill>
            <a:prstDash val="sys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it-IT" altLang="it-IT" sz="1400" b="1">
                <a:solidFill>
                  <a:srgbClr val="5F5F5F"/>
                </a:solidFill>
                <a:latin typeface="Courier New" panose="02070309020205020404" pitchFamily="49" charset="0"/>
              </a:rPr>
              <a:t>100.1.1.0/24</a:t>
            </a:r>
          </a:p>
        </p:txBody>
      </p:sp>
      <p:sp>
        <p:nvSpPr>
          <p:cNvPr id="13344" name="Line 146">
            <a:extLst>
              <a:ext uri="{FF2B5EF4-FFF2-40B4-BE49-F238E27FC236}">
                <a16:creationId xmlns:a16="http://schemas.microsoft.com/office/drawing/2014/main" id="{67AE6CA8-B533-9232-4A3A-F693D06F7E97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6024563" y="1989139"/>
            <a:ext cx="0" cy="815975"/>
          </a:xfrm>
          <a:prstGeom prst="line">
            <a:avLst/>
          </a:prstGeom>
          <a:noFill/>
          <a:ln w="19050">
            <a:solidFill>
              <a:srgbClr val="5F5F5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13345" name="Oval 147">
            <a:extLst>
              <a:ext uri="{FF2B5EF4-FFF2-40B4-BE49-F238E27FC236}">
                <a16:creationId xmlns:a16="http://schemas.microsoft.com/office/drawing/2014/main" id="{1CB77A95-3AE7-3937-C6F4-F11E81D3190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72163" y="2636838"/>
            <a:ext cx="368300" cy="36830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2000">
                <a:latin typeface="Tahoma" panose="020B0604030504040204" pitchFamily="34" charset="0"/>
              </a:rPr>
              <a:t>H</a:t>
            </a:r>
          </a:p>
        </p:txBody>
      </p:sp>
      <p:sp>
        <p:nvSpPr>
          <p:cNvPr id="13346" name="AutoShape 148">
            <a:extLst>
              <a:ext uri="{FF2B5EF4-FFF2-40B4-BE49-F238E27FC236}">
                <a16:creationId xmlns:a16="http://schemas.microsoft.com/office/drawing/2014/main" id="{27549449-064E-D5AD-F264-378A3A78691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722939" y="1790701"/>
            <a:ext cx="1603375" cy="341313"/>
          </a:xfrm>
          <a:prstGeom prst="flowChartAlternateProcess">
            <a:avLst/>
          </a:prstGeom>
          <a:solidFill>
            <a:schemeClr val="bg1"/>
          </a:solidFill>
          <a:ln w="19050">
            <a:solidFill>
              <a:srgbClr val="5F5F5F"/>
            </a:solidFill>
            <a:prstDash val="sys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it-IT" altLang="it-IT" sz="1400" b="1">
                <a:solidFill>
                  <a:srgbClr val="5F5F5F"/>
                </a:solidFill>
                <a:latin typeface="Courier New" panose="02070309020205020404" pitchFamily="49" charset="0"/>
              </a:rPr>
              <a:t>100.1.0.12/30</a:t>
            </a:r>
          </a:p>
        </p:txBody>
      </p:sp>
      <p:sp>
        <p:nvSpPr>
          <p:cNvPr id="13347" name="Line 149">
            <a:extLst>
              <a:ext uri="{FF2B5EF4-FFF2-40B4-BE49-F238E27FC236}">
                <a16:creationId xmlns:a16="http://schemas.microsoft.com/office/drawing/2014/main" id="{C56B6C90-12CC-604C-F62E-64C7E5F888C2}"/>
              </a:ext>
            </a:extLst>
          </p:cNvPr>
          <p:cNvSpPr>
            <a:spLocks noChangeShapeType="1"/>
          </p:cNvSpPr>
          <p:nvPr/>
        </p:nvSpPr>
        <p:spPr bwMode="auto">
          <a:xfrm>
            <a:off x="2784476" y="3068638"/>
            <a:ext cx="1012825" cy="0"/>
          </a:xfrm>
          <a:prstGeom prst="line">
            <a:avLst/>
          </a:prstGeom>
          <a:noFill/>
          <a:ln w="19050">
            <a:solidFill>
              <a:srgbClr val="5F5F5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13348" name="Oval 150">
            <a:extLst>
              <a:ext uri="{FF2B5EF4-FFF2-40B4-BE49-F238E27FC236}">
                <a16:creationId xmlns:a16="http://schemas.microsoft.com/office/drawing/2014/main" id="{2E7EA1A2-A450-572C-B282-BA3EC22EE0A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40138" y="2916238"/>
            <a:ext cx="368300" cy="36830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2000">
                <a:latin typeface="Tahoma" panose="020B0604030504040204" pitchFamily="34" charset="0"/>
              </a:rPr>
              <a:t>E</a:t>
            </a:r>
          </a:p>
        </p:txBody>
      </p:sp>
      <p:sp>
        <p:nvSpPr>
          <p:cNvPr id="13349" name="AutoShape 151">
            <a:extLst>
              <a:ext uri="{FF2B5EF4-FFF2-40B4-BE49-F238E27FC236}">
                <a16:creationId xmlns:a16="http://schemas.microsoft.com/office/drawing/2014/main" id="{07734F80-3C89-CE64-8D09-D88B489C58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446213" y="2884488"/>
            <a:ext cx="1497012" cy="341312"/>
          </a:xfrm>
          <a:prstGeom prst="flowChartAlternateProcess">
            <a:avLst/>
          </a:prstGeom>
          <a:solidFill>
            <a:schemeClr val="bg1"/>
          </a:solidFill>
          <a:ln w="19050">
            <a:solidFill>
              <a:srgbClr val="5F5F5F"/>
            </a:solidFill>
            <a:prstDash val="sys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it-IT" altLang="it-IT" sz="1400" b="1">
                <a:solidFill>
                  <a:srgbClr val="5F5F5F"/>
                </a:solidFill>
                <a:latin typeface="Courier New" panose="02070309020205020404" pitchFamily="49" charset="0"/>
              </a:rPr>
              <a:t>100.1.0.0/30</a:t>
            </a:r>
          </a:p>
        </p:txBody>
      </p:sp>
      <p:sp>
        <p:nvSpPr>
          <p:cNvPr id="13350" name="AutoShape 152">
            <a:extLst>
              <a:ext uri="{FF2B5EF4-FFF2-40B4-BE49-F238E27FC236}">
                <a16:creationId xmlns:a16="http://schemas.microsoft.com/office/drawing/2014/main" id="{7B01F1E1-0616-0FE3-2E5A-DBD2A3C7016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048751" y="2668588"/>
            <a:ext cx="1497013" cy="341312"/>
          </a:xfrm>
          <a:prstGeom prst="flowChartAlternateProcess">
            <a:avLst/>
          </a:prstGeom>
          <a:solidFill>
            <a:schemeClr val="bg1"/>
          </a:solidFill>
          <a:ln w="19050">
            <a:solidFill>
              <a:srgbClr val="5F5F5F"/>
            </a:solidFill>
            <a:prstDash val="sys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it-IT" altLang="it-IT" sz="1400" b="1">
                <a:solidFill>
                  <a:srgbClr val="5F5F5F"/>
                </a:solidFill>
                <a:latin typeface="Courier New" panose="02070309020205020404" pitchFamily="49" charset="0"/>
              </a:rPr>
              <a:t>100.2.0.0/30</a:t>
            </a:r>
          </a:p>
        </p:txBody>
      </p:sp>
      <p:grpSp>
        <p:nvGrpSpPr>
          <p:cNvPr id="13351" name="Group 153">
            <a:extLst>
              <a:ext uri="{FF2B5EF4-FFF2-40B4-BE49-F238E27FC236}">
                <a16:creationId xmlns:a16="http://schemas.microsoft.com/office/drawing/2014/main" id="{C4C394DA-78AD-C425-B3F5-CE218B74907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566989" y="3716338"/>
            <a:ext cx="738187" cy="404812"/>
            <a:chOff x="816" y="2496"/>
            <a:chExt cx="384" cy="211"/>
          </a:xfrm>
        </p:grpSpPr>
        <p:sp>
          <p:nvSpPr>
            <p:cNvPr id="13375" name="AutoShape 154">
              <a:extLst>
                <a:ext uri="{FF2B5EF4-FFF2-40B4-BE49-F238E27FC236}">
                  <a16:creationId xmlns:a16="http://schemas.microsoft.com/office/drawing/2014/main" id="{600D919A-B333-1613-12DE-067C74A2792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816" y="2496"/>
              <a:ext cx="384" cy="211"/>
            </a:xfrm>
            <a:prstGeom prst="can">
              <a:avLst>
                <a:gd name="adj" fmla="val 50000"/>
              </a:avLst>
            </a:prstGeom>
            <a:gradFill rotWithShape="0">
              <a:gsLst>
                <a:gs pos="0">
                  <a:srgbClr val="002F5E"/>
                </a:gs>
                <a:gs pos="50000">
                  <a:srgbClr val="0066CC"/>
                </a:gs>
                <a:gs pos="100000">
                  <a:srgbClr val="002F5E"/>
                </a:gs>
              </a:gsLst>
              <a:lin ang="0" scaled="1"/>
            </a:gradFill>
            <a:ln w="9525">
              <a:solidFill>
                <a:srgbClr val="819F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73025" tIns="36512" rIns="73025" bIns="36512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it-IT" altLang="en-IT"/>
            </a:p>
          </p:txBody>
        </p:sp>
        <p:grpSp>
          <p:nvGrpSpPr>
            <p:cNvPr id="13376" name="Group 155">
              <a:extLst>
                <a:ext uri="{FF2B5EF4-FFF2-40B4-BE49-F238E27FC236}">
                  <a16:creationId xmlns:a16="http://schemas.microsoft.com/office/drawing/2014/main" id="{4D48F447-A9E0-9A23-F4B4-A57E8A73CD1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87" y="2509"/>
              <a:ext cx="239" cy="83"/>
              <a:chOff x="422" y="1632"/>
              <a:chExt cx="829" cy="298"/>
            </a:xfrm>
          </p:grpSpPr>
          <p:grpSp>
            <p:nvGrpSpPr>
              <p:cNvPr id="13378" name="Group 156">
                <a:extLst>
                  <a:ext uri="{FF2B5EF4-FFF2-40B4-BE49-F238E27FC236}">
                    <a16:creationId xmlns:a16="http://schemas.microsoft.com/office/drawing/2014/main" id="{3E12B512-E0CD-68E0-FDCB-C095F3734BDC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22" y="1632"/>
                <a:ext cx="822" cy="291"/>
                <a:chOff x="422" y="1632"/>
                <a:chExt cx="822" cy="291"/>
              </a:xfrm>
            </p:grpSpPr>
            <p:sp>
              <p:nvSpPr>
                <p:cNvPr id="13388" name="Freeform 157">
                  <a:extLst>
                    <a:ext uri="{FF2B5EF4-FFF2-40B4-BE49-F238E27FC236}">
                      <a16:creationId xmlns:a16="http://schemas.microsoft.com/office/drawing/2014/main" id="{6F55420E-21B6-2CBE-E09D-E886147BF3A0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1" y="1639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4 w 393"/>
                    <a:gd name="T11" fmla="*/ 0 h 125"/>
                    <a:gd name="T12" fmla="*/ 196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4" y="0"/>
                      </a:lnTo>
                      <a:lnTo>
                        <a:pt x="196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3389" name="Freeform 158">
                  <a:extLst>
                    <a:ext uri="{FF2B5EF4-FFF2-40B4-BE49-F238E27FC236}">
                      <a16:creationId xmlns:a16="http://schemas.microsoft.com/office/drawing/2014/main" id="{7F593933-7A6E-7F91-397C-E2C34FA6A9A8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1" y="1639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4 w 393"/>
                    <a:gd name="T11" fmla="*/ 0 h 125"/>
                    <a:gd name="T12" fmla="*/ 196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4" y="0"/>
                      </a:lnTo>
                      <a:lnTo>
                        <a:pt x="196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3390" name="Freeform 159">
                  <a:extLst>
                    <a:ext uri="{FF2B5EF4-FFF2-40B4-BE49-F238E27FC236}">
                      <a16:creationId xmlns:a16="http://schemas.microsoft.com/office/drawing/2014/main" id="{CBB86C05-CDE8-F65A-F610-F19990E91FB1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2" y="1785"/>
                  <a:ext cx="393" cy="132"/>
                </a:xfrm>
                <a:custGeom>
                  <a:avLst/>
                  <a:gdLst>
                    <a:gd name="T0" fmla="*/ 393 w 393"/>
                    <a:gd name="T1" fmla="*/ 28 h 132"/>
                    <a:gd name="T2" fmla="*/ 305 w 393"/>
                    <a:gd name="T3" fmla="*/ 0 h 132"/>
                    <a:gd name="T4" fmla="*/ 102 w 393"/>
                    <a:gd name="T5" fmla="*/ 83 h 132"/>
                    <a:gd name="T6" fmla="*/ 0 w 393"/>
                    <a:gd name="T7" fmla="*/ 55 h 132"/>
                    <a:gd name="T8" fmla="*/ 51 w 393"/>
                    <a:gd name="T9" fmla="*/ 132 h 132"/>
                    <a:gd name="T10" fmla="*/ 305 w 393"/>
                    <a:gd name="T11" fmla="*/ 132 h 132"/>
                    <a:gd name="T12" fmla="*/ 196 w 393"/>
                    <a:gd name="T13" fmla="*/ 104 h 132"/>
                    <a:gd name="T14" fmla="*/ 393 w 393"/>
                    <a:gd name="T15" fmla="*/ 28 h 13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2">
                      <a:moveTo>
                        <a:pt x="393" y="28"/>
                      </a:moveTo>
                      <a:lnTo>
                        <a:pt x="305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2"/>
                      </a:lnTo>
                      <a:lnTo>
                        <a:pt x="305" y="132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3391" name="Freeform 160">
                  <a:extLst>
                    <a:ext uri="{FF2B5EF4-FFF2-40B4-BE49-F238E27FC236}">
                      <a16:creationId xmlns:a16="http://schemas.microsoft.com/office/drawing/2014/main" id="{51415399-8B56-8ECD-3894-730FB9150132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2" y="1785"/>
                  <a:ext cx="393" cy="132"/>
                </a:xfrm>
                <a:custGeom>
                  <a:avLst/>
                  <a:gdLst>
                    <a:gd name="T0" fmla="*/ 393 w 393"/>
                    <a:gd name="T1" fmla="*/ 28 h 132"/>
                    <a:gd name="T2" fmla="*/ 305 w 393"/>
                    <a:gd name="T3" fmla="*/ 0 h 132"/>
                    <a:gd name="T4" fmla="*/ 102 w 393"/>
                    <a:gd name="T5" fmla="*/ 83 h 132"/>
                    <a:gd name="T6" fmla="*/ 0 w 393"/>
                    <a:gd name="T7" fmla="*/ 55 h 132"/>
                    <a:gd name="T8" fmla="*/ 51 w 393"/>
                    <a:gd name="T9" fmla="*/ 132 h 132"/>
                    <a:gd name="T10" fmla="*/ 305 w 393"/>
                    <a:gd name="T11" fmla="*/ 132 h 132"/>
                    <a:gd name="T12" fmla="*/ 196 w 393"/>
                    <a:gd name="T13" fmla="*/ 104 h 132"/>
                    <a:gd name="T14" fmla="*/ 393 w 393"/>
                    <a:gd name="T15" fmla="*/ 28 h 13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2">
                      <a:moveTo>
                        <a:pt x="393" y="28"/>
                      </a:moveTo>
                      <a:lnTo>
                        <a:pt x="305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2"/>
                      </a:lnTo>
                      <a:lnTo>
                        <a:pt x="305" y="132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3392" name="Freeform 161">
                  <a:extLst>
                    <a:ext uri="{FF2B5EF4-FFF2-40B4-BE49-F238E27FC236}">
                      <a16:creationId xmlns:a16="http://schemas.microsoft.com/office/drawing/2014/main" id="{2D4A7CF9-6827-171D-0E0A-CA6D6ACA4D88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44" y="1632"/>
                  <a:ext cx="392" cy="125"/>
                </a:xfrm>
                <a:custGeom>
                  <a:avLst/>
                  <a:gdLst>
                    <a:gd name="T0" fmla="*/ 0 w 392"/>
                    <a:gd name="T1" fmla="*/ 28 h 125"/>
                    <a:gd name="T2" fmla="*/ 87 w 392"/>
                    <a:gd name="T3" fmla="*/ 0 h 125"/>
                    <a:gd name="T4" fmla="*/ 298 w 392"/>
                    <a:gd name="T5" fmla="*/ 77 h 125"/>
                    <a:gd name="T6" fmla="*/ 392 w 392"/>
                    <a:gd name="T7" fmla="*/ 56 h 125"/>
                    <a:gd name="T8" fmla="*/ 341 w 392"/>
                    <a:gd name="T9" fmla="*/ 125 h 125"/>
                    <a:gd name="T10" fmla="*/ 94 w 392"/>
                    <a:gd name="T11" fmla="*/ 125 h 125"/>
                    <a:gd name="T12" fmla="*/ 196 w 392"/>
                    <a:gd name="T13" fmla="*/ 104 h 125"/>
                    <a:gd name="T14" fmla="*/ 0 w 392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2" y="56"/>
                      </a:lnTo>
                      <a:lnTo>
                        <a:pt x="341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3393" name="Freeform 162">
                  <a:extLst>
                    <a:ext uri="{FF2B5EF4-FFF2-40B4-BE49-F238E27FC236}">
                      <a16:creationId xmlns:a16="http://schemas.microsoft.com/office/drawing/2014/main" id="{F3435868-D3AD-403B-A2A9-167A1B4AFD76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44" y="1632"/>
                  <a:ext cx="392" cy="125"/>
                </a:xfrm>
                <a:custGeom>
                  <a:avLst/>
                  <a:gdLst>
                    <a:gd name="T0" fmla="*/ 0 w 392"/>
                    <a:gd name="T1" fmla="*/ 28 h 125"/>
                    <a:gd name="T2" fmla="*/ 87 w 392"/>
                    <a:gd name="T3" fmla="*/ 0 h 125"/>
                    <a:gd name="T4" fmla="*/ 298 w 392"/>
                    <a:gd name="T5" fmla="*/ 77 h 125"/>
                    <a:gd name="T6" fmla="*/ 392 w 392"/>
                    <a:gd name="T7" fmla="*/ 56 h 125"/>
                    <a:gd name="T8" fmla="*/ 341 w 392"/>
                    <a:gd name="T9" fmla="*/ 125 h 125"/>
                    <a:gd name="T10" fmla="*/ 94 w 392"/>
                    <a:gd name="T11" fmla="*/ 125 h 125"/>
                    <a:gd name="T12" fmla="*/ 196 w 392"/>
                    <a:gd name="T13" fmla="*/ 104 h 125"/>
                    <a:gd name="T14" fmla="*/ 0 w 392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2" y="56"/>
                      </a:lnTo>
                      <a:lnTo>
                        <a:pt x="341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3394" name="Freeform 163">
                  <a:extLst>
                    <a:ext uri="{FF2B5EF4-FFF2-40B4-BE49-F238E27FC236}">
                      <a16:creationId xmlns:a16="http://schemas.microsoft.com/office/drawing/2014/main" id="{2CF9D2A3-5B4A-6EAB-4DF7-17690C546C1E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36" y="1799"/>
                  <a:ext cx="393" cy="124"/>
                </a:xfrm>
                <a:custGeom>
                  <a:avLst/>
                  <a:gdLst>
                    <a:gd name="T0" fmla="*/ 393 w 393"/>
                    <a:gd name="T1" fmla="*/ 97 h 124"/>
                    <a:gd name="T2" fmla="*/ 306 w 393"/>
                    <a:gd name="T3" fmla="*/ 124 h 124"/>
                    <a:gd name="T4" fmla="*/ 102 w 393"/>
                    <a:gd name="T5" fmla="*/ 41 h 124"/>
                    <a:gd name="T6" fmla="*/ 0 w 393"/>
                    <a:gd name="T7" fmla="*/ 69 h 124"/>
                    <a:gd name="T8" fmla="*/ 51 w 393"/>
                    <a:gd name="T9" fmla="*/ 0 h 124"/>
                    <a:gd name="T10" fmla="*/ 306 w 393"/>
                    <a:gd name="T11" fmla="*/ 0 h 124"/>
                    <a:gd name="T12" fmla="*/ 197 w 393"/>
                    <a:gd name="T13" fmla="*/ 21 h 124"/>
                    <a:gd name="T14" fmla="*/ 393 w 393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4">
                      <a:moveTo>
                        <a:pt x="393" y="97"/>
                      </a:moveTo>
                      <a:lnTo>
                        <a:pt x="306" y="124"/>
                      </a:lnTo>
                      <a:lnTo>
                        <a:pt x="102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6" y="0"/>
                      </a:lnTo>
                      <a:lnTo>
                        <a:pt x="197" y="21"/>
                      </a:lnTo>
                      <a:lnTo>
                        <a:pt x="393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3395" name="Freeform 164">
                  <a:extLst>
                    <a:ext uri="{FF2B5EF4-FFF2-40B4-BE49-F238E27FC236}">
                      <a16:creationId xmlns:a16="http://schemas.microsoft.com/office/drawing/2014/main" id="{A2147B65-8554-3455-00DD-C1A475C1F69E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36" y="1799"/>
                  <a:ext cx="393" cy="124"/>
                </a:xfrm>
                <a:custGeom>
                  <a:avLst/>
                  <a:gdLst>
                    <a:gd name="T0" fmla="*/ 393 w 393"/>
                    <a:gd name="T1" fmla="*/ 97 h 124"/>
                    <a:gd name="T2" fmla="*/ 306 w 393"/>
                    <a:gd name="T3" fmla="*/ 124 h 124"/>
                    <a:gd name="T4" fmla="*/ 102 w 393"/>
                    <a:gd name="T5" fmla="*/ 41 h 124"/>
                    <a:gd name="T6" fmla="*/ 0 w 393"/>
                    <a:gd name="T7" fmla="*/ 69 h 124"/>
                    <a:gd name="T8" fmla="*/ 51 w 393"/>
                    <a:gd name="T9" fmla="*/ 0 h 124"/>
                    <a:gd name="T10" fmla="*/ 306 w 393"/>
                    <a:gd name="T11" fmla="*/ 0 h 124"/>
                    <a:gd name="T12" fmla="*/ 197 w 393"/>
                    <a:gd name="T13" fmla="*/ 21 h 124"/>
                    <a:gd name="T14" fmla="*/ 393 w 393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4">
                      <a:moveTo>
                        <a:pt x="393" y="97"/>
                      </a:moveTo>
                      <a:lnTo>
                        <a:pt x="306" y="124"/>
                      </a:lnTo>
                      <a:lnTo>
                        <a:pt x="102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6" y="0"/>
                      </a:lnTo>
                      <a:lnTo>
                        <a:pt x="197" y="21"/>
                      </a:lnTo>
                      <a:lnTo>
                        <a:pt x="393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3379" name="Group 165">
                <a:extLst>
                  <a:ext uri="{FF2B5EF4-FFF2-40B4-BE49-F238E27FC236}">
                    <a16:creationId xmlns:a16="http://schemas.microsoft.com/office/drawing/2014/main" id="{3ABD29FB-45DB-EA7A-F570-6D386636B4F8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29" y="1639"/>
                <a:ext cx="822" cy="291"/>
                <a:chOff x="429" y="1639"/>
                <a:chExt cx="822" cy="291"/>
              </a:xfrm>
            </p:grpSpPr>
            <p:sp>
              <p:nvSpPr>
                <p:cNvPr id="13380" name="Freeform 166">
                  <a:extLst>
                    <a:ext uri="{FF2B5EF4-FFF2-40B4-BE49-F238E27FC236}">
                      <a16:creationId xmlns:a16="http://schemas.microsoft.com/office/drawing/2014/main" id="{2F093AE6-99E7-E28B-F8F2-F18169F0B610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8" y="1646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5 w 393"/>
                    <a:gd name="T11" fmla="*/ 0 h 125"/>
                    <a:gd name="T12" fmla="*/ 197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5" y="0"/>
                      </a:lnTo>
                      <a:lnTo>
                        <a:pt x="197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3381" name="Freeform 167">
                  <a:extLst>
                    <a:ext uri="{FF2B5EF4-FFF2-40B4-BE49-F238E27FC236}">
                      <a16:creationId xmlns:a16="http://schemas.microsoft.com/office/drawing/2014/main" id="{CD811477-AAEC-BDBF-4D49-446ED492BF11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8" y="1646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5 w 393"/>
                    <a:gd name="T11" fmla="*/ 0 h 125"/>
                    <a:gd name="T12" fmla="*/ 197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5" y="0"/>
                      </a:lnTo>
                      <a:lnTo>
                        <a:pt x="197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3382" name="Freeform 168">
                  <a:extLst>
                    <a:ext uri="{FF2B5EF4-FFF2-40B4-BE49-F238E27FC236}">
                      <a16:creationId xmlns:a16="http://schemas.microsoft.com/office/drawing/2014/main" id="{CFA7F27A-B4AC-DED8-628B-A4CFE75FB3EA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9" y="1792"/>
                  <a:ext cx="393" cy="131"/>
                </a:xfrm>
                <a:custGeom>
                  <a:avLst/>
                  <a:gdLst>
                    <a:gd name="T0" fmla="*/ 393 w 393"/>
                    <a:gd name="T1" fmla="*/ 28 h 131"/>
                    <a:gd name="T2" fmla="*/ 306 w 393"/>
                    <a:gd name="T3" fmla="*/ 0 h 131"/>
                    <a:gd name="T4" fmla="*/ 102 w 393"/>
                    <a:gd name="T5" fmla="*/ 83 h 131"/>
                    <a:gd name="T6" fmla="*/ 0 w 393"/>
                    <a:gd name="T7" fmla="*/ 55 h 131"/>
                    <a:gd name="T8" fmla="*/ 51 w 393"/>
                    <a:gd name="T9" fmla="*/ 131 h 131"/>
                    <a:gd name="T10" fmla="*/ 306 w 393"/>
                    <a:gd name="T11" fmla="*/ 131 h 131"/>
                    <a:gd name="T12" fmla="*/ 196 w 393"/>
                    <a:gd name="T13" fmla="*/ 104 h 131"/>
                    <a:gd name="T14" fmla="*/ 393 w 393"/>
                    <a:gd name="T15" fmla="*/ 28 h 13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1">
                      <a:moveTo>
                        <a:pt x="393" y="28"/>
                      </a:moveTo>
                      <a:lnTo>
                        <a:pt x="306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1"/>
                      </a:lnTo>
                      <a:lnTo>
                        <a:pt x="306" y="131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3383" name="Freeform 169">
                  <a:extLst>
                    <a:ext uri="{FF2B5EF4-FFF2-40B4-BE49-F238E27FC236}">
                      <a16:creationId xmlns:a16="http://schemas.microsoft.com/office/drawing/2014/main" id="{1E117673-1443-1EEA-DC97-ACA816DF8BB9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9" y="1792"/>
                  <a:ext cx="393" cy="131"/>
                </a:xfrm>
                <a:custGeom>
                  <a:avLst/>
                  <a:gdLst>
                    <a:gd name="T0" fmla="*/ 393 w 393"/>
                    <a:gd name="T1" fmla="*/ 28 h 131"/>
                    <a:gd name="T2" fmla="*/ 306 w 393"/>
                    <a:gd name="T3" fmla="*/ 0 h 131"/>
                    <a:gd name="T4" fmla="*/ 102 w 393"/>
                    <a:gd name="T5" fmla="*/ 83 h 131"/>
                    <a:gd name="T6" fmla="*/ 0 w 393"/>
                    <a:gd name="T7" fmla="*/ 55 h 131"/>
                    <a:gd name="T8" fmla="*/ 51 w 393"/>
                    <a:gd name="T9" fmla="*/ 131 h 131"/>
                    <a:gd name="T10" fmla="*/ 306 w 393"/>
                    <a:gd name="T11" fmla="*/ 131 h 131"/>
                    <a:gd name="T12" fmla="*/ 196 w 393"/>
                    <a:gd name="T13" fmla="*/ 104 h 131"/>
                    <a:gd name="T14" fmla="*/ 393 w 393"/>
                    <a:gd name="T15" fmla="*/ 28 h 13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1">
                      <a:moveTo>
                        <a:pt x="393" y="28"/>
                      </a:moveTo>
                      <a:lnTo>
                        <a:pt x="306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1"/>
                      </a:lnTo>
                      <a:lnTo>
                        <a:pt x="306" y="131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3384" name="Freeform 170">
                  <a:extLst>
                    <a:ext uri="{FF2B5EF4-FFF2-40B4-BE49-F238E27FC236}">
                      <a16:creationId xmlns:a16="http://schemas.microsoft.com/office/drawing/2014/main" id="{28D9E186-51E1-662C-1469-9E0AAA830094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51" y="1639"/>
                  <a:ext cx="393" cy="125"/>
                </a:xfrm>
                <a:custGeom>
                  <a:avLst/>
                  <a:gdLst>
                    <a:gd name="T0" fmla="*/ 0 w 393"/>
                    <a:gd name="T1" fmla="*/ 28 h 125"/>
                    <a:gd name="T2" fmla="*/ 87 w 393"/>
                    <a:gd name="T3" fmla="*/ 0 h 125"/>
                    <a:gd name="T4" fmla="*/ 298 w 393"/>
                    <a:gd name="T5" fmla="*/ 77 h 125"/>
                    <a:gd name="T6" fmla="*/ 393 w 393"/>
                    <a:gd name="T7" fmla="*/ 56 h 125"/>
                    <a:gd name="T8" fmla="*/ 342 w 393"/>
                    <a:gd name="T9" fmla="*/ 125 h 125"/>
                    <a:gd name="T10" fmla="*/ 94 w 393"/>
                    <a:gd name="T11" fmla="*/ 125 h 125"/>
                    <a:gd name="T12" fmla="*/ 196 w 393"/>
                    <a:gd name="T13" fmla="*/ 104 h 125"/>
                    <a:gd name="T14" fmla="*/ 0 w 393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3" y="56"/>
                      </a:lnTo>
                      <a:lnTo>
                        <a:pt x="342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3385" name="Freeform 171">
                  <a:extLst>
                    <a:ext uri="{FF2B5EF4-FFF2-40B4-BE49-F238E27FC236}">
                      <a16:creationId xmlns:a16="http://schemas.microsoft.com/office/drawing/2014/main" id="{D3BDCAAC-0359-5206-33C4-0243255BAAC9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51" y="1639"/>
                  <a:ext cx="393" cy="125"/>
                </a:xfrm>
                <a:custGeom>
                  <a:avLst/>
                  <a:gdLst>
                    <a:gd name="T0" fmla="*/ 0 w 393"/>
                    <a:gd name="T1" fmla="*/ 28 h 125"/>
                    <a:gd name="T2" fmla="*/ 87 w 393"/>
                    <a:gd name="T3" fmla="*/ 0 h 125"/>
                    <a:gd name="T4" fmla="*/ 298 w 393"/>
                    <a:gd name="T5" fmla="*/ 77 h 125"/>
                    <a:gd name="T6" fmla="*/ 393 w 393"/>
                    <a:gd name="T7" fmla="*/ 56 h 125"/>
                    <a:gd name="T8" fmla="*/ 342 w 393"/>
                    <a:gd name="T9" fmla="*/ 125 h 125"/>
                    <a:gd name="T10" fmla="*/ 94 w 393"/>
                    <a:gd name="T11" fmla="*/ 125 h 125"/>
                    <a:gd name="T12" fmla="*/ 196 w 393"/>
                    <a:gd name="T13" fmla="*/ 104 h 125"/>
                    <a:gd name="T14" fmla="*/ 0 w 393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3" y="56"/>
                      </a:lnTo>
                      <a:lnTo>
                        <a:pt x="342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3386" name="Freeform 172">
                  <a:extLst>
                    <a:ext uri="{FF2B5EF4-FFF2-40B4-BE49-F238E27FC236}">
                      <a16:creationId xmlns:a16="http://schemas.microsoft.com/office/drawing/2014/main" id="{80035BB2-499E-9803-9086-7B1F173DCF91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44" y="1806"/>
                  <a:ext cx="392" cy="124"/>
                </a:xfrm>
                <a:custGeom>
                  <a:avLst/>
                  <a:gdLst>
                    <a:gd name="T0" fmla="*/ 392 w 392"/>
                    <a:gd name="T1" fmla="*/ 97 h 124"/>
                    <a:gd name="T2" fmla="*/ 305 w 392"/>
                    <a:gd name="T3" fmla="*/ 124 h 124"/>
                    <a:gd name="T4" fmla="*/ 101 w 392"/>
                    <a:gd name="T5" fmla="*/ 41 h 124"/>
                    <a:gd name="T6" fmla="*/ 0 w 392"/>
                    <a:gd name="T7" fmla="*/ 69 h 124"/>
                    <a:gd name="T8" fmla="*/ 51 w 392"/>
                    <a:gd name="T9" fmla="*/ 0 h 124"/>
                    <a:gd name="T10" fmla="*/ 305 w 392"/>
                    <a:gd name="T11" fmla="*/ 0 h 124"/>
                    <a:gd name="T12" fmla="*/ 196 w 392"/>
                    <a:gd name="T13" fmla="*/ 20 h 124"/>
                    <a:gd name="T14" fmla="*/ 392 w 392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4">
                      <a:moveTo>
                        <a:pt x="392" y="97"/>
                      </a:moveTo>
                      <a:lnTo>
                        <a:pt x="305" y="124"/>
                      </a:lnTo>
                      <a:lnTo>
                        <a:pt x="101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5" y="0"/>
                      </a:lnTo>
                      <a:lnTo>
                        <a:pt x="196" y="20"/>
                      </a:lnTo>
                      <a:lnTo>
                        <a:pt x="392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3387" name="Freeform 173">
                  <a:extLst>
                    <a:ext uri="{FF2B5EF4-FFF2-40B4-BE49-F238E27FC236}">
                      <a16:creationId xmlns:a16="http://schemas.microsoft.com/office/drawing/2014/main" id="{42BFACB4-7212-AC11-E27C-B273C5B0EBF0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44" y="1806"/>
                  <a:ext cx="392" cy="124"/>
                </a:xfrm>
                <a:custGeom>
                  <a:avLst/>
                  <a:gdLst>
                    <a:gd name="T0" fmla="*/ 392 w 392"/>
                    <a:gd name="T1" fmla="*/ 97 h 124"/>
                    <a:gd name="T2" fmla="*/ 305 w 392"/>
                    <a:gd name="T3" fmla="*/ 124 h 124"/>
                    <a:gd name="T4" fmla="*/ 101 w 392"/>
                    <a:gd name="T5" fmla="*/ 41 h 124"/>
                    <a:gd name="T6" fmla="*/ 0 w 392"/>
                    <a:gd name="T7" fmla="*/ 69 h 124"/>
                    <a:gd name="T8" fmla="*/ 51 w 392"/>
                    <a:gd name="T9" fmla="*/ 0 h 124"/>
                    <a:gd name="T10" fmla="*/ 305 w 392"/>
                    <a:gd name="T11" fmla="*/ 0 h 124"/>
                    <a:gd name="T12" fmla="*/ 196 w 392"/>
                    <a:gd name="T13" fmla="*/ 20 h 124"/>
                    <a:gd name="T14" fmla="*/ 392 w 392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4">
                      <a:moveTo>
                        <a:pt x="392" y="97"/>
                      </a:moveTo>
                      <a:lnTo>
                        <a:pt x="305" y="124"/>
                      </a:lnTo>
                      <a:lnTo>
                        <a:pt x="101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5" y="0"/>
                      </a:lnTo>
                      <a:lnTo>
                        <a:pt x="196" y="20"/>
                      </a:lnTo>
                      <a:lnTo>
                        <a:pt x="392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</p:grpSp>
        <p:sp>
          <p:nvSpPr>
            <p:cNvPr id="13377" name="WordArt 174">
              <a:extLst>
                <a:ext uri="{FF2B5EF4-FFF2-40B4-BE49-F238E27FC236}">
                  <a16:creationId xmlns:a16="http://schemas.microsoft.com/office/drawing/2014/main" id="{AE0CE21C-4BE8-BBE4-2AC0-48FE0376F8C6}"/>
                </a:ext>
              </a:extLst>
            </p:cNvPr>
            <p:cNvSpPr>
              <a:spLocks noChangeAspect="1" noChangeArrowheads="1" noChangeShapeType="1" noTextEdit="1"/>
            </p:cNvSpPr>
            <p:nvPr/>
          </p:nvSpPr>
          <p:spPr bwMode="auto">
            <a:xfrm>
              <a:off x="835" y="2582"/>
              <a:ext cx="346" cy="104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r2  </a:t>
              </a:r>
            </a:p>
          </p:txBody>
        </p:sp>
      </p:grpSp>
      <p:sp>
        <p:nvSpPr>
          <p:cNvPr id="13352" name="Line 178">
            <a:extLst>
              <a:ext uri="{FF2B5EF4-FFF2-40B4-BE49-F238E27FC236}">
                <a16:creationId xmlns:a16="http://schemas.microsoft.com/office/drawing/2014/main" id="{0BA7B833-61D5-13F7-2A00-7D7D8BE9830C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 flipV="1">
            <a:off x="7167563" y="5284789"/>
            <a:ext cx="0" cy="904875"/>
          </a:xfrm>
          <a:prstGeom prst="line">
            <a:avLst/>
          </a:prstGeom>
          <a:noFill/>
          <a:ln w="19050">
            <a:solidFill>
              <a:srgbClr val="5F5F5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grpSp>
        <p:nvGrpSpPr>
          <p:cNvPr id="13353" name="Group 179">
            <a:extLst>
              <a:ext uri="{FF2B5EF4-FFF2-40B4-BE49-F238E27FC236}">
                <a16:creationId xmlns:a16="http://schemas.microsoft.com/office/drawing/2014/main" id="{4379377A-80B4-52AA-3596-D40A8D3C253E}"/>
              </a:ext>
            </a:extLst>
          </p:cNvPr>
          <p:cNvGrpSpPr>
            <a:grpSpLocks/>
          </p:cNvGrpSpPr>
          <p:nvPr/>
        </p:nvGrpSpPr>
        <p:grpSpPr bwMode="auto">
          <a:xfrm>
            <a:off x="5973764" y="5889625"/>
            <a:ext cx="1393825" cy="369888"/>
            <a:chOff x="4243" y="3016"/>
            <a:chExt cx="878" cy="233"/>
          </a:xfrm>
        </p:grpSpPr>
        <p:sp>
          <p:nvSpPr>
            <p:cNvPr id="13373" name="Line 180">
              <a:extLst>
                <a:ext uri="{FF2B5EF4-FFF2-40B4-BE49-F238E27FC236}">
                  <a16:creationId xmlns:a16="http://schemas.microsoft.com/office/drawing/2014/main" id="{30208FD6-8139-2B65-B38D-DC8218F5515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4243" y="3133"/>
              <a:ext cx="69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GB"/>
            </a:p>
          </p:txBody>
        </p:sp>
        <p:sp>
          <p:nvSpPr>
            <p:cNvPr id="13374" name="Oval 181">
              <a:extLst>
                <a:ext uri="{FF2B5EF4-FFF2-40B4-BE49-F238E27FC236}">
                  <a16:creationId xmlns:a16="http://schemas.microsoft.com/office/drawing/2014/main" id="{6DBE28FA-9613-53F1-9812-57A922CB235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flipH="1">
              <a:off x="4889" y="3016"/>
              <a:ext cx="232" cy="233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2000">
                  <a:latin typeface="Tahoma" panose="020B0604030504040204" pitchFamily="34" charset="0"/>
                </a:rPr>
                <a:t>C</a:t>
              </a:r>
            </a:p>
          </p:txBody>
        </p:sp>
      </p:grpSp>
      <p:sp>
        <p:nvSpPr>
          <p:cNvPr id="13354" name="AutoShape 182">
            <a:extLst>
              <a:ext uri="{FF2B5EF4-FFF2-40B4-BE49-F238E27FC236}">
                <a16:creationId xmlns:a16="http://schemas.microsoft.com/office/drawing/2014/main" id="{99110DC2-36FB-0B08-B7E9-E85D7C79C74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381751" y="5238751"/>
            <a:ext cx="1497013" cy="341313"/>
          </a:xfrm>
          <a:prstGeom prst="flowChartAlternateProcess">
            <a:avLst/>
          </a:prstGeom>
          <a:solidFill>
            <a:schemeClr val="bg1"/>
          </a:solidFill>
          <a:ln w="19050">
            <a:solidFill>
              <a:srgbClr val="5F5F5F"/>
            </a:solidFill>
            <a:prstDash val="sys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it-IT" altLang="it-IT" sz="1400" b="1">
                <a:solidFill>
                  <a:srgbClr val="5F5F5F"/>
                </a:solidFill>
                <a:latin typeface="Courier New" panose="02070309020205020404" pitchFamily="49" charset="0"/>
              </a:rPr>
              <a:t>100.1.3.0/24</a:t>
            </a:r>
          </a:p>
        </p:txBody>
      </p:sp>
      <p:grpSp>
        <p:nvGrpSpPr>
          <p:cNvPr id="13355" name="Group 187">
            <a:extLst>
              <a:ext uri="{FF2B5EF4-FFF2-40B4-BE49-F238E27FC236}">
                <a16:creationId xmlns:a16="http://schemas.microsoft.com/office/drawing/2014/main" id="{622C071F-D714-B0D8-0C37-1BEC9683F0F4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3984625"/>
            <a:ext cx="1392238" cy="369888"/>
            <a:chOff x="4243" y="3016"/>
            <a:chExt cx="878" cy="233"/>
          </a:xfrm>
        </p:grpSpPr>
        <p:sp>
          <p:nvSpPr>
            <p:cNvPr id="13371" name="Line 188">
              <a:extLst>
                <a:ext uri="{FF2B5EF4-FFF2-40B4-BE49-F238E27FC236}">
                  <a16:creationId xmlns:a16="http://schemas.microsoft.com/office/drawing/2014/main" id="{2EE322D4-3FD3-875C-4254-6B430481DE4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4243" y="3133"/>
              <a:ext cx="69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GB"/>
            </a:p>
          </p:txBody>
        </p:sp>
        <p:sp>
          <p:nvSpPr>
            <p:cNvPr id="13372" name="Oval 189">
              <a:extLst>
                <a:ext uri="{FF2B5EF4-FFF2-40B4-BE49-F238E27FC236}">
                  <a16:creationId xmlns:a16="http://schemas.microsoft.com/office/drawing/2014/main" id="{045E94F2-A659-710D-0BFB-B9C0AC28F2A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flipH="1">
              <a:off x="4889" y="3016"/>
              <a:ext cx="232" cy="233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2000">
                  <a:latin typeface="Tahoma" panose="020B0604030504040204" pitchFamily="34" charset="0"/>
                </a:rPr>
                <a:t>D</a:t>
              </a:r>
            </a:p>
          </p:txBody>
        </p:sp>
      </p:grpSp>
      <p:sp>
        <p:nvSpPr>
          <p:cNvPr id="13356" name="Oval 194">
            <a:extLst>
              <a:ext uri="{FF2B5EF4-FFF2-40B4-BE49-F238E27FC236}">
                <a16:creationId xmlns:a16="http://schemas.microsoft.com/office/drawing/2014/main" id="{35C25B74-0BF6-94CC-8D04-9E1F80BC897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00600" y="3429000"/>
            <a:ext cx="368300" cy="36830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2000">
                <a:latin typeface="Tahoma" panose="020B0604030504040204" pitchFamily="34" charset="0"/>
              </a:rPr>
              <a:t>G</a:t>
            </a:r>
          </a:p>
        </p:txBody>
      </p:sp>
      <p:sp>
        <p:nvSpPr>
          <p:cNvPr id="13357" name="Oval 195">
            <a:extLst>
              <a:ext uri="{FF2B5EF4-FFF2-40B4-BE49-F238E27FC236}">
                <a16:creationId xmlns:a16="http://schemas.microsoft.com/office/drawing/2014/main" id="{A610E176-39FD-67D3-8735-645E6A14D0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83013" y="4500563"/>
            <a:ext cx="368300" cy="36830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2000">
                <a:latin typeface="Tahoma" panose="020B0604030504040204" pitchFamily="34" charset="0"/>
              </a:rPr>
              <a:t>F</a:t>
            </a:r>
          </a:p>
        </p:txBody>
      </p:sp>
      <p:sp>
        <p:nvSpPr>
          <p:cNvPr id="13358" name="Oval 196">
            <a:extLst>
              <a:ext uri="{FF2B5EF4-FFF2-40B4-BE49-F238E27FC236}">
                <a16:creationId xmlns:a16="http://schemas.microsoft.com/office/drawing/2014/main" id="{DA9374B1-4B1C-20B4-936C-01FD074A904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08663" y="4365625"/>
            <a:ext cx="368300" cy="36830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2000">
                <a:latin typeface="Tahoma" panose="020B0604030504040204" pitchFamily="34" charset="0"/>
              </a:rPr>
              <a:t>I</a:t>
            </a:r>
          </a:p>
        </p:txBody>
      </p:sp>
      <p:sp>
        <p:nvSpPr>
          <p:cNvPr id="13359" name="AutoShape 206">
            <a:extLst>
              <a:ext uri="{FF2B5EF4-FFF2-40B4-BE49-F238E27FC236}">
                <a16:creationId xmlns:a16="http://schemas.microsoft.com/office/drawing/2014/main" id="{2E232283-0C7B-6FCD-3C74-ED9DDB630E6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46438" y="6223001"/>
            <a:ext cx="1498600" cy="341313"/>
          </a:xfrm>
          <a:prstGeom prst="flowChartAlternateProcess">
            <a:avLst/>
          </a:prstGeom>
          <a:solidFill>
            <a:schemeClr val="bg1"/>
          </a:solidFill>
          <a:ln w="19050">
            <a:solidFill>
              <a:srgbClr val="5F5F5F"/>
            </a:solidFill>
            <a:prstDash val="sys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it-IT" altLang="it-IT" sz="1400" b="1">
                <a:solidFill>
                  <a:srgbClr val="5F5F5F"/>
                </a:solidFill>
                <a:latin typeface="Courier New" panose="02070309020205020404" pitchFamily="49" charset="0"/>
              </a:rPr>
              <a:t>100.1.0.4/30</a:t>
            </a:r>
          </a:p>
        </p:txBody>
      </p:sp>
      <p:sp>
        <p:nvSpPr>
          <p:cNvPr id="13360" name="AutoShape 207">
            <a:extLst>
              <a:ext uri="{FF2B5EF4-FFF2-40B4-BE49-F238E27FC236}">
                <a16:creationId xmlns:a16="http://schemas.microsoft.com/office/drawing/2014/main" id="{BC39A116-CE81-62CA-5521-CA041027427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629401" y="4422776"/>
            <a:ext cx="1603375" cy="341313"/>
          </a:xfrm>
          <a:prstGeom prst="flowChartAlternateProcess">
            <a:avLst/>
          </a:prstGeom>
          <a:solidFill>
            <a:schemeClr val="bg1"/>
          </a:solidFill>
          <a:ln w="19050">
            <a:solidFill>
              <a:srgbClr val="5F5F5F"/>
            </a:solidFill>
            <a:prstDash val="sys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it-IT" altLang="it-IT" sz="1400" b="1">
                <a:solidFill>
                  <a:srgbClr val="5F5F5F"/>
                </a:solidFill>
                <a:latin typeface="Courier New" panose="02070309020205020404" pitchFamily="49" charset="0"/>
              </a:rPr>
              <a:t>100.1.0.16/30</a:t>
            </a:r>
          </a:p>
        </p:txBody>
      </p:sp>
      <p:sp>
        <p:nvSpPr>
          <p:cNvPr id="13361" name="AutoShape 208">
            <a:extLst>
              <a:ext uri="{FF2B5EF4-FFF2-40B4-BE49-F238E27FC236}">
                <a16:creationId xmlns:a16="http://schemas.microsoft.com/office/drawing/2014/main" id="{BEB4AE57-BC14-7FCC-5C9C-A7DB3752464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213226" y="3990976"/>
            <a:ext cx="1497013" cy="341313"/>
          </a:xfrm>
          <a:prstGeom prst="flowChartAlternateProcess">
            <a:avLst/>
          </a:prstGeom>
          <a:solidFill>
            <a:schemeClr val="bg1"/>
          </a:solidFill>
          <a:ln w="19050">
            <a:solidFill>
              <a:srgbClr val="5F5F5F"/>
            </a:solidFill>
            <a:prstDash val="sys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it-IT" altLang="it-IT" sz="1400" b="1">
                <a:solidFill>
                  <a:srgbClr val="5F5F5F"/>
                </a:solidFill>
                <a:latin typeface="Courier New" panose="02070309020205020404" pitchFamily="49" charset="0"/>
              </a:rPr>
              <a:t>100.1.0.8/30</a:t>
            </a:r>
          </a:p>
        </p:txBody>
      </p:sp>
      <p:sp>
        <p:nvSpPr>
          <p:cNvPr id="13362" name="Text Box 214">
            <a:extLst>
              <a:ext uri="{FF2B5EF4-FFF2-40B4-BE49-F238E27FC236}">
                <a16:creationId xmlns:a16="http://schemas.microsoft.com/office/drawing/2014/main" id="{EDC84762-9972-5903-C80A-8FCAEE56C6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51244" y="4349651"/>
            <a:ext cx="858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it-IT" altLang="it-IT">
                <a:latin typeface="Tahoma" panose="020B0604030504040204" pitchFamily="34" charset="0"/>
              </a:rPr>
              <a:t>l</a:t>
            </a:r>
            <a:r>
              <a:rPr lang="en-US" altLang="it-IT">
                <a:latin typeface="Tahoma" panose="020B0604030504040204" pitchFamily="34" charset="0"/>
              </a:rPr>
              <a:t>egend</a:t>
            </a:r>
          </a:p>
        </p:txBody>
      </p:sp>
      <p:sp>
        <p:nvSpPr>
          <p:cNvPr id="13363" name="AutoShape 215">
            <a:extLst>
              <a:ext uri="{FF2B5EF4-FFF2-40B4-BE49-F238E27FC236}">
                <a16:creationId xmlns:a16="http://schemas.microsoft.com/office/drawing/2014/main" id="{5A99FA7D-9BF1-D68C-CEEE-F68112C83F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24169" y="4725888"/>
            <a:ext cx="2376487" cy="1295400"/>
          </a:xfrm>
          <a:prstGeom prst="plaque">
            <a:avLst>
              <a:gd name="adj" fmla="val 9611"/>
            </a:avLst>
          </a:prstGeom>
          <a:solidFill>
            <a:srgbClr val="FFF3C1"/>
          </a:solidFill>
          <a:ln w="38100" cmpd="dbl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it-IT" altLang="en-IT"/>
          </a:p>
        </p:txBody>
      </p:sp>
      <p:sp>
        <p:nvSpPr>
          <p:cNvPr id="13364" name="Rectangle 216">
            <a:extLst>
              <a:ext uri="{FF2B5EF4-FFF2-40B4-BE49-F238E27FC236}">
                <a16:creationId xmlns:a16="http://schemas.microsoft.com/office/drawing/2014/main" id="{2D863A3D-935E-2387-9567-D6E3E3A626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59181" y="4811613"/>
            <a:ext cx="111442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it-IT">
                <a:latin typeface="Tahoma" panose="020B0604030504040204" pitchFamily="34" charset="0"/>
              </a:rPr>
              <a:t>ip subnet</a:t>
            </a:r>
          </a:p>
        </p:txBody>
      </p:sp>
      <p:sp>
        <p:nvSpPr>
          <p:cNvPr id="13365" name="Rectangle 217">
            <a:extLst>
              <a:ext uri="{FF2B5EF4-FFF2-40B4-BE49-F238E27FC236}">
                <a16:creationId xmlns:a16="http://schemas.microsoft.com/office/drawing/2014/main" id="{E2F80AD1-E1FE-8956-201A-723D6CC739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41655" y="5689502"/>
            <a:ext cx="17018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it-IT">
                <a:latin typeface="Tahoma" panose="020B0604030504040204" pitchFamily="34" charset="0"/>
              </a:rPr>
              <a:t>assigned prefix</a:t>
            </a:r>
          </a:p>
        </p:txBody>
      </p:sp>
      <p:sp>
        <p:nvSpPr>
          <p:cNvPr id="13366" name="Arc 218">
            <a:extLst>
              <a:ext uri="{FF2B5EF4-FFF2-40B4-BE49-F238E27FC236}">
                <a16:creationId xmlns:a16="http://schemas.microsoft.com/office/drawing/2014/main" id="{D2B38E7C-2455-64BC-7F74-7E2B25BBB087}"/>
              </a:ext>
            </a:extLst>
          </p:cNvPr>
          <p:cNvSpPr>
            <a:spLocks/>
          </p:cNvSpPr>
          <p:nvPr/>
        </p:nvSpPr>
        <p:spPr bwMode="auto">
          <a:xfrm flipH="1">
            <a:off x="9984530" y="4941788"/>
            <a:ext cx="431800" cy="215900"/>
          </a:xfrm>
          <a:custGeom>
            <a:avLst/>
            <a:gdLst>
              <a:gd name="T0" fmla="*/ 0 w 21600"/>
              <a:gd name="T1" fmla="*/ 0 h 21600"/>
              <a:gd name="T2" fmla="*/ 431800 w 21600"/>
              <a:gd name="T3" fmla="*/ 215900 h 21600"/>
              <a:gd name="T4" fmla="*/ 0 w 21600"/>
              <a:gd name="T5" fmla="*/ 21590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367" name="Arc 219">
            <a:extLst>
              <a:ext uri="{FF2B5EF4-FFF2-40B4-BE49-F238E27FC236}">
                <a16:creationId xmlns:a16="http://schemas.microsoft.com/office/drawing/2014/main" id="{5D2263FD-2B20-AD0E-4301-38A644549DEF}"/>
              </a:ext>
            </a:extLst>
          </p:cNvPr>
          <p:cNvSpPr>
            <a:spLocks/>
          </p:cNvSpPr>
          <p:nvPr/>
        </p:nvSpPr>
        <p:spPr bwMode="auto">
          <a:xfrm rot="10442009" flipH="1">
            <a:off x="11495830" y="5664101"/>
            <a:ext cx="217488" cy="214312"/>
          </a:xfrm>
          <a:custGeom>
            <a:avLst/>
            <a:gdLst>
              <a:gd name="T0" fmla="*/ 0 w 21600"/>
              <a:gd name="T1" fmla="*/ 0 h 21600"/>
              <a:gd name="T2" fmla="*/ 217488 w 21600"/>
              <a:gd name="T3" fmla="*/ 214312 h 21600"/>
              <a:gd name="T4" fmla="*/ 0 w 21600"/>
              <a:gd name="T5" fmla="*/ 214312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368" name="Line 220">
            <a:extLst>
              <a:ext uri="{FF2B5EF4-FFF2-40B4-BE49-F238E27FC236}">
                <a16:creationId xmlns:a16="http://schemas.microsoft.com/office/drawing/2014/main" id="{74B20620-FCA0-1887-BB9F-CEDFC89185F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994056" y="5421213"/>
            <a:ext cx="938213" cy="0"/>
          </a:xfrm>
          <a:prstGeom prst="line">
            <a:avLst/>
          </a:prstGeom>
          <a:noFill/>
          <a:ln w="19050">
            <a:solidFill>
              <a:srgbClr val="5F5F5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13369" name="Oval 221">
            <a:extLst>
              <a:ext uri="{FF2B5EF4-FFF2-40B4-BE49-F238E27FC236}">
                <a16:creationId xmlns:a16="http://schemas.microsoft.com/office/drawing/2014/main" id="{BF421164-74F3-62E6-2B8D-7AC18E88C2B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778155" y="5230713"/>
            <a:ext cx="369888" cy="36830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2000">
                <a:latin typeface="Tahoma" panose="020B0604030504040204" pitchFamily="34" charset="0"/>
              </a:rPr>
              <a:t>L</a:t>
            </a:r>
          </a:p>
        </p:txBody>
      </p:sp>
      <p:sp>
        <p:nvSpPr>
          <p:cNvPr id="13370" name="AutoShape 222">
            <a:extLst>
              <a:ext uri="{FF2B5EF4-FFF2-40B4-BE49-F238E27FC236}">
                <a16:creationId xmlns:a16="http://schemas.microsoft.com/office/drawing/2014/main" id="{BB5C4340-3F6C-D4D4-4869-C93D541229F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344893" y="5262464"/>
            <a:ext cx="1497012" cy="341313"/>
          </a:xfrm>
          <a:prstGeom prst="flowChartAlternateProcess">
            <a:avLst/>
          </a:prstGeom>
          <a:solidFill>
            <a:schemeClr val="bg1"/>
          </a:solidFill>
          <a:ln w="19050">
            <a:solidFill>
              <a:srgbClr val="5F5F5F"/>
            </a:solidFill>
            <a:prstDash val="sys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it-IT" altLang="it-IT" sz="1400" b="1">
                <a:solidFill>
                  <a:srgbClr val="5F5F5F"/>
                </a:solidFill>
                <a:latin typeface="Courier New" panose="02070309020205020404" pitchFamily="49" charset="0"/>
              </a:rPr>
              <a:t>100.2.0.0/30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25">
            <a:extLst>
              <a:ext uri="{FF2B5EF4-FFF2-40B4-BE49-F238E27FC236}">
                <a16:creationId xmlns:a16="http://schemas.microsoft.com/office/drawing/2014/main" id="{386EB3C6-877A-0DD2-DAA1-B1D85B325A6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416051" y="1052514"/>
            <a:ext cx="7775575" cy="5545137"/>
            <a:chOff x="2688" y="2433"/>
            <a:chExt cx="1867" cy="1279"/>
          </a:xfrm>
        </p:grpSpPr>
        <p:sp>
          <p:nvSpPr>
            <p:cNvPr id="5" name="Oval 226">
              <a:extLst>
                <a:ext uri="{FF2B5EF4-FFF2-40B4-BE49-F238E27FC236}">
                  <a16:creationId xmlns:a16="http://schemas.microsoft.com/office/drawing/2014/main" id="{50A7BF37-A27F-285C-A44A-D89B25638EF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26" y="2433"/>
              <a:ext cx="813" cy="529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it-IT" altLang="en-IT"/>
            </a:p>
          </p:txBody>
        </p:sp>
        <p:sp>
          <p:nvSpPr>
            <p:cNvPr id="6" name="Oval 227">
              <a:extLst>
                <a:ext uri="{FF2B5EF4-FFF2-40B4-BE49-F238E27FC236}">
                  <a16:creationId xmlns:a16="http://schemas.microsoft.com/office/drawing/2014/main" id="{BF8D16CF-2378-033A-F2B9-D22CE393D36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78" y="2572"/>
              <a:ext cx="623" cy="529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it-IT" altLang="en-IT"/>
            </a:p>
          </p:txBody>
        </p:sp>
        <p:sp>
          <p:nvSpPr>
            <p:cNvPr id="7" name="Oval 228">
              <a:extLst>
                <a:ext uri="{FF2B5EF4-FFF2-40B4-BE49-F238E27FC236}">
                  <a16:creationId xmlns:a16="http://schemas.microsoft.com/office/drawing/2014/main" id="{F6316CE1-104D-AA52-9154-338F33CB4A2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688" y="2890"/>
              <a:ext cx="420" cy="432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it-IT" altLang="en-IT"/>
            </a:p>
          </p:txBody>
        </p:sp>
        <p:sp>
          <p:nvSpPr>
            <p:cNvPr id="8" name="Oval 229">
              <a:extLst>
                <a:ext uri="{FF2B5EF4-FFF2-40B4-BE49-F238E27FC236}">
                  <a16:creationId xmlns:a16="http://schemas.microsoft.com/office/drawing/2014/main" id="{F2E0DFD2-EF32-04F4-0681-23642E7BBB0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14" y="3080"/>
              <a:ext cx="633" cy="467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it-IT" altLang="en-IT"/>
            </a:p>
          </p:txBody>
        </p:sp>
        <p:sp>
          <p:nvSpPr>
            <p:cNvPr id="9" name="Oval 230">
              <a:extLst>
                <a:ext uri="{FF2B5EF4-FFF2-40B4-BE49-F238E27FC236}">
                  <a16:creationId xmlns:a16="http://schemas.microsoft.com/office/drawing/2014/main" id="{75CDD4F7-B799-1D65-7284-B56BBE92C5E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262" y="3158"/>
              <a:ext cx="945" cy="554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it-IT" altLang="en-IT"/>
            </a:p>
          </p:txBody>
        </p:sp>
        <p:sp>
          <p:nvSpPr>
            <p:cNvPr id="10" name="Oval 231">
              <a:extLst>
                <a:ext uri="{FF2B5EF4-FFF2-40B4-BE49-F238E27FC236}">
                  <a16:creationId xmlns:a16="http://schemas.microsoft.com/office/drawing/2014/main" id="{5791D54E-720F-F017-0856-4F0003CE311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63" y="2587"/>
              <a:ext cx="606" cy="416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it-IT" altLang="en-IT"/>
            </a:p>
          </p:txBody>
        </p:sp>
        <p:sp>
          <p:nvSpPr>
            <p:cNvPr id="11" name="Oval 232">
              <a:extLst>
                <a:ext uri="{FF2B5EF4-FFF2-40B4-BE49-F238E27FC236}">
                  <a16:creationId xmlns:a16="http://schemas.microsoft.com/office/drawing/2014/main" id="{5DDDD637-5ACC-C6D1-9423-5ACAC7160EB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954" y="2854"/>
              <a:ext cx="601" cy="416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it-IT" altLang="en-IT"/>
            </a:p>
          </p:txBody>
        </p:sp>
        <p:sp>
          <p:nvSpPr>
            <p:cNvPr id="12" name="Oval 233">
              <a:extLst>
                <a:ext uri="{FF2B5EF4-FFF2-40B4-BE49-F238E27FC236}">
                  <a16:creationId xmlns:a16="http://schemas.microsoft.com/office/drawing/2014/main" id="{9C4B4B2B-C1BB-73C6-55EE-8EC11C74A5E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99" y="2941"/>
              <a:ext cx="597" cy="684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it-IT" altLang="en-IT"/>
            </a:p>
          </p:txBody>
        </p:sp>
        <p:sp>
          <p:nvSpPr>
            <p:cNvPr id="13" name="Oval 234">
              <a:extLst>
                <a:ext uri="{FF2B5EF4-FFF2-40B4-BE49-F238E27FC236}">
                  <a16:creationId xmlns:a16="http://schemas.microsoft.com/office/drawing/2014/main" id="{CB36640A-23FD-8668-168A-51BD676E704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027" y="2745"/>
              <a:ext cx="1211" cy="683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it-IT" altLang="en-IT"/>
            </a:p>
          </p:txBody>
        </p:sp>
      </p:grpSp>
      <p:sp>
        <p:nvSpPr>
          <p:cNvPr id="2" name="Rectangle 4">
            <a:extLst>
              <a:ext uri="{FF2B5EF4-FFF2-40B4-BE49-F238E27FC236}">
                <a16:creationId xmlns:a16="http://schemas.microsoft.com/office/drawing/2014/main" id="{88D93F3A-1881-A141-5A34-75264652FC9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/>
          <a:p>
            <a:r>
              <a:rPr lang="it-IT" altLang="it-IT"/>
              <a:t>last update: Oct 2023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5B2EE762-DE35-6FDF-A623-7EFEC21755B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/>
          <a:p>
            <a:r>
              <a:rPr lang="it-IT" altLang="it-IT"/>
              <a:t>kathara – [ lab: rip_frr ]</a:t>
            </a:r>
          </a:p>
        </p:txBody>
      </p:sp>
      <p:sp>
        <p:nvSpPr>
          <p:cNvPr id="14341" name="AutoShape 213">
            <a:extLst>
              <a:ext uri="{FF2B5EF4-FFF2-40B4-BE49-F238E27FC236}">
                <a16:creationId xmlns:a16="http://schemas.microsoft.com/office/drawing/2014/main" id="{3B3D7098-988F-8225-D337-A32BAB3AF8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48552" y="4741341"/>
            <a:ext cx="2376487" cy="1295400"/>
          </a:xfrm>
          <a:prstGeom prst="plaque">
            <a:avLst>
              <a:gd name="adj" fmla="val 9611"/>
            </a:avLst>
          </a:prstGeom>
          <a:solidFill>
            <a:srgbClr val="FFF3C1"/>
          </a:solidFill>
          <a:ln w="38100" cmpd="dbl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it-IT" altLang="en-IT"/>
          </a:p>
        </p:txBody>
      </p:sp>
      <p:sp>
        <p:nvSpPr>
          <p:cNvPr id="14342" name="Line 2">
            <a:extLst>
              <a:ext uri="{FF2B5EF4-FFF2-40B4-BE49-F238E27FC236}">
                <a16:creationId xmlns:a16="http://schemas.microsoft.com/office/drawing/2014/main" id="{3F2CCF47-4D3A-B393-DA77-3D2781A1D1E7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8213" y="4581525"/>
            <a:ext cx="1014412" cy="0"/>
          </a:xfrm>
          <a:prstGeom prst="line">
            <a:avLst/>
          </a:prstGeom>
          <a:noFill/>
          <a:ln w="19050">
            <a:solidFill>
              <a:srgbClr val="5F5F5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14343" name="Line 3">
            <a:extLst>
              <a:ext uri="{FF2B5EF4-FFF2-40B4-BE49-F238E27FC236}">
                <a16:creationId xmlns:a16="http://schemas.microsoft.com/office/drawing/2014/main" id="{46AD9C9D-5968-297F-72B3-ED5C6946C44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935413" y="4652964"/>
            <a:ext cx="0" cy="1728787"/>
          </a:xfrm>
          <a:prstGeom prst="line">
            <a:avLst/>
          </a:prstGeom>
          <a:noFill/>
          <a:ln w="19050">
            <a:solidFill>
              <a:srgbClr val="5F5F5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14344" name="Arc 4">
            <a:extLst>
              <a:ext uri="{FF2B5EF4-FFF2-40B4-BE49-F238E27FC236}">
                <a16:creationId xmlns:a16="http://schemas.microsoft.com/office/drawing/2014/main" id="{75B3553D-ED3A-BF05-56A1-66DB49C5A8F6}"/>
              </a:ext>
            </a:extLst>
          </p:cNvPr>
          <p:cNvSpPr>
            <a:spLocks/>
          </p:cNvSpPr>
          <p:nvPr/>
        </p:nvSpPr>
        <p:spPr bwMode="auto">
          <a:xfrm>
            <a:off x="7248525" y="3712647"/>
            <a:ext cx="1079500" cy="369332"/>
          </a:xfrm>
          <a:custGeom>
            <a:avLst/>
            <a:gdLst>
              <a:gd name="T0" fmla="*/ 0 w 21600"/>
              <a:gd name="T1" fmla="*/ 0 h 21600"/>
              <a:gd name="T2" fmla="*/ 1079500 w 21600"/>
              <a:gd name="T3" fmla="*/ 504825 h 21600"/>
              <a:gd name="T4" fmla="*/ 0 w 21600"/>
              <a:gd name="T5" fmla="*/ 504825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14345" name="Line 5">
            <a:extLst>
              <a:ext uri="{FF2B5EF4-FFF2-40B4-BE49-F238E27FC236}">
                <a16:creationId xmlns:a16="http://schemas.microsoft.com/office/drawing/2014/main" id="{182CF0C1-13FD-A3A2-F815-3E21001A9C91}"/>
              </a:ext>
            </a:extLst>
          </p:cNvPr>
          <p:cNvSpPr>
            <a:spLocks noChangeShapeType="1"/>
          </p:cNvSpPr>
          <p:nvPr/>
        </p:nvSpPr>
        <p:spPr bwMode="auto">
          <a:xfrm>
            <a:off x="2928938" y="4005263"/>
            <a:ext cx="0" cy="10080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4346" name="Arc 6">
            <a:extLst>
              <a:ext uri="{FF2B5EF4-FFF2-40B4-BE49-F238E27FC236}">
                <a16:creationId xmlns:a16="http://schemas.microsoft.com/office/drawing/2014/main" id="{4990148C-47BA-C2D2-4585-3E5E3139CF30}"/>
              </a:ext>
            </a:extLst>
          </p:cNvPr>
          <p:cNvSpPr>
            <a:spLocks/>
          </p:cNvSpPr>
          <p:nvPr/>
        </p:nvSpPr>
        <p:spPr bwMode="auto">
          <a:xfrm>
            <a:off x="5375276" y="5620028"/>
            <a:ext cx="1152525" cy="369332"/>
          </a:xfrm>
          <a:custGeom>
            <a:avLst/>
            <a:gdLst>
              <a:gd name="T0" fmla="*/ 0 w 21600"/>
              <a:gd name="T1" fmla="*/ 0 h 21600"/>
              <a:gd name="T2" fmla="*/ 1152525 w 21600"/>
              <a:gd name="T3" fmla="*/ 576262 h 21600"/>
              <a:gd name="T4" fmla="*/ 0 w 21600"/>
              <a:gd name="T5" fmla="*/ 576262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14347" name="Line 7">
            <a:extLst>
              <a:ext uri="{FF2B5EF4-FFF2-40B4-BE49-F238E27FC236}">
                <a16:creationId xmlns:a16="http://schemas.microsoft.com/office/drawing/2014/main" id="{A2EF7925-0ADE-47A9-497C-D254308B8F25}"/>
              </a:ext>
            </a:extLst>
          </p:cNvPr>
          <p:cNvSpPr>
            <a:spLocks noChangeShapeType="1"/>
          </p:cNvSpPr>
          <p:nvPr/>
        </p:nvSpPr>
        <p:spPr bwMode="auto">
          <a:xfrm>
            <a:off x="3143250" y="4005263"/>
            <a:ext cx="1728788" cy="14398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348" name="Line 8">
            <a:extLst>
              <a:ext uri="{FF2B5EF4-FFF2-40B4-BE49-F238E27FC236}">
                <a16:creationId xmlns:a16="http://schemas.microsoft.com/office/drawing/2014/main" id="{06398840-165F-3CB2-A613-C780C2960AF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00376" y="2133601"/>
            <a:ext cx="1679575" cy="18002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350" name="Line 10">
            <a:extLst>
              <a:ext uri="{FF2B5EF4-FFF2-40B4-BE49-F238E27FC236}">
                <a16:creationId xmlns:a16="http://schemas.microsoft.com/office/drawing/2014/main" id="{584C64B7-4379-9606-9E1D-32B5FB5B106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42138" y="2060575"/>
            <a:ext cx="2825750" cy="1473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351" name="Line 11">
            <a:extLst>
              <a:ext uri="{FF2B5EF4-FFF2-40B4-BE49-F238E27FC236}">
                <a16:creationId xmlns:a16="http://schemas.microsoft.com/office/drawing/2014/main" id="{910B50C5-35F5-ECE0-F6A7-0A3E617FF73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28026" y="2827338"/>
            <a:ext cx="936625" cy="0"/>
          </a:xfrm>
          <a:prstGeom prst="line">
            <a:avLst/>
          </a:prstGeom>
          <a:noFill/>
          <a:ln w="19050">
            <a:solidFill>
              <a:srgbClr val="5F5F5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grpSp>
        <p:nvGrpSpPr>
          <p:cNvPr id="14352" name="Group 12">
            <a:extLst>
              <a:ext uri="{FF2B5EF4-FFF2-40B4-BE49-F238E27FC236}">
                <a16:creationId xmlns:a16="http://schemas.microsoft.com/office/drawing/2014/main" id="{6BFEE3DD-98B4-CBFD-BFFB-8779A21BDB4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480550" y="1800226"/>
            <a:ext cx="736600" cy="404813"/>
            <a:chOff x="1680" y="912"/>
            <a:chExt cx="576" cy="317"/>
          </a:xfrm>
        </p:grpSpPr>
        <p:grpSp>
          <p:nvGrpSpPr>
            <p:cNvPr id="14535" name="Group 13">
              <a:extLst>
                <a:ext uri="{FF2B5EF4-FFF2-40B4-BE49-F238E27FC236}">
                  <a16:creationId xmlns:a16="http://schemas.microsoft.com/office/drawing/2014/main" id="{F4706AB5-02F5-F3CF-19B0-68E3AEEB552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680" y="912"/>
              <a:ext cx="576" cy="317"/>
              <a:chOff x="3312" y="2160"/>
              <a:chExt cx="960" cy="528"/>
            </a:xfrm>
          </p:grpSpPr>
          <p:sp>
            <p:nvSpPr>
              <p:cNvPr id="14537" name="AutoShape 14">
                <a:extLst>
                  <a:ext uri="{FF2B5EF4-FFF2-40B4-BE49-F238E27FC236}">
                    <a16:creationId xmlns:a16="http://schemas.microsoft.com/office/drawing/2014/main" id="{AF0964FF-FED9-0B94-C633-A88207FE96B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312" y="2160"/>
                <a:ext cx="960" cy="528"/>
              </a:xfrm>
              <a:prstGeom prst="can">
                <a:avLst>
                  <a:gd name="adj" fmla="val 50000"/>
                </a:avLst>
              </a:prstGeom>
              <a:gradFill rotWithShape="0">
                <a:gsLst>
                  <a:gs pos="0">
                    <a:srgbClr val="002F5E"/>
                  </a:gs>
                  <a:gs pos="50000">
                    <a:srgbClr val="0066CC"/>
                  </a:gs>
                  <a:gs pos="100000">
                    <a:srgbClr val="002F5E"/>
                  </a:gs>
                </a:gsLst>
                <a:lin ang="0" scaled="1"/>
              </a:gradFill>
              <a:ln w="9525">
                <a:solidFill>
                  <a:srgbClr val="819F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73025" tIns="36512" rIns="73025" bIns="36512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it-IT" altLang="en-IT"/>
              </a:p>
            </p:txBody>
          </p:sp>
          <p:grpSp>
            <p:nvGrpSpPr>
              <p:cNvPr id="14538" name="Group 15">
                <a:extLst>
                  <a:ext uri="{FF2B5EF4-FFF2-40B4-BE49-F238E27FC236}">
                    <a16:creationId xmlns:a16="http://schemas.microsoft.com/office/drawing/2014/main" id="{ABD88FDD-4DCA-732F-5DE4-D707A1D5BFD4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488" y="2193"/>
                <a:ext cx="599" cy="207"/>
                <a:chOff x="422" y="1632"/>
                <a:chExt cx="829" cy="298"/>
              </a:xfrm>
            </p:grpSpPr>
            <p:grpSp>
              <p:nvGrpSpPr>
                <p:cNvPr id="14539" name="Group 16">
                  <a:extLst>
                    <a:ext uri="{FF2B5EF4-FFF2-40B4-BE49-F238E27FC236}">
                      <a16:creationId xmlns:a16="http://schemas.microsoft.com/office/drawing/2014/main" id="{21085317-6B79-5042-CA9E-40F60BEF2574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2" y="1632"/>
                  <a:ext cx="822" cy="291"/>
                  <a:chOff x="422" y="1632"/>
                  <a:chExt cx="822" cy="291"/>
                </a:xfrm>
              </p:grpSpPr>
              <p:sp>
                <p:nvSpPr>
                  <p:cNvPr id="14549" name="Freeform 17">
                    <a:extLst>
                      <a:ext uri="{FF2B5EF4-FFF2-40B4-BE49-F238E27FC236}">
                        <a16:creationId xmlns:a16="http://schemas.microsoft.com/office/drawing/2014/main" id="{C71947C2-3150-4F83-503E-247FB70A186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4550" name="Freeform 18">
                    <a:extLst>
                      <a:ext uri="{FF2B5EF4-FFF2-40B4-BE49-F238E27FC236}">
                        <a16:creationId xmlns:a16="http://schemas.microsoft.com/office/drawing/2014/main" id="{D5EC6692-4081-5C7D-1AD9-76062A20D50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4551" name="Freeform 19">
                    <a:extLst>
                      <a:ext uri="{FF2B5EF4-FFF2-40B4-BE49-F238E27FC236}">
                        <a16:creationId xmlns:a16="http://schemas.microsoft.com/office/drawing/2014/main" id="{293D9E4A-320E-5C35-379D-43D3DD8F095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4552" name="Freeform 20">
                    <a:extLst>
                      <a:ext uri="{FF2B5EF4-FFF2-40B4-BE49-F238E27FC236}">
                        <a16:creationId xmlns:a16="http://schemas.microsoft.com/office/drawing/2014/main" id="{9AF19A19-B6D5-1736-633B-A55A006E0DA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4553" name="Freeform 21">
                    <a:extLst>
                      <a:ext uri="{FF2B5EF4-FFF2-40B4-BE49-F238E27FC236}">
                        <a16:creationId xmlns:a16="http://schemas.microsoft.com/office/drawing/2014/main" id="{6ED569A3-C066-BE41-5872-3BA1F76A2E3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4554" name="Freeform 22">
                    <a:extLst>
                      <a:ext uri="{FF2B5EF4-FFF2-40B4-BE49-F238E27FC236}">
                        <a16:creationId xmlns:a16="http://schemas.microsoft.com/office/drawing/2014/main" id="{5DF4111D-5FE8-175E-6FF4-1E02EF80C35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4555" name="Freeform 23">
                    <a:extLst>
                      <a:ext uri="{FF2B5EF4-FFF2-40B4-BE49-F238E27FC236}">
                        <a16:creationId xmlns:a16="http://schemas.microsoft.com/office/drawing/2014/main" id="{0FF8E235-0138-A541-810C-5E2C0394874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4556" name="Freeform 24">
                    <a:extLst>
                      <a:ext uri="{FF2B5EF4-FFF2-40B4-BE49-F238E27FC236}">
                        <a16:creationId xmlns:a16="http://schemas.microsoft.com/office/drawing/2014/main" id="{19F66FC1-852B-D417-2A7C-06BD1B678BF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14540" name="Group 25">
                  <a:extLst>
                    <a:ext uri="{FF2B5EF4-FFF2-40B4-BE49-F238E27FC236}">
                      <a16:creationId xmlns:a16="http://schemas.microsoft.com/office/drawing/2014/main" id="{335D002C-D992-7478-E4F5-66878A7F574C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9" y="1639"/>
                  <a:ext cx="822" cy="291"/>
                  <a:chOff x="429" y="1639"/>
                  <a:chExt cx="822" cy="291"/>
                </a:xfrm>
              </p:grpSpPr>
              <p:sp>
                <p:nvSpPr>
                  <p:cNvPr id="14541" name="Freeform 26">
                    <a:extLst>
                      <a:ext uri="{FF2B5EF4-FFF2-40B4-BE49-F238E27FC236}">
                        <a16:creationId xmlns:a16="http://schemas.microsoft.com/office/drawing/2014/main" id="{FC3E3A1E-40EA-79E3-17ED-951DC47F428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4542" name="Freeform 27">
                    <a:extLst>
                      <a:ext uri="{FF2B5EF4-FFF2-40B4-BE49-F238E27FC236}">
                        <a16:creationId xmlns:a16="http://schemas.microsoft.com/office/drawing/2014/main" id="{0BF4A82E-5524-14BD-18D8-1B65AEC9009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4543" name="Freeform 28">
                    <a:extLst>
                      <a:ext uri="{FF2B5EF4-FFF2-40B4-BE49-F238E27FC236}">
                        <a16:creationId xmlns:a16="http://schemas.microsoft.com/office/drawing/2014/main" id="{A34D12DA-0EF3-B86F-4FAD-B36B661513E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4544" name="Freeform 29">
                    <a:extLst>
                      <a:ext uri="{FF2B5EF4-FFF2-40B4-BE49-F238E27FC236}">
                        <a16:creationId xmlns:a16="http://schemas.microsoft.com/office/drawing/2014/main" id="{0EB529AF-7EBE-53B4-600C-0BC758C8F89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4545" name="Freeform 30">
                    <a:extLst>
                      <a:ext uri="{FF2B5EF4-FFF2-40B4-BE49-F238E27FC236}">
                        <a16:creationId xmlns:a16="http://schemas.microsoft.com/office/drawing/2014/main" id="{B5596F9F-0B33-A225-99AD-E5DB2C7423E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4546" name="Freeform 31">
                    <a:extLst>
                      <a:ext uri="{FF2B5EF4-FFF2-40B4-BE49-F238E27FC236}">
                        <a16:creationId xmlns:a16="http://schemas.microsoft.com/office/drawing/2014/main" id="{A26699E5-CD20-97C6-E481-0635030960A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4547" name="Freeform 32">
                    <a:extLst>
                      <a:ext uri="{FF2B5EF4-FFF2-40B4-BE49-F238E27FC236}">
                        <a16:creationId xmlns:a16="http://schemas.microsoft.com/office/drawing/2014/main" id="{4EA53AAC-5864-1268-FBB3-5BBAB2790A9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4548" name="Freeform 33">
                    <a:extLst>
                      <a:ext uri="{FF2B5EF4-FFF2-40B4-BE49-F238E27FC236}">
                        <a16:creationId xmlns:a16="http://schemas.microsoft.com/office/drawing/2014/main" id="{B88C8B42-43ED-C8E2-1638-C0CB19F3802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</p:grpSp>
        </p:grpSp>
        <p:sp>
          <p:nvSpPr>
            <p:cNvPr id="14536" name="WordArt 34">
              <a:extLst>
                <a:ext uri="{FF2B5EF4-FFF2-40B4-BE49-F238E27FC236}">
                  <a16:creationId xmlns:a16="http://schemas.microsoft.com/office/drawing/2014/main" id="{16AED304-C1DE-7109-E4A8-5D59C3AADFF0}"/>
                </a:ext>
              </a:extLst>
            </p:cNvPr>
            <p:cNvSpPr>
              <a:spLocks noChangeAspect="1" noChangeArrowheads="1" noChangeShapeType="1" noTextEdit="1"/>
            </p:cNvSpPr>
            <p:nvPr/>
          </p:nvSpPr>
          <p:spPr bwMode="auto">
            <a:xfrm>
              <a:off x="1709" y="1042"/>
              <a:ext cx="518" cy="15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r5  </a:t>
              </a:r>
            </a:p>
          </p:txBody>
        </p:sp>
      </p:grpSp>
      <p:grpSp>
        <p:nvGrpSpPr>
          <p:cNvPr id="14353" name="Group 35">
            <a:extLst>
              <a:ext uri="{FF2B5EF4-FFF2-40B4-BE49-F238E27FC236}">
                <a16:creationId xmlns:a16="http://schemas.microsoft.com/office/drawing/2014/main" id="{86F65C2E-5010-0159-A58E-96D312DD677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391400" y="2924176"/>
            <a:ext cx="552450" cy="460375"/>
            <a:chOff x="144" y="3264"/>
            <a:chExt cx="288" cy="240"/>
          </a:xfrm>
        </p:grpSpPr>
        <p:sp>
          <p:nvSpPr>
            <p:cNvPr id="14533" name="Rectangle 36">
              <a:extLst>
                <a:ext uri="{FF2B5EF4-FFF2-40B4-BE49-F238E27FC236}">
                  <a16:creationId xmlns:a16="http://schemas.microsoft.com/office/drawing/2014/main" id="{D81C78AA-3330-AB2B-E8E0-70162A084BA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400" b="1">
                  <a:latin typeface="Courier New" panose="02070309020205020404" pitchFamily="49" charset="0"/>
                </a:rPr>
                <a:t>eth0</a:t>
              </a:r>
            </a:p>
          </p:txBody>
        </p:sp>
        <p:sp>
          <p:nvSpPr>
            <p:cNvPr id="14534" name="Rectangle 37">
              <a:extLst>
                <a:ext uri="{FF2B5EF4-FFF2-40B4-BE49-F238E27FC236}">
                  <a16:creationId xmlns:a16="http://schemas.microsoft.com/office/drawing/2014/main" id="{4C8F8CA8-3609-CF2C-FDFD-D49FE930C72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400" b="1">
                  <a:solidFill>
                    <a:srgbClr val="5F5F5F"/>
                  </a:solidFill>
                  <a:latin typeface="Courier New" panose="02070309020205020404" pitchFamily="49" charset="0"/>
                </a:rPr>
                <a:t>1</a:t>
              </a:r>
            </a:p>
          </p:txBody>
        </p:sp>
      </p:grpSp>
      <p:grpSp>
        <p:nvGrpSpPr>
          <p:cNvPr id="14354" name="Group 38">
            <a:extLst>
              <a:ext uri="{FF2B5EF4-FFF2-40B4-BE49-F238E27FC236}">
                <a16:creationId xmlns:a16="http://schemas.microsoft.com/office/drawing/2014/main" id="{C3D49993-9F6E-B9D2-A75B-C0581AF8C02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8832850" y="1989139"/>
            <a:ext cx="552450" cy="460375"/>
            <a:chOff x="144" y="3264"/>
            <a:chExt cx="288" cy="240"/>
          </a:xfrm>
        </p:grpSpPr>
        <p:sp>
          <p:nvSpPr>
            <p:cNvPr id="14531" name="Rectangle 39">
              <a:extLst>
                <a:ext uri="{FF2B5EF4-FFF2-40B4-BE49-F238E27FC236}">
                  <a16:creationId xmlns:a16="http://schemas.microsoft.com/office/drawing/2014/main" id="{7D5FE156-7C6C-AE84-8B58-79019232DCE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400" b="1">
                  <a:latin typeface="Courier New" panose="02070309020205020404" pitchFamily="49" charset="0"/>
                </a:rPr>
                <a:t>eth0</a:t>
              </a:r>
            </a:p>
          </p:txBody>
        </p:sp>
        <p:sp>
          <p:nvSpPr>
            <p:cNvPr id="14532" name="Rectangle 40">
              <a:extLst>
                <a:ext uri="{FF2B5EF4-FFF2-40B4-BE49-F238E27FC236}">
                  <a16:creationId xmlns:a16="http://schemas.microsoft.com/office/drawing/2014/main" id="{6F3F62EB-F84C-FD84-146A-26B12EAAFF8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400" b="1">
                  <a:solidFill>
                    <a:srgbClr val="5F5F5F"/>
                  </a:solidFill>
                  <a:latin typeface="Courier New" panose="02070309020205020404" pitchFamily="49" charset="0"/>
                </a:rPr>
                <a:t>2</a:t>
              </a:r>
            </a:p>
          </p:txBody>
        </p:sp>
      </p:grpSp>
      <p:sp>
        <p:nvSpPr>
          <p:cNvPr id="14355" name="Oval 41">
            <a:extLst>
              <a:ext uri="{FF2B5EF4-FFF2-40B4-BE49-F238E27FC236}">
                <a16:creationId xmlns:a16="http://schemas.microsoft.com/office/drawing/2014/main" id="{9A1828AB-8226-3BD7-477F-7DC34BF763A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112125" y="2636838"/>
            <a:ext cx="368300" cy="36830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2000">
                <a:latin typeface="Tahoma" panose="020B0604030504040204" pitchFamily="34" charset="0"/>
              </a:rPr>
              <a:t>L</a:t>
            </a:r>
          </a:p>
        </p:txBody>
      </p:sp>
      <p:sp>
        <p:nvSpPr>
          <p:cNvPr id="14356" name="Line 42">
            <a:extLst>
              <a:ext uri="{FF2B5EF4-FFF2-40B4-BE49-F238E27FC236}">
                <a16:creationId xmlns:a16="http://schemas.microsoft.com/office/drawing/2014/main" id="{2CBA0803-E50A-F98D-3E7A-0E15D39B14D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59376" y="3625851"/>
            <a:ext cx="1679575" cy="189071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357" name="Line 43">
            <a:extLst>
              <a:ext uri="{FF2B5EF4-FFF2-40B4-BE49-F238E27FC236}">
                <a16:creationId xmlns:a16="http://schemas.microsoft.com/office/drawing/2014/main" id="{3E4978BC-26DF-A934-1719-980BAB18E11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43476" y="2205039"/>
            <a:ext cx="144463" cy="32400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358" name="Line 44">
            <a:extLst>
              <a:ext uri="{FF2B5EF4-FFF2-40B4-BE49-F238E27FC236}">
                <a16:creationId xmlns:a16="http://schemas.microsoft.com/office/drawing/2014/main" id="{5EE99F63-C9C9-A8D4-9387-F48FA5312FBA}"/>
              </a:ext>
            </a:extLst>
          </p:cNvPr>
          <p:cNvSpPr>
            <a:spLocks noChangeShapeType="1"/>
          </p:cNvSpPr>
          <p:nvPr/>
        </p:nvSpPr>
        <p:spPr bwMode="auto">
          <a:xfrm>
            <a:off x="4943475" y="2060576"/>
            <a:ext cx="1989138" cy="14446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14359" name="Group 45">
            <a:extLst>
              <a:ext uri="{FF2B5EF4-FFF2-40B4-BE49-F238E27FC236}">
                <a16:creationId xmlns:a16="http://schemas.microsoft.com/office/drawing/2014/main" id="{45535EE9-CED1-F039-0288-749BDFC2F2D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191250" y="3860801"/>
            <a:ext cx="552450" cy="460375"/>
            <a:chOff x="144" y="3264"/>
            <a:chExt cx="288" cy="240"/>
          </a:xfrm>
        </p:grpSpPr>
        <p:sp>
          <p:nvSpPr>
            <p:cNvPr id="14529" name="Rectangle 46">
              <a:extLst>
                <a:ext uri="{FF2B5EF4-FFF2-40B4-BE49-F238E27FC236}">
                  <a16:creationId xmlns:a16="http://schemas.microsoft.com/office/drawing/2014/main" id="{1CF073D7-9E72-B8A2-982A-1C3C7A675AD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400" b="1">
                  <a:latin typeface="Courier New" panose="02070309020205020404" pitchFamily="49" charset="0"/>
                </a:rPr>
                <a:t>eth2</a:t>
              </a:r>
            </a:p>
          </p:txBody>
        </p:sp>
        <p:sp>
          <p:nvSpPr>
            <p:cNvPr id="14530" name="Rectangle 47">
              <a:extLst>
                <a:ext uri="{FF2B5EF4-FFF2-40B4-BE49-F238E27FC236}">
                  <a16:creationId xmlns:a16="http://schemas.microsoft.com/office/drawing/2014/main" id="{67D753C6-C2E3-FEA1-79A2-CFC7D7F5685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400" b="1">
                  <a:solidFill>
                    <a:srgbClr val="5F5F5F"/>
                  </a:solidFill>
                  <a:latin typeface="Courier New" panose="02070309020205020404" pitchFamily="49" charset="0"/>
                </a:rPr>
                <a:t>18</a:t>
              </a:r>
            </a:p>
          </p:txBody>
        </p:sp>
      </p:grpSp>
      <p:grpSp>
        <p:nvGrpSpPr>
          <p:cNvPr id="14360" name="Group 48">
            <a:extLst>
              <a:ext uri="{FF2B5EF4-FFF2-40B4-BE49-F238E27FC236}">
                <a16:creationId xmlns:a16="http://schemas.microsoft.com/office/drawing/2014/main" id="{8D01C5B6-8776-59DF-7E6B-DAA30A0E339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562725" y="3387726"/>
            <a:ext cx="736600" cy="404813"/>
            <a:chOff x="3264" y="912"/>
            <a:chExt cx="576" cy="316"/>
          </a:xfrm>
        </p:grpSpPr>
        <p:sp>
          <p:nvSpPr>
            <p:cNvPr id="14508" name="AutoShape 49">
              <a:extLst>
                <a:ext uri="{FF2B5EF4-FFF2-40B4-BE49-F238E27FC236}">
                  <a16:creationId xmlns:a16="http://schemas.microsoft.com/office/drawing/2014/main" id="{2F8FEB1B-A4EF-72BD-F5E6-5C9960AE518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264" y="912"/>
              <a:ext cx="576" cy="316"/>
            </a:xfrm>
            <a:prstGeom prst="can">
              <a:avLst>
                <a:gd name="adj" fmla="val 50000"/>
              </a:avLst>
            </a:prstGeom>
            <a:gradFill rotWithShape="0">
              <a:gsLst>
                <a:gs pos="0">
                  <a:srgbClr val="002F5E"/>
                </a:gs>
                <a:gs pos="50000">
                  <a:srgbClr val="0066CC"/>
                </a:gs>
                <a:gs pos="100000">
                  <a:srgbClr val="002F5E"/>
                </a:gs>
              </a:gsLst>
              <a:lin ang="0" scaled="1"/>
            </a:gradFill>
            <a:ln w="9525">
              <a:solidFill>
                <a:srgbClr val="819F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73025" tIns="36512" rIns="73025" bIns="36512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it-IT" altLang="en-IT"/>
            </a:p>
          </p:txBody>
        </p:sp>
        <p:grpSp>
          <p:nvGrpSpPr>
            <p:cNvPr id="14509" name="Group 50">
              <a:extLst>
                <a:ext uri="{FF2B5EF4-FFF2-40B4-BE49-F238E27FC236}">
                  <a16:creationId xmlns:a16="http://schemas.microsoft.com/office/drawing/2014/main" id="{915D773F-BCEC-CB46-C2B2-57A03EE1B1D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370" y="932"/>
              <a:ext cx="359" cy="124"/>
              <a:chOff x="422" y="1632"/>
              <a:chExt cx="829" cy="298"/>
            </a:xfrm>
          </p:grpSpPr>
          <p:grpSp>
            <p:nvGrpSpPr>
              <p:cNvPr id="14511" name="Group 51">
                <a:extLst>
                  <a:ext uri="{FF2B5EF4-FFF2-40B4-BE49-F238E27FC236}">
                    <a16:creationId xmlns:a16="http://schemas.microsoft.com/office/drawing/2014/main" id="{D8F115F1-7CD3-1A40-BDD3-8A7C69259D37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22" y="1632"/>
                <a:ext cx="822" cy="291"/>
                <a:chOff x="422" y="1632"/>
                <a:chExt cx="822" cy="291"/>
              </a:xfrm>
            </p:grpSpPr>
            <p:sp>
              <p:nvSpPr>
                <p:cNvPr id="14521" name="Freeform 52">
                  <a:extLst>
                    <a:ext uri="{FF2B5EF4-FFF2-40B4-BE49-F238E27FC236}">
                      <a16:creationId xmlns:a16="http://schemas.microsoft.com/office/drawing/2014/main" id="{69942103-AFF3-B5C4-5273-0B926A2D332F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1" y="1639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4 w 393"/>
                    <a:gd name="T11" fmla="*/ 0 h 125"/>
                    <a:gd name="T12" fmla="*/ 196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4" y="0"/>
                      </a:lnTo>
                      <a:lnTo>
                        <a:pt x="196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4522" name="Freeform 53">
                  <a:extLst>
                    <a:ext uri="{FF2B5EF4-FFF2-40B4-BE49-F238E27FC236}">
                      <a16:creationId xmlns:a16="http://schemas.microsoft.com/office/drawing/2014/main" id="{F3DC6B1B-1049-DB80-9E0A-493C793B148B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1" y="1639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4 w 393"/>
                    <a:gd name="T11" fmla="*/ 0 h 125"/>
                    <a:gd name="T12" fmla="*/ 196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4" y="0"/>
                      </a:lnTo>
                      <a:lnTo>
                        <a:pt x="196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4523" name="Freeform 54">
                  <a:extLst>
                    <a:ext uri="{FF2B5EF4-FFF2-40B4-BE49-F238E27FC236}">
                      <a16:creationId xmlns:a16="http://schemas.microsoft.com/office/drawing/2014/main" id="{400CCD1A-6D3D-BFB0-F7C5-1DE6D90BE1EF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2" y="1785"/>
                  <a:ext cx="393" cy="132"/>
                </a:xfrm>
                <a:custGeom>
                  <a:avLst/>
                  <a:gdLst>
                    <a:gd name="T0" fmla="*/ 393 w 393"/>
                    <a:gd name="T1" fmla="*/ 28 h 132"/>
                    <a:gd name="T2" fmla="*/ 305 w 393"/>
                    <a:gd name="T3" fmla="*/ 0 h 132"/>
                    <a:gd name="T4" fmla="*/ 102 w 393"/>
                    <a:gd name="T5" fmla="*/ 83 h 132"/>
                    <a:gd name="T6" fmla="*/ 0 w 393"/>
                    <a:gd name="T7" fmla="*/ 55 h 132"/>
                    <a:gd name="T8" fmla="*/ 51 w 393"/>
                    <a:gd name="T9" fmla="*/ 132 h 132"/>
                    <a:gd name="T10" fmla="*/ 305 w 393"/>
                    <a:gd name="T11" fmla="*/ 132 h 132"/>
                    <a:gd name="T12" fmla="*/ 196 w 393"/>
                    <a:gd name="T13" fmla="*/ 104 h 132"/>
                    <a:gd name="T14" fmla="*/ 393 w 393"/>
                    <a:gd name="T15" fmla="*/ 28 h 13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2">
                      <a:moveTo>
                        <a:pt x="393" y="28"/>
                      </a:moveTo>
                      <a:lnTo>
                        <a:pt x="305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2"/>
                      </a:lnTo>
                      <a:lnTo>
                        <a:pt x="305" y="132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4524" name="Freeform 55">
                  <a:extLst>
                    <a:ext uri="{FF2B5EF4-FFF2-40B4-BE49-F238E27FC236}">
                      <a16:creationId xmlns:a16="http://schemas.microsoft.com/office/drawing/2014/main" id="{B853DE82-E0A2-8403-4E87-02235696CE42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2" y="1785"/>
                  <a:ext cx="393" cy="132"/>
                </a:xfrm>
                <a:custGeom>
                  <a:avLst/>
                  <a:gdLst>
                    <a:gd name="T0" fmla="*/ 393 w 393"/>
                    <a:gd name="T1" fmla="*/ 28 h 132"/>
                    <a:gd name="T2" fmla="*/ 305 w 393"/>
                    <a:gd name="T3" fmla="*/ 0 h 132"/>
                    <a:gd name="T4" fmla="*/ 102 w 393"/>
                    <a:gd name="T5" fmla="*/ 83 h 132"/>
                    <a:gd name="T6" fmla="*/ 0 w 393"/>
                    <a:gd name="T7" fmla="*/ 55 h 132"/>
                    <a:gd name="T8" fmla="*/ 51 w 393"/>
                    <a:gd name="T9" fmla="*/ 132 h 132"/>
                    <a:gd name="T10" fmla="*/ 305 w 393"/>
                    <a:gd name="T11" fmla="*/ 132 h 132"/>
                    <a:gd name="T12" fmla="*/ 196 w 393"/>
                    <a:gd name="T13" fmla="*/ 104 h 132"/>
                    <a:gd name="T14" fmla="*/ 393 w 393"/>
                    <a:gd name="T15" fmla="*/ 28 h 13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2">
                      <a:moveTo>
                        <a:pt x="393" y="28"/>
                      </a:moveTo>
                      <a:lnTo>
                        <a:pt x="305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2"/>
                      </a:lnTo>
                      <a:lnTo>
                        <a:pt x="305" y="132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4525" name="Freeform 56">
                  <a:extLst>
                    <a:ext uri="{FF2B5EF4-FFF2-40B4-BE49-F238E27FC236}">
                      <a16:creationId xmlns:a16="http://schemas.microsoft.com/office/drawing/2014/main" id="{FE63F403-3FF2-D540-2958-07D5EBFFDE3E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44" y="1632"/>
                  <a:ext cx="392" cy="125"/>
                </a:xfrm>
                <a:custGeom>
                  <a:avLst/>
                  <a:gdLst>
                    <a:gd name="T0" fmla="*/ 0 w 392"/>
                    <a:gd name="T1" fmla="*/ 28 h 125"/>
                    <a:gd name="T2" fmla="*/ 87 w 392"/>
                    <a:gd name="T3" fmla="*/ 0 h 125"/>
                    <a:gd name="T4" fmla="*/ 298 w 392"/>
                    <a:gd name="T5" fmla="*/ 77 h 125"/>
                    <a:gd name="T6" fmla="*/ 392 w 392"/>
                    <a:gd name="T7" fmla="*/ 56 h 125"/>
                    <a:gd name="T8" fmla="*/ 341 w 392"/>
                    <a:gd name="T9" fmla="*/ 125 h 125"/>
                    <a:gd name="T10" fmla="*/ 94 w 392"/>
                    <a:gd name="T11" fmla="*/ 125 h 125"/>
                    <a:gd name="T12" fmla="*/ 196 w 392"/>
                    <a:gd name="T13" fmla="*/ 104 h 125"/>
                    <a:gd name="T14" fmla="*/ 0 w 392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2" y="56"/>
                      </a:lnTo>
                      <a:lnTo>
                        <a:pt x="341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4526" name="Freeform 57">
                  <a:extLst>
                    <a:ext uri="{FF2B5EF4-FFF2-40B4-BE49-F238E27FC236}">
                      <a16:creationId xmlns:a16="http://schemas.microsoft.com/office/drawing/2014/main" id="{C7A9B131-E38E-3A8F-3C0B-6035670AB558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44" y="1632"/>
                  <a:ext cx="392" cy="125"/>
                </a:xfrm>
                <a:custGeom>
                  <a:avLst/>
                  <a:gdLst>
                    <a:gd name="T0" fmla="*/ 0 w 392"/>
                    <a:gd name="T1" fmla="*/ 28 h 125"/>
                    <a:gd name="T2" fmla="*/ 87 w 392"/>
                    <a:gd name="T3" fmla="*/ 0 h 125"/>
                    <a:gd name="T4" fmla="*/ 298 w 392"/>
                    <a:gd name="T5" fmla="*/ 77 h 125"/>
                    <a:gd name="T6" fmla="*/ 392 w 392"/>
                    <a:gd name="T7" fmla="*/ 56 h 125"/>
                    <a:gd name="T8" fmla="*/ 341 w 392"/>
                    <a:gd name="T9" fmla="*/ 125 h 125"/>
                    <a:gd name="T10" fmla="*/ 94 w 392"/>
                    <a:gd name="T11" fmla="*/ 125 h 125"/>
                    <a:gd name="T12" fmla="*/ 196 w 392"/>
                    <a:gd name="T13" fmla="*/ 104 h 125"/>
                    <a:gd name="T14" fmla="*/ 0 w 392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2" y="56"/>
                      </a:lnTo>
                      <a:lnTo>
                        <a:pt x="341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4527" name="Freeform 58">
                  <a:extLst>
                    <a:ext uri="{FF2B5EF4-FFF2-40B4-BE49-F238E27FC236}">
                      <a16:creationId xmlns:a16="http://schemas.microsoft.com/office/drawing/2014/main" id="{48EE464D-E166-F214-4842-58861C6D41F3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36" y="1799"/>
                  <a:ext cx="393" cy="124"/>
                </a:xfrm>
                <a:custGeom>
                  <a:avLst/>
                  <a:gdLst>
                    <a:gd name="T0" fmla="*/ 393 w 393"/>
                    <a:gd name="T1" fmla="*/ 97 h 124"/>
                    <a:gd name="T2" fmla="*/ 306 w 393"/>
                    <a:gd name="T3" fmla="*/ 124 h 124"/>
                    <a:gd name="T4" fmla="*/ 102 w 393"/>
                    <a:gd name="T5" fmla="*/ 41 h 124"/>
                    <a:gd name="T6" fmla="*/ 0 w 393"/>
                    <a:gd name="T7" fmla="*/ 69 h 124"/>
                    <a:gd name="T8" fmla="*/ 51 w 393"/>
                    <a:gd name="T9" fmla="*/ 0 h 124"/>
                    <a:gd name="T10" fmla="*/ 306 w 393"/>
                    <a:gd name="T11" fmla="*/ 0 h 124"/>
                    <a:gd name="T12" fmla="*/ 197 w 393"/>
                    <a:gd name="T13" fmla="*/ 21 h 124"/>
                    <a:gd name="T14" fmla="*/ 393 w 393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4">
                      <a:moveTo>
                        <a:pt x="393" y="97"/>
                      </a:moveTo>
                      <a:lnTo>
                        <a:pt x="306" y="124"/>
                      </a:lnTo>
                      <a:lnTo>
                        <a:pt x="102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6" y="0"/>
                      </a:lnTo>
                      <a:lnTo>
                        <a:pt x="197" y="21"/>
                      </a:lnTo>
                      <a:lnTo>
                        <a:pt x="393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4528" name="Freeform 59">
                  <a:extLst>
                    <a:ext uri="{FF2B5EF4-FFF2-40B4-BE49-F238E27FC236}">
                      <a16:creationId xmlns:a16="http://schemas.microsoft.com/office/drawing/2014/main" id="{AEA23B52-02CB-5709-EE1D-A44FDC2906F3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36" y="1799"/>
                  <a:ext cx="393" cy="124"/>
                </a:xfrm>
                <a:custGeom>
                  <a:avLst/>
                  <a:gdLst>
                    <a:gd name="T0" fmla="*/ 393 w 393"/>
                    <a:gd name="T1" fmla="*/ 97 h 124"/>
                    <a:gd name="T2" fmla="*/ 306 w 393"/>
                    <a:gd name="T3" fmla="*/ 124 h 124"/>
                    <a:gd name="T4" fmla="*/ 102 w 393"/>
                    <a:gd name="T5" fmla="*/ 41 h 124"/>
                    <a:gd name="T6" fmla="*/ 0 w 393"/>
                    <a:gd name="T7" fmla="*/ 69 h 124"/>
                    <a:gd name="T8" fmla="*/ 51 w 393"/>
                    <a:gd name="T9" fmla="*/ 0 h 124"/>
                    <a:gd name="T10" fmla="*/ 306 w 393"/>
                    <a:gd name="T11" fmla="*/ 0 h 124"/>
                    <a:gd name="T12" fmla="*/ 197 w 393"/>
                    <a:gd name="T13" fmla="*/ 21 h 124"/>
                    <a:gd name="T14" fmla="*/ 393 w 393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4">
                      <a:moveTo>
                        <a:pt x="393" y="97"/>
                      </a:moveTo>
                      <a:lnTo>
                        <a:pt x="306" y="124"/>
                      </a:lnTo>
                      <a:lnTo>
                        <a:pt x="102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6" y="0"/>
                      </a:lnTo>
                      <a:lnTo>
                        <a:pt x="197" y="21"/>
                      </a:lnTo>
                      <a:lnTo>
                        <a:pt x="393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4512" name="Group 60">
                <a:extLst>
                  <a:ext uri="{FF2B5EF4-FFF2-40B4-BE49-F238E27FC236}">
                    <a16:creationId xmlns:a16="http://schemas.microsoft.com/office/drawing/2014/main" id="{576B20A0-4BCB-56D9-4BEE-2ABA9D8F9C1B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29" y="1639"/>
                <a:ext cx="822" cy="291"/>
                <a:chOff x="429" y="1639"/>
                <a:chExt cx="822" cy="291"/>
              </a:xfrm>
            </p:grpSpPr>
            <p:sp>
              <p:nvSpPr>
                <p:cNvPr id="14513" name="Freeform 61">
                  <a:extLst>
                    <a:ext uri="{FF2B5EF4-FFF2-40B4-BE49-F238E27FC236}">
                      <a16:creationId xmlns:a16="http://schemas.microsoft.com/office/drawing/2014/main" id="{486977BB-FA75-A2D1-5802-F35B822CE6E7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8" y="1646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5 w 393"/>
                    <a:gd name="T11" fmla="*/ 0 h 125"/>
                    <a:gd name="T12" fmla="*/ 197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5" y="0"/>
                      </a:lnTo>
                      <a:lnTo>
                        <a:pt x="197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4514" name="Freeform 62">
                  <a:extLst>
                    <a:ext uri="{FF2B5EF4-FFF2-40B4-BE49-F238E27FC236}">
                      <a16:creationId xmlns:a16="http://schemas.microsoft.com/office/drawing/2014/main" id="{3E05F278-4424-BC0F-F9F1-E43478C5F21B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8" y="1646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5 w 393"/>
                    <a:gd name="T11" fmla="*/ 0 h 125"/>
                    <a:gd name="T12" fmla="*/ 197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5" y="0"/>
                      </a:lnTo>
                      <a:lnTo>
                        <a:pt x="197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4515" name="Freeform 63">
                  <a:extLst>
                    <a:ext uri="{FF2B5EF4-FFF2-40B4-BE49-F238E27FC236}">
                      <a16:creationId xmlns:a16="http://schemas.microsoft.com/office/drawing/2014/main" id="{7F40C09B-BE9F-3CF6-21AC-ADF968633407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9" y="1792"/>
                  <a:ext cx="393" cy="131"/>
                </a:xfrm>
                <a:custGeom>
                  <a:avLst/>
                  <a:gdLst>
                    <a:gd name="T0" fmla="*/ 393 w 393"/>
                    <a:gd name="T1" fmla="*/ 28 h 131"/>
                    <a:gd name="T2" fmla="*/ 306 w 393"/>
                    <a:gd name="T3" fmla="*/ 0 h 131"/>
                    <a:gd name="T4" fmla="*/ 102 w 393"/>
                    <a:gd name="T5" fmla="*/ 83 h 131"/>
                    <a:gd name="T6" fmla="*/ 0 w 393"/>
                    <a:gd name="T7" fmla="*/ 55 h 131"/>
                    <a:gd name="T8" fmla="*/ 51 w 393"/>
                    <a:gd name="T9" fmla="*/ 131 h 131"/>
                    <a:gd name="T10" fmla="*/ 306 w 393"/>
                    <a:gd name="T11" fmla="*/ 131 h 131"/>
                    <a:gd name="T12" fmla="*/ 196 w 393"/>
                    <a:gd name="T13" fmla="*/ 104 h 131"/>
                    <a:gd name="T14" fmla="*/ 393 w 393"/>
                    <a:gd name="T15" fmla="*/ 28 h 13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1">
                      <a:moveTo>
                        <a:pt x="393" y="28"/>
                      </a:moveTo>
                      <a:lnTo>
                        <a:pt x="306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1"/>
                      </a:lnTo>
                      <a:lnTo>
                        <a:pt x="306" y="131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4516" name="Freeform 64">
                  <a:extLst>
                    <a:ext uri="{FF2B5EF4-FFF2-40B4-BE49-F238E27FC236}">
                      <a16:creationId xmlns:a16="http://schemas.microsoft.com/office/drawing/2014/main" id="{E71FFB46-C20C-E680-D8FD-AE86D45B97A0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9" y="1792"/>
                  <a:ext cx="393" cy="131"/>
                </a:xfrm>
                <a:custGeom>
                  <a:avLst/>
                  <a:gdLst>
                    <a:gd name="T0" fmla="*/ 393 w 393"/>
                    <a:gd name="T1" fmla="*/ 28 h 131"/>
                    <a:gd name="T2" fmla="*/ 306 w 393"/>
                    <a:gd name="T3" fmla="*/ 0 h 131"/>
                    <a:gd name="T4" fmla="*/ 102 w 393"/>
                    <a:gd name="T5" fmla="*/ 83 h 131"/>
                    <a:gd name="T6" fmla="*/ 0 w 393"/>
                    <a:gd name="T7" fmla="*/ 55 h 131"/>
                    <a:gd name="T8" fmla="*/ 51 w 393"/>
                    <a:gd name="T9" fmla="*/ 131 h 131"/>
                    <a:gd name="T10" fmla="*/ 306 w 393"/>
                    <a:gd name="T11" fmla="*/ 131 h 131"/>
                    <a:gd name="T12" fmla="*/ 196 w 393"/>
                    <a:gd name="T13" fmla="*/ 104 h 131"/>
                    <a:gd name="T14" fmla="*/ 393 w 393"/>
                    <a:gd name="T15" fmla="*/ 28 h 13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1">
                      <a:moveTo>
                        <a:pt x="393" y="28"/>
                      </a:moveTo>
                      <a:lnTo>
                        <a:pt x="306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1"/>
                      </a:lnTo>
                      <a:lnTo>
                        <a:pt x="306" y="131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4517" name="Freeform 65">
                  <a:extLst>
                    <a:ext uri="{FF2B5EF4-FFF2-40B4-BE49-F238E27FC236}">
                      <a16:creationId xmlns:a16="http://schemas.microsoft.com/office/drawing/2014/main" id="{23F2E4B6-1A78-EC1C-EABC-36790CB28C88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51" y="1639"/>
                  <a:ext cx="393" cy="125"/>
                </a:xfrm>
                <a:custGeom>
                  <a:avLst/>
                  <a:gdLst>
                    <a:gd name="T0" fmla="*/ 0 w 393"/>
                    <a:gd name="T1" fmla="*/ 28 h 125"/>
                    <a:gd name="T2" fmla="*/ 87 w 393"/>
                    <a:gd name="T3" fmla="*/ 0 h 125"/>
                    <a:gd name="T4" fmla="*/ 298 w 393"/>
                    <a:gd name="T5" fmla="*/ 77 h 125"/>
                    <a:gd name="T6" fmla="*/ 393 w 393"/>
                    <a:gd name="T7" fmla="*/ 56 h 125"/>
                    <a:gd name="T8" fmla="*/ 342 w 393"/>
                    <a:gd name="T9" fmla="*/ 125 h 125"/>
                    <a:gd name="T10" fmla="*/ 94 w 393"/>
                    <a:gd name="T11" fmla="*/ 125 h 125"/>
                    <a:gd name="T12" fmla="*/ 196 w 393"/>
                    <a:gd name="T13" fmla="*/ 104 h 125"/>
                    <a:gd name="T14" fmla="*/ 0 w 393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3" y="56"/>
                      </a:lnTo>
                      <a:lnTo>
                        <a:pt x="342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4518" name="Freeform 66">
                  <a:extLst>
                    <a:ext uri="{FF2B5EF4-FFF2-40B4-BE49-F238E27FC236}">
                      <a16:creationId xmlns:a16="http://schemas.microsoft.com/office/drawing/2014/main" id="{1CC4A37A-8DA6-808B-C3A8-FDF0A516DFB8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51" y="1639"/>
                  <a:ext cx="393" cy="125"/>
                </a:xfrm>
                <a:custGeom>
                  <a:avLst/>
                  <a:gdLst>
                    <a:gd name="T0" fmla="*/ 0 w 393"/>
                    <a:gd name="T1" fmla="*/ 28 h 125"/>
                    <a:gd name="T2" fmla="*/ 87 w 393"/>
                    <a:gd name="T3" fmla="*/ 0 h 125"/>
                    <a:gd name="T4" fmla="*/ 298 w 393"/>
                    <a:gd name="T5" fmla="*/ 77 h 125"/>
                    <a:gd name="T6" fmla="*/ 393 w 393"/>
                    <a:gd name="T7" fmla="*/ 56 h 125"/>
                    <a:gd name="T8" fmla="*/ 342 w 393"/>
                    <a:gd name="T9" fmla="*/ 125 h 125"/>
                    <a:gd name="T10" fmla="*/ 94 w 393"/>
                    <a:gd name="T11" fmla="*/ 125 h 125"/>
                    <a:gd name="T12" fmla="*/ 196 w 393"/>
                    <a:gd name="T13" fmla="*/ 104 h 125"/>
                    <a:gd name="T14" fmla="*/ 0 w 393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3" y="56"/>
                      </a:lnTo>
                      <a:lnTo>
                        <a:pt x="342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4519" name="Freeform 67">
                  <a:extLst>
                    <a:ext uri="{FF2B5EF4-FFF2-40B4-BE49-F238E27FC236}">
                      <a16:creationId xmlns:a16="http://schemas.microsoft.com/office/drawing/2014/main" id="{A6499530-FB19-7D44-CE7D-40D258EF98F3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44" y="1806"/>
                  <a:ext cx="392" cy="124"/>
                </a:xfrm>
                <a:custGeom>
                  <a:avLst/>
                  <a:gdLst>
                    <a:gd name="T0" fmla="*/ 392 w 392"/>
                    <a:gd name="T1" fmla="*/ 97 h 124"/>
                    <a:gd name="T2" fmla="*/ 305 w 392"/>
                    <a:gd name="T3" fmla="*/ 124 h 124"/>
                    <a:gd name="T4" fmla="*/ 101 w 392"/>
                    <a:gd name="T5" fmla="*/ 41 h 124"/>
                    <a:gd name="T6" fmla="*/ 0 w 392"/>
                    <a:gd name="T7" fmla="*/ 69 h 124"/>
                    <a:gd name="T8" fmla="*/ 51 w 392"/>
                    <a:gd name="T9" fmla="*/ 0 h 124"/>
                    <a:gd name="T10" fmla="*/ 305 w 392"/>
                    <a:gd name="T11" fmla="*/ 0 h 124"/>
                    <a:gd name="T12" fmla="*/ 196 w 392"/>
                    <a:gd name="T13" fmla="*/ 20 h 124"/>
                    <a:gd name="T14" fmla="*/ 392 w 392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4">
                      <a:moveTo>
                        <a:pt x="392" y="97"/>
                      </a:moveTo>
                      <a:lnTo>
                        <a:pt x="305" y="124"/>
                      </a:lnTo>
                      <a:lnTo>
                        <a:pt x="101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5" y="0"/>
                      </a:lnTo>
                      <a:lnTo>
                        <a:pt x="196" y="20"/>
                      </a:lnTo>
                      <a:lnTo>
                        <a:pt x="392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4520" name="Freeform 68">
                  <a:extLst>
                    <a:ext uri="{FF2B5EF4-FFF2-40B4-BE49-F238E27FC236}">
                      <a16:creationId xmlns:a16="http://schemas.microsoft.com/office/drawing/2014/main" id="{763A5641-ED99-DFE4-39C1-A0BD98D351E9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44" y="1806"/>
                  <a:ext cx="392" cy="124"/>
                </a:xfrm>
                <a:custGeom>
                  <a:avLst/>
                  <a:gdLst>
                    <a:gd name="T0" fmla="*/ 392 w 392"/>
                    <a:gd name="T1" fmla="*/ 97 h 124"/>
                    <a:gd name="T2" fmla="*/ 305 w 392"/>
                    <a:gd name="T3" fmla="*/ 124 h 124"/>
                    <a:gd name="T4" fmla="*/ 101 w 392"/>
                    <a:gd name="T5" fmla="*/ 41 h 124"/>
                    <a:gd name="T6" fmla="*/ 0 w 392"/>
                    <a:gd name="T7" fmla="*/ 69 h 124"/>
                    <a:gd name="T8" fmla="*/ 51 w 392"/>
                    <a:gd name="T9" fmla="*/ 0 h 124"/>
                    <a:gd name="T10" fmla="*/ 305 w 392"/>
                    <a:gd name="T11" fmla="*/ 0 h 124"/>
                    <a:gd name="T12" fmla="*/ 196 w 392"/>
                    <a:gd name="T13" fmla="*/ 20 h 124"/>
                    <a:gd name="T14" fmla="*/ 392 w 392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4">
                      <a:moveTo>
                        <a:pt x="392" y="97"/>
                      </a:moveTo>
                      <a:lnTo>
                        <a:pt x="305" y="124"/>
                      </a:lnTo>
                      <a:lnTo>
                        <a:pt x="101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5" y="0"/>
                      </a:lnTo>
                      <a:lnTo>
                        <a:pt x="196" y="20"/>
                      </a:lnTo>
                      <a:lnTo>
                        <a:pt x="392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</p:grpSp>
        <p:sp>
          <p:nvSpPr>
            <p:cNvPr id="14510" name="WordArt 69">
              <a:extLst>
                <a:ext uri="{FF2B5EF4-FFF2-40B4-BE49-F238E27FC236}">
                  <a16:creationId xmlns:a16="http://schemas.microsoft.com/office/drawing/2014/main" id="{B04FF15D-0FFC-AC5F-78B2-D4F2C6C639B0}"/>
                </a:ext>
              </a:extLst>
            </p:cNvPr>
            <p:cNvSpPr>
              <a:spLocks noChangeAspect="1" noChangeArrowheads="1" noChangeShapeType="1" noTextEdit="1"/>
            </p:cNvSpPr>
            <p:nvPr/>
          </p:nvSpPr>
          <p:spPr bwMode="auto">
            <a:xfrm>
              <a:off x="3293" y="1041"/>
              <a:ext cx="518" cy="15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r4  </a:t>
              </a:r>
            </a:p>
          </p:txBody>
        </p:sp>
      </p:grpSp>
      <p:grpSp>
        <p:nvGrpSpPr>
          <p:cNvPr id="14361" name="Group 70">
            <a:extLst>
              <a:ext uri="{FF2B5EF4-FFF2-40B4-BE49-F238E27FC236}">
                <a16:creationId xmlns:a16="http://schemas.microsoft.com/office/drawing/2014/main" id="{BF4AAAEE-5F5C-06E5-FCC2-D6E75A45194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335713" y="2852739"/>
            <a:ext cx="552450" cy="460375"/>
            <a:chOff x="144" y="3264"/>
            <a:chExt cx="288" cy="240"/>
          </a:xfrm>
        </p:grpSpPr>
        <p:sp>
          <p:nvSpPr>
            <p:cNvPr id="14506" name="Rectangle 71">
              <a:extLst>
                <a:ext uri="{FF2B5EF4-FFF2-40B4-BE49-F238E27FC236}">
                  <a16:creationId xmlns:a16="http://schemas.microsoft.com/office/drawing/2014/main" id="{84D459F3-CC32-25FF-D7B2-146C5A275C5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400" b="1">
                  <a:latin typeface="Courier New" panose="02070309020205020404" pitchFamily="49" charset="0"/>
                </a:rPr>
                <a:t>eth3</a:t>
              </a:r>
            </a:p>
          </p:txBody>
        </p:sp>
        <p:sp>
          <p:nvSpPr>
            <p:cNvPr id="14507" name="Rectangle 72">
              <a:extLst>
                <a:ext uri="{FF2B5EF4-FFF2-40B4-BE49-F238E27FC236}">
                  <a16:creationId xmlns:a16="http://schemas.microsoft.com/office/drawing/2014/main" id="{3EEB4EFA-C349-BA1E-0F66-4669086050B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400" b="1">
                  <a:solidFill>
                    <a:srgbClr val="5F5F5F"/>
                  </a:solidFill>
                  <a:latin typeface="Courier New" panose="02070309020205020404" pitchFamily="49" charset="0"/>
                </a:rPr>
                <a:t>14</a:t>
              </a:r>
            </a:p>
          </p:txBody>
        </p:sp>
      </p:grpSp>
      <p:grpSp>
        <p:nvGrpSpPr>
          <p:cNvPr id="14362" name="Group 73">
            <a:extLst>
              <a:ext uri="{FF2B5EF4-FFF2-40B4-BE49-F238E27FC236}">
                <a16:creationId xmlns:a16="http://schemas.microsoft.com/office/drawing/2014/main" id="{AE6F0CE2-104B-A59F-6306-8C06017B3D0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583114" y="2392364"/>
            <a:ext cx="554037" cy="460375"/>
            <a:chOff x="144" y="3264"/>
            <a:chExt cx="288" cy="240"/>
          </a:xfrm>
        </p:grpSpPr>
        <p:sp>
          <p:nvSpPr>
            <p:cNvPr id="14504" name="Rectangle 74">
              <a:extLst>
                <a:ext uri="{FF2B5EF4-FFF2-40B4-BE49-F238E27FC236}">
                  <a16:creationId xmlns:a16="http://schemas.microsoft.com/office/drawing/2014/main" id="{961E1FC5-6A1C-7492-A888-052562E602F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400" b="1">
                  <a:latin typeface="Courier New" panose="02070309020205020404" pitchFamily="49" charset="0"/>
                </a:rPr>
                <a:t>eth1</a:t>
              </a:r>
            </a:p>
          </p:txBody>
        </p:sp>
        <p:sp>
          <p:nvSpPr>
            <p:cNvPr id="14505" name="Rectangle 75">
              <a:extLst>
                <a:ext uri="{FF2B5EF4-FFF2-40B4-BE49-F238E27FC236}">
                  <a16:creationId xmlns:a16="http://schemas.microsoft.com/office/drawing/2014/main" id="{05CA3FDF-100E-C2F1-BD90-62874BB1FFE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400" b="1">
                  <a:solidFill>
                    <a:srgbClr val="5F5F5F"/>
                  </a:solidFill>
                  <a:latin typeface="Courier New" panose="02070309020205020404" pitchFamily="49" charset="0"/>
                </a:rPr>
                <a:t>9</a:t>
              </a:r>
            </a:p>
          </p:txBody>
        </p:sp>
      </p:grpSp>
      <p:grpSp>
        <p:nvGrpSpPr>
          <p:cNvPr id="14363" name="Group 76">
            <a:extLst>
              <a:ext uri="{FF2B5EF4-FFF2-40B4-BE49-F238E27FC236}">
                <a16:creationId xmlns:a16="http://schemas.microsoft.com/office/drawing/2014/main" id="{F48DCFE6-02D1-23BB-8344-4B523BA02C6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935414" y="2392364"/>
            <a:ext cx="554037" cy="460375"/>
            <a:chOff x="144" y="3264"/>
            <a:chExt cx="288" cy="240"/>
          </a:xfrm>
        </p:grpSpPr>
        <p:sp>
          <p:nvSpPr>
            <p:cNvPr id="14502" name="Rectangle 77">
              <a:extLst>
                <a:ext uri="{FF2B5EF4-FFF2-40B4-BE49-F238E27FC236}">
                  <a16:creationId xmlns:a16="http://schemas.microsoft.com/office/drawing/2014/main" id="{10226BF5-3D95-C4BB-9966-D1555F78246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400" b="1">
                  <a:latin typeface="Courier New" panose="02070309020205020404" pitchFamily="49" charset="0"/>
                </a:rPr>
                <a:t>eth2</a:t>
              </a:r>
            </a:p>
          </p:txBody>
        </p:sp>
        <p:sp>
          <p:nvSpPr>
            <p:cNvPr id="14503" name="Rectangle 78">
              <a:extLst>
                <a:ext uri="{FF2B5EF4-FFF2-40B4-BE49-F238E27FC236}">
                  <a16:creationId xmlns:a16="http://schemas.microsoft.com/office/drawing/2014/main" id="{985887A3-5149-E78E-D943-9BB925B679C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400" b="1">
                  <a:solidFill>
                    <a:srgbClr val="5F5F5F"/>
                  </a:solidFill>
                  <a:latin typeface="Courier New" panose="02070309020205020404" pitchFamily="49" charset="0"/>
                </a:rPr>
                <a:t>1</a:t>
              </a:r>
            </a:p>
          </p:txBody>
        </p:sp>
      </p:grpSp>
      <p:grpSp>
        <p:nvGrpSpPr>
          <p:cNvPr id="14364" name="Group 79">
            <a:extLst>
              <a:ext uri="{FF2B5EF4-FFF2-40B4-BE49-F238E27FC236}">
                <a16:creationId xmlns:a16="http://schemas.microsoft.com/office/drawing/2014/main" id="{63A2BEBC-11AA-523E-523B-228058F185F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079875" y="4913314"/>
            <a:ext cx="552450" cy="460375"/>
            <a:chOff x="144" y="3264"/>
            <a:chExt cx="288" cy="240"/>
          </a:xfrm>
        </p:grpSpPr>
        <p:sp>
          <p:nvSpPr>
            <p:cNvPr id="14500" name="Rectangle 80">
              <a:extLst>
                <a:ext uri="{FF2B5EF4-FFF2-40B4-BE49-F238E27FC236}">
                  <a16:creationId xmlns:a16="http://schemas.microsoft.com/office/drawing/2014/main" id="{48205EFF-B9BF-4CAE-6B36-E17326481F4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400" b="1">
                  <a:latin typeface="Courier New" panose="02070309020205020404" pitchFamily="49" charset="0"/>
                </a:rPr>
                <a:t>eth0</a:t>
              </a:r>
            </a:p>
          </p:txBody>
        </p:sp>
        <p:sp>
          <p:nvSpPr>
            <p:cNvPr id="14501" name="Rectangle 81">
              <a:extLst>
                <a:ext uri="{FF2B5EF4-FFF2-40B4-BE49-F238E27FC236}">
                  <a16:creationId xmlns:a16="http://schemas.microsoft.com/office/drawing/2014/main" id="{396BF363-FDE9-C18D-9E4B-01CBB7A1F95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400" b="1">
                  <a:solidFill>
                    <a:srgbClr val="5F5F5F"/>
                  </a:solidFill>
                  <a:latin typeface="Courier New" panose="02070309020205020404" pitchFamily="49" charset="0"/>
                </a:rPr>
                <a:t>6</a:t>
              </a:r>
            </a:p>
          </p:txBody>
        </p:sp>
      </p:grpSp>
      <p:grpSp>
        <p:nvGrpSpPr>
          <p:cNvPr id="14365" name="Group 82">
            <a:extLst>
              <a:ext uri="{FF2B5EF4-FFF2-40B4-BE49-F238E27FC236}">
                <a16:creationId xmlns:a16="http://schemas.microsoft.com/office/drawing/2014/main" id="{37481EB5-D84E-D128-9EB6-87E1D136CDC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727575" y="4697414"/>
            <a:ext cx="554038" cy="460375"/>
            <a:chOff x="144" y="3264"/>
            <a:chExt cx="288" cy="240"/>
          </a:xfrm>
        </p:grpSpPr>
        <p:sp>
          <p:nvSpPr>
            <p:cNvPr id="14498" name="Rectangle 83">
              <a:extLst>
                <a:ext uri="{FF2B5EF4-FFF2-40B4-BE49-F238E27FC236}">
                  <a16:creationId xmlns:a16="http://schemas.microsoft.com/office/drawing/2014/main" id="{0E75C73D-0E40-64F7-5979-D670F48DA46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400" b="1">
                  <a:latin typeface="Courier New" panose="02070309020205020404" pitchFamily="49" charset="0"/>
                </a:rPr>
                <a:t>eth1</a:t>
              </a:r>
            </a:p>
          </p:txBody>
        </p:sp>
        <p:sp>
          <p:nvSpPr>
            <p:cNvPr id="14499" name="Rectangle 84">
              <a:extLst>
                <a:ext uri="{FF2B5EF4-FFF2-40B4-BE49-F238E27FC236}">
                  <a16:creationId xmlns:a16="http://schemas.microsoft.com/office/drawing/2014/main" id="{87CA43C1-6B65-EF8C-1FCA-8B6AE1A3EE8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400" b="1">
                  <a:solidFill>
                    <a:srgbClr val="5F5F5F"/>
                  </a:solidFill>
                  <a:latin typeface="Courier New" panose="02070309020205020404" pitchFamily="49" charset="0"/>
                </a:rPr>
                <a:t>10</a:t>
              </a:r>
            </a:p>
          </p:txBody>
        </p:sp>
      </p:grpSp>
      <p:sp>
        <p:nvSpPr>
          <p:cNvPr id="14366" name="Arc 85">
            <a:extLst>
              <a:ext uri="{FF2B5EF4-FFF2-40B4-BE49-F238E27FC236}">
                <a16:creationId xmlns:a16="http://schemas.microsoft.com/office/drawing/2014/main" id="{EC323023-6402-4D43-8368-29BC6C1FCEFC}"/>
              </a:ext>
            </a:extLst>
          </p:cNvPr>
          <p:cNvSpPr>
            <a:spLocks/>
          </p:cNvSpPr>
          <p:nvPr/>
        </p:nvSpPr>
        <p:spPr bwMode="auto">
          <a:xfrm flipH="1">
            <a:off x="3143251" y="2091809"/>
            <a:ext cx="1368425" cy="369332"/>
          </a:xfrm>
          <a:custGeom>
            <a:avLst/>
            <a:gdLst>
              <a:gd name="T0" fmla="*/ 0 w 21600"/>
              <a:gd name="T1" fmla="*/ 0 h 21600"/>
              <a:gd name="T2" fmla="*/ 1368425 w 21600"/>
              <a:gd name="T3" fmla="*/ 431800 h 21600"/>
              <a:gd name="T4" fmla="*/ 0 w 21600"/>
              <a:gd name="T5" fmla="*/ 43180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grpSp>
        <p:nvGrpSpPr>
          <p:cNvPr id="14367" name="Group 86">
            <a:extLst>
              <a:ext uri="{FF2B5EF4-FFF2-40B4-BE49-F238E27FC236}">
                <a16:creationId xmlns:a16="http://schemas.microsoft.com/office/drawing/2014/main" id="{34B50BF2-5EE9-A707-5684-19AB76522F3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511675" y="1844676"/>
            <a:ext cx="738188" cy="404813"/>
            <a:chOff x="816" y="2496"/>
            <a:chExt cx="384" cy="211"/>
          </a:xfrm>
        </p:grpSpPr>
        <p:sp>
          <p:nvSpPr>
            <p:cNvPr id="14477" name="AutoShape 87">
              <a:extLst>
                <a:ext uri="{FF2B5EF4-FFF2-40B4-BE49-F238E27FC236}">
                  <a16:creationId xmlns:a16="http://schemas.microsoft.com/office/drawing/2014/main" id="{9E09A6F8-AED3-03E5-A751-E3F06D2D3D5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816" y="2496"/>
              <a:ext cx="384" cy="211"/>
            </a:xfrm>
            <a:prstGeom prst="can">
              <a:avLst>
                <a:gd name="adj" fmla="val 50000"/>
              </a:avLst>
            </a:prstGeom>
            <a:gradFill rotWithShape="0">
              <a:gsLst>
                <a:gs pos="0">
                  <a:srgbClr val="002F5E"/>
                </a:gs>
                <a:gs pos="50000">
                  <a:srgbClr val="0066CC"/>
                </a:gs>
                <a:gs pos="100000">
                  <a:srgbClr val="002F5E"/>
                </a:gs>
              </a:gsLst>
              <a:lin ang="0" scaled="1"/>
            </a:gradFill>
            <a:ln w="9525">
              <a:solidFill>
                <a:srgbClr val="819F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73025" tIns="36512" rIns="73025" bIns="36512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it-IT" altLang="en-IT"/>
            </a:p>
          </p:txBody>
        </p:sp>
        <p:grpSp>
          <p:nvGrpSpPr>
            <p:cNvPr id="14478" name="Group 88">
              <a:extLst>
                <a:ext uri="{FF2B5EF4-FFF2-40B4-BE49-F238E27FC236}">
                  <a16:creationId xmlns:a16="http://schemas.microsoft.com/office/drawing/2014/main" id="{795CC061-C901-1EFB-8540-349120B75A3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87" y="2509"/>
              <a:ext cx="239" cy="83"/>
              <a:chOff x="422" y="1632"/>
              <a:chExt cx="829" cy="298"/>
            </a:xfrm>
          </p:grpSpPr>
          <p:grpSp>
            <p:nvGrpSpPr>
              <p:cNvPr id="14480" name="Group 89">
                <a:extLst>
                  <a:ext uri="{FF2B5EF4-FFF2-40B4-BE49-F238E27FC236}">
                    <a16:creationId xmlns:a16="http://schemas.microsoft.com/office/drawing/2014/main" id="{80A6F04C-4BE6-FD4F-E595-56F801EA264E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22" y="1632"/>
                <a:ext cx="822" cy="291"/>
                <a:chOff x="422" y="1632"/>
                <a:chExt cx="822" cy="291"/>
              </a:xfrm>
            </p:grpSpPr>
            <p:sp>
              <p:nvSpPr>
                <p:cNvPr id="14490" name="Freeform 90">
                  <a:extLst>
                    <a:ext uri="{FF2B5EF4-FFF2-40B4-BE49-F238E27FC236}">
                      <a16:creationId xmlns:a16="http://schemas.microsoft.com/office/drawing/2014/main" id="{08F32242-57A7-5B3B-A5F4-8377E978774B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1" y="1639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4 w 393"/>
                    <a:gd name="T11" fmla="*/ 0 h 125"/>
                    <a:gd name="T12" fmla="*/ 196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4" y="0"/>
                      </a:lnTo>
                      <a:lnTo>
                        <a:pt x="196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4491" name="Freeform 91">
                  <a:extLst>
                    <a:ext uri="{FF2B5EF4-FFF2-40B4-BE49-F238E27FC236}">
                      <a16:creationId xmlns:a16="http://schemas.microsoft.com/office/drawing/2014/main" id="{9BB6FFBD-A32D-A03B-4923-4856954B61CD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1" y="1639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4 w 393"/>
                    <a:gd name="T11" fmla="*/ 0 h 125"/>
                    <a:gd name="T12" fmla="*/ 196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4" y="0"/>
                      </a:lnTo>
                      <a:lnTo>
                        <a:pt x="196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4492" name="Freeform 92">
                  <a:extLst>
                    <a:ext uri="{FF2B5EF4-FFF2-40B4-BE49-F238E27FC236}">
                      <a16:creationId xmlns:a16="http://schemas.microsoft.com/office/drawing/2014/main" id="{FA3FB4BE-8113-59F4-E240-2523CCBCFC40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2" y="1785"/>
                  <a:ext cx="393" cy="132"/>
                </a:xfrm>
                <a:custGeom>
                  <a:avLst/>
                  <a:gdLst>
                    <a:gd name="T0" fmla="*/ 393 w 393"/>
                    <a:gd name="T1" fmla="*/ 28 h 132"/>
                    <a:gd name="T2" fmla="*/ 305 w 393"/>
                    <a:gd name="T3" fmla="*/ 0 h 132"/>
                    <a:gd name="T4" fmla="*/ 102 w 393"/>
                    <a:gd name="T5" fmla="*/ 83 h 132"/>
                    <a:gd name="T6" fmla="*/ 0 w 393"/>
                    <a:gd name="T7" fmla="*/ 55 h 132"/>
                    <a:gd name="T8" fmla="*/ 51 w 393"/>
                    <a:gd name="T9" fmla="*/ 132 h 132"/>
                    <a:gd name="T10" fmla="*/ 305 w 393"/>
                    <a:gd name="T11" fmla="*/ 132 h 132"/>
                    <a:gd name="T12" fmla="*/ 196 w 393"/>
                    <a:gd name="T13" fmla="*/ 104 h 132"/>
                    <a:gd name="T14" fmla="*/ 393 w 393"/>
                    <a:gd name="T15" fmla="*/ 28 h 13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2">
                      <a:moveTo>
                        <a:pt x="393" y="28"/>
                      </a:moveTo>
                      <a:lnTo>
                        <a:pt x="305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2"/>
                      </a:lnTo>
                      <a:lnTo>
                        <a:pt x="305" y="132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4493" name="Freeform 93">
                  <a:extLst>
                    <a:ext uri="{FF2B5EF4-FFF2-40B4-BE49-F238E27FC236}">
                      <a16:creationId xmlns:a16="http://schemas.microsoft.com/office/drawing/2014/main" id="{86A3D3BA-F6E2-B27F-40B4-C3D29FF78350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2" y="1785"/>
                  <a:ext cx="393" cy="132"/>
                </a:xfrm>
                <a:custGeom>
                  <a:avLst/>
                  <a:gdLst>
                    <a:gd name="T0" fmla="*/ 393 w 393"/>
                    <a:gd name="T1" fmla="*/ 28 h 132"/>
                    <a:gd name="T2" fmla="*/ 305 w 393"/>
                    <a:gd name="T3" fmla="*/ 0 h 132"/>
                    <a:gd name="T4" fmla="*/ 102 w 393"/>
                    <a:gd name="T5" fmla="*/ 83 h 132"/>
                    <a:gd name="T6" fmla="*/ 0 w 393"/>
                    <a:gd name="T7" fmla="*/ 55 h 132"/>
                    <a:gd name="T8" fmla="*/ 51 w 393"/>
                    <a:gd name="T9" fmla="*/ 132 h 132"/>
                    <a:gd name="T10" fmla="*/ 305 w 393"/>
                    <a:gd name="T11" fmla="*/ 132 h 132"/>
                    <a:gd name="T12" fmla="*/ 196 w 393"/>
                    <a:gd name="T13" fmla="*/ 104 h 132"/>
                    <a:gd name="T14" fmla="*/ 393 w 393"/>
                    <a:gd name="T15" fmla="*/ 28 h 13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2">
                      <a:moveTo>
                        <a:pt x="393" y="28"/>
                      </a:moveTo>
                      <a:lnTo>
                        <a:pt x="305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2"/>
                      </a:lnTo>
                      <a:lnTo>
                        <a:pt x="305" y="132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4494" name="Freeform 94">
                  <a:extLst>
                    <a:ext uri="{FF2B5EF4-FFF2-40B4-BE49-F238E27FC236}">
                      <a16:creationId xmlns:a16="http://schemas.microsoft.com/office/drawing/2014/main" id="{0F4B4C58-930B-F59F-16A4-61E48E58C389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44" y="1632"/>
                  <a:ext cx="392" cy="125"/>
                </a:xfrm>
                <a:custGeom>
                  <a:avLst/>
                  <a:gdLst>
                    <a:gd name="T0" fmla="*/ 0 w 392"/>
                    <a:gd name="T1" fmla="*/ 28 h 125"/>
                    <a:gd name="T2" fmla="*/ 87 w 392"/>
                    <a:gd name="T3" fmla="*/ 0 h 125"/>
                    <a:gd name="T4" fmla="*/ 298 w 392"/>
                    <a:gd name="T5" fmla="*/ 77 h 125"/>
                    <a:gd name="T6" fmla="*/ 392 w 392"/>
                    <a:gd name="T7" fmla="*/ 56 h 125"/>
                    <a:gd name="T8" fmla="*/ 341 w 392"/>
                    <a:gd name="T9" fmla="*/ 125 h 125"/>
                    <a:gd name="T10" fmla="*/ 94 w 392"/>
                    <a:gd name="T11" fmla="*/ 125 h 125"/>
                    <a:gd name="T12" fmla="*/ 196 w 392"/>
                    <a:gd name="T13" fmla="*/ 104 h 125"/>
                    <a:gd name="T14" fmla="*/ 0 w 392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2" y="56"/>
                      </a:lnTo>
                      <a:lnTo>
                        <a:pt x="341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4495" name="Freeform 95">
                  <a:extLst>
                    <a:ext uri="{FF2B5EF4-FFF2-40B4-BE49-F238E27FC236}">
                      <a16:creationId xmlns:a16="http://schemas.microsoft.com/office/drawing/2014/main" id="{7E5CFEFC-37A1-EDA6-2CF7-A2F29E146A36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44" y="1632"/>
                  <a:ext cx="392" cy="125"/>
                </a:xfrm>
                <a:custGeom>
                  <a:avLst/>
                  <a:gdLst>
                    <a:gd name="T0" fmla="*/ 0 w 392"/>
                    <a:gd name="T1" fmla="*/ 28 h 125"/>
                    <a:gd name="T2" fmla="*/ 87 w 392"/>
                    <a:gd name="T3" fmla="*/ 0 h 125"/>
                    <a:gd name="T4" fmla="*/ 298 w 392"/>
                    <a:gd name="T5" fmla="*/ 77 h 125"/>
                    <a:gd name="T6" fmla="*/ 392 w 392"/>
                    <a:gd name="T7" fmla="*/ 56 h 125"/>
                    <a:gd name="T8" fmla="*/ 341 w 392"/>
                    <a:gd name="T9" fmla="*/ 125 h 125"/>
                    <a:gd name="T10" fmla="*/ 94 w 392"/>
                    <a:gd name="T11" fmla="*/ 125 h 125"/>
                    <a:gd name="T12" fmla="*/ 196 w 392"/>
                    <a:gd name="T13" fmla="*/ 104 h 125"/>
                    <a:gd name="T14" fmla="*/ 0 w 392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2" y="56"/>
                      </a:lnTo>
                      <a:lnTo>
                        <a:pt x="341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4496" name="Freeform 96">
                  <a:extLst>
                    <a:ext uri="{FF2B5EF4-FFF2-40B4-BE49-F238E27FC236}">
                      <a16:creationId xmlns:a16="http://schemas.microsoft.com/office/drawing/2014/main" id="{D4190E61-D964-6DCC-85A3-46D2D8F49BAC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36" y="1799"/>
                  <a:ext cx="393" cy="124"/>
                </a:xfrm>
                <a:custGeom>
                  <a:avLst/>
                  <a:gdLst>
                    <a:gd name="T0" fmla="*/ 393 w 393"/>
                    <a:gd name="T1" fmla="*/ 97 h 124"/>
                    <a:gd name="T2" fmla="*/ 306 w 393"/>
                    <a:gd name="T3" fmla="*/ 124 h 124"/>
                    <a:gd name="T4" fmla="*/ 102 w 393"/>
                    <a:gd name="T5" fmla="*/ 41 h 124"/>
                    <a:gd name="T6" fmla="*/ 0 w 393"/>
                    <a:gd name="T7" fmla="*/ 69 h 124"/>
                    <a:gd name="T8" fmla="*/ 51 w 393"/>
                    <a:gd name="T9" fmla="*/ 0 h 124"/>
                    <a:gd name="T10" fmla="*/ 306 w 393"/>
                    <a:gd name="T11" fmla="*/ 0 h 124"/>
                    <a:gd name="T12" fmla="*/ 197 w 393"/>
                    <a:gd name="T13" fmla="*/ 21 h 124"/>
                    <a:gd name="T14" fmla="*/ 393 w 393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4">
                      <a:moveTo>
                        <a:pt x="393" y="97"/>
                      </a:moveTo>
                      <a:lnTo>
                        <a:pt x="306" y="124"/>
                      </a:lnTo>
                      <a:lnTo>
                        <a:pt x="102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6" y="0"/>
                      </a:lnTo>
                      <a:lnTo>
                        <a:pt x="197" y="21"/>
                      </a:lnTo>
                      <a:lnTo>
                        <a:pt x="393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4497" name="Freeform 97">
                  <a:extLst>
                    <a:ext uri="{FF2B5EF4-FFF2-40B4-BE49-F238E27FC236}">
                      <a16:creationId xmlns:a16="http://schemas.microsoft.com/office/drawing/2014/main" id="{E3794FA9-6799-9BEA-B94A-2A07DAE95BF2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36" y="1799"/>
                  <a:ext cx="393" cy="124"/>
                </a:xfrm>
                <a:custGeom>
                  <a:avLst/>
                  <a:gdLst>
                    <a:gd name="T0" fmla="*/ 393 w 393"/>
                    <a:gd name="T1" fmla="*/ 97 h 124"/>
                    <a:gd name="T2" fmla="*/ 306 w 393"/>
                    <a:gd name="T3" fmla="*/ 124 h 124"/>
                    <a:gd name="T4" fmla="*/ 102 w 393"/>
                    <a:gd name="T5" fmla="*/ 41 h 124"/>
                    <a:gd name="T6" fmla="*/ 0 w 393"/>
                    <a:gd name="T7" fmla="*/ 69 h 124"/>
                    <a:gd name="T8" fmla="*/ 51 w 393"/>
                    <a:gd name="T9" fmla="*/ 0 h 124"/>
                    <a:gd name="T10" fmla="*/ 306 w 393"/>
                    <a:gd name="T11" fmla="*/ 0 h 124"/>
                    <a:gd name="T12" fmla="*/ 197 w 393"/>
                    <a:gd name="T13" fmla="*/ 21 h 124"/>
                    <a:gd name="T14" fmla="*/ 393 w 393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4">
                      <a:moveTo>
                        <a:pt x="393" y="97"/>
                      </a:moveTo>
                      <a:lnTo>
                        <a:pt x="306" y="124"/>
                      </a:lnTo>
                      <a:lnTo>
                        <a:pt x="102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6" y="0"/>
                      </a:lnTo>
                      <a:lnTo>
                        <a:pt x="197" y="21"/>
                      </a:lnTo>
                      <a:lnTo>
                        <a:pt x="393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4481" name="Group 98">
                <a:extLst>
                  <a:ext uri="{FF2B5EF4-FFF2-40B4-BE49-F238E27FC236}">
                    <a16:creationId xmlns:a16="http://schemas.microsoft.com/office/drawing/2014/main" id="{475A4EE2-9FA2-5871-E2F1-27FE89C273F6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29" y="1639"/>
                <a:ext cx="822" cy="291"/>
                <a:chOff x="429" y="1639"/>
                <a:chExt cx="822" cy="291"/>
              </a:xfrm>
            </p:grpSpPr>
            <p:sp>
              <p:nvSpPr>
                <p:cNvPr id="14482" name="Freeform 99">
                  <a:extLst>
                    <a:ext uri="{FF2B5EF4-FFF2-40B4-BE49-F238E27FC236}">
                      <a16:creationId xmlns:a16="http://schemas.microsoft.com/office/drawing/2014/main" id="{D39D97BE-6B0A-371A-72EB-E5B297896434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8" y="1646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5 w 393"/>
                    <a:gd name="T11" fmla="*/ 0 h 125"/>
                    <a:gd name="T12" fmla="*/ 197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5" y="0"/>
                      </a:lnTo>
                      <a:lnTo>
                        <a:pt x="197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4483" name="Freeform 100">
                  <a:extLst>
                    <a:ext uri="{FF2B5EF4-FFF2-40B4-BE49-F238E27FC236}">
                      <a16:creationId xmlns:a16="http://schemas.microsoft.com/office/drawing/2014/main" id="{4593BCB4-FF07-21D5-A319-0303564EAC04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8" y="1646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5 w 393"/>
                    <a:gd name="T11" fmla="*/ 0 h 125"/>
                    <a:gd name="T12" fmla="*/ 197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5" y="0"/>
                      </a:lnTo>
                      <a:lnTo>
                        <a:pt x="197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4484" name="Freeform 101">
                  <a:extLst>
                    <a:ext uri="{FF2B5EF4-FFF2-40B4-BE49-F238E27FC236}">
                      <a16:creationId xmlns:a16="http://schemas.microsoft.com/office/drawing/2014/main" id="{2F197B17-FB2B-CD8C-0ABC-1CAE6BA783BB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9" y="1792"/>
                  <a:ext cx="393" cy="131"/>
                </a:xfrm>
                <a:custGeom>
                  <a:avLst/>
                  <a:gdLst>
                    <a:gd name="T0" fmla="*/ 393 w 393"/>
                    <a:gd name="T1" fmla="*/ 28 h 131"/>
                    <a:gd name="T2" fmla="*/ 306 w 393"/>
                    <a:gd name="T3" fmla="*/ 0 h 131"/>
                    <a:gd name="T4" fmla="*/ 102 w 393"/>
                    <a:gd name="T5" fmla="*/ 83 h 131"/>
                    <a:gd name="T6" fmla="*/ 0 w 393"/>
                    <a:gd name="T7" fmla="*/ 55 h 131"/>
                    <a:gd name="T8" fmla="*/ 51 w 393"/>
                    <a:gd name="T9" fmla="*/ 131 h 131"/>
                    <a:gd name="T10" fmla="*/ 306 w 393"/>
                    <a:gd name="T11" fmla="*/ 131 h 131"/>
                    <a:gd name="T12" fmla="*/ 196 w 393"/>
                    <a:gd name="T13" fmla="*/ 104 h 131"/>
                    <a:gd name="T14" fmla="*/ 393 w 393"/>
                    <a:gd name="T15" fmla="*/ 28 h 13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1">
                      <a:moveTo>
                        <a:pt x="393" y="28"/>
                      </a:moveTo>
                      <a:lnTo>
                        <a:pt x="306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1"/>
                      </a:lnTo>
                      <a:lnTo>
                        <a:pt x="306" y="131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4485" name="Freeform 102">
                  <a:extLst>
                    <a:ext uri="{FF2B5EF4-FFF2-40B4-BE49-F238E27FC236}">
                      <a16:creationId xmlns:a16="http://schemas.microsoft.com/office/drawing/2014/main" id="{1F3E9B59-02BB-80A3-2344-A7F524C0B41D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9" y="1792"/>
                  <a:ext cx="393" cy="131"/>
                </a:xfrm>
                <a:custGeom>
                  <a:avLst/>
                  <a:gdLst>
                    <a:gd name="T0" fmla="*/ 393 w 393"/>
                    <a:gd name="T1" fmla="*/ 28 h 131"/>
                    <a:gd name="T2" fmla="*/ 306 w 393"/>
                    <a:gd name="T3" fmla="*/ 0 h 131"/>
                    <a:gd name="T4" fmla="*/ 102 w 393"/>
                    <a:gd name="T5" fmla="*/ 83 h 131"/>
                    <a:gd name="T6" fmla="*/ 0 w 393"/>
                    <a:gd name="T7" fmla="*/ 55 h 131"/>
                    <a:gd name="T8" fmla="*/ 51 w 393"/>
                    <a:gd name="T9" fmla="*/ 131 h 131"/>
                    <a:gd name="T10" fmla="*/ 306 w 393"/>
                    <a:gd name="T11" fmla="*/ 131 h 131"/>
                    <a:gd name="T12" fmla="*/ 196 w 393"/>
                    <a:gd name="T13" fmla="*/ 104 h 131"/>
                    <a:gd name="T14" fmla="*/ 393 w 393"/>
                    <a:gd name="T15" fmla="*/ 28 h 13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1">
                      <a:moveTo>
                        <a:pt x="393" y="28"/>
                      </a:moveTo>
                      <a:lnTo>
                        <a:pt x="306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1"/>
                      </a:lnTo>
                      <a:lnTo>
                        <a:pt x="306" y="131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4486" name="Freeform 103">
                  <a:extLst>
                    <a:ext uri="{FF2B5EF4-FFF2-40B4-BE49-F238E27FC236}">
                      <a16:creationId xmlns:a16="http://schemas.microsoft.com/office/drawing/2014/main" id="{2B218546-5552-2DFE-7782-4204FA9ED0DE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51" y="1639"/>
                  <a:ext cx="393" cy="125"/>
                </a:xfrm>
                <a:custGeom>
                  <a:avLst/>
                  <a:gdLst>
                    <a:gd name="T0" fmla="*/ 0 w 393"/>
                    <a:gd name="T1" fmla="*/ 28 h 125"/>
                    <a:gd name="T2" fmla="*/ 87 w 393"/>
                    <a:gd name="T3" fmla="*/ 0 h 125"/>
                    <a:gd name="T4" fmla="*/ 298 w 393"/>
                    <a:gd name="T5" fmla="*/ 77 h 125"/>
                    <a:gd name="T6" fmla="*/ 393 w 393"/>
                    <a:gd name="T7" fmla="*/ 56 h 125"/>
                    <a:gd name="T8" fmla="*/ 342 w 393"/>
                    <a:gd name="T9" fmla="*/ 125 h 125"/>
                    <a:gd name="T10" fmla="*/ 94 w 393"/>
                    <a:gd name="T11" fmla="*/ 125 h 125"/>
                    <a:gd name="T12" fmla="*/ 196 w 393"/>
                    <a:gd name="T13" fmla="*/ 104 h 125"/>
                    <a:gd name="T14" fmla="*/ 0 w 393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3" y="56"/>
                      </a:lnTo>
                      <a:lnTo>
                        <a:pt x="342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4487" name="Freeform 104">
                  <a:extLst>
                    <a:ext uri="{FF2B5EF4-FFF2-40B4-BE49-F238E27FC236}">
                      <a16:creationId xmlns:a16="http://schemas.microsoft.com/office/drawing/2014/main" id="{5C704D25-FEB1-7ADB-D240-50FFC7106559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51" y="1639"/>
                  <a:ext cx="393" cy="125"/>
                </a:xfrm>
                <a:custGeom>
                  <a:avLst/>
                  <a:gdLst>
                    <a:gd name="T0" fmla="*/ 0 w 393"/>
                    <a:gd name="T1" fmla="*/ 28 h 125"/>
                    <a:gd name="T2" fmla="*/ 87 w 393"/>
                    <a:gd name="T3" fmla="*/ 0 h 125"/>
                    <a:gd name="T4" fmla="*/ 298 w 393"/>
                    <a:gd name="T5" fmla="*/ 77 h 125"/>
                    <a:gd name="T6" fmla="*/ 393 w 393"/>
                    <a:gd name="T7" fmla="*/ 56 h 125"/>
                    <a:gd name="T8" fmla="*/ 342 w 393"/>
                    <a:gd name="T9" fmla="*/ 125 h 125"/>
                    <a:gd name="T10" fmla="*/ 94 w 393"/>
                    <a:gd name="T11" fmla="*/ 125 h 125"/>
                    <a:gd name="T12" fmla="*/ 196 w 393"/>
                    <a:gd name="T13" fmla="*/ 104 h 125"/>
                    <a:gd name="T14" fmla="*/ 0 w 393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3" y="56"/>
                      </a:lnTo>
                      <a:lnTo>
                        <a:pt x="342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4488" name="Freeform 105">
                  <a:extLst>
                    <a:ext uri="{FF2B5EF4-FFF2-40B4-BE49-F238E27FC236}">
                      <a16:creationId xmlns:a16="http://schemas.microsoft.com/office/drawing/2014/main" id="{3B9C407C-3B2C-D0CC-B39B-6709B847E579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44" y="1806"/>
                  <a:ext cx="392" cy="124"/>
                </a:xfrm>
                <a:custGeom>
                  <a:avLst/>
                  <a:gdLst>
                    <a:gd name="T0" fmla="*/ 392 w 392"/>
                    <a:gd name="T1" fmla="*/ 97 h 124"/>
                    <a:gd name="T2" fmla="*/ 305 w 392"/>
                    <a:gd name="T3" fmla="*/ 124 h 124"/>
                    <a:gd name="T4" fmla="*/ 101 w 392"/>
                    <a:gd name="T5" fmla="*/ 41 h 124"/>
                    <a:gd name="T6" fmla="*/ 0 w 392"/>
                    <a:gd name="T7" fmla="*/ 69 h 124"/>
                    <a:gd name="T8" fmla="*/ 51 w 392"/>
                    <a:gd name="T9" fmla="*/ 0 h 124"/>
                    <a:gd name="T10" fmla="*/ 305 w 392"/>
                    <a:gd name="T11" fmla="*/ 0 h 124"/>
                    <a:gd name="T12" fmla="*/ 196 w 392"/>
                    <a:gd name="T13" fmla="*/ 20 h 124"/>
                    <a:gd name="T14" fmla="*/ 392 w 392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4">
                      <a:moveTo>
                        <a:pt x="392" y="97"/>
                      </a:moveTo>
                      <a:lnTo>
                        <a:pt x="305" y="124"/>
                      </a:lnTo>
                      <a:lnTo>
                        <a:pt x="101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5" y="0"/>
                      </a:lnTo>
                      <a:lnTo>
                        <a:pt x="196" y="20"/>
                      </a:lnTo>
                      <a:lnTo>
                        <a:pt x="392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4489" name="Freeform 106">
                  <a:extLst>
                    <a:ext uri="{FF2B5EF4-FFF2-40B4-BE49-F238E27FC236}">
                      <a16:creationId xmlns:a16="http://schemas.microsoft.com/office/drawing/2014/main" id="{A9953F3D-F2B8-A922-13B1-5C21E907E40A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44" y="1806"/>
                  <a:ext cx="392" cy="124"/>
                </a:xfrm>
                <a:custGeom>
                  <a:avLst/>
                  <a:gdLst>
                    <a:gd name="T0" fmla="*/ 392 w 392"/>
                    <a:gd name="T1" fmla="*/ 97 h 124"/>
                    <a:gd name="T2" fmla="*/ 305 w 392"/>
                    <a:gd name="T3" fmla="*/ 124 h 124"/>
                    <a:gd name="T4" fmla="*/ 101 w 392"/>
                    <a:gd name="T5" fmla="*/ 41 h 124"/>
                    <a:gd name="T6" fmla="*/ 0 w 392"/>
                    <a:gd name="T7" fmla="*/ 69 h 124"/>
                    <a:gd name="T8" fmla="*/ 51 w 392"/>
                    <a:gd name="T9" fmla="*/ 0 h 124"/>
                    <a:gd name="T10" fmla="*/ 305 w 392"/>
                    <a:gd name="T11" fmla="*/ 0 h 124"/>
                    <a:gd name="T12" fmla="*/ 196 w 392"/>
                    <a:gd name="T13" fmla="*/ 20 h 124"/>
                    <a:gd name="T14" fmla="*/ 392 w 392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4">
                      <a:moveTo>
                        <a:pt x="392" y="97"/>
                      </a:moveTo>
                      <a:lnTo>
                        <a:pt x="305" y="124"/>
                      </a:lnTo>
                      <a:lnTo>
                        <a:pt x="101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5" y="0"/>
                      </a:lnTo>
                      <a:lnTo>
                        <a:pt x="196" y="20"/>
                      </a:lnTo>
                      <a:lnTo>
                        <a:pt x="392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</p:grpSp>
        <p:sp>
          <p:nvSpPr>
            <p:cNvPr id="14479" name="WordArt 107">
              <a:extLst>
                <a:ext uri="{FF2B5EF4-FFF2-40B4-BE49-F238E27FC236}">
                  <a16:creationId xmlns:a16="http://schemas.microsoft.com/office/drawing/2014/main" id="{4773ECAB-E648-3CF0-8610-845155E2A520}"/>
                </a:ext>
              </a:extLst>
            </p:cNvPr>
            <p:cNvSpPr>
              <a:spLocks noChangeAspect="1" noChangeArrowheads="1" noChangeShapeType="1" noTextEdit="1"/>
            </p:cNvSpPr>
            <p:nvPr/>
          </p:nvSpPr>
          <p:spPr bwMode="auto">
            <a:xfrm>
              <a:off x="835" y="2582"/>
              <a:ext cx="346" cy="104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r1  </a:t>
              </a:r>
            </a:p>
          </p:txBody>
        </p:sp>
      </p:grpSp>
      <p:grpSp>
        <p:nvGrpSpPr>
          <p:cNvPr id="14368" name="Group 108">
            <a:extLst>
              <a:ext uri="{FF2B5EF4-FFF2-40B4-BE49-F238E27FC236}">
                <a16:creationId xmlns:a16="http://schemas.microsoft.com/office/drawing/2014/main" id="{6FD058E2-3879-F00E-4BA3-0485518A33D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656139" y="5300663"/>
            <a:ext cx="738187" cy="404812"/>
            <a:chOff x="1008" y="3725"/>
            <a:chExt cx="384" cy="211"/>
          </a:xfrm>
        </p:grpSpPr>
        <p:sp>
          <p:nvSpPr>
            <p:cNvPr id="14456" name="AutoShape 109">
              <a:extLst>
                <a:ext uri="{FF2B5EF4-FFF2-40B4-BE49-F238E27FC236}">
                  <a16:creationId xmlns:a16="http://schemas.microsoft.com/office/drawing/2014/main" id="{CA5000C9-47C8-6F7B-350C-011E6775339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008" y="3725"/>
              <a:ext cx="384" cy="211"/>
            </a:xfrm>
            <a:prstGeom prst="can">
              <a:avLst>
                <a:gd name="adj" fmla="val 50000"/>
              </a:avLst>
            </a:prstGeom>
            <a:gradFill rotWithShape="0">
              <a:gsLst>
                <a:gs pos="0">
                  <a:srgbClr val="002F5E"/>
                </a:gs>
                <a:gs pos="50000">
                  <a:srgbClr val="0066CC"/>
                </a:gs>
                <a:gs pos="100000">
                  <a:srgbClr val="002F5E"/>
                </a:gs>
              </a:gsLst>
              <a:lin ang="0" scaled="1"/>
            </a:gradFill>
            <a:ln w="9525">
              <a:solidFill>
                <a:srgbClr val="819F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73025" tIns="36512" rIns="73025" bIns="36512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it-IT" altLang="en-IT"/>
            </a:p>
          </p:txBody>
        </p:sp>
        <p:grpSp>
          <p:nvGrpSpPr>
            <p:cNvPr id="14457" name="Group 110">
              <a:extLst>
                <a:ext uri="{FF2B5EF4-FFF2-40B4-BE49-F238E27FC236}">
                  <a16:creationId xmlns:a16="http://schemas.microsoft.com/office/drawing/2014/main" id="{2FDCE58C-EE89-C1AD-56BD-4863218AC8C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79" y="3738"/>
              <a:ext cx="239" cy="83"/>
              <a:chOff x="422" y="1632"/>
              <a:chExt cx="829" cy="298"/>
            </a:xfrm>
          </p:grpSpPr>
          <p:grpSp>
            <p:nvGrpSpPr>
              <p:cNvPr id="14459" name="Group 111">
                <a:extLst>
                  <a:ext uri="{FF2B5EF4-FFF2-40B4-BE49-F238E27FC236}">
                    <a16:creationId xmlns:a16="http://schemas.microsoft.com/office/drawing/2014/main" id="{A15496C0-0492-9936-8233-DBB55B456492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22" y="1632"/>
                <a:ext cx="822" cy="291"/>
                <a:chOff x="422" y="1632"/>
                <a:chExt cx="822" cy="291"/>
              </a:xfrm>
            </p:grpSpPr>
            <p:sp>
              <p:nvSpPr>
                <p:cNvPr id="14469" name="Freeform 112">
                  <a:extLst>
                    <a:ext uri="{FF2B5EF4-FFF2-40B4-BE49-F238E27FC236}">
                      <a16:creationId xmlns:a16="http://schemas.microsoft.com/office/drawing/2014/main" id="{7D7455C4-85BA-BA68-F765-C23F8BA0DB08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1" y="1639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4 w 393"/>
                    <a:gd name="T11" fmla="*/ 0 h 125"/>
                    <a:gd name="T12" fmla="*/ 196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4" y="0"/>
                      </a:lnTo>
                      <a:lnTo>
                        <a:pt x="196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4470" name="Freeform 113">
                  <a:extLst>
                    <a:ext uri="{FF2B5EF4-FFF2-40B4-BE49-F238E27FC236}">
                      <a16:creationId xmlns:a16="http://schemas.microsoft.com/office/drawing/2014/main" id="{D30A2964-B92A-D848-6E3F-292B03CA93A8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1" y="1639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4 w 393"/>
                    <a:gd name="T11" fmla="*/ 0 h 125"/>
                    <a:gd name="T12" fmla="*/ 196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4" y="0"/>
                      </a:lnTo>
                      <a:lnTo>
                        <a:pt x="196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4471" name="Freeform 114">
                  <a:extLst>
                    <a:ext uri="{FF2B5EF4-FFF2-40B4-BE49-F238E27FC236}">
                      <a16:creationId xmlns:a16="http://schemas.microsoft.com/office/drawing/2014/main" id="{5A3345B8-DB7A-8A67-2974-9E8E1103F428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2" y="1785"/>
                  <a:ext cx="393" cy="132"/>
                </a:xfrm>
                <a:custGeom>
                  <a:avLst/>
                  <a:gdLst>
                    <a:gd name="T0" fmla="*/ 393 w 393"/>
                    <a:gd name="T1" fmla="*/ 28 h 132"/>
                    <a:gd name="T2" fmla="*/ 305 w 393"/>
                    <a:gd name="T3" fmla="*/ 0 h 132"/>
                    <a:gd name="T4" fmla="*/ 102 w 393"/>
                    <a:gd name="T5" fmla="*/ 83 h 132"/>
                    <a:gd name="T6" fmla="*/ 0 w 393"/>
                    <a:gd name="T7" fmla="*/ 55 h 132"/>
                    <a:gd name="T8" fmla="*/ 51 w 393"/>
                    <a:gd name="T9" fmla="*/ 132 h 132"/>
                    <a:gd name="T10" fmla="*/ 305 w 393"/>
                    <a:gd name="T11" fmla="*/ 132 h 132"/>
                    <a:gd name="T12" fmla="*/ 196 w 393"/>
                    <a:gd name="T13" fmla="*/ 104 h 132"/>
                    <a:gd name="T14" fmla="*/ 393 w 393"/>
                    <a:gd name="T15" fmla="*/ 28 h 13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2">
                      <a:moveTo>
                        <a:pt x="393" y="28"/>
                      </a:moveTo>
                      <a:lnTo>
                        <a:pt x="305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2"/>
                      </a:lnTo>
                      <a:lnTo>
                        <a:pt x="305" y="132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4472" name="Freeform 115">
                  <a:extLst>
                    <a:ext uri="{FF2B5EF4-FFF2-40B4-BE49-F238E27FC236}">
                      <a16:creationId xmlns:a16="http://schemas.microsoft.com/office/drawing/2014/main" id="{D1C3A11F-9E57-1436-EABD-E1CB16B115A7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2" y="1785"/>
                  <a:ext cx="393" cy="132"/>
                </a:xfrm>
                <a:custGeom>
                  <a:avLst/>
                  <a:gdLst>
                    <a:gd name="T0" fmla="*/ 393 w 393"/>
                    <a:gd name="T1" fmla="*/ 28 h 132"/>
                    <a:gd name="T2" fmla="*/ 305 w 393"/>
                    <a:gd name="T3" fmla="*/ 0 h 132"/>
                    <a:gd name="T4" fmla="*/ 102 w 393"/>
                    <a:gd name="T5" fmla="*/ 83 h 132"/>
                    <a:gd name="T6" fmla="*/ 0 w 393"/>
                    <a:gd name="T7" fmla="*/ 55 h 132"/>
                    <a:gd name="T8" fmla="*/ 51 w 393"/>
                    <a:gd name="T9" fmla="*/ 132 h 132"/>
                    <a:gd name="T10" fmla="*/ 305 w 393"/>
                    <a:gd name="T11" fmla="*/ 132 h 132"/>
                    <a:gd name="T12" fmla="*/ 196 w 393"/>
                    <a:gd name="T13" fmla="*/ 104 h 132"/>
                    <a:gd name="T14" fmla="*/ 393 w 393"/>
                    <a:gd name="T15" fmla="*/ 28 h 13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2">
                      <a:moveTo>
                        <a:pt x="393" y="28"/>
                      </a:moveTo>
                      <a:lnTo>
                        <a:pt x="305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2"/>
                      </a:lnTo>
                      <a:lnTo>
                        <a:pt x="305" y="132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4473" name="Freeform 116">
                  <a:extLst>
                    <a:ext uri="{FF2B5EF4-FFF2-40B4-BE49-F238E27FC236}">
                      <a16:creationId xmlns:a16="http://schemas.microsoft.com/office/drawing/2014/main" id="{8AB9F935-9A36-D9D9-4424-0E749DC261CD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44" y="1632"/>
                  <a:ext cx="392" cy="125"/>
                </a:xfrm>
                <a:custGeom>
                  <a:avLst/>
                  <a:gdLst>
                    <a:gd name="T0" fmla="*/ 0 w 392"/>
                    <a:gd name="T1" fmla="*/ 28 h 125"/>
                    <a:gd name="T2" fmla="*/ 87 w 392"/>
                    <a:gd name="T3" fmla="*/ 0 h 125"/>
                    <a:gd name="T4" fmla="*/ 298 w 392"/>
                    <a:gd name="T5" fmla="*/ 77 h 125"/>
                    <a:gd name="T6" fmla="*/ 392 w 392"/>
                    <a:gd name="T7" fmla="*/ 56 h 125"/>
                    <a:gd name="T8" fmla="*/ 341 w 392"/>
                    <a:gd name="T9" fmla="*/ 125 h 125"/>
                    <a:gd name="T10" fmla="*/ 94 w 392"/>
                    <a:gd name="T11" fmla="*/ 125 h 125"/>
                    <a:gd name="T12" fmla="*/ 196 w 392"/>
                    <a:gd name="T13" fmla="*/ 104 h 125"/>
                    <a:gd name="T14" fmla="*/ 0 w 392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2" y="56"/>
                      </a:lnTo>
                      <a:lnTo>
                        <a:pt x="341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4474" name="Freeform 117">
                  <a:extLst>
                    <a:ext uri="{FF2B5EF4-FFF2-40B4-BE49-F238E27FC236}">
                      <a16:creationId xmlns:a16="http://schemas.microsoft.com/office/drawing/2014/main" id="{3A19CD95-E51E-2343-DEB9-944DE773F11B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44" y="1632"/>
                  <a:ext cx="392" cy="125"/>
                </a:xfrm>
                <a:custGeom>
                  <a:avLst/>
                  <a:gdLst>
                    <a:gd name="T0" fmla="*/ 0 w 392"/>
                    <a:gd name="T1" fmla="*/ 28 h 125"/>
                    <a:gd name="T2" fmla="*/ 87 w 392"/>
                    <a:gd name="T3" fmla="*/ 0 h 125"/>
                    <a:gd name="T4" fmla="*/ 298 w 392"/>
                    <a:gd name="T5" fmla="*/ 77 h 125"/>
                    <a:gd name="T6" fmla="*/ 392 w 392"/>
                    <a:gd name="T7" fmla="*/ 56 h 125"/>
                    <a:gd name="T8" fmla="*/ 341 w 392"/>
                    <a:gd name="T9" fmla="*/ 125 h 125"/>
                    <a:gd name="T10" fmla="*/ 94 w 392"/>
                    <a:gd name="T11" fmla="*/ 125 h 125"/>
                    <a:gd name="T12" fmla="*/ 196 w 392"/>
                    <a:gd name="T13" fmla="*/ 104 h 125"/>
                    <a:gd name="T14" fmla="*/ 0 w 392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2" y="56"/>
                      </a:lnTo>
                      <a:lnTo>
                        <a:pt x="341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4475" name="Freeform 118">
                  <a:extLst>
                    <a:ext uri="{FF2B5EF4-FFF2-40B4-BE49-F238E27FC236}">
                      <a16:creationId xmlns:a16="http://schemas.microsoft.com/office/drawing/2014/main" id="{B1A88F80-EB5F-714C-2CF2-E8BD2D5C8624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36" y="1799"/>
                  <a:ext cx="393" cy="124"/>
                </a:xfrm>
                <a:custGeom>
                  <a:avLst/>
                  <a:gdLst>
                    <a:gd name="T0" fmla="*/ 393 w 393"/>
                    <a:gd name="T1" fmla="*/ 97 h 124"/>
                    <a:gd name="T2" fmla="*/ 306 w 393"/>
                    <a:gd name="T3" fmla="*/ 124 h 124"/>
                    <a:gd name="T4" fmla="*/ 102 w 393"/>
                    <a:gd name="T5" fmla="*/ 41 h 124"/>
                    <a:gd name="T6" fmla="*/ 0 w 393"/>
                    <a:gd name="T7" fmla="*/ 69 h 124"/>
                    <a:gd name="T8" fmla="*/ 51 w 393"/>
                    <a:gd name="T9" fmla="*/ 0 h 124"/>
                    <a:gd name="T10" fmla="*/ 306 w 393"/>
                    <a:gd name="T11" fmla="*/ 0 h 124"/>
                    <a:gd name="T12" fmla="*/ 197 w 393"/>
                    <a:gd name="T13" fmla="*/ 21 h 124"/>
                    <a:gd name="T14" fmla="*/ 393 w 393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4">
                      <a:moveTo>
                        <a:pt x="393" y="97"/>
                      </a:moveTo>
                      <a:lnTo>
                        <a:pt x="306" y="124"/>
                      </a:lnTo>
                      <a:lnTo>
                        <a:pt x="102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6" y="0"/>
                      </a:lnTo>
                      <a:lnTo>
                        <a:pt x="197" y="21"/>
                      </a:lnTo>
                      <a:lnTo>
                        <a:pt x="393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4476" name="Freeform 119">
                  <a:extLst>
                    <a:ext uri="{FF2B5EF4-FFF2-40B4-BE49-F238E27FC236}">
                      <a16:creationId xmlns:a16="http://schemas.microsoft.com/office/drawing/2014/main" id="{BCE7F9D7-40A9-DA6F-79B1-8E3D2B41AAB5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36" y="1799"/>
                  <a:ext cx="393" cy="124"/>
                </a:xfrm>
                <a:custGeom>
                  <a:avLst/>
                  <a:gdLst>
                    <a:gd name="T0" fmla="*/ 393 w 393"/>
                    <a:gd name="T1" fmla="*/ 97 h 124"/>
                    <a:gd name="T2" fmla="*/ 306 w 393"/>
                    <a:gd name="T3" fmla="*/ 124 h 124"/>
                    <a:gd name="T4" fmla="*/ 102 w 393"/>
                    <a:gd name="T5" fmla="*/ 41 h 124"/>
                    <a:gd name="T6" fmla="*/ 0 w 393"/>
                    <a:gd name="T7" fmla="*/ 69 h 124"/>
                    <a:gd name="T8" fmla="*/ 51 w 393"/>
                    <a:gd name="T9" fmla="*/ 0 h 124"/>
                    <a:gd name="T10" fmla="*/ 306 w 393"/>
                    <a:gd name="T11" fmla="*/ 0 h 124"/>
                    <a:gd name="T12" fmla="*/ 197 w 393"/>
                    <a:gd name="T13" fmla="*/ 21 h 124"/>
                    <a:gd name="T14" fmla="*/ 393 w 393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4">
                      <a:moveTo>
                        <a:pt x="393" y="97"/>
                      </a:moveTo>
                      <a:lnTo>
                        <a:pt x="306" y="124"/>
                      </a:lnTo>
                      <a:lnTo>
                        <a:pt x="102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6" y="0"/>
                      </a:lnTo>
                      <a:lnTo>
                        <a:pt x="197" y="21"/>
                      </a:lnTo>
                      <a:lnTo>
                        <a:pt x="393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4460" name="Group 120">
                <a:extLst>
                  <a:ext uri="{FF2B5EF4-FFF2-40B4-BE49-F238E27FC236}">
                    <a16:creationId xmlns:a16="http://schemas.microsoft.com/office/drawing/2014/main" id="{FE8BBC01-D2BC-4B1E-DBA8-AF5F003F12A2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29" y="1639"/>
                <a:ext cx="822" cy="291"/>
                <a:chOff x="429" y="1639"/>
                <a:chExt cx="822" cy="291"/>
              </a:xfrm>
            </p:grpSpPr>
            <p:sp>
              <p:nvSpPr>
                <p:cNvPr id="14461" name="Freeform 121">
                  <a:extLst>
                    <a:ext uri="{FF2B5EF4-FFF2-40B4-BE49-F238E27FC236}">
                      <a16:creationId xmlns:a16="http://schemas.microsoft.com/office/drawing/2014/main" id="{4CA7BC0A-F45D-AC13-F9D2-CD15CA86A2BD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8" y="1646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5 w 393"/>
                    <a:gd name="T11" fmla="*/ 0 h 125"/>
                    <a:gd name="T12" fmla="*/ 197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5" y="0"/>
                      </a:lnTo>
                      <a:lnTo>
                        <a:pt x="197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4462" name="Freeform 122">
                  <a:extLst>
                    <a:ext uri="{FF2B5EF4-FFF2-40B4-BE49-F238E27FC236}">
                      <a16:creationId xmlns:a16="http://schemas.microsoft.com/office/drawing/2014/main" id="{80741E77-AB8D-9BB0-EF69-DE11506D74A3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8" y="1646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5 w 393"/>
                    <a:gd name="T11" fmla="*/ 0 h 125"/>
                    <a:gd name="T12" fmla="*/ 197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5" y="0"/>
                      </a:lnTo>
                      <a:lnTo>
                        <a:pt x="197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4463" name="Freeform 123">
                  <a:extLst>
                    <a:ext uri="{FF2B5EF4-FFF2-40B4-BE49-F238E27FC236}">
                      <a16:creationId xmlns:a16="http://schemas.microsoft.com/office/drawing/2014/main" id="{B4B17EAE-921E-95D7-2E50-AE442E166870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9" y="1792"/>
                  <a:ext cx="393" cy="131"/>
                </a:xfrm>
                <a:custGeom>
                  <a:avLst/>
                  <a:gdLst>
                    <a:gd name="T0" fmla="*/ 393 w 393"/>
                    <a:gd name="T1" fmla="*/ 28 h 131"/>
                    <a:gd name="T2" fmla="*/ 306 w 393"/>
                    <a:gd name="T3" fmla="*/ 0 h 131"/>
                    <a:gd name="T4" fmla="*/ 102 w 393"/>
                    <a:gd name="T5" fmla="*/ 83 h 131"/>
                    <a:gd name="T6" fmla="*/ 0 w 393"/>
                    <a:gd name="T7" fmla="*/ 55 h 131"/>
                    <a:gd name="T8" fmla="*/ 51 w 393"/>
                    <a:gd name="T9" fmla="*/ 131 h 131"/>
                    <a:gd name="T10" fmla="*/ 306 w 393"/>
                    <a:gd name="T11" fmla="*/ 131 h 131"/>
                    <a:gd name="T12" fmla="*/ 196 w 393"/>
                    <a:gd name="T13" fmla="*/ 104 h 131"/>
                    <a:gd name="T14" fmla="*/ 393 w 393"/>
                    <a:gd name="T15" fmla="*/ 28 h 13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1">
                      <a:moveTo>
                        <a:pt x="393" y="28"/>
                      </a:moveTo>
                      <a:lnTo>
                        <a:pt x="306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1"/>
                      </a:lnTo>
                      <a:lnTo>
                        <a:pt x="306" y="131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4464" name="Freeform 124">
                  <a:extLst>
                    <a:ext uri="{FF2B5EF4-FFF2-40B4-BE49-F238E27FC236}">
                      <a16:creationId xmlns:a16="http://schemas.microsoft.com/office/drawing/2014/main" id="{BB40F2BE-1390-375F-8805-6F241703E16E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9" y="1792"/>
                  <a:ext cx="393" cy="131"/>
                </a:xfrm>
                <a:custGeom>
                  <a:avLst/>
                  <a:gdLst>
                    <a:gd name="T0" fmla="*/ 393 w 393"/>
                    <a:gd name="T1" fmla="*/ 28 h 131"/>
                    <a:gd name="T2" fmla="*/ 306 w 393"/>
                    <a:gd name="T3" fmla="*/ 0 h 131"/>
                    <a:gd name="T4" fmla="*/ 102 w 393"/>
                    <a:gd name="T5" fmla="*/ 83 h 131"/>
                    <a:gd name="T6" fmla="*/ 0 w 393"/>
                    <a:gd name="T7" fmla="*/ 55 h 131"/>
                    <a:gd name="T8" fmla="*/ 51 w 393"/>
                    <a:gd name="T9" fmla="*/ 131 h 131"/>
                    <a:gd name="T10" fmla="*/ 306 w 393"/>
                    <a:gd name="T11" fmla="*/ 131 h 131"/>
                    <a:gd name="T12" fmla="*/ 196 w 393"/>
                    <a:gd name="T13" fmla="*/ 104 h 131"/>
                    <a:gd name="T14" fmla="*/ 393 w 393"/>
                    <a:gd name="T15" fmla="*/ 28 h 13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1">
                      <a:moveTo>
                        <a:pt x="393" y="28"/>
                      </a:moveTo>
                      <a:lnTo>
                        <a:pt x="306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1"/>
                      </a:lnTo>
                      <a:lnTo>
                        <a:pt x="306" y="131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4465" name="Freeform 125">
                  <a:extLst>
                    <a:ext uri="{FF2B5EF4-FFF2-40B4-BE49-F238E27FC236}">
                      <a16:creationId xmlns:a16="http://schemas.microsoft.com/office/drawing/2014/main" id="{A9F17598-21A2-ACF3-DE12-8E7C6A90C62B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51" y="1639"/>
                  <a:ext cx="393" cy="125"/>
                </a:xfrm>
                <a:custGeom>
                  <a:avLst/>
                  <a:gdLst>
                    <a:gd name="T0" fmla="*/ 0 w 393"/>
                    <a:gd name="T1" fmla="*/ 28 h 125"/>
                    <a:gd name="T2" fmla="*/ 87 w 393"/>
                    <a:gd name="T3" fmla="*/ 0 h 125"/>
                    <a:gd name="T4" fmla="*/ 298 w 393"/>
                    <a:gd name="T5" fmla="*/ 77 h 125"/>
                    <a:gd name="T6" fmla="*/ 393 w 393"/>
                    <a:gd name="T7" fmla="*/ 56 h 125"/>
                    <a:gd name="T8" fmla="*/ 342 w 393"/>
                    <a:gd name="T9" fmla="*/ 125 h 125"/>
                    <a:gd name="T10" fmla="*/ 94 w 393"/>
                    <a:gd name="T11" fmla="*/ 125 h 125"/>
                    <a:gd name="T12" fmla="*/ 196 w 393"/>
                    <a:gd name="T13" fmla="*/ 104 h 125"/>
                    <a:gd name="T14" fmla="*/ 0 w 393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3" y="56"/>
                      </a:lnTo>
                      <a:lnTo>
                        <a:pt x="342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4466" name="Freeform 126">
                  <a:extLst>
                    <a:ext uri="{FF2B5EF4-FFF2-40B4-BE49-F238E27FC236}">
                      <a16:creationId xmlns:a16="http://schemas.microsoft.com/office/drawing/2014/main" id="{A9052D44-C47E-BC48-E24B-CBA73FABFEBB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51" y="1639"/>
                  <a:ext cx="393" cy="125"/>
                </a:xfrm>
                <a:custGeom>
                  <a:avLst/>
                  <a:gdLst>
                    <a:gd name="T0" fmla="*/ 0 w 393"/>
                    <a:gd name="T1" fmla="*/ 28 h 125"/>
                    <a:gd name="T2" fmla="*/ 87 w 393"/>
                    <a:gd name="T3" fmla="*/ 0 h 125"/>
                    <a:gd name="T4" fmla="*/ 298 w 393"/>
                    <a:gd name="T5" fmla="*/ 77 h 125"/>
                    <a:gd name="T6" fmla="*/ 393 w 393"/>
                    <a:gd name="T7" fmla="*/ 56 h 125"/>
                    <a:gd name="T8" fmla="*/ 342 w 393"/>
                    <a:gd name="T9" fmla="*/ 125 h 125"/>
                    <a:gd name="T10" fmla="*/ 94 w 393"/>
                    <a:gd name="T11" fmla="*/ 125 h 125"/>
                    <a:gd name="T12" fmla="*/ 196 w 393"/>
                    <a:gd name="T13" fmla="*/ 104 h 125"/>
                    <a:gd name="T14" fmla="*/ 0 w 393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3" y="56"/>
                      </a:lnTo>
                      <a:lnTo>
                        <a:pt x="342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4467" name="Freeform 127">
                  <a:extLst>
                    <a:ext uri="{FF2B5EF4-FFF2-40B4-BE49-F238E27FC236}">
                      <a16:creationId xmlns:a16="http://schemas.microsoft.com/office/drawing/2014/main" id="{D6E2D794-1C86-DC18-8E9F-34968AD61743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44" y="1806"/>
                  <a:ext cx="392" cy="124"/>
                </a:xfrm>
                <a:custGeom>
                  <a:avLst/>
                  <a:gdLst>
                    <a:gd name="T0" fmla="*/ 392 w 392"/>
                    <a:gd name="T1" fmla="*/ 97 h 124"/>
                    <a:gd name="T2" fmla="*/ 305 w 392"/>
                    <a:gd name="T3" fmla="*/ 124 h 124"/>
                    <a:gd name="T4" fmla="*/ 101 w 392"/>
                    <a:gd name="T5" fmla="*/ 41 h 124"/>
                    <a:gd name="T6" fmla="*/ 0 w 392"/>
                    <a:gd name="T7" fmla="*/ 69 h 124"/>
                    <a:gd name="T8" fmla="*/ 51 w 392"/>
                    <a:gd name="T9" fmla="*/ 0 h 124"/>
                    <a:gd name="T10" fmla="*/ 305 w 392"/>
                    <a:gd name="T11" fmla="*/ 0 h 124"/>
                    <a:gd name="T12" fmla="*/ 196 w 392"/>
                    <a:gd name="T13" fmla="*/ 20 h 124"/>
                    <a:gd name="T14" fmla="*/ 392 w 392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4">
                      <a:moveTo>
                        <a:pt x="392" y="97"/>
                      </a:moveTo>
                      <a:lnTo>
                        <a:pt x="305" y="124"/>
                      </a:lnTo>
                      <a:lnTo>
                        <a:pt x="101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5" y="0"/>
                      </a:lnTo>
                      <a:lnTo>
                        <a:pt x="196" y="20"/>
                      </a:lnTo>
                      <a:lnTo>
                        <a:pt x="392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4468" name="Freeform 128">
                  <a:extLst>
                    <a:ext uri="{FF2B5EF4-FFF2-40B4-BE49-F238E27FC236}">
                      <a16:creationId xmlns:a16="http://schemas.microsoft.com/office/drawing/2014/main" id="{A1C54E99-799C-1FC5-70E9-F4B41E6865F3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44" y="1806"/>
                  <a:ext cx="392" cy="124"/>
                </a:xfrm>
                <a:custGeom>
                  <a:avLst/>
                  <a:gdLst>
                    <a:gd name="T0" fmla="*/ 392 w 392"/>
                    <a:gd name="T1" fmla="*/ 97 h 124"/>
                    <a:gd name="T2" fmla="*/ 305 w 392"/>
                    <a:gd name="T3" fmla="*/ 124 h 124"/>
                    <a:gd name="T4" fmla="*/ 101 w 392"/>
                    <a:gd name="T5" fmla="*/ 41 h 124"/>
                    <a:gd name="T6" fmla="*/ 0 w 392"/>
                    <a:gd name="T7" fmla="*/ 69 h 124"/>
                    <a:gd name="T8" fmla="*/ 51 w 392"/>
                    <a:gd name="T9" fmla="*/ 0 h 124"/>
                    <a:gd name="T10" fmla="*/ 305 w 392"/>
                    <a:gd name="T11" fmla="*/ 0 h 124"/>
                    <a:gd name="T12" fmla="*/ 196 w 392"/>
                    <a:gd name="T13" fmla="*/ 20 h 124"/>
                    <a:gd name="T14" fmla="*/ 392 w 392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4">
                      <a:moveTo>
                        <a:pt x="392" y="97"/>
                      </a:moveTo>
                      <a:lnTo>
                        <a:pt x="305" y="124"/>
                      </a:lnTo>
                      <a:lnTo>
                        <a:pt x="101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5" y="0"/>
                      </a:lnTo>
                      <a:lnTo>
                        <a:pt x="196" y="20"/>
                      </a:lnTo>
                      <a:lnTo>
                        <a:pt x="392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</p:grpSp>
        <p:sp>
          <p:nvSpPr>
            <p:cNvPr id="14458" name="WordArt 129">
              <a:extLst>
                <a:ext uri="{FF2B5EF4-FFF2-40B4-BE49-F238E27FC236}">
                  <a16:creationId xmlns:a16="http://schemas.microsoft.com/office/drawing/2014/main" id="{091E0BC0-088B-7B00-8292-8FA579D2B12F}"/>
                </a:ext>
              </a:extLst>
            </p:cNvPr>
            <p:cNvSpPr>
              <a:spLocks noChangeAspect="1" noChangeArrowheads="1" noChangeShapeType="1" noTextEdit="1"/>
            </p:cNvSpPr>
            <p:nvPr/>
          </p:nvSpPr>
          <p:spPr bwMode="auto">
            <a:xfrm>
              <a:off x="1027" y="3811"/>
              <a:ext cx="346" cy="104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r3  </a:t>
              </a:r>
            </a:p>
          </p:txBody>
        </p:sp>
      </p:grpSp>
      <p:grpSp>
        <p:nvGrpSpPr>
          <p:cNvPr id="14369" name="Group 130">
            <a:extLst>
              <a:ext uri="{FF2B5EF4-FFF2-40B4-BE49-F238E27FC236}">
                <a16:creationId xmlns:a16="http://schemas.microsoft.com/office/drawing/2014/main" id="{6B8ED81E-C850-09D5-A7A5-3CD3A3CE3CD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671888" y="1844676"/>
            <a:ext cx="552450" cy="460375"/>
            <a:chOff x="144" y="3264"/>
            <a:chExt cx="288" cy="240"/>
          </a:xfrm>
        </p:grpSpPr>
        <p:sp>
          <p:nvSpPr>
            <p:cNvPr id="14454" name="Rectangle 131">
              <a:extLst>
                <a:ext uri="{FF2B5EF4-FFF2-40B4-BE49-F238E27FC236}">
                  <a16:creationId xmlns:a16="http://schemas.microsoft.com/office/drawing/2014/main" id="{76AA5394-39AD-868D-3002-1C75913E968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400" b="1">
                  <a:latin typeface="Courier New" panose="02070309020205020404" pitchFamily="49" charset="0"/>
                </a:rPr>
                <a:t>eth3</a:t>
              </a:r>
            </a:p>
          </p:txBody>
        </p:sp>
        <p:sp>
          <p:nvSpPr>
            <p:cNvPr id="14455" name="Rectangle 132">
              <a:extLst>
                <a:ext uri="{FF2B5EF4-FFF2-40B4-BE49-F238E27FC236}">
                  <a16:creationId xmlns:a16="http://schemas.microsoft.com/office/drawing/2014/main" id="{A1666634-3B92-DA5E-BDE9-933ED7052FF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400" b="1">
                  <a:solidFill>
                    <a:srgbClr val="5F5F5F"/>
                  </a:solidFill>
                  <a:latin typeface="Courier New" panose="02070309020205020404" pitchFamily="49" charset="0"/>
                </a:rPr>
                <a:t>1</a:t>
              </a:r>
            </a:p>
          </p:txBody>
        </p:sp>
      </p:grpSp>
      <p:grpSp>
        <p:nvGrpSpPr>
          <p:cNvPr id="14370" name="Group 133">
            <a:extLst>
              <a:ext uri="{FF2B5EF4-FFF2-40B4-BE49-F238E27FC236}">
                <a16:creationId xmlns:a16="http://schemas.microsoft.com/office/drawing/2014/main" id="{DB166BB0-4CE5-65A5-90FC-DB9D34882FF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663825" y="4292601"/>
            <a:ext cx="554038" cy="460375"/>
            <a:chOff x="144" y="3264"/>
            <a:chExt cx="288" cy="240"/>
          </a:xfrm>
        </p:grpSpPr>
        <p:sp>
          <p:nvSpPr>
            <p:cNvPr id="14452" name="Rectangle 134">
              <a:extLst>
                <a:ext uri="{FF2B5EF4-FFF2-40B4-BE49-F238E27FC236}">
                  <a16:creationId xmlns:a16="http://schemas.microsoft.com/office/drawing/2014/main" id="{A5A492D7-93FE-B36A-035B-5B29E37E485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400" b="1">
                  <a:latin typeface="Courier New" panose="02070309020205020404" pitchFamily="49" charset="0"/>
                </a:rPr>
                <a:t>eth2</a:t>
              </a:r>
            </a:p>
          </p:txBody>
        </p:sp>
        <p:sp>
          <p:nvSpPr>
            <p:cNvPr id="14453" name="Rectangle 135">
              <a:extLst>
                <a:ext uri="{FF2B5EF4-FFF2-40B4-BE49-F238E27FC236}">
                  <a16:creationId xmlns:a16="http://schemas.microsoft.com/office/drawing/2014/main" id="{A95BC459-2D53-44D0-AAD4-41B4E0BC963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400" b="1">
                  <a:solidFill>
                    <a:srgbClr val="5F5F5F"/>
                  </a:solidFill>
                  <a:latin typeface="Courier New" panose="02070309020205020404" pitchFamily="49" charset="0"/>
                </a:rPr>
                <a:t>1</a:t>
              </a:r>
            </a:p>
          </p:txBody>
        </p:sp>
      </p:grpSp>
      <p:sp>
        <p:nvSpPr>
          <p:cNvPr id="14371" name="Line 136">
            <a:extLst>
              <a:ext uri="{FF2B5EF4-FFF2-40B4-BE49-F238E27FC236}">
                <a16:creationId xmlns:a16="http://schemas.microsoft.com/office/drawing/2014/main" id="{19C6C3DC-519F-F8DA-685D-E4BF332D613B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 flipV="1">
            <a:off x="2351088" y="5157788"/>
            <a:ext cx="0" cy="622300"/>
          </a:xfrm>
          <a:prstGeom prst="line">
            <a:avLst/>
          </a:prstGeom>
          <a:noFill/>
          <a:ln w="19050">
            <a:solidFill>
              <a:srgbClr val="5F5F5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grpSp>
        <p:nvGrpSpPr>
          <p:cNvPr id="14372" name="Group 137">
            <a:extLst>
              <a:ext uri="{FF2B5EF4-FFF2-40B4-BE49-F238E27FC236}">
                <a16:creationId xmlns:a16="http://schemas.microsoft.com/office/drawing/2014/main" id="{2A593283-F828-DF17-5D64-88A8D8078632}"/>
              </a:ext>
            </a:extLst>
          </p:cNvPr>
          <p:cNvGrpSpPr>
            <a:grpSpLocks noChangeAspect="1"/>
          </p:cNvGrpSpPr>
          <p:nvPr/>
        </p:nvGrpSpPr>
        <p:grpSpPr bwMode="auto">
          <a:xfrm flipH="1">
            <a:off x="2154238" y="4846639"/>
            <a:ext cx="1382712" cy="369887"/>
            <a:chOff x="3312" y="3648"/>
            <a:chExt cx="720" cy="192"/>
          </a:xfrm>
        </p:grpSpPr>
        <p:sp>
          <p:nvSpPr>
            <p:cNvPr id="14450" name="Line 138">
              <a:extLst>
                <a:ext uri="{FF2B5EF4-FFF2-40B4-BE49-F238E27FC236}">
                  <a16:creationId xmlns:a16="http://schemas.microsoft.com/office/drawing/2014/main" id="{A70EF3A8-2EA9-DD4F-0641-D45FE4ECC51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312" y="3744"/>
              <a:ext cx="57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GB"/>
            </a:p>
          </p:txBody>
        </p:sp>
        <p:sp>
          <p:nvSpPr>
            <p:cNvPr id="14451" name="Oval 139">
              <a:extLst>
                <a:ext uri="{FF2B5EF4-FFF2-40B4-BE49-F238E27FC236}">
                  <a16:creationId xmlns:a16="http://schemas.microsoft.com/office/drawing/2014/main" id="{6A7D4204-0824-5AE4-838A-F2D4643F689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40" y="3648"/>
              <a:ext cx="192" cy="192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2000">
                  <a:latin typeface="Tahoma" panose="020B0604030504040204" pitchFamily="34" charset="0"/>
                </a:rPr>
                <a:t>B</a:t>
              </a:r>
            </a:p>
          </p:txBody>
        </p:sp>
      </p:grpSp>
      <p:sp>
        <p:nvSpPr>
          <p:cNvPr id="14373" name="AutoShape 140">
            <a:extLst>
              <a:ext uri="{FF2B5EF4-FFF2-40B4-BE49-F238E27FC236}">
                <a16:creationId xmlns:a16="http://schemas.microsoft.com/office/drawing/2014/main" id="{AAD4378E-D36A-26D9-0802-0B1F8E4C0EE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70038" y="5678488"/>
            <a:ext cx="1497012" cy="341312"/>
          </a:xfrm>
          <a:prstGeom prst="flowChartAlternateProcess">
            <a:avLst/>
          </a:prstGeom>
          <a:solidFill>
            <a:schemeClr val="bg1"/>
          </a:solidFill>
          <a:ln w="19050">
            <a:solidFill>
              <a:srgbClr val="5F5F5F"/>
            </a:solidFill>
            <a:prstDash val="sys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it-IT" altLang="it-IT" sz="1400" b="1">
                <a:solidFill>
                  <a:srgbClr val="5F5F5F"/>
                </a:solidFill>
                <a:latin typeface="Courier New" panose="02070309020205020404" pitchFamily="49" charset="0"/>
              </a:rPr>
              <a:t>100.1.2.0/24</a:t>
            </a:r>
          </a:p>
        </p:txBody>
      </p:sp>
      <p:sp>
        <p:nvSpPr>
          <p:cNvPr id="14374" name="Line 141">
            <a:extLst>
              <a:ext uri="{FF2B5EF4-FFF2-40B4-BE49-F238E27FC236}">
                <a16:creationId xmlns:a16="http://schemas.microsoft.com/office/drawing/2014/main" id="{CB1068B4-C23C-2666-FA53-925B6FEDE8A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424113" y="1627189"/>
            <a:ext cx="0" cy="865187"/>
          </a:xfrm>
          <a:prstGeom prst="line">
            <a:avLst/>
          </a:prstGeom>
          <a:noFill/>
          <a:ln w="19050">
            <a:solidFill>
              <a:srgbClr val="5F5F5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grpSp>
        <p:nvGrpSpPr>
          <p:cNvPr id="14375" name="Group 142">
            <a:extLst>
              <a:ext uri="{FF2B5EF4-FFF2-40B4-BE49-F238E27FC236}">
                <a16:creationId xmlns:a16="http://schemas.microsoft.com/office/drawing/2014/main" id="{A080E634-B798-2126-7935-B578BC4E71C2}"/>
              </a:ext>
            </a:extLst>
          </p:cNvPr>
          <p:cNvGrpSpPr>
            <a:grpSpLocks noChangeAspect="1"/>
          </p:cNvGrpSpPr>
          <p:nvPr/>
        </p:nvGrpSpPr>
        <p:grpSpPr bwMode="auto">
          <a:xfrm flipH="1">
            <a:off x="2265363" y="2336800"/>
            <a:ext cx="1382712" cy="368300"/>
            <a:chOff x="3312" y="3648"/>
            <a:chExt cx="720" cy="192"/>
          </a:xfrm>
        </p:grpSpPr>
        <p:sp>
          <p:nvSpPr>
            <p:cNvPr id="14448" name="Line 143">
              <a:extLst>
                <a:ext uri="{FF2B5EF4-FFF2-40B4-BE49-F238E27FC236}">
                  <a16:creationId xmlns:a16="http://schemas.microsoft.com/office/drawing/2014/main" id="{9DADDBE6-1F4C-77D2-57B6-1141D1906DE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312" y="3744"/>
              <a:ext cx="57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GB"/>
            </a:p>
          </p:txBody>
        </p:sp>
        <p:sp>
          <p:nvSpPr>
            <p:cNvPr id="14449" name="Oval 144">
              <a:extLst>
                <a:ext uri="{FF2B5EF4-FFF2-40B4-BE49-F238E27FC236}">
                  <a16:creationId xmlns:a16="http://schemas.microsoft.com/office/drawing/2014/main" id="{8B1E5FA3-9609-0F7F-D70B-428587A3127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40" y="3648"/>
              <a:ext cx="192" cy="192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2000">
                  <a:latin typeface="Tahoma" panose="020B0604030504040204" pitchFamily="34" charset="0"/>
                </a:rPr>
                <a:t>A</a:t>
              </a:r>
            </a:p>
          </p:txBody>
        </p:sp>
      </p:grpSp>
      <p:sp>
        <p:nvSpPr>
          <p:cNvPr id="14376" name="AutoShape 145">
            <a:extLst>
              <a:ext uri="{FF2B5EF4-FFF2-40B4-BE49-F238E27FC236}">
                <a16:creationId xmlns:a16="http://schemas.microsoft.com/office/drawing/2014/main" id="{1FB1B5BF-9B55-8FBE-1C12-5EAA7E1D66E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714501" y="1501776"/>
            <a:ext cx="1497013" cy="341313"/>
          </a:xfrm>
          <a:prstGeom prst="flowChartAlternateProcess">
            <a:avLst/>
          </a:prstGeom>
          <a:solidFill>
            <a:schemeClr val="bg1"/>
          </a:solidFill>
          <a:ln w="19050">
            <a:solidFill>
              <a:srgbClr val="5F5F5F"/>
            </a:solidFill>
            <a:prstDash val="sys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it-IT" altLang="it-IT" sz="1400" b="1">
                <a:solidFill>
                  <a:srgbClr val="5F5F5F"/>
                </a:solidFill>
                <a:latin typeface="Courier New" panose="02070309020205020404" pitchFamily="49" charset="0"/>
              </a:rPr>
              <a:t>100.1.1.0/24</a:t>
            </a:r>
          </a:p>
        </p:txBody>
      </p:sp>
      <p:sp>
        <p:nvSpPr>
          <p:cNvPr id="14377" name="Line 146">
            <a:extLst>
              <a:ext uri="{FF2B5EF4-FFF2-40B4-BE49-F238E27FC236}">
                <a16:creationId xmlns:a16="http://schemas.microsoft.com/office/drawing/2014/main" id="{5BFB19E2-9CBA-F68E-2A6C-A3C522B28BD4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6024563" y="1989139"/>
            <a:ext cx="0" cy="815975"/>
          </a:xfrm>
          <a:prstGeom prst="line">
            <a:avLst/>
          </a:prstGeom>
          <a:noFill/>
          <a:ln w="19050">
            <a:solidFill>
              <a:srgbClr val="5F5F5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14378" name="Oval 147">
            <a:extLst>
              <a:ext uri="{FF2B5EF4-FFF2-40B4-BE49-F238E27FC236}">
                <a16:creationId xmlns:a16="http://schemas.microsoft.com/office/drawing/2014/main" id="{1A9ECBDC-70B9-7E60-8B51-5C2FD95303E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72163" y="2636838"/>
            <a:ext cx="368300" cy="36830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2000">
                <a:latin typeface="Tahoma" panose="020B0604030504040204" pitchFamily="34" charset="0"/>
              </a:rPr>
              <a:t>H</a:t>
            </a:r>
          </a:p>
        </p:txBody>
      </p:sp>
      <p:sp>
        <p:nvSpPr>
          <p:cNvPr id="14379" name="AutoShape 148">
            <a:extLst>
              <a:ext uri="{FF2B5EF4-FFF2-40B4-BE49-F238E27FC236}">
                <a16:creationId xmlns:a16="http://schemas.microsoft.com/office/drawing/2014/main" id="{4EBA0225-FF64-8C91-3373-927CD2D4C2E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722939" y="1790701"/>
            <a:ext cx="1603375" cy="341313"/>
          </a:xfrm>
          <a:prstGeom prst="flowChartAlternateProcess">
            <a:avLst/>
          </a:prstGeom>
          <a:solidFill>
            <a:schemeClr val="bg1"/>
          </a:solidFill>
          <a:ln w="19050">
            <a:solidFill>
              <a:srgbClr val="5F5F5F"/>
            </a:solidFill>
            <a:prstDash val="sys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it-IT" altLang="it-IT" sz="1400" b="1">
                <a:solidFill>
                  <a:srgbClr val="5F5F5F"/>
                </a:solidFill>
                <a:latin typeface="Courier New" panose="02070309020205020404" pitchFamily="49" charset="0"/>
              </a:rPr>
              <a:t>100.1.0.12/30</a:t>
            </a:r>
          </a:p>
        </p:txBody>
      </p:sp>
      <p:sp>
        <p:nvSpPr>
          <p:cNvPr id="14380" name="Line 149">
            <a:extLst>
              <a:ext uri="{FF2B5EF4-FFF2-40B4-BE49-F238E27FC236}">
                <a16:creationId xmlns:a16="http://schemas.microsoft.com/office/drawing/2014/main" id="{2F5B6537-3CF1-9EF4-BEA6-366D89FDD552}"/>
              </a:ext>
            </a:extLst>
          </p:cNvPr>
          <p:cNvSpPr>
            <a:spLocks noChangeShapeType="1"/>
          </p:cNvSpPr>
          <p:nvPr/>
        </p:nvSpPr>
        <p:spPr bwMode="auto">
          <a:xfrm>
            <a:off x="2784476" y="3068638"/>
            <a:ext cx="1012825" cy="0"/>
          </a:xfrm>
          <a:prstGeom prst="line">
            <a:avLst/>
          </a:prstGeom>
          <a:noFill/>
          <a:ln w="19050">
            <a:solidFill>
              <a:srgbClr val="5F5F5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14381" name="Oval 150">
            <a:extLst>
              <a:ext uri="{FF2B5EF4-FFF2-40B4-BE49-F238E27FC236}">
                <a16:creationId xmlns:a16="http://schemas.microsoft.com/office/drawing/2014/main" id="{AA6A45FC-0A6E-775A-7B52-4DC19B22F00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40138" y="2916238"/>
            <a:ext cx="368300" cy="36830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2000">
                <a:latin typeface="Tahoma" panose="020B0604030504040204" pitchFamily="34" charset="0"/>
              </a:rPr>
              <a:t>E</a:t>
            </a:r>
          </a:p>
        </p:txBody>
      </p:sp>
      <p:sp>
        <p:nvSpPr>
          <p:cNvPr id="14382" name="AutoShape 151">
            <a:extLst>
              <a:ext uri="{FF2B5EF4-FFF2-40B4-BE49-F238E27FC236}">
                <a16:creationId xmlns:a16="http://schemas.microsoft.com/office/drawing/2014/main" id="{D031700D-9F67-214B-95EC-2CB98005F8E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446213" y="2884488"/>
            <a:ext cx="1497012" cy="341312"/>
          </a:xfrm>
          <a:prstGeom prst="flowChartAlternateProcess">
            <a:avLst/>
          </a:prstGeom>
          <a:solidFill>
            <a:schemeClr val="bg1"/>
          </a:solidFill>
          <a:ln w="19050">
            <a:solidFill>
              <a:srgbClr val="5F5F5F"/>
            </a:solidFill>
            <a:prstDash val="sys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it-IT" altLang="it-IT" sz="1400" b="1">
                <a:solidFill>
                  <a:srgbClr val="5F5F5F"/>
                </a:solidFill>
                <a:latin typeface="Courier New" panose="02070309020205020404" pitchFamily="49" charset="0"/>
              </a:rPr>
              <a:t>100.1.0.0/30</a:t>
            </a:r>
          </a:p>
        </p:txBody>
      </p:sp>
      <p:sp>
        <p:nvSpPr>
          <p:cNvPr id="14383" name="AutoShape 152">
            <a:extLst>
              <a:ext uri="{FF2B5EF4-FFF2-40B4-BE49-F238E27FC236}">
                <a16:creationId xmlns:a16="http://schemas.microsoft.com/office/drawing/2014/main" id="{F12B0B28-BDB7-37DA-B109-79B0892BC02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048751" y="2668588"/>
            <a:ext cx="1497013" cy="341312"/>
          </a:xfrm>
          <a:prstGeom prst="flowChartAlternateProcess">
            <a:avLst/>
          </a:prstGeom>
          <a:solidFill>
            <a:schemeClr val="bg1"/>
          </a:solidFill>
          <a:ln w="19050">
            <a:solidFill>
              <a:srgbClr val="5F5F5F"/>
            </a:solidFill>
            <a:prstDash val="sys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it-IT" altLang="it-IT" sz="1400" b="1">
                <a:solidFill>
                  <a:srgbClr val="5F5F5F"/>
                </a:solidFill>
                <a:latin typeface="Courier New" panose="02070309020205020404" pitchFamily="49" charset="0"/>
              </a:rPr>
              <a:t>100.2.0.0/30</a:t>
            </a:r>
          </a:p>
        </p:txBody>
      </p:sp>
      <p:grpSp>
        <p:nvGrpSpPr>
          <p:cNvPr id="14384" name="Group 153">
            <a:extLst>
              <a:ext uri="{FF2B5EF4-FFF2-40B4-BE49-F238E27FC236}">
                <a16:creationId xmlns:a16="http://schemas.microsoft.com/office/drawing/2014/main" id="{5CA6CAA2-D8CB-9363-0215-15EDFF2900D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566989" y="3716338"/>
            <a:ext cx="738187" cy="404812"/>
            <a:chOff x="816" y="2496"/>
            <a:chExt cx="384" cy="211"/>
          </a:xfrm>
        </p:grpSpPr>
        <p:sp>
          <p:nvSpPr>
            <p:cNvPr id="14427" name="AutoShape 154">
              <a:extLst>
                <a:ext uri="{FF2B5EF4-FFF2-40B4-BE49-F238E27FC236}">
                  <a16:creationId xmlns:a16="http://schemas.microsoft.com/office/drawing/2014/main" id="{12F4C89B-5F3E-4189-F87D-2FE63339FA1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816" y="2496"/>
              <a:ext cx="384" cy="211"/>
            </a:xfrm>
            <a:prstGeom prst="can">
              <a:avLst>
                <a:gd name="adj" fmla="val 50000"/>
              </a:avLst>
            </a:prstGeom>
            <a:gradFill rotWithShape="0">
              <a:gsLst>
                <a:gs pos="0">
                  <a:srgbClr val="002F5E"/>
                </a:gs>
                <a:gs pos="50000">
                  <a:srgbClr val="0066CC"/>
                </a:gs>
                <a:gs pos="100000">
                  <a:srgbClr val="002F5E"/>
                </a:gs>
              </a:gsLst>
              <a:lin ang="0" scaled="1"/>
            </a:gradFill>
            <a:ln w="9525">
              <a:solidFill>
                <a:srgbClr val="819F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73025" tIns="36512" rIns="73025" bIns="36512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it-IT" altLang="en-IT"/>
            </a:p>
          </p:txBody>
        </p:sp>
        <p:grpSp>
          <p:nvGrpSpPr>
            <p:cNvPr id="14428" name="Group 155">
              <a:extLst>
                <a:ext uri="{FF2B5EF4-FFF2-40B4-BE49-F238E27FC236}">
                  <a16:creationId xmlns:a16="http://schemas.microsoft.com/office/drawing/2014/main" id="{47B2239E-AF11-4DD8-DE2A-88F9D8AC619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87" y="2509"/>
              <a:ext cx="239" cy="83"/>
              <a:chOff x="422" y="1632"/>
              <a:chExt cx="829" cy="298"/>
            </a:xfrm>
          </p:grpSpPr>
          <p:grpSp>
            <p:nvGrpSpPr>
              <p:cNvPr id="14430" name="Group 156">
                <a:extLst>
                  <a:ext uri="{FF2B5EF4-FFF2-40B4-BE49-F238E27FC236}">
                    <a16:creationId xmlns:a16="http://schemas.microsoft.com/office/drawing/2014/main" id="{5BDC618F-8080-2B31-053F-E908FA94822C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22" y="1632"/>
                <a:ext cx="822" cy="291"/>
                <a:chOff x="422" y="1632"/>
                <a:chExt cx="822" cy="291"/>
              </a:xfrm>
            </p:grpSpPr>
            <p:sp>
              <p:nvSpPr>
                <p:cNvPr id="14440" name="Freeform 157">
                  <a:extLst>
                    <a:ext uri="{FF2B5EF4-FFF2-40B4-BE49-F238E27FC236}">
                      <a16:creationId xmlns:a16="http://schemas.microsoft.com/office/drawing/2014/main" id="{11B50EF9-CD92-61AD-F933-9E7D6469B6CD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1" y="1639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4 w 393"/>
                    <a:gd name="T11" fmla="*/ 0 h 125"/>
                    <a:gd name="T12" fmla="*/ 196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4" y="0"/>
                      </a:lnTo>
                      <a:lnTo>
                        <a:pt x="196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4441" name="Freeform 158">
                  <a:extLst>
                    <a:ext uri="{FF2B5EF4-FFF2-40B4-BE49-F238E27FC236}">
                      <a16:creationId xmlns:a16="http://schemas.microsoft.com/office/drawing/2014/main" id="{A5AB2A46-A95D-6149-6A2B-9F94F20DA1D3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1" y="1639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4 w 393"/>
                    <a:gd name="T11" fmla="*/ 0 h 125"/>
                    <a:gd name="T12" fmla="*/ 196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4" y="0"/>
                      </a:lnTo>
                      <a:lnTo>
                        <a:pt x="196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4442" name="Freeform 159">
                  <a:extLst>
                    <a:ext uri="{FF2B5EF4-FFF2-40B4-BE49-F238E27FC236}">
                      <a16:creationId xmlns:a16="http://schemas.microsoft.com/office/drawing/2014/main" id="{151B2DF5-9F96-54CD-02A6-A6A8DA611BAA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2" y="1785"/>
                  <a:ext cx="393" cy="132"/>
                </a:xfrm>
                <a:custGeom>
                  <a:avLst/>
                  <a:gdLst>
                    <a:gd name="T0" fmla="*/ 393 w 393"/>
                    <a:gd name="T1" fmla="*/ 28 h 132"/>
                    <a:gd name="T2" fmla="*/ 305 w 393"/>
                    <a:gd name="T3" fmla="*/ 0 h 132"/>
                    <a:gd name="T4" fmla="*/ 102 w 393"/>
                    <a:gd name="T5" fmla="*/ 83 h 132"/>
                    <a:gd name="T6" fmla="*/ 0 w 393"/>
                    <a:gd name="T7" fmla="*/ 55 h 132"/>
                    <a:gd name="T8" fmla="*/ 51 w 393"/>
                    <a:gd name="T9" fmla="*/ 132 h 132"/>
                    <a:gd name="T10" fmla="*/ 305 w 393"/>
                    <a:gd name="T11" fmla="*/ 132 h 132"/>
                    <a:gd name="T12" fmla="*/ 196 w 393"/>
                    <a:gd name="T13" fmla="*/ 104 h 132"/>
                    <a:gd name="T14" fmla="*/ 393 w 393"/>
                    <a:gd name="T15" fmla="*/ 28 h 13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2">
                      <a:moveTo>
                        <a:pt x="393" y="28"/>
                      </a:moveTo>
                      <a:lnTo>
                        <a:pt x="305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2"/>
                      </a:lnTo>
                      <a:lnTo>
                        <a:pt x="305" y="132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4443" name="Freeform 160">
                  <a:extLst>
                    <a:ext uri="{FF2B5EF4-FFF2-40B4-BE49-F238E27FC236}">
                      <a16:creationId xmlns:a16="http://schemas.microsoft.com/office/drawing/2014/main" id="{F082D8CC-1644-6C83-1BA0-DF5B2BB5D864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2" y="1785"/>
                  <a:ext cx="393" cy="132"/>
                </a:xfrm>
                <a:custGeom>
                  <a:avLst/>
                  <a:gdLst>
                    <a:gd name="T0" fmla="*/ 393 w 393"/>
                    <a:gd name="T1" fmla="*/ 28 h 132"/>
                    <a:gd name="T2" fmla="*/ 305 w 393"/>
                    <a:gd name="T3" fmla="*/ 0 h 132"/>
                    <a:gd name="T4" fmla="*/ 102 w 393"/>
                    <a:gd name="T5" fmla="*/ 83 h 132"/>
                    <a:gd name="T6" fmla="*/ 0 w 393"/>
                    <a:gd name="T7" fmla="*/ 55 h 132"/>
                    <a:gd name="T8" fmla="*/ 51 w 393"/>
                    <a:gd name="T9" fmla="*/ 132 h 132"/>
                    <a:gd name="T10" fmla="*/ 305 w 393"/>
                    <a:gd name="T11" fmla="*/ 132 h 132"/>
                    <a:gd name="T12" fmla="*/ 196 w 393"/>
                    <a:gd name="T13" fmla="*/ 104 h 132"/>
                    <a:gd name="T14" fmla="*/ 393 w 393"/>
                    <a:gd name="T15" fmla="*/ 28 h 13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2">
                      <a:moveTo>
                        <a:pt x="393" y="28"/>
                      </a:moveTo>
                      <a:lnTo>
                        <a:pt x="305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2"/>
                      </a:lnTo>
                      <a:lnTo>
                        <a:pt x="305" y="132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4444" name="Freeform 161">
                  <a:extLst>
                    <a:ext uri="{FF2B5EF4-FFF2-40B4-BE49-F238E27FC236}">
                      <a16:creationId xmlns:a16="http://schemas.microsoft.com/office/drawing/2014/main" id="{A5C1DBFA-D3CA-F00A-5537-F977C6E2E23D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44" y="1632"/>
                  <a:ext cx="392" cy="125"/>
                </a:xfrm>
                <a:custGeom>
                  <a:avLst/>
                  <a:gdLst>
                    <a:gd name="T0" fmla="*/ 0 w 392"/>
                    <a:gd name="T1" fmla="*/ 28 h 125"/>
                    <a:gd name="T2" fmla="*/ 87 w 392"/>
                    <a:gd name="T3" fmla="*/ 0 h 125"/>
                    <a:gd name="T4" fmla="*/ 298 w 392"/>
                    <a:gd name="T5" fmla="*/ 77 h 125"/>
                    <a:gd name="T6" fmla="*/ 392 w 392"/>
                    <a:gd name="T7" fmla="*/ 56 h 125"/>
                    <a:gd name="T8" fmla="*/ 341 w 392"/>
                    <a:gd name="T9" fmla="*/ 125 h 125"/>
                    <a:gd name="T10" fmla="*/ 94 w 392"/>
                    <a:gd name="T11" fmla="*/ 125 h 125"/>
                    <a:gd name="T12" fmla="*/ 196 w 392"/>
                    <a:gd name="T13" fmla="*/ 104 h 125"/>
                    <a:gd name="T14" fmla="*/ 0 w 392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2" y="56"/>
                      </a:lnTo>
                      <a:lnTo>
                        <a:pt x="341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4445" name="Freeform 162">
                  <a:extLst>
                    <a:ext uri="{FF2B5EF4-FFF2-40B4-BE49-F238E27FC236}">
                      <a16:creationId xmlns:a16="http://schemas.microsoft.com/office/drawing/2014/main" id="{2D6B9697-4437-59DE-4C07-8F3C6520046B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44" y="1632"/>
                  <a:ext cx="392" cy="125"/>
                </a:xfrm>
                <a:custGeom>
                  <a:avLst/>
                  <a:gdLst>
                    <a:gd name="T0" fmla="*/ 0 w 392"/>
                    <a:gd name="T1" fmla="*/ 28 h 125"/>
                    <a:gd name="T2" fmla="*/ 87 w 392"/>
                    <a:gd name="T3" fmla="*/ 0 h 125"/>
                    <a:gd name="T4" fmla="*/ 298 w 392"/>
                    <a:gd name="T5" fmla="*/ 77 h 125"/>
                    <a:gd name="T6" fmla="*/ 392 w 392"/>
                    <a:gd name="T7" fmla="*/ 56 h 125"/>
                    <a:gd name="T8" fmla="*/ 341 w 392"/>
                    <a:gd name="T9" fmla="*/ 125 h 125"/>
                    <a:gd name="T10" fmla="*/ 94 w 392"/>
                    <a:gd name="T11" fmla="*/ 125 h 125"/>
                    <a:gd name="T12" fmla="*/ 196 w 392"/>
                    <a:gd name="T13" fmla="*/ 104 h 125"/>
                    <a:gd name="T14" fmla="*/ 0 w 392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2" y="56"/>
                      </a:lnTo>
                      <a:lnTo>
                        <a:pt x="341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4446" name="Freeform 163">
                  <a:extLst>
                    <a:ext uri="{FF2B5EF4-FFF2-40B4-BE49-F238E27FC236}">
                      <a16:creationId xmlns:a16="http://schemas.microsoft.com/office/drawing/2014/main" id="{B08EF8A0-9BFB-1F83-1FC8-B7BCA11955FB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36" y="1799"/>
                  <a:ext cx="393" cy="124"/>
                </a:xfrm>
                <a:custGeom>
                  <a:avLst/>
                  <a:gdLst>
                    <a:gd name="T0" fmla="*/ 393 w 393"/>
                    <a:gd name="T1" fmla="*/ 97 h 124"/>
                    <a:gd name="T2" fmla="*/ 306 w 393"/>
                    <a:gd name="T3" fmla="*/ 124 h 124"/>
                    <a:gd name="T4" fmla="*/ 102 w 393"/>
                    <a:gd name="T5" fmla="*/ 41 h 124"/>
                    <a:gd name="T6" fmla="*/ 0 w 393"/>
                    <a:gd name="T7" fmla="*/ 69 h 124"/>
                    <a:gd name="T8" fmla="*/ 51 w 393"/>
                    <a:gd name="T9" fmla="*/ 0 h 124"/>
                    <a:gd name="T10" fmla="*/ 306 w 393"/>
                    <a:gd name="T11" fmla="*/ 0 h 124"/>
                    <a:gd name="T12" fmla="*/ 197 w 393"/>
                    <a:gd name="T13" fmla="*/ 21 h 124"/>
                    <a:gd name="T14" fmla="*/ 393 w 393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4">
                      <a:moveTo>
                        <a:pt x="393" y="97"/>
                      </a:moveTo>
                      <a:lnTo>
                        <a:pt x="306" y="124"/>
                      </a:lnTo>
                      <a:lnTo>
                        <a:pt x="102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6" y="0"/>
                      </a:lnTo>
                      <a:lnTo>
                        <a:pt x="197" y="21"/>
                      </a:lnTo>
                      <a:lnTo>
                        <a:pt x="393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4447" name="Freeform 164">
                  <a:extLst>
                    <a:ext uri="{FF2B5EF4-FFF2-40B4-BE49-F238E27FC236}">
                      <a16:creationId xmlns:a16="http://schemas.microsoft.com/office/drawing/2014/main" id="{950F1412-8396-283B-3AF2-9A3A9D3BA61A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36" y="1799"/>
                  <a:ext cx="393" cy="124"/>
                </a:xfrm>
                <a:custGeom>
                  <a:avLst/>
                  <a:gdLst>
                    <a:gd name="T0" fmla="*/ 393 w 393"/>
                    <a:gd name="T1" fmla="*/ 97 h 124"/>
                    <a:gd name="T2" fmla="*/ 306 w 393"/>
                    <a:gd name="T3" fmla="*/ 124 h 124"/>
                    <a:gd name="T4" fmla="*/ 102 w 393"/>
                    <a:gd name="T5" fmla="*/ 41 h 124"/>
                    <a:gd name="T6" fmla="*/ 0 w 393"/>
                    <a:gd name="T7" fmla="*/ 69 h 124"/>
                    <a:gd name="T8" fmla="*/ 51 w 393"/>
                    <a:gd name="T9" fmla="*/ 0 h 124"/>
                    <a:gd name="T10" fmla="*/ 306 w 393"/>
                    <a:gd name="T11" fmla="*/ 0 h 124"/>
                    <a:gd name="T12" fmla="*/ 197 w 393"/>
                    <a:gd name="T13" fmla="*/ 21 h 124"/>
                    <a:gd name="T14" fmla="*/ 393 w 393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4">
                      <a:moveTo>
                        <a:pt x="393" y="97"/>
                      </a:moveTo>
                      <a:lnTo>
                        <a:pt x="306" y="124"/>
                      </a:lnTo>
                      <a:lnTo>
                        <a:pt x="102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6" y="0"/>
                      </a:lnTo>
                      <a:lnTo>
                        <a:pt x="197" y="21"/>
                      </a:lnTo>
                      <a:lnTo>
                        <a:pt x="393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4431" name="Group 165">
                <a:extLst>
                  <a:ext uri="{FF2B5EF4-FFF2-40B4-BE49-F238E27FC236}">
                    <a16:creationId xmlns:a16="http://schemas.microsoft.com/office/drawing/2014/main" id="{C2DB2B05-4163-12E3-194F-8B06D95A1590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29" y="1639"/>
                <a:ext cx="822" cy="291"/>
                <a:chOff x="429" y="1639"/>
                <a:chExt cx="822" cy="291"/>
              </a:xfrm>
            </p:grpSpPr>
            <p:sp>
              <p:nvSpPr>
                <p:cNvPr id="14432" name="Freeform 166">
                  <a:extLst>
                    <a:ext uri="{FF2B5EF4-FFF2-40B4-BE49-F238E27FC236}">
                      <a16:creationId xmlns:a16="http://schemas.microsoft.com/office/drawing/2014/main" id="{B6658F40-6635-9B97-A7F0-63930A40F92B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8" y="1646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5 w 393"/>
                    <a:gd name="T11" fmla="*/ 0 h 125"/>
                    <a:gd name="T12" fmla="*/ 197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5" y="0"/>
                      </a:lnTo>
                      <a:lnTo>
                        <a:pt x="197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4433" name="Freeform 167">
                  <a:extLst>
                    <a:ext uri="{FF2B5EF4-FFF2-40B4-BE49-F238E27FC236}">
                      <a16:creationId xmlns:a16="http://schemas.microsoft.com/office/drawing/2014/main" id="{F11F2F02-8DD8-BF55-3030-70E056968A02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8" y="1646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5 w 393"/>
                    <a:gd name="T11" fmla="*/ 0 h 125"/>
                    <a:gd name="T12" fmla="*/ 197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5" y="0"/>
                      </a:lnTo>
                      <a:lnTo>
                        <a:pt x="197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4434" name="Freeform 168">
                  <a:extLst>
                    <a:ext uri="{FF2B5EF4-FFF2-40B4-BE49-F238E27FC236}">
                      <a16:creationId xmlns:a16="http://schemas.microsoft.com/office/drawing/2014/main" id="{22922653-1DE6-38C5-2E13-60FA0766E116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9" y="1792"/>
                  <a:ext cx="393" cy="131"/>
                </a:xfrm>
                <a:custGeom>
                  <a:avLst/>
                  <a:gdLst>
                    <a:gd name="T0" fmla="*/ 393 w 393"/>
                    <a:gd name="T1" fmla="*/ 28 h 131"/>
                    <a:gd name="T2" fmla="*/ 306 w 393"/>
                    <a:gd name="T3" fmla="*/ 0 h 131"/>
                    <a:gd name="T4" fmla="*/ 102 w 393"/>
                    <a:gd name="T5" fmla="*/ 83 h 131"/>
                    <a:gd name="T6" fmla="*/ 0 w 393"/>
                    <a:gd name="T7" fmla="*/ 55 h 131"/>
                    <a:gd name="T8" fmla="*/ 51 w 393"/>
                    <a:gd name="T9" fmla="*/ 131 h 131"/>
                    <a:gd name="T10" fmla="*/ 306 w 393"/>
                    <a:gd name="T11" fmla="*/ 131 h 131"/>
                    <a:gd name="T12" fmla="*/ 196 w 393"/>
                    <a:gd name="T13" fmla="*/ 104 h 131"/>
                    <a:gd name="T14" fmla="*/ 393 w 393"/>
                    <a:gd name="T15" fmla="*/ 28 h 13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1">
                      <a:moveTo>
                        <a:pt x="393" y="28"/>
                      </a:moveTo>
                      <a:lnTo>
                        <a:pt x="306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1"/>
                      </a:lnTo>
                      <a:lnTo>
                        <a:pt x="306" y="131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4435" name="Freeform 169">
                  <a:extLst>
                    <a:ext uri="{FF2B5EF4-FFF2-40B4-BE49-F238E27FC236}">
                      <a16:creationId xmlns:a16="http://schemas.microsoft.com/office/drawing/2014/main" id="{BD07547B-8ED7-4FE1-B5A9-88DC2C090CC5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9" y="1792"/>
                  <a:ext cx="393" cy="131"/>
                </a:xfrm>
                <a:custGeom>
                  <a:avLst/>
                  <a:gdLst>
                    <a:gd name="T0" fmla="*/ 393 w 393"/>
                    <a:gd name="T1" fmla="*/ 28 h 131"/>
                    <a:gd name="T2" fmla="*/ 306 w 393"/>
                    <a:gd name="T3" fmla="*/ 0 h 131"/>
                    <a:gd name="T4" fmla="*/ 102 w 393"/>
                    <a:gd name="T5" fmla="*/ 83 h 131"/>
                    <a:gd name="T6" fmla="*/ 0 w 393"/>
                    <a:gd name="T7" fmla="*/ 55 h 131"/>
                    <a:gd name="T8" fmla="*/ 51 w 393"/>
                    <a:gd name="T9" fmla="*/ 131 h 131"/>
                    <a:gd name="T10" fmla="*/ 306 w 393"/>
                    <a:gd name="T11" fmla="*/ 131 h 131"/>
                    <a:gd name="T12" fmla="*/ 196 w 393"/>
                    <a:gd name="T13" fmla="*/ 104 h 131"/>
                    <a:gd name="T14" fmla="*/ 393 w 393"/>
                    <a:gd name="T15" fmla="*/ 28 h 13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1">
                      <a:moveTo>
                        <a:pt x="393" y="28"/>
                      </a:moveTo>
                      <a:lnTo>
                        <a:pt x="306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1"/>
                      </a:lnTo>
                      <a:lnTo>
                        <a:pt x="306" y="131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4436" name="Freeform 170">
                  <a:extLst>
                    <a:ext uri="{FF2B5EF4-FFF2-40B4-BE49-F238E27FC236}">
                      <a16:creationId xmlns:a16="http://schemas.microsoft.com/office/drawing/2014/main" id="{C11434BA-C2D8-B86E-90E5-6551CB642D01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51" y="1639"/>
                  <a:ext cx="393" cy="125"/>
                </a:xfrm>
                <a:custGeom>
                  <a:avLst/>
                  <a:gdLst>
                    <a:gd name="T0" fmla="*/ 0 w 393"/>
                    <a:gd name="T1" fmla="*/ 28 h 125"/>
                    <a:gd name="T2" fmla="*/ 87 w 393"/>
                    <a:gd name="T3" fmla="*/ 0 h 125"/>
                    <a:gd name="T4" fmla="*/ 298 w 393"/>
                    <a:gd name="T5" fmla="*/ 77 h 125"/>
                    <a:gd name="T6" fmla="*/ 393 w 393"/>
                    <a:gd name="T7" fmla="*/ 56 h 125"/>
                    <a:gd name="T8" fmla="*/ 342 w 393"/>
                    <a:gd name="T9" fmla="*/ 125 h 125"/>
                    <a:gd name="T10" fmla="*/ 94 w 393"/>
                    <a:gd name="T11" fmla="*/ 125 h 125"/>
                    <a:gd name="T12" fmla="*/ 196 w 393"/>
                    <a:gd name="T13" fmla="*/ 104 h 125"/>
                    <a:gd name="T14" fmla="*/ 0 w 393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3" y="56"/>
                      </a:lnTo>
                      <a:lnTo>
                        <a:pt x="342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4437" name="Freeform 171">
                  <a:extLst>
                    <a:ext uri="{FF2B5EF4-FFF2-40B4-BE49-F238E27FC236}">
                      <a16:creationId xmlns:a16="http://schemas.microsoft.com/office/drawing/2014/main" id="{013C229F-85B4-284F-422D-1647DF7DFF3C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51" y="1639"/>
                  <a:ext cx="393" cy="125"/>
                </a:xfrm>
                <a:custGeom>
                  <a:avLst/>
                  <a:gdLst>
                    <a:gd name="T0" fmla="*/ 0 w 393"/>
                    <a:gd name="T1" fmla="*/ 28 h 125"/>
                    <a:gd name="T2" fmla="*/ 87 w 393"/>
                    <a:gd name="T3" fmla="*/ 0 h 125"/>
                    <a:gd name="T4" fmla="*/ 298 w 393"/>
                    <a:gd name="T5" fmla="*/ 77 h 125"/>
                    <a:gd name="T6" fmla="*/ 393 w 393"/>
                    <a:gd name="T7" fmla="*/ 56 h 125"/>
                    <a:gd name="T8" fmla="*/ 342 w 393"/>
                    <a:gd name="T9" fmla="*/ 125 h 125"/>
                    <a:gd name="T10" fmla="*/ 94 w 393"/>
                    <a:gd name="T11" fmla="*/ 125 h 125"/>
                    <a:gd name="T12" fmla="*/ 196 w 393"/>
                    <a:gd name="T13" fmla="*/ 104 h 125"/>
                    <a:gd name="T14" fmla="*/ 0 w 393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3" y="56"/>
                      </a:lnTo>
                      <a:lnTo>
                        <a:pt x="342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4438" name="Freeform 172">
                  <a:extLst>
                    <a:ext uri="{FF2B5EF4-FFF2-40B4-BE49-F238E27FC236}">
                      <a16:creationId xmlns:a16="http://schemas.microsoft.com/office/drawing/2014/main" id="{76AEEDC3-3814-B5C3-C09E-28947931E3E1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44" y="1806"/>
                  <a:ext cx="392" cy="124"/>
                </a:xfrm>
                <a:custGeom>
                  <a:avLst/>
                  <a:gdLst>
                    <a:gd name="T0" fmla="*/ 392 w 392"/>
                    <a:gd name="T1" fmla="*/ 97 h 124"/>
                    <a:gd name="T2" fmla="*/ 305 w 392"/>
                    <a:gd name="T3" fmla="*/ 124 h 124"/>
                    <a:gd name="T4" fmla="*/ 101 w 392"/>
                    <a:gd name="T5" fmla="*/ 41 h 124"/>
                    <a:gd name="T6" fmla="*/ 0 w 392"/>
                    <a:gd name="T7" fmla="*/ 69 h 124"/>
                    <a:gd name="T8" fmla="*/ 51 w 392"/>
                    <a:gd name="T9" fmla="*/ 0 h 124"/>
                    <a:gd name="T10" fmla="*/ 305 w 392"/>
                    <a:gd name="T11" fmla="*/ 0 h 124"/>
                    <a:gd name="T12" fmla="*/ 196 w 392"/>
                    <a:gd name="T13" fmla="*/ 20 h 124"/>
                    <a:gd name="T14" fmla="*/ 392 w 392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4">
                      <a:moveTo>
                        <a:pt x="392" y="97"/>
                      </a:moveTo>
                      <a:lnTo>
                        <a:pt x="305" y="124"/>
                      </a:lnTo>
                      <a:lnTo>
                        <a:pt x="101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5" y="0"/>
                      </a:lnTo>
                      <a:lnTo>
                        <a:pt x="196" y="20"/>
                      </a:lnTo>
                      <a:lnTo>
                        <a:pt x="392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4439" name="Freeform 173">
                  <a:extLst>
                    <a:ext uri="{FF2B5EF4-FFF2-40B4-BE49-F238E27FC236}">
                      <a16:creationId xmlns:a16="http://schemas.microsoft.com/office/drawing/2014/main" id="{58518A4E-1B57-A6C1-DD51-71800380C726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44" y="1806"/>
                  <a:ext cx="392" cy="124"/>
                </a:xfrm>
                <a:custGeom>
                  <a:avLst/>
                  <a:gdLst>
                    <a:gd name="T0" fmla="*/ 392 w 392"/>
                    <a:gd name="T1" fmla="*/ 97 h 124"/>
                    <a:gd name="T2" fmla="*/ 305 w 392"/>
                    <a:gd name="T3" fmla="*/ 124 h 124"/>
                    <a:gd name="T4" fmla="*/ 101 w 392"/>
                    <a:gd name="T5" fmla="*/ 41 h 124"/>
                    <a:gd name="T6" fmla="*/ 0 w 392"/>
                    <a:gd name="T7" fmla="*/ 69 h 124"/>
                    <a:gd name="T8" fmla="*/ 51 w 392"/>
                    <a:gd name="T9" fmla="*/ 0 h 124"/>
                    <a:gd name="T10" fmla="*/ 305 w 392"/>
                    <a:gd name="T11" fmla="*/ 0 h 124"/>
                    <a:gd name="T12" fmla="*/ 196 w 392"/>
                    <a:gd name="T13" fmla="*/ 20 h 124"/>
                    <a:gd name="T14" fmla="*/ 392 w 392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4">
                      <a:moveTo>
                        <a:pt x="392" y="97"/>
                      </a:moveTo>
                      <a:lnTo>
                        <a:pt x="305" y="124"/>
                      </a:lnTo>
                      <a:lnTo>
                        <a:pt x="101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5" y="0"/>
                      </a:lnTo>
                      <a:lnTo>
                        <a:pt x="196" y="20"/>
                      </a:lnTo>
                      <a:lnTo>
                        <a:pt x="392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</p:grpSp>
        <p:sp>
          <p:nvSpPr>
            <p:cNvPr id="14429" name="WordArt 174">
              <a:extLst>
                <a:ext uri="{FF2B5EF4-FFF2-40B4-BE49-F238E27FC236}">
                  <a16:creationId xmlns:a16="http://schemas.microsoft.com/office/drawing/2014/main" id="{C9E4ABD2-9A7D-3FF2-E32D-C51543E6CEE5}"/>
                </a:ext>
              </a:extLst>
            </p:cNvPr>
            <p:cNvSpPr>
              <a:spLocks noChangeAspect="1" noChangeArrowheads="1" noChangeShapeType="1" noTextEdit="1"/>
            </p:cNvSpPr>
            <p:nvPr/>
          </p:nvSpPr>
          <p:spPr bwMode="auto">
            <a:xfrm>
              <a:off x="835" y="2582"/>
              <a:ext cx="346" cy="104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r2  </a:t>
              </a:r>
            </a:p>
          </p:txBody>
        </p:sp>
      </p:grpSp>
      <p:grpSp>
        <p:nvGrpSpPr>
          <p:cNvPr id="14385" name="Group 175">
            <a:extLst>
              <a:ext uri="{FF2B5EF4-FFF2-40B4-BE49-F238E27FC236}">
                <a16:creationId xmlns:a16="http://schemas.microsoft.com/office/drawing/2014/main" id="{3D9A9B97-0B50-385F-E5EF-06EBDE25A78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472113" y="4868864"/>
            <a:ext cx="552450" cy="460375"/>
            <a:chOff x="144" y="3264"/>
            <a:chExt cx="288" cy="240"/>
          </a:xfrm>
        </p:grpSpPr>
        <p:sp>
          <p:nvSpPr>
            <p:cNvPr id="14425" name="Rectangle 176">
              <a:extLst>
                <a:ext uri="{FF2B5EF4-FFF2-40B4-BE49-F238E27FC236}">
                  <a16:creationId xmlns:a16="http://schemas.microsoft.com/office/drawing/2014/main" id="{930C94A6-7F0C-D9A1-8664-9AD5BC062EB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400" b="1">
                  <a:latin typeface="Courier New" panose="02070309020205020404" pitchFamily="49" charset="0"/>
                </a:rPr>
                <a:t>eth2</a:t>
              </a:r>
            </a:p>
          </p:txBody>
        </p:sp>
        <p:sp>
          <p:nvSpPr>
            <p:cNvPr id="14426" name="Rectangle 177">
              <a:extLst>
                <a:ext uri="{FF2B5EF4-FFF2-40B4-BE49-F238E27FC236}">
                  <a16:creationId xmlns:a16="http://schemas.microsoft.com/office/drawing/2014/main" id="{1E7B0FE6-8AD7-E377-EB7C-694E6867F89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400" b="1">
                  <a:solidFill>
                    <a:srgbClr val="5F5F5F"/>
                  </a:solidFill>
                  <a:latin typeface="Courier New" panose="02070309020205020404" pitchFamily="49" charset="0"/>
                </a:rPr>
                <a:t>17</a:t>
              </a:r>
            </a:p>
          </p:txBody>
        </p:sp>
      </p:grpSp>
      <p:sp>
        <p:nvSpPr>
          <p:cNvPr id="14386" name="Line 178">
            <a:extLst>
              <a:ext uri="{FF2B5EF4-FFF2-40B4-BE49-F238E27FC236}">
                <a16:creationId xmlns:a16="http://schemas.microsoft.com/office/drawing/2014/main" id="{78503EC8-9621-C383-CDF2-7A8EF07A648A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 flipV="1">
            <a:off x="7167563" y="5284789"/>
            <a:ext cx="0" cy="904875"/>
          </a:xfrm>
          <a:prstGeom prst="line">
            <a:avLst/>
          </a:prstGeom>
          <a:noFill/>
          <a:ln w="19050">
            <a:solidFill>
              <a:srgbClr val="5F5F5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grpSp>
        <p:nvGrpSpPr>
          <p:cNvPr id="14387" name="Group 179">
            <a:extLst>
              <a:ext uri="{FF2B5EF4-FFF2-40B4-BE49-F238E27FC236}">
                <a16:creationId xmlns:a16="http://schemas.microsoft.com/office/drawing/2014/main" id="{392CBE8D-6AE6-BEEE-6B03-C38F4D5BBA82}"/>
              </a:ext>
            </a:extLst>
          </p:cNvPr>
          <p:cNvGrpSpPr>
            <a:grpSpLocks/>
          </p:cNvGrpSpPr>
          <p:nvPr/>
        </p:nvGrpSpPr>
        <p:grpSpPr bwMode="auto">
          <a:xfrm>
            <a:off x="5973764" y="5889625"/>
            <a:ext cx="1393825" cy="369888"/>
            <a:chOff x="4243" y="3016"/>
            <a:chExt cx="878" cy="233"/>
          </a:xfrm>
        </p:grpSpPr>
        <p:sp>
          <p:nvSpPr>
            <p:cNvPr id="14423" name="Line 180">
              <a:extLst>
                <a:ext uri="{FF2B5EF4-FFF2-40B4-BE49-F238E27FC236}">
                  <a16:creationId xmlns:a16="http://schemas.microsoft.com/office/drawing/2014/main" id="{42C70C9B-2E89-7950-1688-97ED882494E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4243" y="3133"/>
              <a:ext cx="69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GB"/>
            </a:p>
          </p:txBody>
        </p:sp>
        <p:sp>
          <p:nvSpPr>
            <p:cNvPr id="14424" name="Oval 181">
              <a:extLst>
                <a:ext uri="{FF2B5EF4-FFF2-40B4-BE49-F238E27FC236}">
                  <a16:creationId xmlns:a16="http://schemas.microsoft.com/office/drawing/2014/main" id="{93DC4923-29F7-3048-1B69-FB30E67FE8F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flipH="1">
              <a:off x="4889" y="3016"/>
              <a:ext cx="232" cy="233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2000">
                  <a:latin typeface="Tahoma" panose="020B0604030504040204" pitchFamily="34" charset="0"/>
                </a:rPr>
                <a:t>C</a:t>
              </a:r>
            </a:p>
          </p:txBody>
        </p:sp>
      </p:grpSp>
      <p:sp>
        <p:nvSpPr>
          <p:cNvPr id="14388" name="AutoShape 182">
            <a:extLst>
              <a:ext uri="{FF2B5EF4-FFF2-40B4-BE49-F238E27FC236}">
                <a16:creationId xmlns:a16="http://schemas.microsoft.com/office/drawing/2014/main" id="{9C98B0B4-5455-A568-EF22-629631DA763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381751" y="5238751"/>
            <a:ext cx="1497013" cy="341313"/>
          </a:xfrm>
          <a:prstGeom prst="flowChartAlternateProcess">
            <a:avLst/>
          </a:prstGeom>
          <a:solidFill>
            <a:schemeClr val="bg1"/>
          </a:solidFill>
          <a:ln w="19050">
            <a:solidFill>
              <a:srgbClr val="5F5F5F"/>
            </a:solidFill>
            <a:prstDash val="sys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it-IT" altLang="it-IT" sz="1400" b="1">
                <a:solidFill>
                  <a:srgbClr val="5F5F5F"/>
                </a:solidFill>
                <a:latin typeface="Courier New" panose="02070309020205020404" pitchFamily="49" charset="0"/>
              </a:rPr>
              <a:t>100.1.3.0/24</a:t>
            </a:r>
          </a:p>
        </p:txBody>
      </p:sp>
      <p:grpSp>
        <p:nvGrpSpPr>
          <p:cNvPr id="14389" name="Group 183">
            <a:extLst>
              <a:ext uri="{FF2B5EF4-FFF2-40B4-BE49-F238E27FC236}">
                <a16:creationId xmlns:a16="http://schemas.microsoft.com/office/drawing/2014/main" id="{FBBF5663-6B1D-6951-FDD6-2F9C9340323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232400" y="2392364"/>
            <a:ext cx="552450" cy="460375"/>
            <a:chOff x="144" y="3264"/>
            <a:chExt cx="288" cy="240"/>
          </a:xfrm>
        </p:grpSpPr>
        <p:sp>
          <p:nvSpPr>
            <p:cNvPr id="14421" name="Rectangle 184">
              <a:extLst>
                <a:ext uri="{FF2B5EF4-FFF2-40B4-BE49-F238E27FC236}">
                  <a16:creationId xmlns:a16="http://schemas.microsoft.com/office/drawing/2014/main" id="{765C09D0-32A1-F518-E3DE-615AB4728BA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400" b="1">
                  <a:latin typeface="Courier New" panose="02070309020205020404" pitchFamily="49" charset="0"/>
                </a:rPr>
                <a:t>eth0</a:t>
              </a:r>
            </a:p>
          </p:txBody>
        </p:sp>
        <p:sp>
          <p:nvSpPr>
            <p:cNvPr id="14422" name="Rectangle 185">
              <a:extLst>
                <a:ext uri="{FF2B5EF4-FFF2-40B4-BE49-F238E27FC236}">
                  <a16:creationId xmlns:a16="http://schemas.microsoft.com/office/drawing/2014/main" id="{71910D73-52B9-817E-254B-1B850B48E12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400" b="1">
                  <a:solidFill>
                    <a:srgbClr val="5F5F5F"/>
                  </a:solidFill>
                  <a:latin typeface="Courier New" panose="02070309020205020404" pitchFamily="49" charset="0"/>
                </a:rPr>
                <a:t>13</a:t>
              </a:r>
            </a:p>
          </p:txBody>
        </p:sp>
      </p:grpSp>
      <p:sp>
        <p:nvSpPr>
          <p:cNvPr id="14390" name="Line 186">
            <a:extLst>
              <a:ext uri="{FF2B5EF4-FFF2-40B4-BE49-F238E27FC236}">
                <a16:creationId xmlns:a16="http://schemas.microsoft.com/office/drawing/2014/main" id="{854E0C8F-26D5-8D0E-16E9-7098FC9C8BEF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 flipV="1">
            <a:off x="8764588" y="3429001"/>
            <a:ext cx="0" cy="688975"/>
          </a:xfrm>
          <a:prstGeom prst="line">
            <a:avLst/>
          </a:prstGeom>
          <a:noFill/>
          <a:ln w="19050">
            <a:solidFill>
              <a:srgbClr val="5F5F5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grpSp>
        <p:nvGrpSpPr>
          <p:cNvPr id="14391" name="Group 187">
            <a:extLst>
              <a:ext uri="{FF2B5EF4-FFF2-40B4-BE49-F238E27FC236}">
                <a16:creationId xmlns:a16="http://schemas.microsoft.com/office/drawing/2014/main" id="{661BBDFA-ED07-790D-0CA2-81C5ABDC89AB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3984625"/>
            <a:ext cx="1392238" cy="369888"/>
            <a:chOff x="4243" y="3016"/>
            <a:chExt cx="878" cy="233"/>
          </a:xfrm>
        </p:grpSpPr>
        <p:sp>
          <p:nvSpPr>
            <p:cNvPr id="14419" name="Line 188">
              <a:extLst>
                <a:ext uri="{FF2B5EF4-FFF2-40B4-BE49-F238E27FC236}">
                  <a16:creationId xmlns:a16="http://schemas.microsoft.com/office/drawing/2014/main" id="{69370987-D5FB-8DF4-FD5E-46396A2256A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4243" y="3133"/>
              <a:ext cx="69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GB"/>
            </a:p>
          </p:txBody>
        </p:sp>
        <p:sp>
          <p:nvSpPr>
            <p:cNvPr id="14420" name="Oval 189">
              <a:extLst>
                <a:ext uri="{FF2B5EF4-FFF2-40B4-BE49-F238E27FC236}">
                  <a16:creationId xmlns:a16="http://schemas.microsoft.com/office/drawing/2014/main" id="{9C701E9F-22F9-444B-14C8-043AF76C3A4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flipH="1">
              <a:off x="4889" y="3016"/>
              <a:ext cx="232" cy="233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it-IT" altLang="it-IT" sz="2000">
                  <a:latin typeface="Tahoma" panose="020B0604030504040204" pitchFamily="34" charset="0"/>
                </a:rPr>
                <a:t>D</a:t>
              </a:r>
            </a:p>
          </p:txBody>
        </p:sp>
      </p:grpSp>
      <p:sp>
        <p:nvSpPr>
          <p:cNvPr id="14392" name="AutoShape 190">
            <a:extLst>
              <a:ext uri="{FF2B5EF4-FFF2-40B4-BE49-F238E27FC236}">
                <a16:creationId xmlns:a16="http://schemas.microsoft.com/office/drawing/2014/main" id="{8962B94A-FCDB-E0E3-60E6-4D4C738CF2F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482013" y="3302001"/>
            <a:ext cx="1497012" cy="341313"/>
          </a:xfrm>
          <a:prstGeom prst="flowChartAlternateProcess">
            <a:avLst/>
          </a:prstGeom>
          <a:solidFill>
            <a:schemeClr val="bg1"/>
          </a:solidFill>
          <a:ln w="19050">
            <a:solidFill>
              <a:srgbClr val="5F5F5F"/>
            </a:solidFill>
            <a:prstDash val="sys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it-IT" altLang="it-IT" sz="1400" b="1">
                <a:solidFill>
                  <a:srgbClr val="5F5F5F"/>
                </a:solidFill>
                <a:latin typeface="Courier New" panose="02070309020205020404" pitchFamily="49" charset="0"/>
              </a:rPr>
              <a:t>100.1.4.0/24</a:t>
            </a:r>
          </a:p>
        </p:txBody>
      </p:sp>
      <p:grpSp>
        <p:nvGrpSpPr>
          <p:cNvPr id="14393" name="Group 191">
            <a:extLst>
              <a:ext uri="{FF2B5EF4-FFF2-40B4-BE49-F238E27FC236}">
                <a16:creationId xmlns:a16="http://schemas.microsoft.com/office/drawing/2014/main" id="{3AEB83FD-8864-E53A-5E85-3DE6A1D0B58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415213" y="3544889"/>
            <a:ext cx="552450" cy="460375"/>
            <a:chOff x="144" y="3264"/>
            <a:chExt cx="288" cy="240"/>
          </a:xfrm>
        </p:grpSpPr>
        <p:sp>
          <p:nvSpPr>
            <p:cNvPr id="14417" name="Rectangle 192">
              <a:extLst>
                <a:ext uri="{FF2B5EF4-FFF2-40B4-BE49-F238E27FC236}">
                  <a16:creationId xmlns:a16="http://schemas.microsoft.com/office/drawing/2014/main" id="{1274409A-882E-5CC8-7097-798A32F69CF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400" b="1">
                  <a:latin typeface="Courier New" panose="02070309020205020404" pitchFamily="49" charset="0"/>
                </a:rPr>
                <a:t>eth1</a:t>
              </a:r>
            </a:p>
          </p:txBody>
        </p:sp>
        <p:sp>
          <p:nvSpPr>
            <p:cNvPr id="14418" name="Rectangle 193">
              <a:extLst>
                <a:ext uri="{FF2B5EF4-FFF2-40B4-BE49-F238E27FC236}">
                  <a16:creationId xmlns:a16="http://schemas.microsoft.com/office/drawing/2014/main" id="{87204CE0-AD61-D192-87E1-BA6BD8D3F54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400" b="1">
                  <a:solidFill>
                    <a:srgbClr val="5F5F5F"/>
                  </a:solidFill>
                  <a:latin typeface="Courier New" panose="02070309020205020404" pitchFamily="49" charset="0"/>
                </a:rPr>
                <a:t>1</a:t>
              </a:r>
            </a:p>
          </p:txBody>
        </p:sp>
      </p:grpSp>
      <p:sp>
        <p:nvSpPr>
          <p:cNvPr id="14394" name="Oval 194">
            <a:extLst>
              <a:ext uri="{FF2B5EF4-FFF2-40B4-BE49-F238E27FC236}">
                <a16:creationId xmlns:a16="http://schemas.microsoft.com/office/drawing/2014/main" id="{F606BE00-549B-DE7F-2BD5-990DA0483FB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00600" y="3429000"/>
            <a:ext cx="368300" cy="36830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2000">
                <a:latin typeface="Tahoma" panose="020B0604030504040204" pitchFamily="34" charset="0"/>
              </a:rPr>
              <a:t>G</a:t>
            </a:r>
          </a:p>
        </p:txBody>
      </p:sp>
      <p:sp>
        <p:nvSpPr>
          <p:cNvPr id="14395" name="Oval 195">
            <a:extLst>
              <a:ext uri="{FF2B5EF4-FFF2-40B4-BE49-F238E27FC236}">
                <a16:creationId xmlns:a16="http://schemas.microsoft.com/office/drawing/2014/main" id="{8F36603D-BBE3-DFC9-2C0B-4CCE756319A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83013" y="4500563"/>
            <a:ext cx="368300" cy="36830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2000">
                <a:latin typeface="Tahoma" panose="020B0604030504040204" pitchFamily="34" charset="0"/>
              </a:rPr>
              <a:t>F</a:t>
            </a:r>
          </a:p>
        </p:txBody>
      </p:sp>
      <p:sp>
        <p:nvSpPr>
          <p:cNvPr id="14396" name="Oval 196">
            <a:extLst>
              <a:ext uri="{FF2B5EF4-FFF2-40B4-BE49-F238E27FC236}">
                <a16:creationId xmlns:a16="http://schemas.microsoft.com/office/drawing/2014/main" id="{BB22C453-E904-55F8-6DA4-339C557BD88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08663" y="4365625"/>
            <a:ext cx="368300" cy="36830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2000">
                <a:latin typeface="Tahoma" panose="020B0604030504040204" pitchFamily="34" charset="0"/>
              </a:rPr>
              <a:t>I</a:t>
            </a:r>
          </a:p>
        </p:txBody>
      </p:sp>
      <p:grpSp>
        <p:nvGrpSpPr>
          <p:cNvPr id="14397" name="Group 197">
            <a:extLst>
              <a:ext uri="{FF2B5EF4-FFF2-40B4-BE49-F238E27FC236}">
                <a16:creationId xmlns:a16="http://schemas.microsoft.com/office/drawing/2014/main" id="{5E4A488D-BCC2-0634-56FD-BA610D8EA2A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487988" y="5416551"/>
            <a:ext cx="550862" cy="460375"/>
            <a:chOff x="144" y="3264"/>
            <a:chExt cx="288" cy="240"/>
          </a:xfrm>
        </p:grpSpPr>
        <p:sp>
          <p:nvSpPr>
            <p:cNvPr id="14415" name="Rectangle 198">
              <a:extLst>
                <a:ext uri="{FF2B5EF4-FFF2-40B4-BE49-F238E27FC236}">
                  <a16:creationId xmlns:a16="http://schemas.microsoft.com/office/drawing/2014/main" id="{8D4E4AC3-5325-5E9F-8028-086CC0BDCEA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400" b="1">
                  <a:latin typeface="Courier New" panose="02070309020205020404" pitchFamily="49" charset="0"/>
                </a:rPr>
                <a:t>eth3</a:t>
              </a:r>
            </a:p>
          </p:txBody>
        </p:sp>
        <p:sp>
          <p:nvSpPr>
            <p:cNvPr id="14416" name="Rectangle 199">
              <a:extLst>
                <a:ext uri="{FF2B5EF4-FFF2-40B4-BE49-F238E27FC236}">
                  <a16:creationId xmlns:a16="http://schemas.microsoft.com/office/drawing/2014/main" id="{38A16EE4-E995-A635-ECB9-2B77B5D947C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400" b="1">
                  <a:solidFill>
                    <a:srgbClr val="5F5F5F"/>
                  </a:solidFill>
                  <a:latin typeface="Courier New" panose="02070309020205020404" pitchFamily="49" charset="0"/>
                </a:rPr>
                <a:t>1</a:t>
              </a:r>
            </a:p>
          </p:txBody>
        </p:sp>
      </p:grpSp>
      <p:grpSp>
        <p:nvGrpSpPr>
          <p:cNvPr id="14398" name="Group 200">
            <a:extLst>
              <a:ext uri="{FF2B5EF4-FFF2-40B4-BE49-F238E27FC236}">
                <a16:creationId xmlns:a16="http://schemas.microsoft.com/office/drawing/2014/main" id="{2BBF03F6-1732-695B-AB37-8D10A5FD3D0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000375" y="3213101"/>
            <a:ext cx="552450" cy="460375"/>
            <a:chOff x="144" y="3264"/>
            <a:chExt cx="288" cy="240"/>
          </a:xfrm>
        </p:grpSpPr>
        <p:sp>
          <p:nvSpPr>
            <p:cNvPr id="14413" name="Rectangle 201">
              <a:extLst>
                <a:ext uri="{FF2B5EF4-FFF2-40B4-BE49-F238E27FC236}">
                  <a16:creationId xmlns:a16="http://schemas.microsoft.com/office/drawing/2014/main" id="{89296EA2-E3C9-BE97-949B-CC4F8850F56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400" b="1">
                  <a:latin typeface="Courier New" panose="02070309020205020404" pitchFamily="49" charset="0"/>
                </a:rPr>
                <a:t>eth0</a:t>
              </a:r>
            </a:p>
          </p:txBody>
        </p:sp>
        <p:sp>
          <p:nvSpPr>
            <p:cNvPr id="14414" name="Rectangle 202">
              <a:extLst>
                <a:ext uri="{FF2B5EF4-FFF2-40B4-BE49-F238E27FC236}">
                  <a16:creationId xmlns:a16="http://schemas.microsoft.com/office/drawing/2014/main" id="{45D9BB56-270A-6E0E-1348-FAC2193F83E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400" b="1">
                  <a:solidFill>
                    <a:srgbClr val="5F5F5F"/>
                  </a:solidFill>
                  <a:latin typeface="Courier New" panose="02070309020205020404" pitchFamily="49" charset="0"/>
                </a:rPr>
                <a:t>2</a:t>
              </a:r>
            </a:p>
          </p:txBody>
        </p:sp>
      </p:grpSp>
      <p:grpSp>
        <p:nvGrpSpPr>
          <p:cNvPr id="14399" name="Group 203">
            <a:extLst>
              <a:ext uri="{FF2B5EF4-FFF2-40B4-BE49-F238E27FC236}">
                <a16:creationId xmlns:a16="http://schemas.microsoft.com/office/drawing/2014/main" id="{B1673376-BBF6-B9DB-79EA-48710B7304C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382963" y="4005264"/>
            <a:ext cx="552450" cy="460375"/>
            <a:chOff x="144" y="3264"/>
            <a:chExt cx="288" cy="240"/>
          </a:xfrm>
        </p:grpSpPr>
        <p:sp>
          <p:nvSpPr>
            <p:cNvPr id="14411" name="Rectangle 204">
              <a:extLst>
                <a:ext uri="{FF2B5EF4-FFF2-40B4-BE49-F238E27FC236}">
                  <a16:creationId xmlns:a16="http://schemas.microsoft.com/office/drawing/2014/main" id="{64ABFF72-950C-02E4-3F29-DF9D6328162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400" b="1">
                  <a:latin typeface="Courier New" panose="02070309020205020404" pitchFamily="49" charset="0"/>
                </a:rPr>
                <a:t>eth1</a:t>
              </a:r>
            </a:p>
          </p:txBody>
        </p:sp>
        <p:sp>
          <p:nvSpPr>
            <p:cNvPr id="14412" name="Rectangle 205">
              <a:extLst>
                <a:ext uri="{FF2B5EF4-FFF2-40B4-BE49-F238E27FC236}">
                  <a16:creationId xmlns:a16="http://schemas.microsoft.com/office/drawing/2014/main" id="{4816645F-E4AD-4620-8603-58329281F60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400" b="1">
                  <a:solidFill>
                    <a:srgbClr val="5F5F5F"/>
                  </a:solidFill>
                  <a:latin typeface="Courier New" panose="02070309020205020404" pitchFamily="49" charset="0"/>
                </a:rPr>
                <a:t>5</a:t>
              </a:r>
            </a:p>
          </p:txBody>
        </p:sp>
      </p:grpSp>
      <p:sp>
        <p:nvSpPr>
          <p:cNvPr id="14400" name="AutoShape 206">
            <a:extLst>
              <a:ext uri="{FF2B5EF4-FFF2-40B4-BE49-F238E27FC236}">
                <a16:creationId xmlns:a16="http://schemas.microsoft.com/office/drawing/2014/main" id="{2D6F47CC-4F0C-F449-8CC2-A6E9BA27C29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46438" y="6223001"/>
            <a:ext cx="1498600" cy="341313"/>
          </a:xfrm>
          <a:prstGeom prst="flowChartAlternateProcess">
            <a:avLst/>
          </a:prstGeom>
          <a:solidFill>
            <a:schemeClr val="bg1"/>
          </a:solidFill>
          <a:ln w="19050">
            <a:solidFill>
              <a:srgbClr val="5F5F5F"/>
            </a:solidFill>
            <a:prstDash val="sys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it-IT" altLang="it-IT" sz="1400" b="1">
                <a:solidFill>
                  <a:srgbClr val="5F5F5F"/>
                </a:solidFill>
                <a:latin typeface="Courier New" panose="02070309020205020404" pitchFamily="49" charset="0"/>
              </a:rPr>
              <a:t>100.1.0.4/30</a:t>
            </a:r>
          </a:p>
        </p:txBody>
      </p:sp>
      <p:sp>
        <p:nvSpPr>
          <p:cNvPr id="14401" name="AutoShape 207">
            <a:extLst>
              <a:ext uri="{FF2B5EF4-FFF2-40B4-BE49-F238E27FC236}">
                <a16:creationId xmlns:a16="http://schemas.microsoft.com/office/drawing/2014/main" id="{3FD0B34A-0FD5-B2BD-8D7C-4554C320E8E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629401" y="4422776"/>
            <a:ext cx="1603375" cy="341313"/>
          </a:xfrm>
          <a:prstGeom prst="flowChartAlternateProcess">
            <a:avLst/>
          </a:prstGeom>
          <a:solidFill>
            <a:schemeClr val="bg1"/>
          </a:solidFill>
          <a:ln w="19050">
            <a:solidFill>
              <a:srgbClr val="5F5F5F"/>
            </a:solidFill>
            <a:prstDash val="sys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it-IT" altLang="it-IT" sz="1400" b="1">
                <a:solidFill>
                  <a:srgbClr val="5F5F5F"/>
                </a:solidFill>
                <a:latin typeface="Courier New" panose="02070309020205020404" pitchFamily="49" charset="0"/>
              </a:rPr>
              <a:t>100.1.0.16/30</a:t>
            </a:r>
          </a:p>
        </p:txBody>
      </p:sp>
      <p:sp>
        <p:nvSpPr>
          <p:cNvPr id="14402" name="AutoShape 208">
            <a:extLst>
              <a:ext uri="{FF2B5EF4-FFF2-40B4-BE49-F238E27FC236}">
                <a16:creationId xmlns:a16="http://schemas.microsoft.com/office/drawing/2014/main" id="{0FBA949F-DEFB-592A-996A-64322E7E064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213226" y="3990976"/>
            <a:ext cx="1497013" cy="341313"/>
          </a:xfrm>
          <a:prstGeom prst="flowChartAlternateProcess">
            <a:avLst/>
          </a:prstGeom>
          <a:solidFill>
            <a:schemeClr val="bg1"/>
          </a:solidFill>
          <a:ln w="19050">
            <a:solidFill>
              <a:srgbClr val="5F5F5F"/>
            </a:solidFill>
            <a:prstDash val="sys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it-IT" altLang="it-IT" sz="1400" b="1">
                <a:solidFill>
                  <a:srgbClr val="5F5F5F"/>
                </a:solidFill>
                <a:latin typeface="Courier New" panose="02070309020205020404" pitchFamily="49" charset="0"/>
              </a:rPr>
              <a:t>100.1.0.8/30</a:t>
            </a:r>
          </a:p>
        </p:txBody>
      </p:sp>
      <p:grpSp>
        <p:nvGrpSpPr>
          <p:cNvPr id="14403" name="Group 209">
            <a:extLst>
              <a:ext uri="{FF2B5EF4-FFF2-40B4-BE49-F238E27FC236}">
                <a16:creationId xmlns:a16="http://schemas.microsoft.com/office/drawing/2014/main" id="{17AC0BA0-3F71-E5FA-D254-F00BFAED471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440714" y="5173142"/>
            <a:ext cx="574675" cy="460375"/>
            <a:chOff x="144" y="3264"/>
            <a:chExt cx="288" cy="240"/>
          </a:xfrm>
        </p:grpSpPr>
        <p:sp>
          <p:nvSpPr>
            <p:cNvPr id="14409" name="Rectangle 210">
              <a:extLst>
                <a:ext uri="{FF2B5EF4-FFF2-40B4-BE49-F238E27FC236}">
                  <a16:creationId xmlns:a16="http://schemas.microsoft.com/office/drawing/2014/main" id="{BC701D99-B518-1AB5-24FE-27C6A8745E7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400" b="1">
                  <a:latin typeface="Courier New" panose="02070309020205020404" pitchFamily="49" charset="0"/>
                </a:rPr>
                <a:t>dev</a:t>
              </a:r>
            </a:p>
          </p:txBody>
        </p:sp>
        <p:sp>
          <p:nvSpPr>
            <p:cNvPr id="14410" name="Rectangle 211">
              <a:extLst>
                <a:ext uri="{FF2B5EF4-FFF2-40B4-BE49-F238E27FC236}">
                  <a16:creationId xmlns:a16="http://schemas.microsoft.com/office/drawing/2014/main" id="{14F018FC-80E6-03D1-A8A1-1552FB83177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400" b="1">
                  <a:solidFill>
                    <a:srgbClr val="5F5F5F"/>
                  </a:solidFill>
                  <a:latin typeface="Courier New" panose="02070309020205020404" pitchFamily="49" charset="0"/>
                </a:rPr>
                <a:t>ip</a:t>
              </a:r>
            </a:p>
          </p:txBody>
        </p:sp>
      </p:grpSp>
      <p:sp>
        <p:nvSpPr>
          <p:cNvPr id="14404" name="Text Box 212">
            <a:extLst>
              <a:ext uri="{FF2B5EF4-FFF2-40B4-BE49-F238E27FC236}">
                <a16:creationId xmlns:a16="http://schemas.microsoft.com/office/drawing/2014/main" id="{5D6246ED-D95A-7477-9F72-4BFA57C8C9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75627" y="4365104"/>
            <a:ext cx="858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it-IT" altLang="it-IT">
                <a:latin typeface="Tahoma" panose="020B0604030504040204" pitchFamily="34" charset="0"/>
              </a:rPr>
              <a:t>l</a:t>
            </a:r>
            <a:r>
              <a:rPr lang="en-US" altLang="it-IT">
                <a:latin typeface="Tahoma" panose="020B0604030504040204" pitchFamily="34" charset="0"/>
              </a:rPr>
              <a:t>egend</a:t>
            </a:r>
          </a:p>
        </p:txBody>
      </p:sp>
      <p:sp>
        <p:nvSpPr>
          <p:cNvPr id="14405" name="Rectangle 214">
            <a:extLst>
              <a:ext uri="{FF2B5EF4-FFF2-40B4-BE49-F238E27FC236}">
                <a16:creationId xmlns:a16="http://schemas.microsoft.com/office/drawing/2014/main" id="{B4FB1757-486D-A469-009A-DB2D4D608A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56489" y="4827066"/>
            <a:ext cx="24161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it-IT">
                <a:latin typeface="Tahoma" panose="020B0604030504040204" pitchFamily="34" charset="0"/>
              </a:rPr>
              <a:t>last byte of ip address</a:t>
            </a:r>
          </a:p>
        </p:txBody>
      </p:sp>
      <p:sp>
        <p:nvSpPr>
          <p:cNvPr id="14406" name="Rectangle 215">
            <a:extLst>
              <a:ext uri="{FF2B5EF4-FFF2-40B4-BE49-F238E27FC236}">
                <a16:creationId xmlns:a16="http://schemas.microsoft.com/office/drawing/2014/main" id="{020E1A60-51D3-DCBF-F78F-286CCD87F8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8901" y="5749405"/>
            <a:ext cx="1947862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it-IT">
                <a:latin typeface="Tahoma" panose="020B0604030504040204" pitchFamily="34" charset="0"/>
              </a:rPr>
              <a:t>network interface</a:t>
            </a:r>
          </a:p>
        </p:txBody>
      </p:sp>
      <p:sp>
        <p:nvSpPr>
          <p:cNvPr id="14407" name="Arc 216">
            <a:extLst>
              <a:ext uri="{FF2B5EF4-FFF2-40B4-BE49-F238E27FC236}">
                <a16:creationId xmlns:a16="http://schemas.microsoft.com/office/drawing/2014/main" id="{433285B9-59CC-2248-7F75-F5CFABB3D181}"/>
              </a:ext>
            </a:extLst>
          </p:cNvPr>
          <p:cNvSpPr>
            <a:spLocks/>
          </p:cNvSpPr>
          <p:nvPr/>
        </p:nvSpPr>
        <p:spPr bwMode="auto">
          <a:xfrm flipH="1" flipV="1">
            <a:off x="10008913" y="5101704"/>
            <a:ext cx="431800" cy="215900"/>
          </a:xfrm>
          <a:custGeom>
            <a:avLst/>
            <a:gdLst>
              <a:gd name="T0" fmla="*/ 0 w 21600"/>
              <a:gd name="T1" fmla="*/ 0 h 21600"/>
              <a:gd name="T2" fmla="*/ 431800 w 21600"/>
              <a:gd name="T3" fmla="*/ 215900 h 21600"/>
              <a:gd name="T4" fmla="*/ 0 w 21600"/>
              <a:gd name="T5" fmla="*/ 21590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408" name="Arc 217">
            <a:extLst>
              <a:ext uri="{FF2B5EF4-FFF2-40B4-BE49-F238E27FC236}">
                <a16:creationId xmlns:a16="http://schemas.microsoft.com/office/drawing/2014/main" id="{888F69CA-8EAD-CE30-8271-9A3B90E92AD9}"/>
              </a:ext>
            </a:extLst>
          </p:cNvPr>
          <p:cNvSpPr>
            <a:spLocks/>
          </p:cNvSpPr>
          <p:nvPr/>
        </p:nvSpPr>
        <p:spPr bwMode="auto">
          <a:xfrm flipH="1">
            <a:off x="10153377" y="5533504"/>
            <a:ext cx="287337" cy="215900"/>
          </a:xfrm>
          <a:custGeom>
            <a:avLst/>
            <a:gdLst>
              <a:gd name="T0" fmla="*/ 0 w 21600"/>
              <a:gd name="T1" fmla="*/ 0 h 21600"/>
              <a:gd name="T2" fmla="*/ 287337 w 21600"/>
              <a:gd name="T3" fmla="*/ 215900 h 21600"/>
              <a:gd name="T4" fmla="*/ 0 w 21600"/>
              <a:gd name="T5" fmla="*/ 21590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7" name="Rectangle 9">
            <a:extLst>
              <a:ext uri="{FF2B5EF4-FFF2-40B4-BE49-F238E27FC236}">
                <a16:creationId xmlns:a16="http://schemas.microsoft.com/office/drawing/2014/main" id="{18A5A440-C3AC-BA4B-479E-0D34B58BFA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43000" y="0"/>
            <a:ext cx="9906000" cy="1143000"/>
          </a:xfrm>
        </p:spPr>
        <p:txBody>
          <a:bodyPr/>
          <a:lstStyle/>
          <a:p>
            <a:pPr eaLnBrk="1" hangingPunct="1"/>
            <a:r>
              <a:rPr lang="en-CH" altLang="it-IT" dirty="0"/>
              <a:t>A</a:t>
            </a:r>
            <a:r>
              <a:rPr lang="it-IT" altLang="it-IT" dirty="0"/>
              <a:t>ssigning ip </a:t>
            </a:r>
            <a:r>
              <a:rPr lang="en-CH" altLang="it-IT" dirty="0"/>
              <a:t>addresses</a:t>
            </a:r>
            <a:r>
              <a:rPr lang="it-IT" altLang="it-IT" dirty="0"/>
              <a:t> to subnets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Rectangle 35">
            <a:extLst>
              <a:ext uri="{FF2B5EF4-FFF2-40B4-BE49-F238E27FC236}">
                <a16:creationId xmlns:a16="http://schemas.microsoft.com/office/drawing/2014/main" id="{86D56267-1F8A-BB71-039A-F85034FD27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 dirty="0" err="1"/>
              <a:t>launching</a:t>
            </a:r>
            <a:r>
              <a:rPr lang="it-IT" altLang="it-IT" dirty="0"/>
              <a:t> the lab</a:t>
            </a:r>
          </a:p>
        </p:txBody>
      </p:sp>
      <p:sp>
        <p:nvSpPr>
          <p:cNvPr id="15365" name="Rectangle 36">
            <a:extLst>
              <a:ext uri="{FF2B5EF4-FFF2-40B4-BE49-F238E27FC236}">
                <a16:creationId xmlns:a16="http://schemas.microsoft.com/office/drawing/2014/main" id="{FFCC37F0-BC87-42C7-8CD2-193A7E1096E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it-IT" altLang="it-IT" sz="2800" dirty="0"/>
          </a:p>
          <a:p>
            <a:pPr eaLnBrk="1" hangingPunct="1"/>
            <a:endParaRPr lang="it-IT" altLang="it-IT" sz="2800" dirty="0"/>
          </a:p>
          <a:p>
            <a:pPr eaLnBrk="1" hangingPunct="1"/>
            <a:endParaRPr lang="it-IT" altLang="it-IT" sz="2800" dirty="0"/>
          </a:p>
          <a:p>
            <a:pPr eaLnBrk="1" hangingPunct="1"/>
            <a:endParaRPr lang="it-IT" altLang="it-IT" sz="2800" dirty="0"/>
          </a:p>
          <a:p>
            <a:pPr eaLnBrk="1" hangingPunct="1"/>
            <a:endParaRPr lang="it-IT" altLang="it-IT" sz="2800" dirty="0"/>
          </a:p>
          <a:p>
            <a:pPr eaLnBrk="1" hangingPunct="1"/>
            <a:r>
              <a:rPr lang="it-IT" altLang="it-IT" dirty="0"/>
              <a:t>the lab </a:t>
            </a:r>
            <a:r>
              <a:rPr lang="it-IT" altLang="it-IT" dirty="0" err="1"/>
              <a:t>configuration</a:t>
            </a:r>
            <a:r>
              <a:rPr lang="it-IT" altLang="it-IT" dirty="0"/>
              <a:t> </a:t>
            </a:r>
            <a:r>
              <a:rPr lang="it-IT" altLang="it-IT" dirty="0" err="1"/>
              <a:t>is</a:t>
            </a:r>
            <a:r>
              <a:rPr lang="it-IT" altLang="it-IT" dirty="0"/>
              <a:t> </a:t>
            </a:r>
            <a:r>
              <a:rPr lang="it-IT" altLang="it-IT" dirty="0" err="1"/>
              <a:t>such</a:t>
            </a:r>
            <a:r>
              <a:rPr lang="it-IT" altLang="it-IT" dirty="0"/>
              <a:t> </a:t>
            </a:r>
            <a:r>
              <a:rPr lang="it-IT" altLang="it-IT" dirty="0" err="1"/>
              <a:t>that</a:t>
            </a:r>
            <a:r>
              <a:rPr lang="it-IT" altLang="it-IT" dirty="0"/>
              <a:t> the </a:t>
            </a:r>
            <a:r>
              <a:rPr lang="it-IT" altLang="it-IT" dirty="0" err="1"/>
              <a:t>frr</a:t>
            </a:r>
            <a:r>
              <a:rPr lang="it-IT" altLang="it-IT" dirty="0"/>
              <a:t> </a:t>
            </a:r>
            <a:r>
              <a:rPr lang="it-IT" altLang="it-IT" dirty="0" err="1"/>
              <a:t>routing</a:t>
            </a:r>
            <a:r>
              <a:rPr lang="it-IT" altLang="it-IT" dirty="0"/>
              <a:t> </a:t>
            </a:r>
            <a:r>
              <a:rPr lang="it-IT" altLang="it-IT" dirty="0" err="1"/>
              <a:t>daemon</a:t>
            </a:r>
            <a:r>
              <a:rPr lang="it-IT" altLang="it-IT" dirty="0"/>
              <a:t> </a:t>
            </a:r>
            <a:r>
              <a:rPr lang="it-IT" altLang="it-IT" dirty="0" err="1"/>
              <a:t>is</a:t>
            </a:r>
            <a:r>
              <a:rPr lang="it-IT" altLang="it-IT" dirty="0"/>
              <a:t> </a:t>
            </a:r>
            <a:r>
              <a:rPr lang="it-IT" altLang="it-IT" b="1" dirty="0" err="1"/>
              <a:t>not</a:t>
            </a:r>
            <a:r>
              <a:rPr lang="it-IT" altLang="it-IT" dirty="0"/>
              <a:t> </a:t>
            </a:r>
            <a:r>
              <a:rPr lang="it-IT" altLang="it-IT" dirty="0" err="1"/>
              <a:t>automatically</a:t>
            </a:r>
            <a:r>
              <a:rPr lang="it-IT" altLang="it-IT" dirty="0"/>
              <a:t> </a:t>
            </a:r>
            <a:r>
              <a:rPr lang="it-IT" altLang="it-IT" dirty="0" err="1"/>
              <a:t>started</a:t>
            </a:r>
            <a:endParaRPr lang="it-IT" altLang="it-IT" dirty="0"/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D7EBF386-1BA1-D582-55C7-D03F366F486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/>
          <a:p>
            <a:r>
              <a:rPr lang="it-IT" altLang="it-IT"/>
              <a:t>last update: Oct 2023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7D2785C-E187-9F8E-53A5-002A2EF9668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/>
          <a:p>
            <a:r>
              <a:rPr lang="it-IT" altLang="it-IT"/>
              <a:t>kathara – [ lab: rip_frr ]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4C8D8C0-8A57-6789-4FD9-3AFF7CB3528D}"/>
              </a:ext>
            </a:extLst>
          </p:cNvPr>
          <p:cNvGrpSpPr/>
          <p:nvPr/>
        </p:nvGrpSpPr>
        <p:grpSpPr>
          <a:xfrm>
            <a:off x="2502736" y="1742349"/>
            <a:ext cx="7186527" cy="1395008"/>
            <a:chOff x="4393755" y="2378845"/>
            <a:chExt cx="7186527" cy="139500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0AD46AD-184F-D888-F0A1-C5BFF4CBA764}"/>
                </a:ext>
              </a:extLst>
            </p:cNvPr>
            <p:cNvSpPr/>
            <p:nvPr/>
          </p:nvSpPr>
          <p:spPr>
            <a:xfrm>
              <a:off x="4393758" y="2632080"/>
              <a:ext cx="7186524" cy="1141773"/>
            </a:xfrm>
            <a:prstGeom prst="rect">
              <a:avLst/>
            </a:prstGeom>
            <a:solidFill>
              <a:sysClr val="windowText" lastClr="000000"/>
            </a:solidFill>
            <a:ln w="57150" cap="flat" cmpd="sng" algn="ctr">
              <a:solidFill>
                <a:srgbClr val="4472C4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t"/>
            <a:lstStyle/>
            <a:p>
              <a:pPr eaLnBrk="1" hangingPunct="1"/>
              <a:r>
                <a:rPr kumimoji="0" lang="it-IT" sz="18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root@localhost</a:t>
              </a:r>
              <a:r>
                <a: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:~$</a:t>
              </a:r>
              <a:r>
                <a: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 </a:t>
              </a:r>
              <a:r>
                <a:rPr kumimoji="0" lang="it-IT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cd </a:t>
              </a:r>
              <a:r>
                <a:rPr kumimoji="0" lang="it-IT" b="1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kathara-lab_rip</a:t>
              </a:r>
              <a:endParaRPr kumimoji="0" lang="it-IT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endParaRPr>
            </a:p>
            <a:p>
              <a:pPr eaLnBrk="1" hangingPunct="1"/>
              <a:r>
                <a:rPr kumimoji="0" lang="it-IT" sz="18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root@localhost</a:t>
              </a:r>
              <a:r>
                <a: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:~/</a:t>
              </a:r>
              <a:r>
                <a:rPr kumimoji="0" lang="it-IT" sz="18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kathara-lab_rip</a:t>
              </a:r>
              <a:r>
                <a: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$</a:t>
              </a:r>
              <a:r>
                <a: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 </a:t>
              </a:r>
              <a:r>
                <a:rPr kumimoji="0" lang="it-IT" b="1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kathara</a:t>
              </a:r>
              <a:r>
                <a:rPr kumimoji="0" lang="it-IT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 </a:t>
              </a:r>
              <a:r>
                <a:rPr kumimoji="0" lang="it-IT" b="1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lstart</a:t>
              </a:r>
              <a:endParaRPr lang="it-IT" altLang="it-IT" sz="1800" dirty="0">
                <a:solidFill>
                  <a:schemeClr val="bg1"/>
                </a:solidFill>
                <a:latin typeface="Lucida Console" panose="020B0609040504020204" pitchFamily="49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4C5108E-FCD0-FA99-1BA7-F3738BEBCF91}"/>
                </a:ext>
              </a:extLst>
            </p:cNvPr>
            <p:cNvSpPr/>
            <p:nvPr/>
          </p:nvSpPr>
          <p:spPr>
            <a:xfrm>
              <a:off x="4393755" y="2378845"/>
              <a:ext cx="7186524" cy="286249"/>
            </a:xfrm>
            <a:prstGeom prst="rect">
              <a:avLst/>
            </a:prstGeom>
            <a:solidFill>
              <a:srgbClr val="4472C4"/>
            </a:solidFill>
            <a:ln w="57150" cap="flat" cmpd="sng" algn="ctr">
              <a:solidFill>
                <a:srgbClr val="4472C4"/>
              </a:solidFill>
              <a:prstDash val="solid"/>
              <a:miter lim="800000"/>
            </a:ln>
            <a:effectLst>
              <a:outerShdw blurRad="50800" dist="25400" algn="l" rotWithShape="0">
                <a:prstClr val="black">
                  <a:alpha val="32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F396C9F-C966-AD5E-F381-1C9C5955B157}"/>
                </a:ext>
              </a:extLst>
            </p:cNvPr>
            <p:cNvGrpSpPr/>
            <p:nvPr/>
          </p:nvGrpSpPr>
          <p:grpSpPr>
            <a:xfrm>
              <a:off x="10920536" y="2466851"/>
              <a:ext cx="581348" cy="126235"/>
              <a:chOff x="8092857" y="2115830"/>
              <a:chExt cx="581348" cy="126235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604AECB-09FD-7AFB-D7F8-9043320A02A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548205" y="2116065"/>
                <a:ext cx="126000" cy="126000"/>
              </a:xfrm>
              <a:prstGeom prst="rect">
                <a:avLst/>
              </a:prstGeom>
              <a:solidFill>
                <a:srgbClr val="FF0000">
                  <a:alpha val="50196"/>
                </a:srgbClr>
              </a:solidFill>
              <a:ln w="12700" cap="flat" cmpd="sng" algn="ctr">
                <a:solidFill>
                  <a:srgbClr val="4472C4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8AFCB3A-B80F-9C70-7166-32079410E80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92857" y="2115830"/>
                <a:ext cx="126235" cy="126235"/>
              </a:xfrm>
              <a:prstGeom prst="rect">
                <a:avLst/>
              </a:prstGeom>
              <a:solidFill>
                <a:srgbClr val="4472C4">
                  <a:lumMod val="60000"/>
                  <a:lumOff val="40000"/>
                </a:srgbClr>
              </a:solidFill>
              <a:ln w="12700" cap="flat" cmpd="sng" algn="ctr">
                <a:solidFill>
                  <a:srgbClr val="4472C4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F1DFA2BB-02A6-0133-7EAE-F04987BB98E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320531" y="2115830"/>
                <a:ext cx="126235" cy="126235"/>
              </a:xfrm>
              <a:prstGeom prst="rect">
                <a:avLst/>
              </a:prstGeom>
              <a:solidFill>
                <a:srgbClr val="4472C4">
                  <a:lumMod val="60000"/>
                  <a:lumOff val="40000"/>
                </a:srgbClr>
              </a:solidFill>
              <a:ln w="12700" cap="flat" cmpd="sng" algn="ctr">
                <a:solidFill>
                  <a:srgbClr val="4472C4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Rectangle 5">
            <a:extLst>
              <a:ext uri="{FF2B5EF4-FFF2-40B4-BE49-F238E27FC236}">
                <a16:creationId xmlns:a16="http://schemas.microsoft.com/office/drawing/2014/main" id="{77C20E6C-38CC-2D8C-1A77-8DF794E542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/>
              <a:t>checking connectivity</a:t>
            </a:r>
          </a:p>
        </p:txBody>
      </p:sp>
      <p:sp>
        <p:nvSpPr>
          <p:cNvPr id="16389" name="Rectangle 32">
            <a:extLst>
              <a:ext uri="{FF2B5EF4-FFF2-40B4-BE49-F238E27FC236}">
                <a16:creationId xmlns:a16="http://schemas.microsoft.com/office/drawing/2014/main" id="{A4B78780-F8C6-A76C-6A42-3B0AC4BF73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it-IT" altLang="it-IT" dirty="0" err="1"/>
              <a:t>towards</a:t>
            </a:r>
            <a:r>
              <a:rPr lang="it-IT" altLang="it-IT" dirty="0"/>
              <a:t> a </a:t>
            </a:r>
            <a:r>
              <a:rPr lang="it-IT" altLang="it-IT" dirty="0" err="1"/>
              <a:t>directly</a:t>
            </a:r>
            <a:r>
              <a:rPr lang="it-IT" altLang="it-IT" dirty="0"/>
              <a:t> </a:t>
            </a:r>
            <a:r>
              <a:rPr lang="it-IT" altLang="it-IT" dirty="0" err="1"/>
              <a:t>connected</a:t>
            </a:r>
            <a:r>
              <a:rPr lang="it-IT" altLang="it-IT" dirty="0"/>
              <a:t> </a:t>
            </a:r>
            <a:r>
              <a:rPr lang="it-IT" altLang="it-IT" dirty="0" err="1"/>
              <a:t>destination</a:t>
            </a:r>
            <a:endParaRPr lang="it-IT" altLang="it-IT" dirty="0"/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FFCD584A-1AAB-0D2D-C719-28D69AEE275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/>
          <a:p>
            <a:r>
              <a:rPr lang="it-IT" altLang="it-IT"/>
              <a:t>last update: Oct 2023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D0F0B6B-5152-A58B-F35A-CCE077B7D7E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/>
          <a:p>
            <a:r>
              <a:rPr lang="it-IT" altLang="it-IT"/>
              <a:t>kathara – [ lab: rip_frr ]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D0D250C-60B4-B3CA-C978-231E9FEE7CA7}"/>
              </a:ext>
            </a:extLst>
          </p:cNvPr>
          <p:cNvGrpSpPr/>
          <p:nvPr/>
        </p:nvGrpSpPr>
        <p:grpSpPr>
          <a:xfrm>
            <a:off x="609600" y="2353613"/>
            <a:ext cx="10972802" cy="3039685"/>
            <a:chOff x="607480" y="2378845"/>
            <a:chExt cx="10972802" cy="303968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A6EE846-83AF-9130-6E35-ECA192048FEB}"/>
                </a:ext>
              </a:extLst>
            </p:cNvPr>
            <p:cNvSpPr/>
            <p:nvPr/>
          </p:nvSpPr>
          <p:spPr>
            <a:xfrm>
              <a:off x="607481" y="2632080"/>
              <a:ext cx="10972801" cy="2786450"/>
            </a:xfrm>
            <a:prstGeom prst="rect">
              <a:avLst/>
            </a:prstGeom>
            <a:solidFill>
              <a:sysClr val="windowText" lastClr="000000"/>
            </a:solidFill>
            <a:ln w="57150" cap="flat" cmpd="sng" algn="ctr">
              <a:solidFill>
                <a:srgbClr val="4472C4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t"/>
            <a:lstStyle/>
            <a:p>
              <a:pPr eaLnBrk="1" hangingPunct="1"/>
              <a:r>
                <a: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root@</a:t>
              </a:r>
              <a:r>
                <a:rPr lang="it-IT" kern="0" dirty="0">
                  <a:solidFill>
                    <a:prstClr val="white">
                      <a:lumMod val="65000"/>
                    </a:prstClr>
                  </a:solidFill>
                  <a:latin typeface="Consolas" panose="020B0609020204030204" pitchFamily="49" charset="0"/>
                </a:rPr>
                <a:t>r4</a:t>
              </a:r>
              <a:r>
                <a: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:~$</a:t>
              </a:r>
              <a:r>
                <a: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 </a:t>
              </a:r>
              <a:r>
                <a:rPr kumimoji="0" lang="it-IT" b="1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ping</a:t>
              </a:r>
              <a:r>
                <a:rPr kumimoji="0" lang="it-IT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 100.1.0.13</a:t>
              </a:r>
              <a:endParaRPr lang="it-IT" b="1" kern="0" dirty="0">
                <a:solidFill>
                  <a:schemeClr val="bg1"/>
                </a:solidFill>
                <a:latin typeface="Lucida Console" panose="020B0609040504020204" pitchFamily="49" charset="0"/>
              </a:endParaRPr>
            </a:p>
            <a:p>
              <a:pPr eaLnBrk="1" hangingPunct="1"/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PING 100.1.0.13 (100.1.0.13) 56(84) bytes of data.</a:t>
              </a:r>
            </a:p>
            <a:p>
              <a:pPr eaLnBrk="1" hangingPunct="1"/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64 bytes from 100.1.0.13: 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icmp_seq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=1 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ttl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=64 time=1.23 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ms</a:t>
              </a:r>
              <a:endParaRPr kumimoji="0" lang="it-IT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endParaRPr>
            </a:p>
            <a:p>
              <a:pPr eaLnBrk="1" hangingPunct="1"/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64 bytes from 100.1.0.13: 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icmp_seq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=2 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ttl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=64 time=0.592 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ms</a:t>
              </a:r>
              <a:endParaRPr kumimoji="0" lang="it-IT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endParaRPr>
            </a:p>
            <a:p>
              <a:pPr eaLnBrk="1" hangingPunct="1"/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64 bytes from 100.1.0.13: 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icmp_seq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=3 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ttl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=64 time=0.393 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ms</a:t>
              </a:r>
              <a:endParaRPr kumimoji="0" lang="it-IT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endParaRPr>
            </a:p>
            <a:p>
              <a:pPr eaLnBrk="1" hangingPunct="1"/>
              <a:endParaRPr kumimoji="0" lang="it-IT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endParaRPr>
            </a:p>
            <a:p>
              <a:pPr eaLnBrk="1" hangingPunct="1"/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--- 100.1.0.13 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ping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 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statistics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 ---</a:t>
              </a:r>
            </a:p>
            <a:p>
              <a:pPr eaLnBrk="1" hangingPunct="1"/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3 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packets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 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transmitted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, 3 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received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, 0% 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packet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 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loss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, time 2032ms</a:t>
              </a:r>
            </a:p>
            <a:p>
              <a:pPr eaLnBrk="1" hangingPunct="1"/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rtt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 min/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avg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/max/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mdev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 = 0.393/0.741/1.238/0.360 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ms</a:t>
              </a:r>
              <a:endParaRPr kumimoji="0" lang="it-IT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endParaRPr>
            </a:p>
            <a:p>
              <a:pPr eaLnBrk="1" hangingPunct="1"/>
              <a:endParaRPr lang="it-IT" altLang="it-IT" sz="1800" dirty="0">
                <a:solidFill>
                  <a:schemeClr val="bg1"/>
                </a:solidFill>
                <a:latin typeface="Lucida Console" panose="020B0609040504020204" pitchFamily="49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F6D6D05-C532-6D07-93D6-C26E120D49FF}"/>
                </a:ext>
              </a:extLst>
            </p:cNvPr>
            <p:cNvSpPr/>
            <p:nvPr/>
          </p:nvSpPr>
          <p:spPr>
            <a:xfrm>
              <a:off x="607480" y="2378845"/>
              <a:ext cx="10972799" cy="286249"/>
            </a:xfrm>
            <a:prstGeom prst="rect">
              <a:avLst/>
            </a:prstGeom>
            <a:solidFill>
              <a:srgbClr val="4472C4"/>
            </a:solidFill>
            <a:ln w="57150" cap="flat" cmpd="sng" algn="ctr">
              <a:solidFill>
                <a:srgbClr val="4472C4"/>
              </a:solidFill>
              <a:prstDash val="solid"/>
              <a:miter lim="800000"/>
            </a:ln>
            <a:effectLst>
              <a:outerShdw blurRad="50800" dist="25400" algn="l" rotWithShape="0">
                <a:prstClr val="black">
                  <a:alpha val="32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80141D29-8116-2145-28F3-93D4A239B032}"/>
                </a:ext>
              </a:extLst>
            </p:cNvPr>
            <p:cNvGrpSpPr/>
            <p:nvPr/>
          </p:nvGrpSpPr>
          <p:grpSpPr>
            <a:xfrm>
              <a:off x="10920536" y="2466851"/>
              <a:ext cx="581348" cy="126235"/>
              <a:chOff x="8092857" y="2115830"/>
              <a:chExt cx="581348" cy="126235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6A50605-BADD-B412-9876-6AB4C4941F2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548205" y="2116065"/>
                <a:ext cx="126000" cy="126000"/>
              </a:xfrm>
              <a:prstGeom prst="rect">
                <a:avLst/>
              </a:prstGeom>
              <a:solidFill>
                <a:srgbClr val="FF0000">
                  <a:alpha val="50196"/>
                </a:srgbClr>
              </a:solidFill>
              <a:ln w="12700" cap="flat" cmpd="sng" algn="ctr">
                <a:solidFill>
                  <a:srgbClr val="4472C4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A49E0B1-5D24-F720-2765-22F30184862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92857" y="2115830"/>
                <a:ext cx="126235" cy="126235"/>
              </a:xfrm>
              <a:prstGeom prst="rect">
                <a:avLst/>
              </a:prstGeom>
              <a:solidFill>
                <a:srgbClr val="4472C4">
                  <a:lumMod val="60000"/>
                  <a:lumOff val="40000"/>
                </a:srgbClr>
              </a:solidFill>
              <a:ln w="12700" cap="flat" cmpd="sng" algn="ctr">
                <a:solidFill>
                  <a:srgbClr val="4472C4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023DC0B-CC7E-FCB4-9625-6F6074B6016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320531" y="2115830"/>
                <a:ext cx="126235" cy="126235"/>
              </a:xfrm>
              <a:prstGeom prst="rect">
                <a:avLst/>
              </a:prstGeom>
              <a:solidFill>
                <a:srgbClr val="4472C4">
                  <a:lumMod val="60000"/>
                  <a:lumOff val="40000"/>
                </a:srgbClr>
              </a:solidFill>
              <a:ln w="12700" cap="flat" cmpd="sng" algn="ctr">
                <a:solidFill>
                  <a:srgbClr val="4472C4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Rectangle 2">
            <a:extLst>
              <a:ext uri="{FF2B5EF4-FFF2-40B4-BE49-F238E27FC236}">
                <a16:creationId xmlns:a16="http://schemas.microsoft.com/office/drawing/2014/main" id="{97E8EF77-AB5C-09AA-691B-56BCC7F7C8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/>
              <a:t>checking connectivity</a:t>
            </a:r>
          </a:p>
        </p:txBody>
      </p:sp>
      <p:sp>
        <p:nvSpPr>
          <p:cNvPr id="17413" name="Rectangle 3">
            <a:extLst>
              <a:ext uri="{FF2B5EF4-FFF2-40B4-BE49-F238E27FC236}">
                <a16:creationId xmlns:a16="http://schemas.microsoft.com/office/drawing/2014/main" id="{3DC494D9-6D02-D6ED-1B22-39253439B6A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it-IT" altLang="it-IT" dirty="0" err="1"/>
              <a:t>towards</a:t>
            </a:r>
            <a:r>
              <a:rPr lang="it-IT" altLang="it-IT" dirty="0"/>
              <a:t> a remote </a:t>
            </a:r>
            <a:r>
              <a:rPr lang="it-IT" altLang="it-IT" dirty="0" err="1"/>
              <a:t>destination</a:t>
            </a:r>
            <a:endParaRPr lang="it-IT" altLang="it-IT" dirty="0"/>
          </a:p>
          <a:p>
            <a:pPr eaLnBrk="1" hangingPunct="1"/>
            <a:endParaRPr lang="it-IT" altLang="it-IT" dirty="0"/>
          </a:p>
          <a:p>
            <a:pPr eaLnBrk="1" hangingPunct="1"/>
            <a:endParaRPr lang="it-IT" altLang="it-IT" dirty="0"/>
          </a:p>
          <a:p>
            <a:pPr eaLnBrk="1" hangingPunct="1"/>
            <a:endParaRPr lang="it-IT" altLang="it-IT" dirty="0"/>
          </a:p>
          <a:p>
            <a:pPr eaLnBrk="1" hangingPunct="1"/>
            <a:endParaRPr lang="it-IT" altLang="it-IT" dirty="0"/>
          </a:p>
          <a:p>
            <a:pPr eaLnBrk="1" hangingPunct="1"/>
            <a:endParaRPr lang="it-IT" altLang="it-IT" dirty="0"/>
          </a:p>
          <a:p>
            <a:pPr eaLnBrk="1" hangingPunct="1"/>
            <a:r>
              <a:rPr lang="it-IT" altLang="it-IT" dirty="0" err="1"/>
              <a:t>what’s</a:t>
            </a:r>
            <a:r>
              <a:rPr lang="it-IT" altLang="it-IT" dirty="0"/>
              <a:t> </a:t>
            </a:r>
            <a:r>
              <a:rPr lang="it-IT" altLang="it-IT" dirty="0" err="1"/>
              <a:t>going</a:t>
            </a:r>
            <a:r>
              <a:rPr lang="it-IT" altLang="it-IT" dirty="0"/>
              <a:t> on?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603E4684-0055-F030-C787-960206AB6E9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/>
          <a:p>
            <a:r>
              <a:rPr lang="it-IT" altLang="it-IT"/>
              <a:t>last update: Oct 2023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F5CD350E-37C8-67DF-A3DC-615A8F69754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/>
          <a:p>
            <a:r>
              <a:rPr lang="it-IT" altLang="it-IT"/>
              <a:t>kathara – [ lab: rip_frr ]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70F0051-D9C6-C6A4-C8E1-958C9B01BB2B}"/>
              </a:ext>
            </a:extLst>
          </p:cNvPr>
          <p:cNvGrpSpPr/>
          <p:nvPr/>
        </p:nvGrpSpPr>
        <p:grpSpPr>
          <a:xfrm>
            <a:off x="609600" y="2636912"/>
            <a:ext cx="10972802" cy="1456604"/>
            <a:chOff x="607480" y="2378845"/>
            <a:chExt cx="10972802" cy="145660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4DF92B2-E881-47B4-6680-39ADF5B119B0}"/>
                </a:ext>
              </a:extLst>
            </p:cNvPr>
            <p:cNvSpPr/>
            <p:nvPr/>
          </p:nvSpPr>
          <p:spPr>
            <a:xfrm>
              <a:off x="607481" y="2632080"/>
              <a:ext cx="10972801" cy="1203369"/>
            </a:xfrm>
            <a:prstGeom prst="rect">
              <a:avLst/>
            </a:prstGeom>
            <a:solidFill>
              <a:sysClr val="windowText" lastClr="000000"/>
            </a:solidFill>
            <a:ln w="57150" cap="flat" cmpd="sng" algn="ctr">
              <a:solidFill>
                <a:srgbClr val="4472C4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t"/>
            <a:lstStyle/>
            <a:p>
              <a:pPr eaLnBrk="1" hangingPunct="1"/>
              <a:r>
                <a: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root@</a:t>
              </a:r>
              <a:r>
                <a:rPr lang="it-IT" kern="0" dirty="0">
                  <a:solidFill>
                    <a:prstClr val="white">
                      <a:lumMod val="65000"/>
                    </a:prstClr>
                  </a:solidFill>
                  <a:latin typeface="Consolas" panose="020B0609020204030204" pitchFamily="49" charset="0"/>
                </a:rPr>
                <a:t>r4</a:t>
              </a:r>
              <a:r>
                <a: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:~$</a:t>
              </a:r>
              <a:r>
                <a: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 </a:t>
              </a:r>
              <a:r>
                <a:rPr kumimoji="0" lang="it-IT" b="1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ping</a:t>
              </a:r>
              <a:r>
                <a:rPr kumimoji="0" lang="it-IT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 100.1.2.1</a:t>
              </a:r>
              <a:endParaRPr lang="it-IT" b="1" kern="0" dirty="0">
                <a:solidFill>
                  <a:schemeClr val="bg1"/>
                </a:solidFill>
                <a:latin typeface="Lucida Console" panose="020B0609040504020204" pitchFamily="49" charset="0"/>
              </a:endParaRPr>
            </a:p>
            <a:p>
              <a:pPr eaLnBrk="1" hangingPunct="1"/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connect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: Network 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is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 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unreachable</a:t>
              </a:r>
              <a:endParaRPr lang="it-IT" altLang="it-IT" sz="1800" dirty="0">
                <a:solidFill>
                  <a:schemeClr val="bg1"/>
                </a:solidFill>
                <a:latin typeface="Lucida Console" panose="020B0609040504020204" pitchFamily="49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18CEBFD-4149-DA72-A917-15E0A597B3AA}"/>
                </a:ext>
              </a:extLst>
            </p:cNvPr>
            <p:cNvSpPr/>
            <p:nvPr/>
          </p:nvSpPr>
          <p:spPr>
            <a:xfrm>
              <a:off x="607480" y="2378845"/>
              <a:ext cx="10972799" cy="286249"/>
            </a:xfrm>
            <a:prstGeom prst="rect">
              <a:avLst/>
            </a:prstGeom>
            <a:solidFill>
              <a:srgbClr val="4472C4"/>
            </a:solidFill>
            <a:ln w="57150" cap="flat" cmpd="sng" algn="ctr">
              <a:solidFill>
                <a:srgbClr val="4472C4"/>
              </a:solidFill>
              <a:prstDash val="solid"/>
              <a:miter lim="800000"/>
            </a:ln>
            <a:effectLst>
              <a:outerShdw blurRad="50800" dist="25400" algn="l" rotWithShape="0">
                <a:prstClr val="black">
                  <a:alpha val="32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9A9C90FD-7121-4581-4183-F036BB3353E0}"/>
                </a:ext>
              </a:extLst>
            </p:cNvPr>
            <p:cNvGrpSpPr/>
            <p:nvPr/>
          </p:nvGrpSpPr>
          <p:grpSpPr>
            <a:xfrm>
              <a:off x="10920536" y="2466851"/>
              <a:ext cx="581348" cy="126235"/>
              <a:chOff x="8092857" y="2115830"/>
              <a:chExt cx="581348" cy="126235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B8168580-BD70-C068-D5B1-7A5353760BD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548205" y="2116065"/>
                <a:ext cx="126000" cy="126000"/>
              </a:xfrm>
              <a:prstGeom prst="rect">
                <a:avLst/>
              </a:prstGeom>
              <a:solidFill>
                <a:srgbClr val="FF0000">
                  <a:alpha val="50196"/>
                </a:srgbClr>
              </a:solidFill>
              <a:ln w="12700" cap="flat" cmpd="sng" algn="ctr">
                <a:solidFill>
                  <a:srgbClr val="4472C4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B461FAC-1F83-9CFE-06CF-D36E5A1B88B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92857" y="2115830"/>
                <a:ext cx="126235" cy="126235"/>
              </a:xfrm>
              <a:prstGeom prst="rect">
                <a:avLst/>
              </a:prstGeom>
              <a:solidFill>
                <a:srgbClr val="4472C4">
                  <a:lumMod val="60000"/>
                  <a:lumOff val="40000"/>
                </a:srgbClr>
              </a:solidFill>
              <a:ln w="12700" cap="flat" cmpd="sng" algn="ctr">
                <a:solidFill>
                  <a:srgbClr val="4472C4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6087D1ED-7B19-F9F5-15EA-7AC21484D61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320531" y="2115830"/>
                <a:ext cx="126235" cy="126235"/>
              </a:xfrm>
              <a:prstGeom prst="rect">
                <a:avLst/>
              </a:prstGeom>
              <a:solidFill>
                <a:srgbClr val="4472C4">
                  <a:lumMod val="60000"/>
                  <a:lumOff val="40000"/>
                </a:srgbClr>
              </a:solidFill>
              <a:ln w="12700" cap="flat" cmpd="sng" algn="ctr">
                <a:solidFill>
                  <a:srgbClr val="4472C4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Rectangle 2">
            <a:extLst>
              <a:ext uri="{FF2B5EF4-FFF2-40B4-BE49-F238E27FC236}">
                <a16:creationId xmlns:a16="http://schemas.microsoft.com/office/drawing/2014/main" id="{4F9DC221-C660-B8AE-7AAB-591945FCE3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/>
              <a:t>examining the kernel routing table</a:t>
            </a:r>
          </a:p>
        </p:txBody>
      </p:sp>
      <p:sp>
        <p:nvSpPr>
          <p:cNvPr id="18437" name="Rectangle 3">
            <a:extLst>
              <a:ext uri="{FF2B5EF4-FFF2-40B4-BE49-F238E27FC236}">
                <a16:creationId xmlns:a16="http://schemas.microsoft.com/office/drawing/2014/main" id="{1AFB6F78-47D1-80FA-CD80-1FCDCF37BF1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it-IT" altLang="it-IT" dirty="0"/>
          </a:p>
          <a:p>
            <a:pPr eaLnBrk="1" hangingPunct="1"/>
            <a:endParaRPr lang="it-IT" altLang="it-IT" dirty="0"/>
          </a:p>
          <a:p>
            <a:pPr eaLnBrk="1" hangingPunct="1"/>
            <a:endParaRPr lang="it-IT" altLang="it-IT" dirty="0"/>
          </a:p>
          <a:p>
            <a:pPr eaLnBrk="1" hangingPunct="1"/>
            <a:endParaRPr lang="it-IT" altLang="it-IT" dirty="0"/>
          </a:p>
          <a:p>
            <a:pPr eaLnBrk="1" hangingPunct="1"/>
            <a:endParaRPr lang="it-IT" altLang="it-IT" dirty="0"/>
          </a:p>
          <a:p>
            <a:pPr eaLnBrk="1" hangingPunct="1"/>
            <a:endParaRPr lang="it-IT" altLang="it-IT" dirty="0"/>
          </a:p>
          <a:p>
            <a:pPr eaLnBrk="1" hangingPunct="1"/>
            <a:r>
              <a:rPr lang="it-IT" altLang="it-IT" dirty="0" err="1"/>
              <a:t>since</a:t>
            </a:r>
            <a:r>
              <a:rPr lang="it-IT" altLang="it-IT" dirty="0"/>
              <a:t> no </a:t>
            </a:r>
            <a:r>
              <a:rPr lang="it-IT" altLang="it-IT" dirty="0" err="1"/>
              <a:t>routing</a:t>
            </a:r>
            <a:r>
              <a:rPr lang="it-IT" altLang="it-IT" dirty="0"/>
              <a:t> </a:t>
            </a:r>
            <a:r>
              <a:rPr lang="it-IT" altLang="it-IT" dirty="0" err="1"/>
              <a:t>daemon</a:t>
            </a:r>
            <a:r>
              <a:rPr lang="it-IT" altLang="it-IT" dirty="0"/>
              <a:t> </a:t>
            </a:r>
            <a:r>
              <a:rPr lang="it-IT" altLang="it-IT" dirty="0" err="1"/>
              <a:t>is</a:t>
            </a:r>
            <a:r>
              <a:rPr lang="it-IT" altLang="it-IT" dirty="0"/>
              <a:t> </a:t>
            </a:r>
            <a:r>
              <a:rPr lang="it-IT" altLang="it-IT" dirty="0" err="1"/>
              <a:t>currently</a:t>
            </a:r>
            <a:r>
              <a:rPr lang="it-IT" altLang="it-IT" dirty="0"/>
              <a:t> running, </a:t>
            </a:r>
            <a:r>
              <a:rPr lang="it-IT" altLang="it-IT" dirty="0" err="1"/>
              <a:t>only</a:t>
            </a:r>
            <a:r>
              <a:rPr lang="it-IT" altLang="it-IT" dirty="0"/>
              <a:t> </a:t>
            </a:r>
            <a:r>
              <a:rPr lang="it-IT" altLang="it-IT" dirty="0" err="1"/>
              <a:t>directly</a:t>
            </a:r>
            <a:r>
              <a:rPr lang="it-IT" altLang="it-IT" dirty="0"/>
              <a:t> </a:t>
            </a:r>
            <a:r>
              <a:rPr lang="it-IT" altLang="it-IT" dirty="0" err="1"/>
              <a:t>connected</a:t>
            </a:r>
            <a:r>
              <a:rPr lang="it-IT" altLang="it-IT" dirty="0"/>
              <a:t> </a:t>
            </a:r>
            <a:r>
              <a:rPr lang="it-IT" altLang="it-IT" dirty="0" err="1"/>
              <a:t>destinations</a:t>
            </a:r>
            <a:r>
              <a:rPr lang="it-IT" altLang="it-IT" dirty="0"/>
              <a:t> are </a:t>
            </a:r>
            <a:r>
              <a:rPr lang="it-IT" altLang="it-IT" dirty="0" err="1"/>
              <a:t>known</a:t>
            </a:r>
            <a:r>
              <a:rPr lang="it-IT" altLang="it-IT" dirty="0"/>
              <a:t> to the router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A99BDEB9-D146-E174-8E7A-07B87E0C3AE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/>
          <a:p>
            <a:r>
              <a:rPr lang="it-IT" altLang="it-IT"/>
              <a:t>last update: Oct 2023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F0E5EBDF-E844-1D6E-52F1-047362C4A78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/>
          <a:p>
            <a:r>
              <a:rPr lang="it-IT" altLang="it-IT"/>
              <a:t>kathara – [ lab: rip_frr ]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EA2E4F8-F4B5-8A09-0E45-9126E14E219D}"/>
              </a:ext>
            </a:extLst>
          </p:cNvPr>
          <p:cNvGrpSpPr/>
          <p:nvPr/>
        </p:nvGrpSpPr>
        <p:grpSpPr>
          <a:xfrm>
            <a:off x="609600" y="1484784"/>
            <a:ext cx="10972802" cy="3039685"/>
            <a:chOff x="607480" y="2378845"/>
            <a:chExt cx="10972802" cy="303968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0FA8BEF-AC9D-172D-F7D9-ED50E49CB643}"/>
                </a:ext>
              </a:extLst>
            </p:cNvPr>
            <p:cNvSpPr/>
            <p:nvPr/>
          </p:nvSpPr>
          <p:spPr>
            <a:xfrm>
              <a:off x="607481" y="2632080"/>
              <a:ext cx="10972801" cy="2786450"/>
            </a:xfrm>
            <a:prstGeom prst="rect">
              <a:avLst/>
            </a:prstGeom>
            <a:solidFill>
              <a:sysClr val="windowText" lastClr="000000"/>
            </a:solidFill>
            <a:ln w="57150" cap="flat" cmpd="sng" algn="ctr">
              <a:solidFill>
                <a:srgbClr val="4472C4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t"/>
            <a:lstStyle/>
            <a:p>
              <a:pPr eaLnBrk="1" hangingPunct="1"/>
              <a:r>
                <a: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root@</a:t>
              </a:r>
              <a:r>
                <a:rPr lang="it-IT" kern="0" dirty="0">
                  <a:solidFill>
                    <a:prstClr val="white">
                      <a:lumMod val="65000"/>
                    </a:prstClr>
                  </a:solidFill>
                  <a:latin typeface="Consolas" panose="020B0609020204030204" pitchFamily="49" charset="0"/>
                </a:rPr>
                <a:t>r4</a:t>
              </a:r>
              <a:r>
                <a: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:~$</a:t>
              </a:r>
              <a:r>
                <a: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 </a:t>
              </a:r>
              <a:r>
                <a:rPr kumimoji="0" lang="it-IT" b="1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ip</a:t>
              </a:r>
              <a:r>
                <a:rPr kumimoji="0" lang="it-IT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 </a:t>
              </a:r>
              <a:r>
                <a:rPr kumimoji="0" lang="it-IT" b="1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route</a:t>
              </a:r>
              <a:endParaRPr lang="it-IT" b="1" kern="0" dirty="0">
                <a:solidFill>
                  <a:schemeClr val="bg1"/>
                </a:solidFill>
                <a:latin typeface="Lucida Console" panose="020B0609040504020204" pitchFamily="49" charset="0"/>
              </a:endParaRPr>
            </a:p>
            <a:p>
              <a:pPr eaLnBrk="1" hangingPunct="1"/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100.1.0.12/30 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dev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 eth3 proto kernel scope link 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src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 100.1.0.14 </a:t>
              </a:r>
            </a:p>
            <a:p>
              <a:pPr eaLnBrk="1" hangingPunct="1"/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100.1.0.16/30 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dev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 eth2 proto kernel scope link 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src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 100.1.0.18 </a:t>
              </a:r>
            </a:p>
            <a:p>
              <a:pPr eaLnBrk="1" hangingPunct="1"/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100.1.4.0/24 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dev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 eth1 proto kernel scope link 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src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 100.1.4.1 </a:t>
              </a:r>
            </a:p>
            <a:p>
              <a:pPr eaLnBrk="1" hangingPunct="1"/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100.2.0.0/30 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dev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 eth0 proto kernel scope link 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src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 100.2.0.1 </a:t>
              </a:r>
            </a:p>
            <a:p>
              <a:pPr eaLnBrk="1" hangingPunct="1"/>
              <a:endParaRPr lang="it-IT" altLang="it-IT" sz="1800" dirty="0">
                <a:solidFill>
                  <a:schemeClr val="bg1"/>
                </a:solidFill>
                <a:latin typeface="Lucida Console" panose="020B0609040504020204" pitchFamily="49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E449342-E192-5654-6AE3-47453ECE28EF}"/>
                </a:ext>
              </a:extLst>
            </p:cNvPr>
            <p:cNvSpPr/>
            <p:nvPr/>
          </p:nvSpPr>
          <p:spPr>
            <a:xfrm>
              <a:off x="607480" y="2378845"/>
              <a:ext cx="10972799" cy="286249"/>
            </a:xfrm>
            <a:prstGeom prst="rect">
              <a:avLst/>
            </a:prstGeom>
            <a:solidFill>
              <a:srgbClr val="4472C4"/>
            </a:solidFill>
            <a:ln w="57150" cap="flat" cmpd="sng" algn="ctr">
              <a:solidFill>
                <a:srgbClr val="4472C4"/>
              </a:solidFill>
              <a:prstDash val="solid"/>
              <a:miter lim="800000"/>
            </a:ln>
            <a:effectLst>
              <a:outerShdw blurRad="50800" dist="25400" algn="l" rotWithShape="0">
                <a:prstClr val="black">
                  <a:alpha val="32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2B7853F7-DC4B-A95B-43A7-B732008E6CA3}"/>
                </a:ext>
              </a:extLst>
            </p:cNvPr>
            <p:cNvGrpSpPr/>
            <p:nvPr/>
          </p:nvGrpSpPr>
          <p:grpSpPr>
            <a:xfrm>
              <a:off x="10920536" y="2466851"/>
              <a:ext cx="581348" cy="126235"/>
              <a:chOff x="8092857" y="2115830"/>
              <a:chExt cx="581348" cy="126235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F78BA33-9620-2E98-C9A2-E9668E2E072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548205" y="2116065"/>
                <a:ext cx="126000" cy="126000"/>
              </a:xfrm>
              <a:prstGeom prst="rect">
                <a:avLst/>
              </a:prstGeom>
              <a:solidFill>
                <a:srgbClr val="FF0000">
                  <a:alpha val="50196"/>
                </a:srgbClr>
              </a:solidFill>
              <a:ln w="12700" cap="flat" cmpd="sng" algn="ctr">
                <a:solidFill>
                  <a:srgbClr val="4472C4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18A50BC-730E-4192-9818-5D05E63F456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92857" y="2115830"/>
                <a:ext cx="126235" cy="126235"/>
              </a:xfrm>
              <a:prstGeom prst="rect">
                <a:avLst/>
              </a:prstGeom>
              <a:solidFill>
                <a:srgbClr val="4472C4">
                  <a:lumMod val="60000"/>
                  <a:lumOff val="40000"/>
                </a:srgbClr>
              </a:solidFill>
              <a:ln w="12700" cap="flat" cmpd="sng" algn="ctr">
                <a:solidFill>
                  <a:srgbClr val="4472C4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B3C3965-FCD5-8FC2-E81E-8E7E52218CE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320531" y="2115830"/>
                <a:ext cx="126235" cy="126235"/>
              </a:xfrm>
              <a:prstGeom prst="rect">
                <a:avLst/>
              </a:prstGeom>
              <a:solidFill>
                <a:srgbClr val="4472C4">
                  <a:lumMod val="60000"/>
                  <a:lumOff val="40000"/>
                </a:srgbClr>
              </a:solidFill>
              <a:ln w="12700" cap="flat" cmpd="sng" algn="ctr">
                <a:solidFill>
                  <a:srgbClr val="4472C4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Rectangle 30">
            <a:extLst>
              <a:ext uri="{FF2B5EF4-FFF2-40B4-BE49-F238E27FC236}">
                <a16:creationId xmlns:a16="http://schemas.microsoft.com/office/drawing/2014/main" id="{2CA63728-E3F9-3486-BDB8-2F08210CD7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/>
              <a:t>starting the routing daemons</a:t>
            </a:r>
          </a:p>
        </p:txBody>
      </p:sp>
      <p:sp>
        <p:nvSpPr>
          <p:cNvPr id="19461" name="Rectangle 31">
            <a:extLst>
              <a:ext uri="{FF2B5EF4-FFF2-40B4-BE49-F238E27FC236}">
                <a16:creationId xmlns:a16="http://schemas.microsoft.com/office/drawing/2014/main" id="{519781D2-325B-178D-BB10-29A36D9640E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it-IT" altLang="it-IT" dirty="0"/>
              <a:t>on </a:t>
            </a:r>
            <a:r>
              <a:rPr lang="it-IT" altLang="it-IT" dirty="0" err="1"/>
              <a:t>each</a:t>
            </a:r>
            <a:r>
              <a:rPr lang="it-IT" altLang="it-IT" dirty="0"/>
              <a:t> router (</a:t>
            </a:r>
            <a:r>
              <a:rPr lang="it-IT" altLang="it-IT" dirty="0" err="1"/>
              <a:t>but</a:t>
            </a:r>
            <a:r>
              <a:rPr lang="it-IT" altLang="it-IT" dirty="0"/>
              <a:t> </a:t>
            </a:r>
            <a:r>
              <a:rPr lang="it-IT" altLang="it-IT" b="1" dirty="0">
                <a:latin typeface="Courier New" panose="02070309020205020404" pitchFamily="49" charset="0"/>
              </a:rPr>
              <a:t>r5</a:t>
            </a:r>
            <a:r>
              <a:rPr lang="it-IT" altLang="it-IT" dirty="0"/>
              <a:t>) </a:t>
            </a:r>
            <a:r>
              <a:rPr lang="it-IT" altLang="it-IT" dirty="0" err="1"/>
              <a:t>issue</a:t>
            </a:r>
            <a:r>
              <a:rPr lang="it-IT" altLang="it-IT" dirty="0"/>
              <a:t> the following </a:t>
            </a:r>
            <a:r>
              <a:rPr lang="it-IT" altLang="it-IT" dirty="0" err="1"/>
              <a:t>command</a:t>
            </a:r>
            <a:r>
              <a:rPr lang="it-IT" altLang="it-IT" dirty="0"/>
              <a:t>: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3CEB3343-4963-CBFE-69B2-6DD7BA06A93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/>
          <a:p>
            <a:r>
              <a:rPr lang="it-IT" altLang="it-IT"/>
              <a:t>last update: Oct 2023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C54E2FAC-F67A-324B-818A-96A291AE233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/>
          <a:p>
            <a:r>
              <a:rPr lang="it-IT" altLang="it-IT"/>
              <a:t>kathara – [ lab: rip_frr ]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8B61390-0FBC-F661-3DC2-9F11EA54B103}"/>
              </a:ext>
            </a:extLst>
          </p:cNvPr>
          <p:cNvGrpSpPr/>
          <p:nvPr/>
        </p:nvGrpSpPr>
        <p:grpSpPr>
          <a:xfrm>
            <a:off x="609600" y="2477547"/>
            <a:ext cx="10972802" cy="951453"/>
            <a:chOff x="607480" y="2378845"/>
            <a:chExt cx="10972802" cy="95145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F5D314E-0BEC-90BA-7094-15902B192732}"/>
                </a:ext>
              </a:extLst>
            </p:cNvPr>
            <p:cNvSpPr/>
            <p:nvPr/>
          </p:nvSpPr>
          <p:spPr>
            <a:xfrm>
              <a:off x="607481" y="2632080"/>
              <a:ext cx="10972801" cy="698218"/>
            </a:xfrm>
            <a:prstGeom prst="rect">
              <a:avLst/>
            </a:prstGeom>
            <a:solidFill>
              <a:sysClr val="windowText" lastClr="000000"/>
            </a:solidFill>
            <a:ln w="57150" cap="flat" cmpd="sng" algn="ctr">
              <a:solidFill>
                <a:srgbClr val="4472C4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t"/>
            <a:lstStyle/>
            <a:p>
              <a:pPr eaLnBrk="1" hangingPunct="1"/>
              <a:r>
                <a: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root@</a:t>
              </a:r>
              <a:r>
                <a:rPr lang="it-IT" kern="0" dirty="0">
                  <a:solidFill>
                    <a:prstClr val="white">
                      <a:lumMod val="65000"/>
                    </a:prstClr>
                  </a:solidFill>
                  <a:latin typeface="Consolas" panose="020B0609020204030204" pitchFamily="49" charset="0"/>
                </a:rPr>
                <a:t>r4</a:t>
              </a:r>
              <a:r>
                <a: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:~$</a:t>
              </a:r>
              <a:r>
                <a: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 </a:t>
              </a:r>
              <a:r>
                <a:rPr kumimoji="0" lang="it-IT" b="1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systemctl</a:t>
              </a:r>
              <a:r>
                <a:rPr kumimoji="0" lang="it-IT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 start </a:t>
              </a:r>
              <a:r>
                <a:rPr kumimoji="0" lang="it-IT" b="1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frr</a:t>
              </a:r>
              <a:endParaRPr kumimoji="0" lang="it-IT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endParaRPr>
            </a:p>
            <a:p>
              <a:pPr eaLnBrk="1" hangingPunct="1"/>
              <a:endParaRPr lang="it-IT" altLang="it-IT" sz="1800" dirty="0">
                <a:solidFill>
                  <a:schemeClr val="bg1"/>
                </a:solidFill>
                <a:latin typeface="Lucida Console" panose="020B0609040504020204" pitchFamily="49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A30AA28-EBCD-500C-045B-FAB3570A3AC0}"/>
                </a:ext>
              </a:extLst>
            </p:cNvPr>
            <p:cNvSpPr/>
            <p:nvPr/>
          </p:nvSpPr>
          <p:spPr>
            <a:xfrm>
              <a:off x="607480" y="2378845"/>
              <a:ext cx="10972799" cy="286249"/>
            </a:xfrm>
            <a:prstGeom prst="rect">
              <a:avLst/>
            </a:prstGeom>
            <a:solidFill>
              <a:srgbClr val="4472C4"/>
            </a:solidFill>
            <a:ln w="57150" cap="flat" cmpd="sng" algn="ctr">
              <a:solidFill>
                <a:srgbClr val="4472C4"/>
              </a:solidFill>
              <a:prstDash val="solid"/>
              <a:miter lim="800000"/>
            </a:ln>
            <a:effectLst>
              <a:outerShdw blurRad="50800" dist="25400" algn="l" rotWithShape="0">
                <a:prstClr val="black">
                  <a:alpha val="32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5C000887-07A5-DFEF-5C00-6A80EC1CA212}"/>
                </a:ext>
              </a:extLst>
            </p:cNvPr>
            <p:cNvGrpSpPr/>
            <p:nvPr/>
          </p:nvGrpSpPr>
          <p:grpSpPr>
            <a:xfrm>
              <a:off x="10920536" y="2466851"/>
              <a:ext cx="581348" cy="126235"/>
              <a:chOff x="8092857" y="2115830"/>
              <a:chExt cx="581348" cy="126235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59019A0-4B34-11F5-E622-C63174C8F24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548205" y="2116065"/>
                <a:ext cx="126000" cy="126000"/>
              </a:xfrm>
              <a:prstGeom prst="rect">
                <a:avLst/>
              </a:prstGeom>
              <a:solidFill>
                <a:srgbClr val="FF0000">
                  <a:alpha val="50196"/>
                </a:srgbClr>
              </a:solidFill>
              <a:ln w="12700" cap="flat" cmpd="sng" algn="ctr">
                <a:solidFill>
                  <a:srgbClr val="4472C4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C515962-5D9A-E435-3BF1-4466A838E5D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92857" y="2115830"/>
                <a:ext cx="126235" cy="126235"/>
              </a:xfrm>
              <a:prstGeom prst="rect">
                <a:avLst/>
              </a:prstGeom>
              <a:solidFill>
                <a:srgbClr val="4472C4">
                  <a:lumMod val="60000"/>
                  <a:lumOff val="40000"/>
                </a:srgbClr>
              </a:solidFill>
              <a:ln w="12700" cap="flat" cmpd="sng" algn="ctr">
                <a:solidFill>
                  <a:srgbClr val="4472C4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0697BBE-68B9-ADEF-A7AF-CA3C39A4F5B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320531" y="2115830"/>
                <a:ext cx="126235" cy="126235"/>
              </a:xfrm>
              <a:prstGeom prst="rect">
                <a:avLst/>
              </a:prstGeom>
              <a:solidFill>
                <a:srgbClr val="4472C4">
                  <a:lumMod val="60000"/>
                  <a:lumOff val="40000"/>
                </a:srgbClr>
              </a:solidFill>
              <a:ln w="12700" cap="flat" cmpd="sng" algn="ctr">
                <a:solidFill>
                  <a:srgbClr val="4472C4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Rectangle 2">
            <a:extLst>
              <a:ext uri="{FF2B5EF4-FFF2-40B4-BE49-F238E27FC236}">
                <a16:creationId xmlns:a16="http://schemas.microsoft.com/office/drawing/2014/main" id="{97E8EF77-AB5C-09AA-691B-56BCC7F7C8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 dirty="0"/>
              <a:t>checking </a:t>
            </a:r>
            <a:r>
              <a:rPr lang="it-IT" altLang="it-IT" dirty="0" err="1"/>
              <a:t>connectivity</a:t>
            </a:r>
            <a:r>
              <a:rPr lang="it-IT" altLang="it-IT" dirty="0"/>
              <a:t> (</a:t>
            </a:r>
            <a:r>
              <a:rPr lang="it-IT" altLang="it-IT" dirty="0" err="1"/>
              <a:t>again</a:t>
            </a:r>
            <a:r>
              <a:rPr lang="it-IT" altLang="it-IT" dirty="0"/>
              <a:t>)</a:t>
            </a:r>
          </a:p>
        </p:txBody>
      </p:sp>
      <p:sp>
        <p:nvSpPr>
          <p:cNvPr id="17413" name="Rectangle 3">
            <a:extLst>
              <a:ext uri="{FF2B5EF4-FFF2-40B4-BE49-F238E27FC236}">
                <a16:creationId xmlns:a16="http://schemas.microsoft.com/office/drawing/2014/main" id="{3DC494D9-6D02-D6ED-1B22-39253439B6A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it-IT" altLang="it-IT" dirty="0" err="1"/>
              <a:t>towards</a:t>
            </a:r>
            <a:r>
              <a:rPr lang="it-IT" altLang="it-IT" dirty="0"/>
              <a:t> a remote </a:t>
            </a:r>
            <a:r>
              <a:rPr lang="it-IT" altLang="it-IT" dirty="0" err="1"/>
              <a:t>destination</a:t>
            </a:r>
            <a:endParaRPr lang="it-IT" altLang="it-IT" dirty="0"/>
          </a:p>
          <a:p>
            <a:pPr eaLnBrk="1" hangingPunct="1"/>
            <a:endParaRPr lang="it-IT" altLang="it-IT" dirty="0"/>
          </a:p>
          <a:p>
            <a:pPr eaLnBrk="1" hangingPunct="1"/>
            <a:endParaRPr lang="it-IT" altLang="it-IT" dirty="0"/>
          </a:p>
          <a:p>
            <a:pPr eaLnBrk="1" hangingPunct="1"/>
            <a:endParaRPr lang="it-IT" altLang="it-IT" dirty="0"/>
          </a:p>
          <a:p>
            <a:pPr eaLnBrk="1" hangingPunct="1"/>
            <a:endParaRPr lang="it-IT" altLang="it-IT" dirty="0"/>
          </a:p>
          <a:p>
            <a:pPr eaLnBrk="1" hangingPunct="1"/>
            <a:endParaRPr lang="it-IT" altLang="it-IT" dirty="0"/>
          </a:p>
          <a:p>
            <a:pPr eaLnBrk="1" hangingPunct="1"/>
            <a:endParaRPr lang="it-IT" altLang="it-IT" dirty="0"/>
          </a:p>
          <a:p>
            <a:pPr eaLnBrk="1" hangingPunct="1"/>
            <a:r>
              <a:rPr lang="it-IT" altLang="it-IT" dirty="0"/>
              <a:t>after a </a:t>
            </a:r>
            <a:r>
              <a:rPr lang="it-IT" altLang="it-IT" dirty="0" err="1"/>
              <a:t>while</a:t>
            </a:r>
            <a:r>
              <a:rPr lang="it-IT" altLang="it-IT" dirty="0"/>
              <a:t>, </a:t>
            </a:r>
            <a:r>
              <a:rPr lang="it-IT" altLang="it-IT" dirty="0" err="1"/>
              <a:t>all</a:t>
            </a:r>
            <a:r>
              <a:rPr lang="it-IT" altLang="it-IT" dirty="0"/>
              <a:t> remote </a:t>
            </a:r>
            <a:r>
              <a:rPr lang="it-IT" altLang="it-IT" dirty="0" err="1"/>
              <a:t>destinations</a:t>
            </a:r>
            <a:r>
              <a:rPr lang="it-IT" altLang="it-IT" dirty="0"/>
              <a:t> are </a:t>
            </a:r>
            <a:r>
              <a:rPr lang="it-IT" altLang="it-IT" dirty="0" err="1"/>
              <a:t>reachable</a:t>
            </a:r>
            <a:endParaRPr lang="it-IT" altLang="it-IT" dirty="0"/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603E4684-0055-F030-C787-960206AB6E9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/>
          <a:p>
            <a:r>
              <a:rPr lang="it-IT" altLang="it-IT"/>
              <a:t>last update: Oct 2023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F5CD350E-37C8-67DF-A3DC-615A8F69754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/>
          <a:p>
            <a:r>
              <a:rPr lang="it-IT" altLang="it-IT"/>
              <a:t>kathara – [ lab: rip_frr ]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70F0051-D9C6-C6A4-C8E1-958C9B01BB2B}"/>
              </a:ext>
            </a:extLst>
          </p:cNvPr>
          <p:cNvGrpSpPr/>
          <p:nvPr/>
        </p:nvGrpSpPr>
        <p:grpSpPr>
          <a:xfrm>
            <a:off x="609600" y="2276872"/>
            <a:ext cx="10972802" cy="2880320"/>
            <a:chOff x="607480" y="2378845"/>
            <a:chExt cx="10972802" cy="288032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4DF92B2-E881-47B4-6680-39ADF5B119B0}"/>
                </a:ext>
              </a:extLst>
            </p:cNvPr>
            <p:cNvSpPr/>
            <p:nvPr/>
          </p:nvSpPr>
          <p:spPr>
            <a:xfrm>
              <a:off x="607481" y="2632080"/>
              <a:ext cx="10972801" cy="2627085"/>
            </a:xfrm>
            <a:prstGeom prst="rect">
              <a:avLst/>
            </a:prstGeom>
            <a:solidFill>
              <a:sysClr val="windowText" lastClr="000000"/>
            </a:solidFill>
            <a:ln w="57150" cap="flat" cmpd="sng" algn="ctr">
              <a:solidFill>
                <a:srgbClr val="4472C4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t"/>
            <a:lstStyle/>
            <a:p>
              <a:pPr eaLnBrk="1" hangingPunct="1"/>
              <a:r>
                <a: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root@</a:t>
              </a:r>
              <a:r>
                <a:rPr lang="it-IT" kern="0" dirty="0">
                  <a:solidFill>
                    <a:prstClr val="white">
                      <a:lumMod val="65000"/>
                    </a:prstClr>
                  </a:solidFill>
                  <a:latin typeface="Consolas" panose="020B0609020204030204" pitchFamily="49" charset="0"/>
                </a:rPr>
                <a:t>r4</a:t>
              </a:r>
              <a:r>
                <a: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:~$</a:t>
              </a:r>
              <a:r>
                <a: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 </a:t>
              </a:r>
              <a:r>
                <a:rPr kumimoji="0" lang="it-IT" b="1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ping</a:t>
              </a:r>
              <a:r>
                <a:rPr kumimoji="0" lang="it-IT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 100.1.2.1</a:t>
              </a:r>
            </a:p>
            <a:p>
              <a:pPr eaLnBrk="1" hangingPunct="1"/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PING 100.1.2.1 (100.1.2.1) 56(84) bytes of data.</a:t>
              </a:r>
            </a:p>
            <a:p>
              <a:pPr eaLnBrk="1" hangingPunct="1"/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64 bytes from 100.1.2.1: 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icmp_seq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=1 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ttl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=63 time=0.743 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ms</a:t>
              </a:r>
              <a:endParaRPr kumimoji="0" lang="it-IT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endParaRPr>
            </a:p>
            <a:p>
              <a:pPr eaLnBrk="1" hangingPunct="1"/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64 bytes from 100.1.2.1: 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icmp_seq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=2 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ttl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=63 time=0.875 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ms</a:t>
              </a:r>
              <a:endParaRPr kumimoji="0" lang="it-IT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endParaRPr>
            </a:p>
            <a:p>
              <a:pPr eaLnBrk="1" hangingPunct="1"/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64 bytes from 100.1.2.1: 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icmp_seq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=3 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ttl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=63 time=0.685 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ms</a:t>
              </a:r>
              <a:endParaRPr kumimoji="0" lang="it-IT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endParaRPr>
            </a:p>
            <a:p>
              <a:pPr eaLnBrk="1" hangingPunct="1"/>
              <a:endParaRPr kumimoji="0" lang="it-IT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endParaRPr>
            </a:p>
            <a:p>
              <a:pPr eaLnBrk="1" hangingPunct="1"/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--- 100.1.2.1 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ping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 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statistics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 ---</a:t>
              </a:r>
            </a:p>
            <a:p>
              <a:pPr eaLnBrk="1" hangingPunct="1"/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3 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packets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 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transmitted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, 3 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received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, 0% 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packet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 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loss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, time 2005ms</a:t>
              </a:r>
            </a:p>
            <a:p>
              <a:pPr eaLnBrk="1" hangingPunct="1"/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rtt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 min/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avg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/max/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mdev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 = 0.685/0.767/0.875/0.085 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ms</a:t>
              </a:r>
              <a:endParaRPr kumimoji="0" lang="it-IT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endParaRPr>
            </a:p>
            <a:p>
              <a:pPr eaLnBrk="1" hangingPunct="1"/>
              <a:endParaRPr lang="it-IT" altLang="it-IT" sz="1800" dirty="0">
                <a:solidFill>
                  <a:schemeClr val="bg1"/>
                </a:solidFill>
                <a:latin typeface="Lucida Console" panose="020B0609040504020204" pitchFamily="49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18CEBFD-4149-DA72-A917-15E0A597B3AA}"/>
                </a:ext>
              </a:extLst>
            </p:cNvPr>
            <p:cNvSpPr/>
            <p:nvPr/>
          </p:nvSpPr>
          <p:spPr>
            <a:xfrm>
              <a:off x="607480" y="2378845"/>
              <a:ext cx="10972799" cy="286249"/>
            </a:xfrm>
            <a:prstGeom prst="rect">
              <a:avLst/>
            </a:prstGeom>
            <a:solidFill>
              <a:srgbClr val="4472C4"/>
            </a:solidFill>
            <a:ln w="57150" cap="flat" cmpd="sng" algn="ctr">
              <a:solidFill>
                <a:srgbClr val="4472C4"/>
              </a:solidFill>
              <a:prstDash val="solid"/>
              <a:miter lim="800000"/>
            </a:ln>
            <a:effectLst>
              <a:outerShdw blurRad="50800" dist="25400" algn="l" rotWithShape="0">
                <a:prstClr val="black">
                  <a:alpha val="32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9A9C90FD-7121-4581-4183-F036BB3353E0}"/>
                </a:ext>
              </a:extLst>
            </p:cNvPr>
            <p:cNvGrpSpPr/>
            <p:nvPr/>
          </p:nvGrpSpPr>
          <p:grpSpPr>
            <a:xfrm>
              <a:off x="10920536" y="2466851"/>
              <a:ext cx="581348" cy="126235"/>
              <a:chOff x="8092857" y="2115830"/>
              <a:chExt cx="581348" cy="126235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B8168580-BD70-C068-D5B1-7A5353760BD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548205" y="2116065"/>
                <a:ext cx="126000" cy="126000"/>
              </a:xfrm>
              <a:prstGeom prst="rect">
                <a:avLst/>
              </a:prstGeom>
              <a:solidFill>
                <a:srgbClr val="FF0000">
                  <a:alpha val="50196"/>
                </a:srgbClr>
              </a:solidFill>
              <a:ln w="12700" cap="flat" cmpd="sng" algn="ctr">
                <a:solidFill>
                  <a:srgbClr val="4472C4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B461FAC-1F83-9CFE-06CF-D36E5A1B88B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92857" y="2115830"/>
                <a:ext cx="126235" cy="126235"/>
              </a:xfrm>
              <a:prstGeom prst="rect">
                <a:avLst/>
              </a:prstGeom>
              <a:solidFill>
                <a:srgbClr val="4472C4">
                  <a:lumMod val="60000"/>
                  <a:lumOff val="40000"/>
                </a:srgbClr>
              </a:solidFill>
              <a:ln w="12700" cap="flat" cmpd="sng" algn="ctr">
                <a:solidFill>
                  <a:srgbClr val="4472C4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6087D1ED-7B19-F9F5-15EA-7AC21484D61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320531" y="2115830"/>
                <a:ext cx="126235" cy="126235"/>
              </a:xfrm>
              <a:prstGeom prst="rect">
                <a:avLst/>
              </a:prstGeom>
              <a:solidFill>
                <a:srgbClr val="4472C4">
                  <a:lumMod val="60000"/>
                  <a:lumOff val="40000"/>
                </a:srgbClr>
              </a:solidFill>
              <a:ln w="12700" cap="flat" cmpd="sng" algn="ctr">
                <a:solidFill>
                  <a:srgbClr val="4472C4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7735413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2">
            <a:extLst>
              <a:ext uri="{FF2B5EF4-FFF2-40B4-BE49-F238E27FC236}">
                <a16:creationId xmlns:a16="http://schemas.microsoft.com/office/drawing/2014/main" id="{FC87E925-2299-DFBB-4AB2-5272B3F7D4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/>
              <a:t>checking the routing table</a:t>
            </a:r>
          </a:p>
        </p:txBody>
      </p:sp>
      <p:sp>
        <p:nvSpPr>
          <p:cNvPr id="21509" name="Rectangle 3">
            <a:extLst>
              <a:ext uri="{FF2B5EF4-FFF2-40B4-BE49-F238E27FC236}">
                <a16:creationId xmlns:a16="http://schemas.microsoft.com/office/drawing/2014/main" id="{AE616A01-AD4C-34C7-5F7D-0856B98F67F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it-IT" altLang="it-IT" dirty="0"/>
              <a:t>the </a:t>
            </a:r>
            <a:r>
              <a:rPr lang="it-IT" altLang="it-IT" dirty="0" err="1"/>
              <a:t>routing</a:t>
            </a:r>
            <a:r>
              <a:rPr lang="it-IT" altLang="it-IT" dirty="0"/>
              <a:t> </a:t>
            </a:r>
            <a:r>
              <a:rPr lang="it-IT" altLang="it-IT" dirty="0" err="1"/>
              <a:t>table</a:t>
            </a:r>
            <a:r>
              <a:rPr lang="it-IT" altLang="it-IT" dirty="0"/>
              <a:t> </a:t>
            </a:r>
            <a:r>
              <a:rPr lang="it-IT" altLang="it-IT" dirty="0" err="1"/>
              <a:t>is</a:t>
            </a:r>
            <a:r>
              <a:rPr lang="it-IT" altLang="it-IT" dirty="0"/>
              <a:t> </a:t>
            </a:r>
            <a:r>
              <a:rPr lang="it-IT" altLang="it-IT" dirty="0" err="1"/>
              <a:t>now</a:t>
            </a:r>
            <a:r>
              <a:rPr lang="it-IT" altLang="it-IT" dirty="0"/>
              <a:t> </a:t>
            </a:r>
            <a:r>
              <a:rPr lang="it-IT" altLang="it-IT" dirty="0" err="1"/>
              <a:t>updated</a:t>
            </a:r>
            <a:endParaRPr lang="it-IT" altLang="it-IT" dirty="0"/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F5B8A5E3-CB05-7044-B008-1E4280509CB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/>
          <a:p>
            <a:r>
              <a:rPr lang="it-IT" altLang="it-IT"/>
              <a:t>last update: Oct 2023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1476CF4F-C4AC-FDFD-537C-23D53F23EC0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/>
          <a:p>
            <a:r>
              <a:rPr lang="it-IT" altLang="it-IT"/>
              <a:t>kathara – [ lab: rip_frr ]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37F55F9-107B-0BA8-9CB2-DA35BBB1FDCC}"/>
              </a:ext>
            </a:extLst>
          </p:cNvPr>
          <p:cNvGrpSpPr/>
          <p:nvPr/>
        </p:nvGrpSpPr>
        <p:grpSpPr>
          <a:xfrm>
            <a:off x="609600" y="2189515"/>
            <a:ext cx="10972802" cy="3471733"/>
            <a:chOff x="607480" y="2378845"/>
            <a:chExt cx="10972802" cy="347173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21BB5A6-022C-26FC-044C-D54514BF4152}"/>
                </a:ext>
              </a:extLst>
            </p:cNvPr>
            <p:cNvSpPr/>
            <p:nvPr/>
          </p:nvSpPr>
          <p:spPr>
            <a:xfrm>
              <a:off x="607481" y="2632080"/>
              <a:ext cx="10972801" cy="3218498"/>
            </a:xfrm>
            <a:prstGeom prst="rect">
              <a:avLst/>
            </a:prstGeom>
            <a:solidFill>
              <a:sysClr val="windowText" lastClr="000000"/>
            </a:solidFill>
            <a:ln w="57150" cap="flat" cmpd="sng" algn="ctr">
              <a:solidFill>
                <a:srgbClr val="4472C4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t"/>
            <a:lstStyle/>
            <a:p>
              <a:pPr eaLnBrk="1" hangingPunct="1"/>
              <a:r>
                <a: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root@</a:t>
              </a:r>
              <a:r>
                <a:rPr lang="it-IT" kern="0" dirty="0">
                  <a:solidFill>
                    <a:prstClr val="white">
                      <a:lumMod val="65000"/>
                    </a:prstClr>
                  </a:solidFill>
                  <a:latin typeface="Consolas" panose="020B0609020204030204" pitchFamily="49" charset="0"/>
                </a:rPr>
                <a:t>r4</a:t>
              </a:r>
              <a:r>
                <a: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:~$</a:t>
              </a:r>
              <a:r>
                <a: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 </a:t>
              </a:r>
              <a:r>
                <a:rPr kumimoji="0" lang="it-IT" b="1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ip</a:t>
              </a:r>
              <a:r>
                <a:rPr kumimoji="0" lang="it-IT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 </a:t>
              </a:r>
              <a:r>
                <a:rPr kumimoji="0" lang="it-IT" b="1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route</a:t>
              </a:r>
              <a:endParaRPr lang="it-IT" b="1" kern="0" dirty="0">
                <a:solidFill>
                  <a:schemeClr val="bg1"/>
                </a:solidFill>
                <a:latin typeface="Lucida Console" panose="020B0609040504020204" pitchFamily="49" charset="0"/>
              </a:endParaRPr>
            </a:p>
            <a:p>
              <a:pPr eaLnBrk="1" hangingPunct="1"/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100.1.0.0/30 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nhid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 12 via 100.1.0.13 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dev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 eth3 proto 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rip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 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metric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 20 </a:t>
              </a:r>
            </a:p>
            <a:p>
              <a:pPr eaLnBrk="1" hangingPunct="1"/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100.1.0.4/30 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nhid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 10 via 100.1.0.17 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dev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 eth2 proto 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rip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 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metric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 20 </a:t>
              </a:r>
            </a:p>
            <a:p>
              <a:pPr eaLnBrk="1" hangingPunct="1"/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100.1.0.8/30 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nhid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 10 via 100.1.0.17 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dev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 eth2 proto 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rip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 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metric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 20 </a:t>
              </a:r>
            </a:p>
            <a:p>
              <a:pPr eaLnBrk="1" hangingPunct="1"/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100.1.0.12/30 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dev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 eth3 proto kernel scope link 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src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 100.1.0.14 </a:t>
              </a:r>
            </a:p>
            <a:p>
              <a:pPr eaLnBrk="1" hangingPunct="1"/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100.1.0.16/30 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dev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 eth2 proto kernel scope link 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src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 100.1.0.18 </a:t>
              </a:r>
            </a:p>
            <a:p>
              <a:pPr eaLnBrk="1" hangingPunct="1"/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100.1.1.0/24 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nhid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 12 via 100.1.0.13 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dev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 eth3 proto 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rip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 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metric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 20 </a:t>
              </a:r>
            </a:p>
            <a:p>
              <a:pPr eaLnBrk="1" hangingPunct="1"/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100.1.2.0/24 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nhid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 12 via 100.1.0.13 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dev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 eth3 proto 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rip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 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metric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 20 </a:t>
              </a:r>
            </a:p>
            <a:p>
              <a:pPr eaLnBrk="1" hangingPunct="1"/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100.1.3.0/24 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nhid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 10 via 100.1.0.17 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dev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 eth2 proto 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rip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 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metric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 20 </a:t>
              </a:r>
            </a:p>
            <a:p>
              <a:pPr eaLnBrk="1" hangingPunct="1"/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100.1.4.0/24 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dev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 eth1 proto kernel scope link 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src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 100.1.4.1 </a:t>
              </a:r>
            </a:p>
            <a:p>
              <a:pPr eaLnBrk="1" hangingPunct="1"/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100.2.0.0/30 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dev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 eth0 proto kernel scope link 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src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 100.2.0.1 </a:t>
              </a:r>
            </a:p>
            <a:p>
              <a:pPr eaLnBrk="1" hangingPunct="1"/>
              <a:endParaRPr lang="it-IT" altLang="it-IT" sz="1800" dirty="0">
                <a:solidFill>
                  <a:schemeClr val="bg1"/>
                </a:solidFill>
                <a:latin typeface="Lucida Console" panose="020B0609040504020204" pitchFamily="49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0BE2E80-BDC0-2D6D-9696-D900081AD3A1}"/>
                </a:ext>
              </a:extLst>
            </p:cNvPr>
            <p:cNvSpPr/>
            <p:nvPr/>
          </p:nvSpPr>
          <p:spPr>
            <a:xfrm>
              <a:off x="607480" y="2378845"/>
              <a:ext cx="10972799" cy="286249"/>
            </a:xfrm>
            <a:prstGeom prst="rect">
              <a:avLst/>
            </a:prstGeom>
            <a:solidFill>
              <a:srgbClr val="4472C4"/>
            </a:solidFill>
            <a:ln w="57150" cap="flat" cmpd="sng" algn="ctr">
              <a:solidFill>
                <a:srgbClr val="4472C4"/>
              </a:solidFill>
              <a:prstDash val="solid"/>
              <a:miter lim="800000"/>
            </a:ln>
            <a:effectLst>
              <a:outerShdw blurRad="50800" dist="25400" algn="l" rotWithShape="0">
                <a:prstClr val="black">
                  <a:alpha val="32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270C2F9-E02A-0486-5A31-911BBB45CEB7}"/>
                </a:ext>
              </a:extLst>
            </p:cNvPr>
            <p:cNvGrpSpPr/>
            <p:nvPr/>
          </p:nvGrpSpPr>
          <p:grpSpPr>
            <a:xfrm>
              <a:off x="10920536" y="2466851"/>
              <a:ext cx="581348" cy="126235"/>
              <a:chOff x="8092857" y="2115830"/>
              <a:chExt cx="581348" cy="126235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12BC197-6621-937A-D652-B403B5C95EC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548205" y="2116065"/>
                <a:ext cx="126000" cy="126000"/>
              </a:xfrm>
              <a:prstGeom prst="rect">
                <a:avLst/>
              </a:prstGeom>
              <a:solidFill>
                <a:srgbClr val="FF0000">
                  <a:alpha val="50196"/>
                </a:srgbClr>
              </a:solidFill>
              <a:ln w="12700" cap="flat" cmpd="sng" algn="ctr">
                <a:solidFill>
                  <a:srgbClr val="4472C4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AB1296F-7244-28BF-9F03-B262C5AAADE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92857" y="2115830"/>
                <a:ext cx="126235" cy="126235"/>
              </a:xfrm>
              <a:prstGeom prst="rect">
                <a:avLst/>
              </a:prstGeom>
              <a:solidFill>
                <a:srgbClr val="4472C4">
                  <a:lumMod val="60000"/>
                  <a:lumOff val="40000"/>
                </a:srgbClr>
              </a:solidFill>
              <a:ln w="12700" cap="flat" cmpd="sng" algn="ctr">
                <a:solidFill>
                  <a:srgbClr val="4472C4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6D010486-BF54-B4F4-5F49-9743FFDCAFC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320531" y="2115830"/>
                <a:ext cx="126235" cy="126235"/>
              </a:xfrm>
              <a:prstGeom prst="rect">
                <a:avLst/>
              </a:prstGeom>
              <a:solidFill>
                <a:srgbClr val="4472C4">
                  <a:lumMod val="60000"/>
                  <a:lumOff val="40000"/>
                </a:srgbClr>
              </a:solidFill>
              <a:ln w="12700" cap="flat" cmpd="sng" algn="ctr">
                <a:solidFill>
                  <a:srgbClr val="4472C4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1D300F6A-1DB5-7AFB-2157-1DE71D34A8AF}"/>
              </a:ext>
            </a:extLst>
          </p:cNvPr>
          <p:cNvGrpSpPr/>
          <p:nvPr/>
        </p:nvGrpSpPr>
        <p:grpSpPr>
          <a:xfrm>
            <a:off x="609600" y="2132856"/>
            <a:ext cx="10972802" cy="951453"/>
            <a:chOff x="607480" y="2378845"/>
            <a:chExt cx="10972802" cy="95145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C20C4E1-D510-38AB-5BE9-BD43D8907D00}"/>
                </a:ext>
              </a:extLst>
            </p:cNvPr>
            <p:cNvSpPr/>
            <p:nvPr/>
          </p:nvSpPr>
          <p:spPr>
            <a:xfrm>
              <a:off x="607481" y="2632080"/>
              <a:ext cx="10972801" cy="698218"/>
            </a:xfrm>
            <a:prstGeom prst="rect">
              <a:avLst/>
            </a:prstGeom>
            <a:solidFill>
              <a:sysClr val="windowText" lastClr="000000"/>
            </a:solidFill>
            <a:ln w="57150" cap="flat" cmpd="sng" algn="ctr">
              <a:solidFill>
                <a:srgbClr val="4472C4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t"/>
            <a:lstStyle/>
            <a:p>
              <a:pPr eaLnBrk="1" hangingPunct="1"/>
              <a:r>
                <a: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root@</a:t>
              </a:r>
              <a:r>
                <a:rPr lang="it-IT" kern="0" dirty="0">
                  <a:solidFill>
                    <a:prstClr val="white">
                      <a:lumMod val="65000"/>
                    </a:prstClr>
                  </a:solidFill>
                  <a:latin typeface="Consolas" panose="020B0609020204030204" pitchFamily="49" charset="0"/>
                </a:rPr>
                <a:t>r4</a:t>
              </a:r>
              <a:r>
                <a: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:~$</a:t>
              </a:r>
              <a:r>
                <a: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 </a:t>
              </a:r>
              <a:r>
                <a:rPr kumimoji="0" lang="it-IT" b="1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tcpdump</a:t>
              </a:r>
              <a:r>
                <a:rPr kumimoji="0" lang="it-IT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 –tenni eth2 -v</a:t>
              </a:r>
            </a:p>
            <a:p>
              <a:pPr eaLnBrk="1" hangingPunct="1"/>
              <a:endParaRPr lang="it-IT" altLang="it-IT" sz="1800" dirty="0">
                <a:solidFill>
                  <a:schemeClr val="bg1"/>
                </a:solidFill>
                <a:latin typeface="Lucida Console" panose="020B0609040504020204" pitchFamily="49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934D247-BC47-221C-F9BC-6E3DEB0038AA}"/>
                </a:ext>
              </a:extLst>
            </p:cNvPr>
            <p:cNvSpPr/>
            <p:nvPr/>
          </p:nvSpPr>
          <p:spPr>
            <a:xfrm>
              <a:off x="607480" y="2378845"/>
              <a:ext cx="10972799" cy="286249"/>
            </a:xfrm>
            <a:prstGeom prst="rect">
              <a:avLst/>
            </a:prstGeom>
            <a:solidFill>
              <a:srgbClr val="4472C4"/>
            </a:solidFill>
            <a:ln w="57150" cap="flat" cmpd="sng" algn="ctr">
              <a:solidFill>
                <a:srgbClr val="4472C4"/>
              </a:solidFill>
              <a:prstDash val="solid"/>
              <a:miter lim="800000"/>
            </a:ln>
            <a:effectLst>
              <a:outerShdw blurRad="50800" dist="25400" algn="l" rotWithShape="0">
                <a:prstClr val="black">
                  <a:alpha val="32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6AFEBA1C-0589-0853-F678-73F329642EA4}"/>
                </a:ext>
              </a:extLst>
            </p:cNvPr>
            <p:cNvGrpSpPr/>
            <p:nvPr/>
          </p:nvGrpSpPr>
          <p:grpSpPr>
            <a:xfrm>
              <a:off x="10920536" y="2466851"/>
              <a:ext cx="581348" cy="126235"/>
              <a:chOff x="8092857" y="2115830"/>
              <a:chExt cx="581348" cy="126235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2590BC64-C978-2ED2-3490-9BAC035E5EF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548205" y="2116065"/>
                <a:ext cx="126000" cy="126000"/>
              </a:xfrm>
              <a:prstGeom prst="rect">
                <a:avLst/>
              </a:prstGeom>
              <a:solidFill>
                <a:srgbClr val="FF0000">
                  <a:alpha val="50196"/>
                </a:srgbClr>
              </a:solidFill>
              <a:ln w="12700" cap="flat" cmpd="sng" algn="ctr">
                <a:solidFill>
                  <a:srgbClr val="4472C4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41F34AA-665D-9776-2EE1-298DEAFB7D0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92857" y="2115830"/>
                <a:ext cx="126235" cy="126235"/>
              </a:xfrm>
              <a:prstGeom prst="rect">
                <a:avLst/>
              </a:prstGeom>
              <a:solidFill>
                <a:srgbClr val="4472C4">
                  <a:lumMod val="60000"/>
                  <a:lumOff val="40000"/>
                </a:srgbClr>
              </a:solidFill>
              <a:ln w="12700" cap="flat" cmpd="sng" algn="ctr">
                <a:solidFill>
                  <a:srgbClr val="4472C4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E2BF0D0-4242-CD7F-B2C3-5EA48E8273F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320531" y="2115830"/>
                <a:ext cx="126235" cy="126235"/>
              </a:xfrm>
              <a:prstGeom prst="rect">
                <a:avLst/>
              </a:prstGeom>
              <a:solidFill>
                <a:srgbClr val="4472C4">
                  <a:lumMod val="60000"/>
                  <a:lumOff val="40000"/>
                </a:srgbClr>
              </a:solidFill>
              <a:ln w="12700" cap="flat" cmpd="sng" algn="ctr">
                <a:solidFill>
                  <a:srgbClr val="4472C4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2532" name="Rectangle 2">
            <a:extLst>
              <a:ext uri="{FF2B5EF4-FFF2-40B4-BE49-F238E27FC236}">
                <a16:creationId xmlns:a16="http://schemas.microsoft.com/office/drawing/2014/main" id="{9A6FA5CE-1F3F-0A9C-B057-0A772FE5D9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/>
              <a:t>a look at ripv2 packets</a:t>
            </a:r>
          </a:p>
        </p:txBody>
      </p:sp>
      <p:sp>
        <p:nvSpPr>
          <p:cNvPr id="22533" name="Rectangle 3">
            <a:extLst>
              <a:ext uri="{FF2B5EF4-FFF2-40B4-BE49-F238E27FC236}">
                <a16:creationId xmlns:a16="http://schemas.microsoft.com/office/drawing/2014/main" id="{561A084A-41AE-6969-CF72-6B31852C5C0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1412777"/>
            <a:ext cx="10972800" cy="5760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it-IT" altLang="it-IT" dirty="0" err="1"/>
              <a:t>let’s</a:t>
            </a:r>
            <a:r>
              <a:rPr lang="it-IT" altLang="it-IT" dirty="0"/>
              <a:t> sniff ripv2 </a:t>
            </a:r>
            <a:r>
              <a:rPr lang="it-IT" altLang="it-IT" dirty="0" err="1"/>
              <a:t>packets</a:t>
            </a:r>
            <a:endParaRPr lang="it-IT" altLang="it-IT" dirty="0"/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193064E0-C5CB-D262-3F9D-B20BF8AF319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/>
          <a:p>
            <a:r>
              <a:rPr lang="it-IT" altLang="it-IT"/>
              <a:t>last update: Oct 2023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6772360-3731-2884-326E-BD6710A116A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/>
          <a:p>
            <a:r>
              <a:rPr lang="it-IT" altLang="it-IT"/>
              <a:t>kathara – [ lab: rip_frr ]</a:t>
            </a:r>
          </a:p>
        </p:txBody>
      </p:sp>
      <p:sp>
        <p:nvSpPr>
          <p:cNvPr id="22541" name="AutoShape 29">
            <a:extLst>
              <a:ext uri="{FF2B5EF4-FFF2-40B4-BE49-F238E27FC236}">
                <a16:creationId xmlns:a16="http://schemas.microsoft.com/office/drawing/2014/main" id="{0427361E-53ED-AB65-1F64-0588826D82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9576" y="4966125"/>
            <a:ext cx="3962400" cy="783193"/>
          </a:xfrm>
          <a:prstGeom prst="wedgeRoundRectCallout">
            <a:avLst>
              <a:gd name="adj1" fmla="val 22477"/>
              <a:gd name="adj2" fmla="val -339792"/>
              <a:gd name="adj3" fmla="val 16667"/>
            </a:avLst>
          </a:prstGeom>
          <a:solidFill>
            <a:schemeClr val="accent2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it-IT" altLang="it-IT" sz="2000">
                <a:latin typeface="Tahoma" panose="020B0604030504040204" pitchFamily="34" charset="0"/>
              </a:rPr>
              <a:t>display packet details</a:t>
            </a:r>
          </a:p>
          <a:p>
            <a:pPr algn="ctr" eaLnBrk="1" hangingPunct="1"/>
            <a:r>
              <a:rPr lang="it-IT" altLang="it-IT" sz="2000">
                <a:latin typeface="Tahoma" panose="020B0604030504040204" pitchFamily="34" charset="0"/>
              </a:rPr>
              <a:t>(enable full protocol decoding)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1D300F6A-1DB5-7AFB-2157-1DE71D34A8AF}"/>
              </a:ext>
            </a:extLst>
          </p:cNvPr>
          <p:cNvGrpSpPr/>
          <p:nvPr/>
        </p:nvGrpSpPr>
        <p:grpSpPr>
          <a:xfrm>
            <a:off x="609600" y="2132856"/>
            <a:ext cx="10972802" cy="3890069"/>
            <a:chOff x="607480" y="2378845"/>
            <a:chExt cx="10972802" cy="389006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C20C4E1-D510-38AB-5BE9-BD43D8907D00}"/>
                </a:ext>
              </a:extLst>
            </p:cNvPr>
            <p:cNvSpPr/>
            <p:nvPr/>
          </p:nvSpPr>
          <p:spPr>
            <a:xfrm>
              <a:off x="607481" y="2632079"/>
              <a:ext cx="10972801" cy="3636835"/>
            </a:xfrm>
            <a:prstGeom prst="rect">
              <a:avLst/>
            </a:prstGeom>
            <a:solidFill>
              <a:sysClr val="windowText" lastClr="000000"/>
            </a:solidFill>
            <a:ln w="57150" cap="flat" cmpd="sng" algn="ctr">
              <a:solidFill>
                <a:srgbClr val="4472C4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t"/>
            <a:lstStyle/>
            <a:p>
              <a:pPr eaLnBrk="1" hangingPunct="1"/>
              <a:r>
                <a: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root@</a:t>
              </a:r>
              <a:r>
                <a:rPr lang="it-IT" kern="0" dirty="0">
                  <a:solidFill>
                    <a:prstClr val="white">
                      <a:lumMod val="65000"/>
                    </a:prstClr>
                  </a:solidFill>
                  <a:latin typeface="Consolas" panose="020B0609020204030204" pitchFamily="49" charset="0"/>
                </a:rPr>
                <a:t>r4</a:t>
              </a:r>
              <a:r>
                <a: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:~$</a:t>
              </a:r>
              <a:r>
                <a: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 </a:t>
              </a:r>
              <a:r>
                <a:rPr kumimoji="0" lang="it-IT" b="1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tcpdump</a:t>
              </a:r>
              <a:r>
                <a:rPr kumimoji="0" lang="it-IT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 –tenni eth2 –v</a:t>
              </a:r>
            </a:p>
            <a:p>
              <a:pPr eaLnBrk="1" hangingPunct="1"/>
              <a:r>
                <a:rPr lang="it-IT" kern="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76:b9:c2:6b:d7:d8 &gt; 01:00:5e:00:00:09, </a:t>
              </a:r>
              <a:r>
                <a:rPr lang="it-IT" kern="0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ethertype</a:t>
              </a:r>
              <a:r>
                <a:rPr lang="it-IT" kern="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IPv4 (0x0800), </a:t>
              </a:r>
              <a:r>
                <a:rPr lang="it-IT" kern="0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length</a:t>
              </a:r>
              <a:r>
                <a:rPr lang="it-IT" kern="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166: (</a:t>
              </a:r>
              <a:r>
                <a:rPr lang="it-IT" kern="0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tos</a:t>
              </a:r>
              <a:r>
                <a:rPr lang="it-IT" kern="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0xc0, </a:t>
              </a:r>
              <a:r>
                <a:rPr lang="it-IT" kern="0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ttl</a:t>
              </a:r>
              <a:r>
                <a:rPr lang="it-IT" kern="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1, id 62062, offset 0, flags [DF], proto UDP (17), </a:t>
              </a:r>
              <a:r>
                <a:rPr lang="it-IT" kern="0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length</a:t>
              </a:r>
              <a:r>
                <a:rPr lang="it-IT" kern="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152)</a:t>
              </a:r>
            </a:p>
            <a:p>
              <a:pPr eaLnBrk="1" hangingPunct="1"/>
              <a:r>
                <a:rPr lang="it-IT" kern="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    100.1.0.17.520 &gt; 224.0.0.9.520: </a:t>
              </a:r>
            </a:p>
            <a:p>
              <a:pPr eaLnBrk="1" hangingPunct="1"/>
              <a:r>
                <a:rPr lang="it-IT" kern="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RIPv2, </a:t>
              </a:r>
              <a:r>
                <a:rPr lang="it-IT" kern="0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Response</a:t>
              </a:r>
              <a:r>
                <a:rPr lang="it-IT" kern="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, </a:t>
              </a:r>
              <a:r>
                <a:rPr lang="it-IT" kern="0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length</a:t>
              </a:r>
              <a:r>
                <a:rPr lang="it-IT" kern="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: 124, </a:t>
              </a:r>
              <a:r>
                <a:rPr lang="it-IT" kern="0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routes</a:t>
              </a:r>
              <a:r>
                <a:rPr lang="it-IT" kern="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: 6 or </a:t>
              </a:r>
              <a:r>
                <a:rPr lang="it-IT" kern="0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less</a:t>
              </a:r>
              <a:endParaRPr lang="it-IT" kern="0" dirty="0">
                <a:solidFill>
                  <a:schemeClr val="bg1"/>
                </a:solidFill>
                <a:latin typeface="Lucida Console" panose="020B0609040504020204" pitchFamily="49" charset="0"/>
              </a:endParaRPr>
            </a:p>
            <a:p>
              <a:pPr eaLnBrk="1" hangingPunct="1"/>
              <a:r>
                <a:rPr lang="it-IT" kern="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  AFI IPv4,       100.1.0.0/30, tag 0x0000, </a:t>
              </a:r>
              <a:r>
                <a:rPr lang="it-IT" kern="0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metric</a:t>
              </a:r>
              <a:r>
                <a:rPr lang="it-IT" kern="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: 2, </a:t>
              </a:r>
              <a:r>
                <a:rPr lang="it-IT" kern="0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next</a:t>
              </a:r>
              <a:r>
                <a:rPr lang="it-IT" kern="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-hop: self</a:t>
              </a:r>
            </a:p>
            <a:p>
              <a:pPr eaLnBrk="1" hangingPunct="1"/>
              <a:r>
                <a:rPr lang="it-IT" kern="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  AFI IPv4,       100.1.0.4/30, tag 0x0000, </a:t>
              </a:r>
              <a:r>
                <a:rPr lang="it-IT" kern="0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metric</a:t>
              </a:r>
              <a:r>
                <a:rPr lang="it-IT" kern="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: 1, </a:t>
              </a:r>
              <a:r>
                <a:rPr lang="it-IT" kern="0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next</a:t>
              </a:r>
              <a:r>
                <a:rPr lang="it-IT" kern="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-hop: self</a:t>
              </a:r>
            </a:p>
            <a:p>
              <a:pPr eaLnBrk="1" hangingPunct="1"/>
              <a:r>
                <a:rPr lang="it-IT" kern="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  AFI IPv4,       100.1.0.8/30, tag 0x0000, </a:t>
              </a:r>
              <a:r>
                <a:rPr lang="it-IT" kern="0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metric</a:t>
              </a:r>
              <a:r>
                <a:rPr lang="it-IT" kern="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: 1, </a:t>
              </a:r>
              <a:r>
                <a:rPr lang="it-IT" kern="0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next</a:t>
              </a:r>
              <a:r>
                <a:rPr lang="it-IT" kern="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-hop: self</a:t>
              </a:r>
            </a:p>
            <a:p>
              <a:pPr eaLnBrk="1" hangingPunct="1"/>
              <a:r>
                <a:rPr lang="it-IT" kern="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  AFI IPv4,       100.1.1.0/24, tag 0x0000, </a:t>
              </a:r>
              <a:r>
                <a:rPr lang="it-IT" kern="0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metric</a:t>
              </a:r>
              <a:r>
                <a:rPr lang="it-IT" kern="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: 2, </a:t>
              </a:r>
              <a:r>
                <a:rPr lang="it-IT" kern="0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next</a:t>
              </a:r>
              <a:r>
                <a:rPr lang="it-IT" kern="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-hop: self</a:t>
              </a:r>
            </a:p>
            <a:p>
              <a:pPr eaLnBrk="1" hangingPunct="1"/>
              <a:r>
                <a:rPr lang="it-IT" kern="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  AFI IPv4,       100.1.2.0/24, tag 0x0000, </a:t>
              </a:r>
              <a:r>
                <a:rPr lang="it-IT" kern="0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metric</a:t>
              </a:r>
              <a:r>
                <a:rPr lang="it-IT" kern="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: 2, </a:t>
              </a:r>
              <a:r>
                <a:rPr lang="it-IT" kern="0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next</a:t>
              </a:r>
              <a:r>
                <a:rPr lang="it-IT" kern="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-hop: self</a:t>
              </a:r>
            </a:p>
            <a:p>
              <a:pPr eaLnBrk="1" hangingPunct="1"/>
              <a:r>
                <a:rPr lang="it-IT" kern="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  AFI IPv4,       100.1.3.0/24, tag 0x0000, </a:t>
              </a:r>
              <a:r>
                <a:rPr lang="it-IT" kern="0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metric</a:t>
              </a:r>
              <a:r>
                <a:rPr lang="it-IT" kern="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: 1, </a:t>
              </a:r>
              <a:r>
                <a:rPr lang="it-IT" kern="0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next</a:t>
              </a:r>
              <a:r>
                <a:rPr lang="it-IT" kern="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-hop: self</a:t>
              </a:r>
            </a:p>
            <a:p>
              <a:pPr eaLnBrk="1" hangingPunct="1"/>
              <a:endParaRPr kumimoji="0" lang="it-IT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endParaRPr>
            </a:p>
            <a:p>
              <a:pPr eaLnBrk="1" hangingPunct="1"/>
              <a:endParaRPr lang="it-IT" altLang="it-IT" sz="1800" dirty="0">
                <a:solidFill>
                  <a:schemeClr val="bg1"/>
                </a:solidFill>
                <a:latin typeface="Lucida Console" panose="020B0609040504020204" pitchFamily="49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934D247-BC47-221C-F9BC-6E3DEB0038AA}"/>
                </a:ext>
              </a:extLst>
            </p:cNvPr>
            <p:cNvSpPr/>
            <p:nvPr/>
          </p:nvSpPr>
          <p:spPr>
            <a:xfrm>
              <a:off x="607480" y="2378845"/>
              <a:ext cx="10972799" cy="286249"/>
            </a:xfrm>
            <a:prstGeom prst="rect">
              <a:avLst/>
            </a:prstGeom>
            <a:solidFill>
              <a:srgbClr val="4472C4"/>
            </a:solidFill>
            <a:ln w="57150" cap="flat" cmpd="sng" algn="ctr">
              <a:solidFill>
                <a:srgbClr val="4472C4"/>
              </a:solidFill>
              <a:prstDash val="solid"/>
              <a:miter lim="800000"/>
            </a:ln>
            <a:effectLst>
              <a:outerShdw blurRad="50800" dist="25400" algn="l" rotWithShape="0">
                <a:prstClr val="black">
                  <a:alpha val="32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6AFEBA1C-0589-0853-F678-73F329642EA4}"/>
                </a:ext>
              </a:extLst>
            </p:cNvPr>
            <p:cNvGrpSpPr/>
            <p:nvPr/>
          </p:nvGrpSpPr>
          <p:grpSpPr>
            <a:xfrm>
              <a:off x="10920536" y="2466851"/>
              <a:ext cx="581348" cy="126235"/>
              <a:chOff x="8092857" y="2115830"/>
              <a:chExt cx="581348" cy="126235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2590BC64-C978-2ED2-3490-9BAC035E5EF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548205" y="2116065"/>
                <a:ext cx="126000" cy="126000"/>
              </a:xfrm>
              <a:prstGeom prst="rect">
                <a:avLst/>
              </a:prstGeom>
              <a:solidFill>
                <a:srgbClr val="FF0000">
                  <a:alpha val="50196"/>
                </a:srgbClr>
              </a:solidFill>
              <a:ln w="12700" cap="flat" cmpd="sng" algn="ctr">
                <a:solidFill>
                  <a:srgbClr val="4472C4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41F34AA-665D-9776-2EE1-298DEAFB7D0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92857" y="2115830"/>
                <a:ext cx="126235" cy="126235"/>
              </a:xfrm>
              <a:prstGeom prst="rect">
                <a:avLst/>
              </a:prstGeom>
              <a:solidFill>
                <a:srgbClr val="4472C4">
                  <a:lumMod val="60000"/>
                  <a:lumOff val="40000"/>
                </a:srgbClr>
              </a:solidFill>
              <a:ln w="12700" cap="flat" cmpd="sng" algn="ctr">
                <a:solidFill>
                  <a:srgbClr val="4472C4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E2BF0D0-4242-CD7F-B2C3-5EA48E8273F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320531" y="2115830"/>
                <a:ext cx="126235" cy="126235"/>
              </a:xfrm>
              <a:prstGeom prst="rect">
                <a:avLst/>
              </a:prstGeom>
              <a:solidFill>
                <a:srgbClr val="4472C4">
                  <a:lumMod val="60000"/>
                  <a:lumOff val="40000"/>
                </a:srgbClr>
              </a:solidFill>
              <a:ln w="12700" cap="flat" cmpd="sng" algn="ctr">
                <a:solidFill>
                  <a:srgbClr val="4472C4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2532" name="Rectangle 2">
            <a:extLst>
              <a:ext uri="{FF2B5EF4-FFF2-40B4-BE49-F238E27FC236}">
                <a16:creationId xmlns:a16="http://schemas.microsoft.com/office/drawing/2014/main" id="{9A6FA5CE-1F3F-0A9C-B057-0A772FE5D9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/>
              <a:t>a look at ripv2 packets</a:t>
            </a:r>
          </a:p>
        </p:txBody>
      </p:sp>
      <p:sp>
        <p:nvSpPr>
          <p:cNvPr id="22533" name="Rectangle 3">
            <a:extLst>
              <a:ext uri="{FF2B5EF4-FFF2-40B4-BE49-F238E27FC236}">
                <a16:creationId xmlns:a16="http://schemas.microsoft.com/office/drawing/2014/main" id="{561A084A-41AE-6969-CF72-6B31852C5C0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1412777"/>
            <a:ext cx="10972800" cy="5760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it-IT" altLang="it-IT" dirty="0" err="1"/>
              <a:t>let’s</a:t>
            </a:r>
            <a:r>
              <a:rPr lang="it-IT" altLang="it-IT" dirty="0"/>
              <a:t> sniff ripv2 </a:t>
            </a:r>
            <a:r>
              <a:rPr lang="it-IT" altLang="it-IT" dirty="0" err="1"/>
              <a:t>packets</a:t>
            </a:r>
            <a:endParaRPr lang="it-IT" altLang="it-IT" dirty="0"/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193064E0-C5CB-D262-3F9D-B20BF8AF319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/>
          <a:p>
            <a:r>
              <a:rPr lang="it-IT" altLang="it-IT"/>
              <a:t>last update: Oct 2023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6772360-3731-2884-326E-BD6710A116A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/>
          <a:p>
            <a:r>
              <a:rPr lang="it-IT" altLang="it-IT"/>
              <a:t>kathara – [ lab: rip_frr ]</a:t>
            </a:r>
          </a:p>
        </p:txBody>
      </p:sp>
    </p:spTree>
    <p:extLst>
      <p:ext uri="{BB962C8B-B14F-4D97-AF65-F5344CB8AC3E}">
        <p14:creationId xmlns:p14="http://schemas.microsoft.com/office/powerpoint/2010/main" val="348017407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5" name="Rectangle 3">
            <a:extLst>
              <a:ext uri="{FF2B5EF4-FFF2-40B4-BE49-F238E27FC236}">
                <a16:creationId xmlns:a16="http://schemas.microsoft.com/office/drawing/2014/main" id="{001FEB4F-722D-B023-AF88-EBCF2520E0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38300" y="115888"/>
            <a:ext cx="8915400" cy="1143000"/>
          </a:xfrm>
        </p:spPr>
        <p:txBody>
          <a:bodyPr/>
          <a:lstStyle/>
          <a:p>
            <a:pPr eaLnBrk="1" hangingPunct="1"/>
            <a:r>
              <a:rPr lang="it-IT" altLang="it-IT"/>
              <a:t>inspecting the rip routing table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4DA22555-923A-DF0C-2BFE-AD648711A6D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/>
          <a:p>
            <a:r>
              <a:rPr lang="it-IT" altLang="it-IT"/>
              <a:t>last update: Oct 2023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2C5FCAA-AEA7-A3AA-03DB-25EE9D0B2EB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/>
          <a:p>
            <a:r>
              <a:rPr lang="it-IT" altLang="it-IT"/>
              <a:t>kathara – [ lab: rip_frr ]</a:t>
            </a:r>
          </a:p>
        </p:txBody>
      </p:sp>
      <p:sp>
        <p:nvSpPr>
          <p:cNvPr id="30" name="Segnaposto piè di pagina 3">
            <a:extLst>
              <a:ext uri="{FF2B5EF4-FFF2-40B4-BE49-F238E27FC236}">
                <a16:creationId xmlns:a16="http://schemas.microsoft.com/office/drawing/2014/main" id="{29763892-3285-4A5C-9F75-161AD42204B4}"/>
              </a:ext>
            </a:extLst>
          </p:cNvPr>
          <p:cNvSpPr txBox="1">
            <a:spLocks noGrp="1"/>
          </p:cNvSpPr>
          <p:nvPr/>
        </p:nvSpPr>
        <p:spPr bwMode="auto">
          <a:xfrm>
            <a:off x="3678239" y="6453189"/>
            <a:ext cx="4835525" cy="333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1" hangingPunct="1">
              <a:defRPr/>
            </a:pPr>
            <a:r>
              <a:rPr lang="it-IT" altLang="it-IT" sz="1400" dirty="0" err="1">
                <a:latin typeface="+mn-lt"/>
              </a:rPr>
              <a:t>kathara</a:t>
            </a:r>
            <a:r>
              <a:rPr lang="it-IT" altLang="it-IT" sz="1400" dirty="0">
                <a:latin typeface="+mn-lt"/>
              </a:rPr>
              <a:t> – [ lab: </a:t>
            </a:r>
            <a:r>
              <a:rPr lang="it-IT" altLang="it-IT" sz="1400" dirty="0" err="1">
                <a:latin typeface="+mn-lt"/>
              </a:rPr>
              <a:t>rip</a:t>
            </a:r>
            <a:r>
              <a:rPr lang="it-IT" altLang="it-IT" sz="1400" dirty="0">
                <a:latin typeface="+mn-lt"/>
              </a:rPr>
              <a:t> ]</a:t>
            </a:r>
          </a:p>
        </p:txBody>
      </p:sp>
      <p:sp>
        <p:nvSpPr>
          <p:cNvPr id="25604" name="Rectangle 2">
            <a:extLst>
              <a:ext uri="{FF2B5EF4-FFF2-40B4-BE49-F238E27FC236}">
                <a16:creationId xmlns:a16="http://schemas.microsoft.com/office/drawing/2014/main" id="{CE1B67FF-4678-AFDA-4D7B-2D9FE0C68D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3250" y="6237288"/>
            <a:ext cx="4465638" cy="6207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it-IT" altLang="en-IT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2D6293F-92B6-7B9C-C3B9-2521E77AE224}"/>
              </a:ext>
            </a:extLst>
          </p:cNvPr>
          <p:cNvGrpSpPr/>
          <p:nvPr/>
        </p:nvGrpSpPr>
        <p:grpSpPr>
          <a:xfrm>
            <a:off x="609600" y="1124744"/>
            <a:ext cx="10972802" cy="5328442"/>
            <a:chOff x="607480" y="2378845"/>
            <a:chExt cx="10972802" cy="5328442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31CF239-D798-DCCA-5CE4-40F8F99B17F8}"/>
                </a:ext>
              </a:extLst>
            </p:cNvPr>
            <p:cNvSpPr/>
            <p:nvPr/>
          </p:nvSpPr>
          <p:spPr>
            <a:xfrm>
              <a:off x="607481" y="2632078"/>
              <a:ext cx="10972801" cy="5075209"/>
            </a:xfrm>
            <a:prstGeom prst="rect">
              <a:avLst/>
            </a:prstGeom>
            <a:solidFill>
              <a:sysClr val="windowText" lastClr="000000"/>
            </a:solidFill>
            <a:ln w="57150" cap="flat" cmpd="sng" algn="ctr">
              <a:solidFill>
                <a:srgbClr val="4472C4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t"/>
            <a:lstStyle/>
            <a:p>
              <a:pPr eaLnBrk="1" hangingPunct="1"/>
              <a:r>
                <a: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root@</a:t>
              </a:r>
              <a:r>
                <a:rPr lang="it-IT" kern="0" dirty="0">
                  <a:solidFill>
                    <a:prstClr val="white">
                      <a:lumMod val="65000"/>
                    </a:prstClr>
                  </a:solidFill>
                  <a:latin typeface="Consolas" panose="020B0609020204030204" pitchFamily="49" charset="0"/>
                </a:rPr>
                <a:t>r4</a:t>
              </a:r>
              <a:r>
                <a: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:~$</a:t>
              </a:r>
              <a:r>
                <a: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 </a:t>
              </a:r>
              <a:r>
                <a:rPr kumimoji="0" lang="it-IT" b="1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vtysh</a:t>
              </a:r>
              <a:endParaRPr kumimoji="0" lang="it-IT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endParaRPr>
            </a:p>
            <a:p>
              <a:pPr eaLnBrk="1" hangingPunct="1"/>
              <a:r>
                <a:rPr lang="it-IT" kern="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r4# show </a:t>
              </a:r>
              <a:r>
                <a:rPr lang="it-IT" kern="0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ip</a:t>
              </a:r>
              <a:r>
                <a:rPr lang="it-IT" kern="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</a:t>
              </a:r>
              <a:r>
                <a:rPr lang="it-IT" kern="0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rip</a:t>
              </a:r>
              <a:endParaRPr lang="it-IT" kern="0" dirty="0">
                <a:solidFill>
                  <a:schemeClr val="bg1"/>
                </a:solidFill>
                <a:latin typeface="Lucida Console" panose="020B0609040504020204" pitchFamily="49" charset="0"/>
              </a:endParaRPr>
            </a:p>
            <a:p>
              <a:pPr eaLnBrk="1" hangingPunct="1"/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Codes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: 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R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 - RIP, C - 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connected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, 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S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 - 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Static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, O - OSPF, B - BGP</a:t>
              </a:r>
            </a:p>
            <a:p>
              <a:pPr eaLnBrk="1" hangingPunct="1"/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Sub-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codes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:</a:t>
              </a:r>
            </a:p>
            <a:p>
              <a:pPr eaLnBrk="1" hangingPunct="1"/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      (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n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) - 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normal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, (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s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) - 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static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, (d) - default, (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r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) - 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redistribute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,</a:t>
              </a:r>
            </a:p>
            <a:p>
              <a:pPr eaLnBrk="1" hangingPunct="1"/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      (i) - 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interface</a:t>
              </a:r>
              <a:endParaRPr kumimoji="0" lang="it-IT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endParaRPr>
            </a:p>
            <a:p>
              <a:pPr eaLnBrk="1" hangingPunct="1"/>
              <a:endParaRPr kumimoji="0" lang="it-IT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endParaRPr>
            </a:p>
            <a:p>
              <a:pPr eaLnBrk="1" hangingPunct="1"/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     Network            Next Hop         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Metric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 From            Tag Time</a:t>
              </a:r>
            </a:p>
            <a:p>
              <a:pPr eaLnBrk="1" hangingPunct="1"/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R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(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n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) 100.1.0.0/30       100.1.0.13            2 100.1.0.13        0 02:55</a:t>
              </a:r>
            </a:p>
            <a:p>
              <a:pPr eaLnBrk="1" hangingPunct="1"/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R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(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n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) 100.1.0.4/30       100.1.0.17            2 100.1.0.17        0 02:27</a:t>
              </a:r>
            </a:p>
            <a:p>
              <a:pPr eaLnBrk="1" hangingPunct="1"/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R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(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n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) 100.1.0.8/30       100.1.0.17            2 100.1.0.17        0 02:27</a:t>
              </a:r>
            </a:p>
            <a:p>
              <a:pPr eaLnBrk="1" hangingPunct="1"/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C(i) 100.1.0.12/30      0.0.0.0               1 self              0</a:t>
              </a:r>
            </a:p>
            <a:p>
              <a:pPr eaLnBrk="1" hangingPunct="1"/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C(i) 100.1.0.16/30      0.0.0.0               1 self              0</a:t>
              </a:r>
            </a:p>
            <a:p>
              <a:pPr eaLnBrk="1" hangingPunct="1"/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R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(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n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) 100.1.1.0/24       100.1.0.13            2 100.1.0.13        0 02:55</a:t>
              </a:r>
            </a:p>
            <a:p>
              <a:pPr eaLnBrk="1" hangingPunct="1"/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R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(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n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) 100.1.2.0/24       100.1.0.13            3 100.1.0.13        0 02:55</a:t>
              </a:r>
            </a:p>
            <a:p>
              <a:pPr eaLnBrk="1" hangingPunct="1"/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R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(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n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) 100.1.3.0/24       100.1.0.17            2 100.1.0.17        0 02:27</a:t>
              </a:r>
            </a:p>
            <a:p>
              <a:pPr eaLnBrk="1" hangingPunct="1"/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C(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r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) 100.1.4.0/24       0.0.0.0               1 self              0</a:t>
              </a:r>
            </a:p>
            <a:p>
              <a:pPr eaLnBrk="1" hangingPunct="1"/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C(</a:t>
              </a:r>
              <a:r>
                <a:rPr kumimoji="0" lang="it-IT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r</a:t>
              </a:r>
              <a:r>
                <a:rPr kumimoji="0" lang="it-IT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) 100.2.0.0/30       0.0.0.0               1 self              0</a:t>
              </a:r>
            </a:p>
            <a:p>
              <a:pPr eaLnBrk="1" hangingPunct="1"/>
              <a:endParaRPr kumimoji="0" lang="it-IT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endParaRPr>
            </a:p>
            <a:p>
              <a:pPr eaLnBrk="1" hangingPunct="1"/>
              <a:endParaRPr lang="it-IT" altLang="it-IT" sz="1800" dirty="0">
                <a:solidFill>
                  <a:schemeClr val="bg1"/>
                </a:solidFill>
                <a:latin typeface="Lucida Console" panose="020B0609040504020204" pitchFamily="49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62839C5-3FBC-E963-9729-7E514E469B09}"/>
                </a:ext>
              </a:extLst>
            </p:cNvPr>
            <p:cNvSpPr/>
            <p:nvPr/>
          </p:nvSpPr>
          <p:spPr>
            <a:xfrm>
              <a:off x="607480" y="2378845"/>
              <a:ext cx="10972799" cy="286249"/>
            </a:xfrm>
            <a:prstGeom prst="rect">
              <a:avLst/>
            </a:prstGeom>
            <a:solidFill>
              <a:srgbClr val="4472C4"/>
            </a:solidFill>
            <a:ln w="57150" cap="flat" cmpd="sng" algn="ctr">
              <a:solidFill>
                <a:srgbClr val="4472C4"/>
              </a:solidFill>
              <a:prstDash val="solid"/>
              <a:miter lim="800000"/>
            </a:ln>
            <a:effectLst>
              <a:outerShdw blurRad="50800" dist="25400" algn="l" rotWithShape="0">
                <a:prstClr val="black">
                  <a:alpha val="32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A32EDD8-67FA-FDD2-FD04-9BA525ACF76E}"/>
                </a:ext>
              </a:extLst>
            </p:cNvPr>
            <p:cNvGrpSpPr/>
            <p:nvPr/>
          </p:nvGrpSpPr>
          <p:grpSpPr>
            <a:xfrm>
              <a:off x="10920536" y="2466851"/>
              <a:ext cx="581348" cy="126235"/>
              <a:chOff x="8092857" y="2115830"/>
              <a:chExt cx="581348" cy="126235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9289A96-A9E5-C98D-28C2-F69EA2A3924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548205" y="2116065"/>
                <a:ext cx="126000" cy="126000"/>
              </a:xfrm>
              <a:prstGeom prst="rect">
                <a:avLst/>
              </a:prstGeom>
              <a:solidFill>
                <a:srgbClr val="FF0000">
                  <a:alpha val="50196"/>
                </a:srgbClr>
              </a:solidFill>
              <a:ln w="12700" cap="flat" cmpd="sng" algn="ctr">
                <a:solidFill>
                  <a:srgbClr val="4472C4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558427E-AFB8-086C-7B7E-75FCA4CE847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92857" y="2115830"/>
                <a:ext cx="126235" cy="126235"/>
              </a:xfrm>
              <a:prstGeom prst="rect">
                <a:avLst/>
              </a:prstGeom>
              <a:solidFill>
                <a:srgbClr val="4472C4">
                  <a:lumMod val="60000"/>
                  <a:lumOff val="40000"/>
                </a:srgbClr>
              </a:solidFill>
              <a:ln w="12700" cap="flat" cmpd="sng" algn="ctr">
                <a:solidFill>
                  <a:srgbClr val="4472C4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C1994005-AA1F-118E-5686-A6733F73E36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320531" y="2115830"/>
                <a:ext cx="126235" cy="126235"/>
              </a:xfrm>
              <a:prstGeom prst="rect">
                <a:avLst/>
              </a:prstGeom>
              <a:solidFill>
                <a:srgbClr val="4472C4">
                  <a:lumMod val="60000"/>
                  <a:lumOff val="40000"/>
                </a:srgbClr>
              </a:solidFill>
              <a:ln w="12700" cap="flat" cmpd="sng" algn="ctr">
                <a:solidFill>
                  <a:srgbClr val="4472C4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Rectangle 4">
            <a:extLst>
              <a:ext uri="{FF2B5EF4-FFF2-40B4-BE49-F238E27FC236}">
                <a16:creationId xmlns:a16="http://schemas.microsoft.com/office/drawing/2014/main" id="{E383D9BD-E4DB-AFE8-45AB-4FC4929598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static routing</a:t>
            </a:r>
          </a:p>
        </p:txBody>
      </p:sp>
      <p:sp>
        <p:nvSpPr>
          <p:cNvPr id="26651" name="Rectangle 146">
            <a:extLst>
              <a:ext uri="{FF2B5EF4-FFF2-40B4-BE49-F238E27FC236}">
                <a16:creationId xmlns:a16="http://schemas.microsoft.com/office/drawing/2014/main" id="{A8D85446-D4FF-50EE-C871-E2EB094D324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it-IT" altLang="it-IT" dirty="0" err="1"/>
              <a:t>our</a:t>
            </a:r>
            <a:r>
              <a:rPr lang="it-IT" altLang="it-IT" dirty="0"/>
              <a:t> network </a:t>
            </a:r>
            <a:r>
              <a:rPr lang="it-IT" altLang="it-IT" dirty="0" err="1"/>
              <a:t>is</a:t>
            </a:r>
            <a:r>
              <a:rPr lang="it-IT" altLang="it-IT" dirty="0"/>
              <a:t> a </a:t>
            </a:r>
            <a:r>
              <a:rPr lang="it-IT" altLang="it-IT" dirty="0" err="1">
                <a:solidFill>
                  <a:schemeClr val="accent1"/>
                </a:solidFill>
              </a:rPr>
              <a:t>stub</a:t>
            </a:r>
            <a:r>
              <a:rPr lang="it-IT" altLang="it-IT" dirty="0">
                <a:solidFill>
                  <a:schemeClr val="accent1"/>
                </a:solidFill>
              </a:rPr>
              <a:t> network</a:t>
            </a:r>
            <a:r>
              <a:rPr lang="it-IT" altLang="it-IT" dirty="0"/>
              <a:t> (i.e., </a:t>
            </a:r>
            <a:r>
              <a:rPr lang="it-IT" altLang="it-IT" dirty="0" err="1"/>
              <a:t>it</a:t>
            </a:r>
            <a:r>
              <a:rPr lang="it-IT" altLang="it-IT" dirty="0"/>
              <a:t> </a:t>
            </a:r>
            <a:r>
              <a:rPr lang="it-IT" altLang="it-IT" dirty="0" err="1"/>
              <a:t>has</a:t>
            </a:r>
            <a:r>
              <a:rPr lang="it-IT" altLang="it-IT" dirty="0"/>
              <a:t> just one connection to an </a:t>
            </a:r>
            <a:r>
              <a:rPr lang="it-IT" altLang="it-IT" dirty="0" err="1"/>
              <a:t>external</a:t>
            </a:r>
            <a:r>
              <a:rPr lang="it-IT" altLang="it-IT" dirty="0"/>
              <a:t> router, </a:t>
            </a:r>
            <a:r>
              <a:rPr lang="it-IT" altLang="it-IT" b="1" dirty="0">
                <a:latin typeface="Courier New" panose="02070309020205020404" pitchFamily="49" charset="0"/>
              </a:rPr>
              <a:t>r5</a:t>
            </a:r>
            <a:r>
              <a:rPr lang="it-IT" altLang="it-IT" dirty="0"/>
              <a:t>); </a:t>
            </a:r>
            <a:r>
              <a:rPr lang="it-IT" altLang="it-IT" dirty="0" err="1"/>
              <a:t>hence</a:t>
            </a:r>
            <a:r>
              <a:rPr lang="it-IT" altLang="it-IT" dirty="0"/>
              <a:t>, </a:t>
            </a:r>
            <a:r>
              <a:rPr lang="it-IT" altLang="it-IT" dirty="0" err="1"/>
              <a:t>static</a:t>
            </a:r>
            <a:r>
              <a:rPr lang="it-IT" altLang="it-IT" dirty="0"/>
              <a:t> </a:t>
            </a:r>
            <a:r>
              <a:rPr lang="it-IT" altLang="it-IT" dirty="0" err="1"/>
              <a:t>routes</a:t>
            </a:r>
            <a:r>
              <a:rPr lang="it-IT" altLang="it-IT" dirty="0"/>
              <a:t> are </a:t>
            </a:r>
            <a:r>
              <a:rPr lang="it-IT" altLang="it-IT" dirty="0" err="1"/>
              <a:t>enough</a:t>
            </a:r>
            <a:r>
              <a:rPr lang="it-IT" altLang="it-IT" dirty="0"/>
              <a:t> for </a:t>
            </a:r>
            <a:r>
              <a:rPr lang="it-IT" altLang="it-IT" dirty="0" err="1"/>
              <a:t>connecting</a:t>
            </a:r>
            <a:r>
              <a:rPr lang="it-IT" altLang="it-IT" dirty="0"/>
              <a:t> </a:t>
            </a:r>
            <a:r>
              <a:rPr lang="it-IT" altLang="it-IT" dirty="0" err="1"/>
              <a:t>it</a:t>
            </a:r>
            <a:r>
              <a:rPr lang="it-IT" altLang="it-IT" dirty="0"/>
              <a:t> to the internet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6C65B157-7AC7-E422-AA75-0A63F77357F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/>
          <a:p>
            <a:r>
              <a:rPr lang="it-IT" altLang="it-IT"/>
              <a:t>last update: Oct 2023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2A430BA5-2EB8-E351-70E6-77F39100BB6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/>
          <a:p>
            <a:r>
              <a:rPr lang="it-IT" altLang="it-IT"/>
              <a:t>kathara – [ lab: rip_frr ]</a:t>
            </a:r>
          </a:p>
        </p:txBody>
      </p:sp>
      <p:grpSp>
        <p:nvGrpSpPr>
          <p:cNvPr id="26629" name="Group 5">
            <a:extLst>
              <a:ext uri="{FF2B5EF4-FFF2-40B4-BE49-F238E27FC236}">
                <a16:creationId xmlns:a16="http://schemas.microsoft.com/office/drawing/2014/main" id="{773A9450-8B9E-AA7E-BB46-5A920460480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45855" y="2936072"/>
            <a:ext cx="6099859" cy="3513137"/>
            <a:chOff x="2688" y="2433"/>
            <a:chExt cx="1867" cy="1279"/>
          </a:xfrm>
        </p:grpSpPr>
        <p:sp>
          <p:nvSpPr>
            <p:cNvPr id="26760" name="Oval 6">
              <a:extLst>
                <a:ext uri="{FF2B5EF4-FFF2-40B4-BE49-F238E27FC236}">
                  <a16:creationId xmlns:a16="http://schemas.microsoft.com/office/drawing/2014/main" id="{7CD59A22-CD9B-F901-B5FA-FF87AB5D1F2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26" y="2433"/>
              <a:ext cx="813" cy="529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it-IT" altLang="en-IT"/>
            </a:p>
          </p:txBody>
        </p:sp>
        <p:sp>
          <p:nvSpPr>
            <p:cNvPr id="26761" name="Oval 7">
              <a:extLst>
                <a:ext uri="{FF2B5EF4-FFF2-40B4-BE49-F238E27FC236}">
                  <a16:creationId xmlns:a16="http://schemas.microsoft.com/office/drawing/2014/main" id="{504B309C-C285-DC88-501F-502372FE8A6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78" y="2572"/>
              <a:ext cx="623" cy="529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it-IT" altLang="en-IT"/>
            </a:p>
          </p:txBody>
        </p:sp>
        <p:sp>
          <p:nvSpPr>
            <p:cNvPr id="26762" name="Oval 8">
              <a:extLst>
                <a:ext uri="{FF2B5EF4-FFF2-40B4-BE49-F238E27FC236}">
                  <a16:creationId xmlns:a16="http://schemas.microsoft.com/office/drawing/2014/main" id="{765DB6D3-E57A-6CE1-7A54-2B0ABA493F1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688" y="2890"/>
              <a:ext cx="420" cy="432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it-IT" altLang="en-IT"/>
            </a:p>
          </p:txBody>
        </p:sp>
        <p:sp>
          <p:nvSpPr>
            <p:cNvPr id="26763" name="Oval 9">
              <a:extLst>
                <a:ext uri="{FF2B5EF4-FFF2-40B4-BE49-F238E27FC236}">
                  <a16:creationId xmlns:a16="http://schemas.microsoft.com/office/drawing/2014/main" id="{4CB41804-7569-2C22-5A46-3836DF48130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14" y="3080"/>
              <a:ext cx="633" cy="467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it-IT" altLang="en-IT"/>
            </a:p>
          </p:txBody>
        </p:sp>
        <p:sp>
          <p:nvSpPr>
            <p:cNvPr id="26764" name="Oval 10">
              <a:extLst>
                <a:ext uri="{FF2B5EF4-FFF2-40B4-BE49-F238E27FC236}">
                  <a16:creationId xmlns:a16="http://schemas.microsoft.com/office/drawing/2014/main" id="{6C76D1B9-14DA-AD89-D4F9-3D76554A5C1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262" y="3158"/>
              <a:ext cx="945" cy="554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it-IT" altLang="en-IT"/>
            </a:p>
          </p:txBody>
        </p:sp>
        <p:sp>
          <p:nvSpPr>
            <p:cNvPr id="26765" name="Oval 11">
              <a:extLst>
                <a:ext uri="{FF2B5EF4-FFF2-40B4-BE49-F238E27FC236}">
                  <a16:creationId xmlns:a16="http://schemas.microsoft.com/office/drawing/2014/main" id="{2E7A8BE4-5DED-04C9-03FD-E3D57D0C4A0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63" y="2587"/>
              <a:ext cx="606" cy="416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it-IT" altLang="en-IT"/>
            </a:p>
          </p:txBody>
        </p:sp>
        <p:sp>
          <p:nvSpPr>
            <p:cNvPr id="26766" name="Oval 12">
              <a:extLst>
                <a:ext uri="{FF2B5EF4-FFF2-40B4-BE49-F238E27FC236}">
                  <a16:creationId xmlns:a16="http://schemas.microsoft.com/office/drawing/2014/main" id="{2B48E34F-84AF-1046-D4C8-E7D977FAFD9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954" y="2854"/>
              <a:ext cx="601" cy="416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it-IT" altLang="en-IT"/>
            </a:p>
          </p:txBody>
        </p:sp>
        <p:sp>
          <p:nvSpPr>
            <p:cNvPr id="26767" name="Oval 13">
              <a:extLst>
                <a:ext uri="{FF2B5EF4-FFF2-40B4-BE49-F238E27FC236}">
                  <a16:creationId xmlns:a16="http://schemas.microsoft.com/office/drawing/2014/main" id="{AD64FDE1-0C46-0E53-4946-394EA0969BA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99" y="2941"/>
              <a:ext cx="597" cy="684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it-IT" altLang="en-IT"/>
            </a:p>
          </p:txBody>
        </p:sp>
        <p:sp>
          <p:nvSpPr>
            <p:cNvPr id="26768" name="Oval 14">
              <a:extLst>
                <a:ext uri="{FF2B5EF4-FFF2-40B4-BE49-F238E27FC236}">
                  <a16:creationId xmlns:a16="http://schemas.microsoft.com/office/drawing/2014/main" id="{D5CC6648-C836-FEBA-C9E7-F91FE08CF27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027" y="2745"/>
              <a:ext cx="1211" cy="683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it-IT" altLang="en-IT"/>
            </a:p>
          </p:txBody>
        </p:sp>
      </p:grpSp>
      <p:sp>
        <p:nvSpPr>
          <p:cNvPr id="26630" name="Arc 15">
            <a:extLst>
              <a:ext uri="{FF2B5EF4-FFF2-40B4-BE49-F238E27FC236}">
                <a16:creationId xmlns:a16="http://schemas.microsoft.com/office/drawing/2014/main" id="{A84F1DC5-09C3-24BC-E801-9FC98A580E81}"/>
              </a:ext>
            </a:extLst>
          </p:cNvPr>
          <p:cNvSpPr>
            <a:spLocks/>
          </p:cNvSpPr>
          <p:nvPr/>
        </p:nvSpPr>
        <p:spPr bwMode="auto">
          <a:xfrm>
            <a:off x="5520431" y="4622949"/>
            <a:ext cx="838200" cy="381000"/>
          </a:xfrm>
          <a:custGeom>
            <a:avLst/>
            <a:gdLst>
              <a:gd name="T0" fmla="*/ 0 w 21600"/>
              <a:gd name="T1" fmla="*/ 0 h 21600"/>
              <a:gd name="T2" fmla="*/ 838200 w 21600"/>
              <a:gd name="T3" fmla="*/ 381000 h 21600"/>
              <a:gd name="T4" fmla="*/ 0 w 21600"/>
              <a:gd name="T5" fmla="*/ 38100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26631" name="Line 16">
            <a:extLst>
              <a:ext uri="{FF2B5EF4-FFF2-40B4-BE49-F238E27FC236}">
                <a16:creationId xmlns:a16="http://schemas.microsoft.com/office/drawing/2014/main" id="{0DAA33FC-E980-7205-2ABC-FBD992348D38}"/>
              </a:ext>
            </a:extLst>
          </p:cNvPr>
          <p:cNvSpPr>
            <a:spLocks noChangeShapeType="1"/>
          </p:cNvSpPr>
          <p:nvPr/>
        </p:nvSpPr>
        <p:spPr bwMode="auto">
          <a:xfrm>
            <a:off x="2162869" y="4894412"/>
            <a:ext cx="0" cy="758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6632" name="Arc 17">
            <a:extLst>
              <a:ext uri="{FF2B5EF4-FFF2-40B4-BE49-F238E27FC236}">
                <a16:creationId xmlns:a16="http://schemas.microsoft.com/office/drawing/2014/main" id="{E388020A-EBC7-985C-319E-80A367911835}"/>
              </a:ext>
            </a:extLst>
          </p:cNvPr>
          <p:cNvSpPr>
            <a:spLocks/>
          </p:cNvSpPr>
          <p:nvPr/>
        </p:nvSpPr>
        <p:spPr bwMode="auto">
          <a:xfrm>
            <a:off x="4063106" y="6064677"/>
            <a:ext cx="896938" cy="369332"/>
          </a:xfrm>
          <a:custGeom>
            <a:avLst/>
            <a:gdLst>
              <a:gd name="T0" fmla="*/ 0 w 21600"/>
              <a:gd name="T1" fmla="*/ 0 h 21600"/>
              <a:gd name="T2" fmla="*/ 896938 w 21600"/>
              <a:gd name="T3" fmla="*/ 433387 h 21600"/>
              <a:gd name="T4" fmla="*/ 0 w 21600"/>
              <a:gd name="T5" fmla="*/ 433387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26633" name="Line 18">
            <a:extLst>
              <a:ext uri="{FF2B5EF4-FFF2-40B4-BE49-F238E27FC236}">
                <a16:creationId xmlns:a16="http://schemas.microsoft.com/office/drawing/2014/main" id="{D294CF6C-A6EE-F270-18E7-A53ED8CBAABB}"/>
              </a:ext>
            </a:extLst>
          </p:cNvPr>
          <p:cNvSpPr>
            <a:spLocks noChangeShapeType="1"/>
          </p:cNvSpPr>
          <p:nvPr/>
        </p:nvSpPr>
        <p:spPr bwMode="auto">
          <a:xfrm>
            <a:off x="2329557" y="4894412"/>
            <a:ext cx="1343025" cy="10842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6634" name="Line 19">
            <a:extLst>
              <a:ext uri="{FF2B5EF4-FFF2-40B4-BE49-F238E27FC236}">
                <a16:creationId xmlns:a16="http://schemas.microsoft.com/office/drawing/2014/main" id="{B008B6F8-437E-086D-EC74-CCD45542587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18432" y="3484712"/>
            <a:ext cx="1306513" cy="13557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6635" name="Line 20">
            <a:extLst>
              <a:ext uri="{FF2B5EF4-FFF2-40B4-BE49-F238E27FC236}">
                <a16:creationId xmlns:a16="http://schemas.microsoft.com/office/drawing/2014/main" id="{AA197535-EED8-91C0-476C-25532ABB97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82307" y="3826216"/>
            <a:ext cx="3506532" cy="71259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6636" name="Line 44">
            <a:extLst>
              <a:ext uri="{FF2B5EF4-FFF2-40B4-BE49-F238E27FC236}">
                <a16:creationId xmlns:a16="http://schemas.microsoft.com/office/drawing/2014/main" id="{34110FEE-DDA4-5ECB-9675-A72174E0822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96420" y="4608661"/>
            <a:ext cx="1304925" cy="14239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6637" name="Line 45">
            <a:extLst>
              <a:ext uri="{FF2B5EF4-FFF2-40B4-BE49-F238E27FC236}">
                <a16:creationId xmlns:a16="http://schemas.microsoft.com/office/drawing/2014/main" id="{89EA375E-C002-8171-38DF-A1CE05FB78B3}"/>
              </a:ext>
            </a:extLst>
          </p:cNvPr>
          <p:cNvSpPr>
            <a:spLocks noChangeShapeType="1"/>
          </p:cNvSpPr>
          <p:nvPr/>
        </p:nvSpPr>
        <p:spPr bwMode="auto">
          <a:xfrm>
            <a:off x="3728144" y="3538686"/>
            <a:ext cx="112712" cy="24399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6638" name="Line 46">
            <a:extLst>
              <a:ext uri="{FF2B5EF4-FFF2-40B4-BE49-F238E27FC236}">
                <a16:creationId xmlns:a16="http://schemas.microsoft.com/office/drawing/2014/main" id="{B147D622-2884-8A7E-9301-4925B87E9D99}"/>
              </a:ext>
            </a:extLst>
          </p:cNvPr>
          <p:cNvSpPr>
            <a:spLocks noChangeShapeType="1"/>
          </p:cNvSpPr>
          <p:nvPr/>
        </p:nvSpPr>
        <p:spPr bwMode="auto">
          <a:xfrm>
            <a:off x="3728145" y="3429150"/>
            <a:ext cx="1544637" cy="10890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26639" name="Group 47">
            <a:extLst>
              <a:ext uri="{FF2B5EF4-FFF2-40B4-BE49-F238E27FC236}">
                <a16:creationId xmlns:a16="http://schemas.microsoft.com/office/drawing/2014/main" id="{5F7B3DE2-030B-1117-8B3A-EC34D842C37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987031" y="4429274"/>
            <a:ext cx="571500" cy="304800"/>
            <a:chOff x="3264" y="912"/>
            <a:chExt cx="576" cy="316"/>
          </a:xfrm>
        </p:grpSpPr>
        <p:sp>
          <p:nvSpPr>
            <p:cNvPr id="26739" name="AutoShape 48">
              <a:extLst>
                <a:ext uri="{FF2B5EF4-FFF2-40B4-BE49-F238E27FC236}">
                  <a16:creationId xmlns:a16="http://schemas.microsoft.com/office/drawing/2014/main" id="{1031973D-6BDF-4AF8-2986-B36FA95684F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264" y="912"/>
              <a:ext cx="576" cy="316"/>
            </a:xfrm>
            <a:prstGeom prst="can">
              <a:avLst>
                <a:gd name="adj" fmla="val 50000"/>
              </a:avLst>
            </a:prstGeom>
            <a:gradFill rotWithShape="0">
              <a:gsLst>
                <a:gs pos="0">
                  <a:srgbClr val="002F5E"/>
                </a:gs>
                <a:gs pos="50000">
                  <a:srgbClr val="0066CC"/>
                </a:gs>
                <a:gs pos="100000">
                  <a:srgbClr val="002F5E"/>
                </a:gs>
              </a:gsLst>
              <a:lin ang="0" scaled="1"/>
            </a:gradFill>
            <a:ln w="9525">
              <a:solidFill>
                <a:srgbClr val="819F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73025" tIns="36512" rIns="73025" bIns="36512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it-IT" altLang="en-IT"/>
            </a:p>
          </p:txBody>
        </p:sp>
        <p:grpSp>
          <p:nvGrpSpPr>
            <p:cNvPr id="26740" name="Group 49">
              <a:extLst>
                <a:ext uri="{FF2B5EF4-FFF2-40B4-BE49-F238E27FC236}">
                  <a16:creationId xmlns:a16="http://schemas.microsoft.com/office/drawing/2014/main" id="{0AF2CD49-00F8-E84C-BBF3-B0C2F8A2EE9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370" y="932"/>
              <a:ext cx="359" cy="124"/>
              <a:chOff x="422" y="1632"/>
              <a:chExt cx="829" cy="298"/>
            </a:xfrm>
          </p:grpSpPr>
          <p:grpSp>
            <p:nvGrpSpPr>
              <p:cNvPr id="26742" name="Group 50">
                <a:extLst>
                  <a:ext uri="{FF2B5EF4-FFF2-40B4-BE49-F238E27FC236}">
                    <a16:creationId xmlns:a16="http://schemas.microsoft.com/office/drawing/2014/main" id="{0BFC9191-D2D6-750D-16D2-7CD1A2CCF174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22" y="1632"/>
                <a:ext cx="822" cy="291"/>
                <a:chOff x="422" y="1632"/>
                <a:chExt cx="822" cy="291"/>
              </a:xfrm>
            </p:grpSpPr>
            <p:sp>
              <p:nvSpPr>
                <p:cNvPr id="26752" name="Freeform 51">
                  <a:extLst>
                    <a:ext uri="{FF2B5EF4-FFF2-40B4-BE49-F238E27FC236}">
                      <a16:creationId xmlns:a16="http://schemas.microsoft.com/office/drawing/2014/main" id="{35678020-A7F5-2764-63E0-33118EA7AC19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1" y="1639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4 w 393"/>
                    <a:gd name="T11" fmla="*/ 0 h 125"/>
                    <a:gd name="T12" fmla="*/ 196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4" y="0"/>
                      </a:lnTo>
                      <a:lnTo>
                        <a:pt x="196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6753" name="Freeform 52">
                  <a:extLst>
                    <a:ext uri="{FF2B5EF4-FFF2-40B4-BE49-F238E27FC236}">
                      <a16:creationId xmlns:a16="http://schemas.microsoft.com/office/drawing/2014/main" id="{CBDB3780-A6FC-D78B-1802-169C43950714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1" y="1639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4 w 393"/>
                    <a:gd name="T11" fmla="*/ 0 h 125"/>
                    <a:gd name="T12" fmla="*/ 196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4" y="0"/>
                      </a:lnTo>
                      <a:lnTo>
                        <a:pt x="196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6754" name="Freeform 53">
                  <a:extLst>
                    <a:ext uri="{FF2B5EF4-FFF2-40B4-BE49-F238E27FC236}">
                      <a16:creationId xmlns:a16="http://schemas.microsoft.com/office/drawing/2014/main" id="{7A3BA9B7-DEE4-EAC1-607C-3B909EAFA4F2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2" y="1785"/>
                  <a:ext cx="393" cy="132"/>
                </a:xfrm>
                <a:custGeom>
                  <a:avLst/>
                  <a:gdLst>
                    <a:gd name="T0" fmla="*/ 393 w 393"/>
                    <a:gd name="T1" fmla="*/ 28 h 132"/>
                    <a:gd name="T2" fmla="*/ 305 w 393"/>
                    <a:gd name="T3" fmla="*/ 0 h 132"/>
                    <a:gd name="T4" fmla="*/ 102 w 393"/>
                    <a:gd name="T5" fmla="*/ 83 h 132"/>
                    <a:gd name="T6" fmla="*/ 0 w 393"/>
                    <a:gd name="T7" fmla="*/ 55 h 132"/>
                    <a:gd name="T8" fmla="*/ 51 w 393"/>
                    <a:gd name="T9" fmla="*/ 132 h 132"/>
                    <a:gd name="T10" fmla="*/ 305 w 393"/>
                    <a:gd name="T11" fmla="*/ 132 h 132"/>
                    <a:gd name="T12" fmla="*/ 196 w 393"/>
                    <a:gd name="T13" fmla="*/ 104 h 132"/>
                    <a:gd name="T14" fmla="*/ 393 w 393"/>
                    <a:gd name="T15" fmla="*/ 28 h 13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2">
                      <a:moveTo>
                        <a:pt x="393" y="28"/>
                      </a:moveTo>
                      <a:lnTo>
                        <a:pt x="305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2"/>
                      </a:lnTo>
                      <a:lnTo>
                        <a:pt x="305" y="132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6755" name="Freeform 54">
                  <a:extLst>
                    <a:ext uri="{FF2B5EF4-FFF2-40B4-BE49-F238E27FC236}">
                      <a16:creationId xmlns:a16="http://schemas.microsoft.com/office/drawing/2014/main" id="{A2288C17-92AC-C0E5-A8C9-A4EBEDB9FD29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2" y="1785"/>
                  <a:ext cx="393" cy="132"/>
                </a:xfrm>
                <a:custGeom>
                  <a:avLst/>
                  <a:gdLst>
                    <a:gd name="T0" fmla="*/ 393 w 393"/>
                    <a:gd name="T1" fmla="*/ 28 h 132"/>
                    <a:gd name="T2" fmla="*/ 305 w 393"/>
                    <a:gd name="T3" fmla="*/ 0 h 132"/>
                    <a:gd name="T4" fmla="*/ 102 w 393"/>
                    <a:gd name="T5" fmla="*/ 83 h 132"/>
                    <a:gd name="T6" fmla="*/ 0 w 393"/>
                    <a:gd name="T7" fmla="*/ 55 h 132"/>
                    <a:gd name="T8" fmla="*/ 51 w 393"/>
                    <a:gd name="T9" fmla="*/ 132 h 132"/>
                    <a:gd name="T10" fmla="*/ 305 w 393"/>
                    <a:gd name="T11" fmla="*/ 132 h 132"/>
                    <a:gd name="T12" fmla="*/ 196 w 393"/>
                    <a:gd name="T13" fmla="*/ 104 h 132"/>
                    <a:gd name="T14" fmla="*/ 393 w 393"/>
                    <a:gd name="T15" fmla="*/ 28 h 13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2">
                      <a:moveTo>
                        <a:pt x="393" y="28"/>
                      </a:moveTo>
                      <a:lnTo>
                        <a:pt x="305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2"/>
                      </a:lnTo>
                      <a:lnTo>
                        <a:pt x="305" y="132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6756" name="Freeform 55">
                  <a:extLst>
                    <a:ext uri="{FF2B5EF4-FFF2-40B4-BE49-F238E27FC236}">
                      <a16:creationId xmlns:a16="http://schemas.microsoft.com/office/drawing/2014/main" id="{8141338F-225C-195C-08E0-821459FBA814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44" y="1632"/>
                  <a:ext cx="392" cy="125"/>
                </a:xfrm>
                <a:custGeom>
                  <a:avLst/>
                  <a:gdLst>
                    <a:gd name="T0" fmla="*/ 0 w 392"/>
                    <a:gd name="T1" fmla="*/ 28 h 125"/>
                    <a:gd name="T2" fmla="*/ 87 w 392"/>
                    <a:gd name="T3" fmla="*/ 0 h 125"/>
                    <a:gd name="T4" fmla="*/ 298 w 392"/>
                    <a:gd name="T5" fmla="*/ 77 h 125"/>
                    <a:gd name="T6" fmla="*/ 392 w 392"/>
                    <a:gd name="T7" fmla="*/ 56 h 125"/>
                    <a:gd name="T8" fmla="*/ 341 w 392"/>
                    <a:gd name="T9" fmla="*/ 125 h 125"/>
                    <a:gd name="T10" fmla="*/ 94 w 392"/>
                    <a:gd name="T11" fmla="*/ 125 h 125"/>
                    <a:gd name="T12" fmla="*/ 196 w 392"/>
                    <a:gd name="T13" fmla="*/ 104 h 125"/>
                    <a:gd name="T14" fmla="*/ 0 w 392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2" y="56"/>
                      </a:lnTo>
                      <a:lnTo>
                        <a:pt x="341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6757" name="Freeform 56">
                  <a:extLst>
                    <a:ext uri="{FF2B5EF4-FFF2-40B4-BE49-F238E27FC236}">
                      <a16:creationId xmlns:a16="http://schemas.microsoft.com/office/drawing/2014/main" id="{2B18E777-A94F-F6F9-C389-ECA84CB713B9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44" y="1632"/>
                  <a:ext cx="392" cy="125"/>
                </a:xfrm>
                <a:custGeom>
                  <a:avLst/>
                  <a:gdLst>
                    <a:gd name="T0" fmla="*/ 0 w 392"/>
                    <a:gd name="T1" fmla="*/ 28 h 125"/>
                    <a:gd name="T2" fmla="*/ 87 w 392"/>
                    <a:gd name="T3" fmla="*/ 0 h 125"/>
                    <a:gd name="T4" fmla="*/ 298 w 392"/>
                    <a:gd name="T5" fmla="*/ 77 h 125"/>
                    <a:gd name="T6" fmla="*/ 392 w 392"/>
                    <a:gd name="T7" fmla="*/ 56 h 125"/>
                    <a:gd name="T8" fmla="*/ 341 w 392"/>
                    <a:gd name="T9" fmla="*/ 125 h 125"/>
                    <a:gd name="T10" fmla="*/ 94 w 392"/>
                    <a:gd name="T11" fmla="*/ 125 h 125"/>
                    <a:gd name="T12" fmla="*/ 196 w 392"/>
                    <a:gd name="T13" fmla="*/ 104 h 125"/>
                    <a:gd name="T14" fmla="*/ 0 w 392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2" y="56"/>
                      </a:lnTo>
                      <a:lnTo>
                        <a:pt x="341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6758" name="Freeform 57">
                  <a:extLst>
                    <a:ext uri="{FF2B5EF4-FFF2-40B4-BE49-F238E27FC236}">
                      <a16:creationId xmlns:a16="http://schemas.microsoft.com/office/drawing/2014/main" id="{C60EB81B-EB7A-086E-69B9-E509DB345510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36" y="1799"/>
                  <a:ext cx="393" cy="124"/>
                </a:xfrm>
                <a:custGeom>
                  <a:avLst/>
                  <a:gdLst>
                    <a:gd name="T0" fmla="*/ 393 w 393"/>
                    <a:gd name="T1" fmla="*/ 97 h 124"/>
                    <a:gd name="T2" fmla="*/ 306 w 393"/>
                    <a:gd name="T3" fmla="*/ 124 h 124"/>
                    <a:gd name="T4" fmla="*/ 102 w 393"/>
                    <a:gd name="T5" fmla="*/ 41 h 124"/>
                    <a:gd name="T6" fmla="*/ 0 w 393"/>
                    <a:gd name="T7" fmla="*/ 69 h 124"/>
                    <a:gd name="T8" fmla="*/ 51 w 393"/>
                    <a:gd name="T9" fmla="*/ 0 h 124"/>
                    <a:gd name="T10" fmla="*/ 306 w 393"/>
                    <a:gd name="T11" fmla="*/ 0 h 124"/>
                    <a:gd name="T12" fmla="*/ 197 w 393"/>
                    <a:gd name="T13" fmla="*/ 21 h 124"/>
                    <a:gd name="T14" fmla="*/ 393 w 393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4">
                      <a:moveTo>
                        <a:pt x="393" y="97"/>
                      </a:moveTo>
                      <a:lnTo>
                        <a:pt x="306" y="124"/>
                      </a:lnTo>
                      <a:lnTo>
                        <a:pt x="102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6" y="0"/>
                      </a:lnTo>
                      <a:lnTo>
                        <a:pt x="197" y="21"/>
                      </a:lnTo>
                      <a:lnTo>
                        <a:pt x="393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6759" name="Freeform 58">
                  <a:extLst>
                    <a:ext uri="{FF2B5EF4-FFF2-40B4-BE49-F238E27FC236}">
                      <a16:creationId xmlns:a16="http://schemas.microsoft.com/office/drawing/2014/main" id="{BF924327-6F66-C58E-277F-0E146024E280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36" y="1799"/>
                  <a:ext cx="393" cy="124"/>
                </a:xfrm>
                <a:custGeom>
                  <a:avLst/>
                  <a:gdLst>
                    <a:gd name="T0" fmla="*/ 393 w 393"/>
                    <a:gd name="T1" fmla="*/ 97 h 124"/>
                    <a:gd name="T2" fmla="*/ 306 w 393"/>
                    <a:gd name="T3" fmla="*/ 124 h 124"/>
                    <a:gd name="T4" fmla="*/ 102 w 393"/>
                    <a:gd name="T5" fmla="*/ 41 h 124"/>
                    <a:gd name="T6" fmla="*/ 0 w 393"/>
                    <a:gd name="T7" fmla="*/ 69 h 124"/>
                    <a:gd name="T8" fmla="*/ 51 w 393"/>
                    <a:gd name="T9" fmla="*/ 0 h 124"/>
                    <a:gd name="T10" fmla="*/ 306 w 393"/>
                    <a:gd name="T11" fmla="*/ 0 h 124"/>
                    <a:gd name="T12" fmla="*/ 197 w 393"/>
                    <a:gd name="T13" fmla="*/ 21 h 124"/>
                    <a:gd name="T14" fmla="*/ 393 w 393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4">
                      <a:moveTo>
                        <a:pt x="393" y="97"/>
                      </a:moveTo>
                      <a:lnTo>
                        <a:pt x="306" y="124"/>
                      </a:lnTo>
                      <a:lnTo>
                        <a:pt x="102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6" y="0"/>
                      </a:lnTo>
                      <a:lnTo>
                        <a:pt x="197" y="21"/>
                      </a:lnTo>
                      <a:lnTo>
                        <a:pt x="393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26743" name="Group 59">
                <a:extLst>
                  <a:ext uri="{FF2B5EF4-FFF2-40B4-BE49-F238E27FC236}">
                    <a16:creationId xmlns:a16="http://schemas.microsoft.com/office/drawing/2014/main" id="{C79997D2-5CF7-E941-A865-044C264EE185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29" y="1639"/>
                <a:ext cx="822" cy="291"/>
                <a:chOff x="429" y="1639"/>
                <a:chExt cx="822" cy="291"/>
              </a:xfrm>
            </p:grpSpPr>
            <p:sp>
              <p:nvSpPr>
                <p:cNvPr id="26744" name="Freeform 60">
                  <a:extLst>
                    <a:ext uri="{FF2B5EF4-FFF2-40B4-BE49-F238E27FC236}">
                      <a16:creationId xmlns:a16="http://schemas.microsoft.com/office/drawing/2014/main" id="{FD34F8F8-29CD-B57D-536C-16F92AA9D08A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8" y="1646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5 w 393"/>
                    <a:gd name="T11" fmla="*/ 0 h 125"/>
                    <a:gd name="T12" fmla="*/ 197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5" y="0"/>
                      </a:lnTo>
                      <a:lnTo>
                        <a:pt x="197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6745" name="Freeform 61">
                  <a:extLst>
                    <a:ext uri="{FF2B5EF4-FFF2-40B4-BE49-F238E27FC236}">
                      <a16:creationId xmlns:a16="http://schemas.microsoft.com/office/drawing/2014/main" id="{45C6B2C3-AF83-293D-1121-F134A3830881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8" y="1646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5 w 393"/>
                    <a:gd name="T11" fmla="*/ 0 h 125"/>
                    <a:gd name="T12" fmla="*/ 197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5" y="0"/>
                      </a:lnTo>
                      <a:lnTo>
                        <a:pt x="197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6746" name="Freeform 62">
                  <a:extLst>
                    <a:ext uri="{FF2B5EF4-FFF2-40B4-BE49-F238E27FC236}">
                      <a16:creationId xmlns:a16="http://schemas.microsoft.com/office/drawing/2014/main" id="{CDC86EF7-2CE1-6553-76B3-00A457DC02FD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9" y="1792"/>
                  <a:ext cx="393" cy="131"/>
                </a:xfrm>
                <a:custGeom>
                  <a:avLst/>
                  <a:gdLst>
                    <a:gd name="T0" fmla="*/ 393 w 393"/>
                    <a:gd name="T1" fmla="*/ 28 h 131"/>
                    <a:gd name="T2" fmla="*/ 306 w 393"/>
                    <a:gd name="T3" fmla="*/ 0 h 131"/>
                    <a:gd name="T4" fmla="*/ 102 w 393"/>
                    <a:gd name="T5" fmla="*/ 83 h 131"/>
                    <a:gd name="T6" fmla="*/ 0 w 393"/>
                    <a:gd name="T7" fmla="*/ 55 h 131"/>
                    <a:gd name="T8" fmla="*/ 51 w 393"/>
                    <a:gd name="T9" fmla="*/ 131 h 131"/>
                    <a:gd name="T10" fmla="*/ 306 w 393"/>
                    <a:gd name="T11" fmla="*/ 131 h 131"/>
                    <a:gd name="T12" fmla="*/ 196 w 393"/>
                    <a:gd name="T13" fmla="*/ 104 h 131"/>
                    <a:gd name="T14" fmla="*/ 393 w 393"/>
                    <a:gd name="T15" fmla="*/ 28 h 13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1">
                      <a:moveTo>
                        <a:pt x="393" y="28"/>
                      </a:moveTo>
                      <a:lnTo>
                        <a:pt x="306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1"/>
                      </a:lnTo>
                      <a:lnTo>
                        <a:pt x="306" y="131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6747" name="Freeform 63">
                  <a:extLst>
                    <a:ext uri="{FF2B5EF4-FFF2-40B4-BE49-F238E27FC236}">
                      <a16:creationId xmlns:a16="http://schemas.microsoft.com/office/drawing/2014/main" id="{BE2197EC-7138-6D15-B47B-A854C6058414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9" y="1792"/>
                  <a:ext cx="393" cy="131"/>
                </a:xfrm>
                <a:custGeom>
                  <a:avLst/>
                  <a:gdLst>
                    <a:gd name="T0" fmla="*/ 393 w 393"/>
                    <a:gd name="T1" fmla="*/ 28 h 131"/>
                    <a:gd name="T2" fmla="*/ 306 w 393"/>
                    <a:gd name="T3" fmla="*/ 0 h 131"/>
                    <a:gd name="T4" fmla="*/ 102 w 393"/>
                    <a:gd name="T5" fmla="*/ 83 h 131"/>
                    <a:gd name="T6" fmla="*/ 0 w 393"/>
                    <a:gd name="T7" fmla="*/ 55 h 131"/>
                    <a:gd name="T8" fmla="*/ 51 w 393"/>
                    <a:gd name="T9" fmla="*/ 131 h 131"/>
                    <a:gd name="T10" fmla="*/ 306 w 393"/>
                    <a:gd name="T11" fmla="*/ 131 h 131"/>
                    <a:gd name="T12" fmla="*/ 196 w 393"/>
                    <a:gd name="T13" fmla="*/ 104 h 131"/>
                    <a:gd name="T14" fmla="*/ 393 w 393"/>
                    <a:gd name="T15" fmla="*/ 28 h 13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1">
                      <a:moveTo>
                        <a:pt x="393" y="28"/>
                      </a:moveTo>
                      <a:lnTo>
                        <a:pt x="306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1"/>
                      </a:lnTo>
                      <a:lnTo>
                        <a:pt x="306" y="131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6748" name="Freeform 64">
                  <a:extLst>
                    <a:ext uri="{FF2B5EF4-FFF2-40B4-BE49-F238E27FC236}">
                      <a16:creationId xmlns:a16="http://schemas.microsoft.com/office/drawing/2014/main" id="{5ED4B977-DC3A-50BA-B1B9-FC6CB9E5992D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51" y="1639"/>
                  <a:ext cx="393" cy="125"/>
                </a:xfrm>
                <a:custGeom>
                  <a:avLst/>
                  <a:gdLst>
                    <a:gd name="T0" fmla="*/ 0 w 393"/>
                    <a:gd name="T1" fmla="*/ 28 h 125"/>
                    <a:gd name="T2" fmla="*/ 87 w 393"/>
                    <a:gd name="T3" fmla="*/ 0 h 125"/>
                    <a:gd name="T4" fmla="*/ 298 w 393"/>
                    <a:gd name="T5" fmla="*/ 77 h 125"/>
                    <a:gd name="T6" fmla="*/ 393 w 393"/>
                    <a:gd name="T7" fmla="*/ 56 h 125"/>
                    <a:gd name="T8" fmla="*/ 342 w 393"/>
                    <a:gd name="T9" fmla="*/ 125 h 125"/>
                    <a:gd name="T10" fmla="*/ 94 w 393"/>
                    <a:gd name="T11" fmla="*/ 125 h 125"/>
                    <a:gd name="T12" fmla="*/ 196 w 393"/>
                    <a:gd name="T13" fmla="*/ 104 h 125"/>
                    <a:gd name="T14" fmla="*/ 0 w 393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3" y="56"/>
                      </a:lnTo>
                      <a:lnTo>
                        <a:pt x="342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6749" name="Freeform 65">
                  <a:extLst>
                    <a:ext uri="{FF2B5EF4-FFF2-40B4-BE49-F238E27FC236}">
                      <a16:creationId xmlns:a16="http://schemas.microsoft.com/office/drawing/2014/main" id="{0AC53A6F-8A62-35D2-7BFE-AFC22352043D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51" y="1639"/>
                  <a:ext cx="393" cy="125"/>
                </a:xfrm>
                <a:custGeom>
                  <a:avLst/>
                  <a:gdLst>
                    <a:gd name="T0" fmla="*/ 0 w 393"/>
                    <a:gd name="T1" fmla="*/ 28 h 125"/>
                    <a:gd name="T2" fmla="*/ 87 w 393"/>
                    <a:gd name="T3" fmla="*/ 0 h 125"/>
                    <a:gd name="T4" fmla="*/ 298 w 393"/>
                    <a:gd name="T5" fmla="*/ 77 h 125"/>
                    <a:gd name="T6" fmla="*/ 393 w 393"/>
                    <a:gd name="T7" fmla="*/ 56 h 125"/>
                    <a:gd name="T8" fmla="*/ 342 w 393"/>
                    <a:gd name="T9" fmla="*/ 125 h 125"/>
                    <a:gd name="T10" fmla="*/ 94 w 393"/>
                    <a:gd name="T11" fmla="*/ 125 h 125"/>
                    <a:gd name="T12" fmla="*/ 196 w 393"/>
                    <a:gd name="T13" fmla="*/ 104 h 125"/>
                    <a:gd name="T14" fmla="*/ 0 w 393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3" y="56"/>
                      </a:lnTo>
                      <a:lnTo>
                        <a:pt x="342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6750" name="Freeform 66">
                  <a:extLst>
                    <a:ext uri="{FF2B5EF4-FFF2-40B4-BE49-F238E27FC236}">
                      <a16:creationId xmlns:a16="http://schemas.microsoft.com/office/drawing/2014/main" id="{8A9377F6-DE59-A912-902E-6DFC1F2F2DB4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44" y="1806"/>
                  <a:ext cx="392" cy="124"/>
                </a:xfrm>
                <a:custGeom>
                  <a:avLst/>
                  <a:gdLst>
                    <a:gd name="T0" fmla="*/ 392 w 392"/>
                    <a:gd name="T1" fmla="*/ 97 h 124"/>
                    <a:gd name="T2" fmla="*/ 305 w 392"/>
                    <a:gd name="T3" fmla="*/ 124 h 124"/>
                    <a:gd name="T4" fmla="*/ 101 w 392"/>
                    <a:gd name="T5" fmla="*/ 41 h 124"/>
                    <a:gd name="T6" fmla="*/ 0 w 392"/>
                    <a:gd name="T7" fmla="*/ 69 h 124"/>
                    <a:gd name="T8" fmla="*/ 51 w 392"/>
                    <a:gd name="T9" fmla="*/ 0 h 124"/>
                    <a:gd name="T10" fmla="*/ 305 w 392"/>
                    <a:gd name="T11" fmla="*/ 0 h 124"/>
                    <a:gd name="T12" fmla="*/ 196 w 392"/>
                    <a:gd name="T13" fmla="*/ 20 h 124"/>
                    <a:gd name="T14" fmla="*/ 392 w 392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4">
                      <a:moveTo>
                        <a:pt x="392" y="97"/>
                      </a:moveTo>
                      <a:lnTo>
                        <a:pt x="305" y="124"/>
                      </a:lnTo>
                      <a:lnTo>
                        <a:pt x="101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5" y="0"/>
                      </a:lnTo>
                      <a:lnTo>
                        <a:pt x="196" y="20"/>
                      </a:lnTo>
                      <a:lnTo>
                        <a:pt x="392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6751" name="Freeform 67">
                  <a:extLst>
                    <a:ext uri="{FF2B5EF4-FFF2-40B4-BE49-F238E27FC236}">
                      <a16:creationId xmlns:a16="http://schemas.microsoft.com/office/drawing/2014/main" id="{0CF0BB42-97DD-873F-39B1-888DB5B9FCA0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44" y="1806"/>
                  <a:ext cx="392" cy="124"/>
                </a:xfrm>
                <a:custGeom>
                  <a:avLst/>
                  <a:gdLst>
                    <a:gd name="T0" fmla="*/ 392 w 392"/>
                    <a:gd name="T1" fmla="*/ 97 h 124"/>
                    <a:gd name="T2" fmla="*/ 305 w 392"/>
                    <a:gd name="T3" fmla="*/ 124 h 124"/>
                    <a:gd name="T4" fmla="*/ 101 w 392"/>
                    <a:gd name="T5" fmla="*/ 41 h 124"/>
                    <a:gd name="T6" fmla="*/ 0 w 392"/>
                    <a:gd name="T7" fmla="*/ 69 h 124"/>
                    <a:gd name="T8" fmla="*/ 51 w 392"/>
                    <a:gd name="T9" fmla="*/ 0 h 124"/>
                    <a:gd name="T10" fmla="*/ 305 w 392"/>
                    <a:gd name="T11" fmla="*/ 0 h 124"/>
                    <a:gd name="T12" fmla="*/ 196 w 392"/>
                    <a:gd name="T13" fmla="*/ 20 h 124"/>
                    <a:gd name="T14" fmla="*/ 392 w 392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4">
                      <a:moveTo>
                        <a:pt x="392" y="97"/>
                      </a:moveTo>
                      <a:lnTo>
                        <a:pt x="305" y="124"/>
                      </a:lnTo>
                      <a:lnTo>
                        <a:pt x="101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5" y="0"/>
                      </a:lnTo>
                      <a:lnTo>
                        <a:pt x="196" y="20"/>
                      </a:lnTo>
                      <a:lnTo>
                        <a:pt x="392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</p:grpSp>
        <p:sp>
          <p:nvSpPr>
            <p:cNvPr id="26741" name="WordArt 68">
              <a:extLst>
                <a:ext uri="{FF2B5EF4-FFF2-40B4-BE49-F238E27FC236}">
                  <a16:creationId xmlns:a16="http://schemas.microsoft.com/office/drawing/2014/main" id="{C0FEEE5E-DB7C-404D-958E-AF34F753AA1E}"/>
                </a:ext>
              </a:extLst>
            </p:cNvPr>
            <p:cNvSpPr>
              <a:spLocks noChangeAspect="1" noChangeArrowheads="1" noChangeShapeType="1" noTextEdit="1"/>
            </p:cNvSpPr>
            <p:nvPr/>
          </p:nvSpPr>
          <p:spPr bwMode="auto">
            <a:xfrm>
              <a:off x="3293" y="1041"/>
              <a:ext cx="518" cy="15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r4  </a:t>
              </a:r>
            </a:p>
          </p:txBody>
        </p:sp>
      </p:grpSp>
      <p:sp>
        <p:nvSpPr>
          <p:cNvPr id="26640" name="Arc 69">
            <a:extLst>
              <a:ext uri="{FF2B5EF4-FFF2-40B4-BE49-F238E27FC236}">
                <a16:creationId xmlns:a16="http://schemas.microsoft.com/office/drawing/2014/main" id="{B48E67B5-6583-4C38-27BE-7AF66EFAFF3F}"/>
              </a:ext>
            </a:extLst>
          </p:cNvPr>
          <p:cNvSpPr>
            <a:spLocks/>
          </p:cNvSpPr>
          <p:nvPr/>
        </p:nvSpPr>
        <p:spPr bwMode="auto">
          <a:xfrm flipH="1">
            <a:off x="2329557" y="3407203"/>
            <a:ext cx="1063625" cy="369332"/>
          </a:xfrm>
          <a:custGeom>
            <a:avLst/>
            <a:gdLst>
              <a:gd name="T0" fmla="*/ 0 w 21600"/>
              <a:gd name="T1" fmla="*/ 0 h 21600"/>
              <a:gd name="T2" fmla="*/ 1063625 w 21600"/>
              <a:gd name="T3" fmla="*/ 325437 h 21600"/>
              <a:gd name="T4" fmla="*/ 0 w 21600"/>
              <a:gd name="T5" fmla="*/ 325437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grpSp>
        <p:nvGrpSpPr>
          <p:cNvPr id="26641" name="Group 70">
            <a:extLst>
              <a:ext uri="{FF2B5EF4-FFF2-40B4-BE49-F238E27FC236}">
                <a16:creationId xmlns:a16="http://schemas.microsoft.com/office/drawing/2014/main" id="{C0813065-9B8E-2567-F88D-CEDB9C85DFD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393181" y="3267224"/>
            <a:ext cx="573088" cy="304800"/>
            <a:chOff x="816" y="2496"/>
            <a:chExt cx="384" cy="211"/>
          </a:xfrm>
        </p:grpSpPr>
        <p:sp>
          <p:nvSpPr>
            <p:cNvPr id="26718" name="AutoShape 71">
              <a:extLst>
                <a:ext uri="{FF2B5EF4-FFF2-40B4-BE49-F238E27FC236}">
                  <a16:creationId xmlns:a16="http://schemas.microsoft.com/office/drawing/2014/main" id="{DF5206B9-2DE0-B423-E829-DF928A60810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816" y="2496"/>
              <a:ext cx="384" cy="211"/>
            </a:xfrm>
            <a:prstGeom prst="can">
              <a:avLst>
                <a:gd name="adj" fmla="val 50000"/>
              </a:avLst>
            </a:prstGeom>
            <a:gradFill rotWithShape="0">
              <a:gsLst>
                <a:gs pos="0">
                  <a:srgbClr val="002F5E"/>
                </a:gs>
                <a:gs pos="50000">
                  <a:srgbClr val="0066CC"/>
                </a:gs>
                <a:gs pos="100000">
                  <a:srgbClr val="002F5E"/>
                </a:gs>
              </a:gsLst>
              <a:lin ang="0" scaled="1"/>
            </a:gradFill>
            <a:ln w="9525">
              <a:solidFill>
                <a:srgbClr val="819F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73025" tIns="36512" rIns="73025" bIns="36512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it-IT" altLang="en-IT"/>
            </a:p>
          </p:txBody>
        </p:sp>
        <p:grpSp>
          <p:nvGrpSpPr>
            <p:cNvPr id="26719" name="Group 72">
              <a:extLst>
                <a:ext uri="{FF2B5EF4-FFF2-40B4-BE49-F238E27FC236}">
                  <a16:creationId xmlns:a16="http://schemas.microsoft.com/office/drawing/2014/main" id="{02BFBDC2-D918-1183-B3B3-AF105DF8B39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87" y="2509"/>
              <a:ext cx="239" cy="83"/>
              <a:chOff x="422" y="1632"/>
              <a:chExt cx="829" cy="298"/>
            </a:xfrm>
          </p:grpSpPr>
          <p:grpSp>
            <p:nvGrpSpPr>
              <p:cNvPr id="26721" name="Group 73">
                <a:extLst>
                  <a:ext uri="{FF2B5EF4-FFF2-40B4-BE49-F238E27FC236}">
                    <a16:creationId xmlns:a16="http://schemas.microsoft.com/office/drawing/2014/main" id="{359EDE29-5204-5973-4C5C-27E85F80659B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22" y="1632"/>
                <a:ext cx="822" cy="291"/>
                <a:chOff x="422" y="1632"/>
                <a:chExt cx="822" cy="291"/>
              </a:xfrm>
            </p:grpSpPr>
            <p:sp>
              <p:nvSpPr>
                <p:cNvPr id="26731" name="Freeform 74">
                  <a:extLst>
                    <a:ext uri="{FF2B5EF4-FFF2-40B4-BE49-F238E27FC236}">
                      <a16:creationId xmlns:a16="http://schemas.microsoft.com/office/drawing/2014/main" id="{7C1C0F25-E990-2767-5DE8-1F13C6AB9226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1" y="1639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4 w 393"/>
                    <a:gd name="T11" fmla="*/ 0 h 125"/>
                    <a:gd name="T12" fmla="*/ 196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4" y="0"/>
                      </a:lnTo>
                      <a:lnTo>
                        <a:pt x="196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6732" name="Freeform 75">
                  <a:extLst>
                    <a:ext uri="{FF2B5EF4-FFF2-40B4-BE49-F238E27FC236}">
                      <a16:creationId xmlns:a16="http://schemas.microsoft.com/office/drawing/2014/main" id="{DADA9AAA-5213-887F-E7F7-49404141AD26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1" y="1639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4 w 393"/>
                    <a:gd name="T11" fmla="*/ 0 h 125"/>
                    <a:gd name="T12" fmla="*/ 196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4" y="0"/>
                      </a:lnTo>
                      <a:lnTo>
                        <a:pt x="196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6733" name="Freeform 76">
                  <a:extLst>
                    <a:ext uri="{FF2B5EF4-FFF2-40B4-BE49-F238E27FC236}">
                      <a16:creationId xmlns:a16="http://schemas.microsoft.com/office/drawing/2014/main" id="{B664C9BF-7FDF-4A64-2B52-D67EE623B3CE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2" y="1785"/>
                  <a:ext cx="393" cy="132"/>
                </a:xfrm>
                <a:custGeom>
                  <a:avLst/>
                  <a:gdLst>
                    <a:gd name="T0" fmla="*/ 393 w 393"/>
                    <a:gd name="T1" fmla="*/ 28 h 132"/>
                    <a:gd name="T2" fmla="*/ 305 w 393"/>
                    <a:gd name="T3" fmla="*/ 0 h 132"/>
                    <a:gd name="T4" fmla="*/ 102 w 393"/>
                    <a:gd name="T5" fmla="*/ 83 h 132"/>
                    <a:gd name="T6" fmla="*/ 0 w 393"/>
                    <a:gd name="T7" fmla="*/ 55 h 132"/>
                    <a:gd name="T8" fmla="*/ 51 w 393"/>
                    <a:gd name="T9" fmla="*/ 132 h 132"/>
                    <a:gd name="T10" fmla="*/ 305 w 393"/>
                    <a:gd name="T11" fmla="*/ 132 h 132"/>
                    <a:gd name="T12" fmla="*/ 196 w 393"/>
                    <a:gd name="T13" fmla="*/ 104 h 132"/>
                    <a:gd name="T14" fmla="*/ 393 w 393"/>
                    <a:gd name="T15" fmla="*/ 28 h 13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2">
                      <a:moveTo>
                        <a:pt x="393" y="28"/>
                      </a:moveTo>
                      <a:lnTo>
                        <a:pt x="305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2"/>
                      </a:lnTo>
                      <a:lnTo>
                        <a:pt x="305" y="132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6734" name="Freeform 77">
                  <a:extLst>
                    <a:ext uri="{FF2B5EF4-FFF2-40B4-BE49-F238E27FC236}">
                      <a16:creationId xmlns:a16="http://schemas.microsoft.com/office/drawing/2014/main" id="{523486AC-FFD6-511C-C55B-345E60AD4D19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2" y="1785"/>
                  <a:ext cx="393" cy="132"/>
                </a:xfrm>
                <a:custGeom>
                  <a:avLst/>
                  <a:gdLst>
                    <a:gd name="T0" fmla="*/ 393 w 393"/>
                    <a:gd name="T1" fmla="*/ 28 h 132"/>
                    <a:gd name="T2" fmla="*/ 305 w 393"/>
                    <a:gd name="T3" fmla="*/ 0 h 132"/>
                    <a:gd name="T4" fmla="*/ 102 w 393"/>
                    <a:gd name="T5" fmla="*/ 83 h 132"/>
                    <a:gd name="T6" fmla="*/ 0 w 393"/>
                    <a:gd name="T7" fmla="*/ 55 h 132"/>
                    <a:gd name="T8" fmla="*/ 51 w 393"/>
                    <a:gd name="T9" fmla="*/ 132 h 132"/>
                    <a:gd name="T10" fmla="*/ 305 w 393"/>
                    <a:gd name="T11" fmla="*/ 132 h 132"/>
                    <a:gd name="T12" fmla="*/ 196 w 393"/>
                    <a:gd name="T13" fmla="*/ 104 h 132"/>
                    <a:gd name="T14" fmla="*/ 393 w 393"/>
                    <a:gd name="T15" fmla="*/ 28 h 13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2">
                      <a:moveTo>
                        <a:pt x="393" y="28"/>
                      </a:moveTo>
                      <a:lnTo>
                        <a:pt x="305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2"/>
                      </a:lnTo>
                      <a:lnTo>
                        <a:pt x="305" y="132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6735" name="Freeform 78">
                  <a:extLst>
                    <a:ext uri="{FF2B5EF4-FFF2-40B4-BE49-F238E27FC236}">
                      <a16:creationId xmlns:a16="http://schemas.microsoft.com/office/drawing/2014/main" id="{C6B256B2-BA23-EE59-31B2-EB5646C6FCF3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44" y="1632"/>
                  <a:ext cx="392" cy="125"/>
                </a:xfrm>
                <a:custGeom>
                  <a:avLst/>
                  <a:gdLst>
                    <a:gd name="T0" fmla="*/ 0 w 392"/>
                    <a:gd name="T1" fmla="*/ 28 h 125"/>
                    <a:gd name="T2" fmla="*/ 87 w 392"/>
                    <a:gd name="T3" fmla="*/ 0 h 125"/>
                    <a:gd name="T4" fmla="*/ 298 w 392"/>
                    <a:gd name="T5" fmla="*/ 77 h 125"/>
                    <a:gd name="T6" fmla="*/ 392 w 392"/>
                    <a:gd name="T7" fmla="*/ 56 h 125"/>
                    <a:gd name="T8" fmla="*/ 341 w 392"/>
                    <a:gd name="T9" fmla="*/ 125 h 125"/>
                    <a:gd name="T10" fmla="*/ 94 w 392"/>
                    <a:gd name="T11" fmla="*/ 125 h 125"/>
                    <a:gd name="T12" fmla="*/ 196 w 392"/>
                    <a:gd name="T13" fmla="*/ 104 h 125"/>
                    <a:gd name="T14" fmla="*/ 0 w 392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2" y="56"/>
                      </a:lnTo>
                      <a:lnTo>
                        <a:pt x="341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6736" name="Freeform 79">
                  <a:extLst>
                    <a:ext uri="{FF2B5EF4-FFF2-40B4-BE49-F238E27FC236}">
                      <a16:creationId xmlns:a16="http://schemas.microsoft.com/office/drawing/2014/main" id="{1CF1B887-60F6-C920-70E1-90FCFE3DC412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44" y="1632"/>
                  <a:ext cx="392" cy="125"/>
                </a:xfrm>
                <a:custGeom>
                  <a:avLst/>
                  <a:gdLst>
                    <a:gd name="T0" fmla="*/ 0 w 392"/>
                    <a:gd name="T1" fmla="*/ 28 h 125"/>
                    <a:gd name="T2" fmla="*/ 87 w 392"/>
                    <a:gd name="T3" fmla="*/ 0 h 125"/>
                    <a:gd name="T4" fmla="*/ 298 w 392"/>
                    <a:gd name="T5" fmla="*/ 77 h 125"/>
                    <a:gd name="T6" fmla="*/ 392 w 392"/>
                    <a:gd name="T7" fmla="*/ 56 h 125"/>
                    <a:gd name="T8" fmla="*/ 341 w 392"/>
                    <a:gd name="T9" fmla="*/ 125 h 125"/>
                    <a:gd name="T10" fmla="*/ 94 w 392"/>
                    <a:gd name="T11" fmla="*/ 125 h 125"/>
                    <a:gd name="T12" fmla="*/ 196 w 392"/>
                    <a:gd name="T13" fmla="*/ 104 h 125"/>
                    <a:gd name="T14" fmla="*/ 0 w 392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2" y="56"/>
                      </a:lnTo>
                      <a:lnTo>
                        <a:pt x="341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6737" name="Freeform 80">
                  <a:extLst>
                    <a:ext uri="{FF2B5EF4-FFF2-40B4-BE49-F238E27FC236}">
                      <a16:creationId xmlns:a16="http://schemas.microsoft.com/office/drawing/2014/main" id="{9A33FD33-ED7C-5D1C-2F74-AABBB71E86E5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36" y="1799"/>
                  <a:ext cx="393" cy="124"/>
                </a:xfrm>
                <a:custGeom>
                  <a:avLst/>
                  <a:gdLst>
                    <a:gd name="T0" fmla="*/ 393 w 393"/>
                    <a:gd name="T1" fmla="*/ 97 h 124"/>
                    <a:gd name="T2" fmla="*/ 306 w 393"/>
                    <a:gd name="T3" fmla="*/ 124 h 124"/>
                    <a:gd name="T4" fmla="*/ 102 w 393"/>
                    <a:gd name="T5" fmla="*/ 41 h 124"/>
                    <a:gd name="T6" fmla="*/ 0 w 393"/>
                    <a:gd name="T7" fmla="*/ 69 h 124"/>
                    <a:gd name="T8" fmla="*/ 51 w 393"/>
                    <a:gd name="T9" fmla="*/ 0 h 124"/>
                    <a:gd name="T10" fmla="*/ 306 w 393"/>
                    <a:gd name="T11" fmla="*/ 0 h 124"/>
                    <a:gd name="T12" fmla="*/ 197 w 393"/>
                    <a:gd name="T13" fmla="*/ 21 h 124"/>
                    <a:gd name="T14" fmla="*/ 393 w 393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4">
                      <a:moveTo>
                        <a:pt x="393" y="97"/>
                      </a:moveTo>
                      <a:lnTo>
                        <a:pt x="306" y="124"/>
                      </a:lnTo>
                      <a:lnTo>
                        <a:pt x="102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6" y="0"/>
                      </a:lnTo>
                      <a:lnTo>
                        <a:pt x="197" y="21"/>
                      </a:lnTo>
                      <a:lnTo>
                        <a:pt x="393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6738" name="Freeform 81">
                  <a:extLst>
                    <a:ext uri="{FF2B5EF4-FFF2-40B4-BE49-F238E27FC236}">
                      <a16:creationId xmlns:a16="http://schemas.microsoft.com/office/drawing/2014/main" id="{6167F1D4-9A13-DE71-2794-CC0BF9C9EB89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36" y="1799"/>
                  <a:ext cx="393" cy="124"/>
                </a:xfrm>
                <a:custGeom>
                  <a:avLst/>
                  <a:gdLst>
                    <a:gd name="T0" fmla="*/ 393 w 393"/>
                    <a:gd name="T1" fmla="*/ 97 h 124"/>
                    <a:gd name="T2" fmla="*/ 306 w 393"/>
                    <a:gd name="T3" fmla="*/ 124 h 124"/>
                    <a:gd name="T4" fmla="*/ 102 w 393"/>
                    <a:gd name="T5" fmla="*/ 41 h 124"/>
                    <a:gd name="T6" fmla="*/ 0 w 393"/>
                    <a:gd name="T7" fmla="*/ 69 h 124"/>
                    <a:gd name="T8" fmla="*/ 51 w 393"/>
                    <a:gd name="T9" fmla="*/ 0 h 124"/>
                    <a:gd name="T10" fmla="*/ 306 w 393"/>
                    <a:gd name="T11" fmla="*/ 0 h 124"/>
                    <a:gd name="T12" fmla="*/ 197 w 393"/>
                    <a:gd name="T13" fmla="*/ 21 h 124"/>
                    <a:gd name="T14" fmla="*/ 393 w 393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4">
                      <a:moveTo>
                        <a:pt x="393" y="97"/>
                      </a:moveTo>
                      <a:lnTo>
                        <a:pt x="306" y="124"/>
                      </a:lnTo>
                      <a:lnTo>
                        <a:pt x="102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6" y="0"/>
                      </a:lnTo>
                      <a:lnTo>
                        <a:pt x="197" y="21"/>
                      </a:lnTo>
                      <a:lnTo>
                        <a:pt x="393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26722" name="Group 82">
                <a:extLst>
                  <a:ext uri="{FF2B5EF4-FFF2-40B4-BE49-F238E27FC236}">
                    <a16:creationId xmlns:a16="http://schemas.microsoft.com/office/drawing/2014/main" id="{2F407D3D-37C2-B883-12EF-8559886B89CB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29" y="1639"/>
                <a:ext cx="822" cy="291"/>
                <a:chOff x="429" y="1639"/>
                <a:chExt cx="822" cy="291"/>
              </a:xfrm>
            </p:grpSpPr>
            <p:sp>
              <p:nvSpPr>
                <p:cNvPr id="26723" name="Freeform 83">
                  <a:extLst>
                    <a:ext uri="{FF2B5EF4-FFF2-40B4-BE49-F238E27FC236}">
                      <a16:creationId xmlns:a16="http://schemas.microsoft.com/office/drawing/2014/main" id="{C689E43C-6AE3-FD66-BBC8-2E514800C3FD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8" y="1646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5 w 393"/>
                    <a:gd name="T11" fmla="*/ 0 h 125"/>
                    <a:gd name="T12" fmla="*/ 197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5" y="0"/>
                      </a:lnTo>
                      <a:lnTo>
                        <a:pt x="197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6724" name="Freeform 84">
                  <a:extLst>
                    <a:ext uri="{FF2B5EF4-FFF2-40B4-BE49-F238E27FC236}">
                      <a16:creationId xmlns:a16="http://schemas.microsoft.com/office/drawing/2014/main" id="{B43CC943-1B0C-D9FD-8EB1-F66854758461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8" y="1646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5 w 393"/>
                    <a:gd name="T11" fmla="*/ 0 h 125"/>
                    <a:gd name="T12" fmla="*/ 197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5" y="0"/>
                      </a:lnTo>
                      <a:lnTo>
                        <a:pt x="197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6725" name="Freeform 85">
                  <a:extLst>
                    <a:ext uri="{FF2B5EF4-FFF2-40B4-BE49-F238E27FC236}">
                      <a16:creationId xmlns:a16="http://schemas.microsoft.com/office/drawing/2014/main" id="{4CFBE928-FCC0-F10D-9829-61FB0A587D0D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9" y="1792"/>
                  <a:ext cx="393" cy="131"/>
                </a:xfrm>
                <a:custGeom>
                  <a:avLst/>
                  <a:gdLst>
                    <a:gd name="T0" fmla="*/ 393 w 393"/>
                    <a:gd name="T1" fmla="*/ 28 h 131"/>
                    <a:gd name="T2" fmla="*/ 306 w 393"/>
                    <a:gd name="T3" fmla="*/ 0 h 131"/>
                    <a:gd name="T4" fmla="*/ 102 w 393"/>
                    <a:gd name="T5" fmla="*/ 83 h 131"/>
                    <a:gd name="T6" fmla="*/ 0 w 393"/>
                    <a:gd name="T7" fmla="*/ 55 h 131"/>
                    <a:gd name="T8" fmla="*/ 51 w 393"/>
                    <a:gd name="T9" fmla="*/ 131 h 131"/>
                    <a:gd name="T10" fmla="*/ 306 w 393"/>
                    <a:gd name="T11" fmla="*/ 131 h 131"/>
                    <a:gd name="T12" fmla="*/ 196 w 393"/>
                    <a:gd name="T13" fmla="*/ 104 h 131"/>
                    <a:gd name="T14" fmla="*/ 393 w 393"/>
                    <a:gd name="T15" fmla="*/ 28 h 13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1">
                      <a:moveTo>
                        <a:pt x="393" y="28"/>
                      </a:moveTo>
                      <a:lnTo>
                        <a:pt x="306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1"/>
                      </a:lnTo>
                      <a:lnTo>
                        <a:pt x="306" y="131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6726" name="Freeform 86">
                  <a:extLst>
                    <a:ext uri="{FF2B5EF4-FFF2-40B4-BE49-F238E27FC236}">
                      <a16:creationId xmlns:a16="http://schemas.microsoft.com/office/drawing/2014/main" id="{70BC73B0-FF80-BC7D-48B3-E4C7953189CC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9" y="1792"/>
                  <a:ext cx="393" cy="131"/>
                </a:xfrm>
                <a:custGeom>
                  <a:avLst/>
                  <a:gdLst>
                    <a:gd name="T0" fmla="*/ 393 w 393"/>
                    <a:gd name="T1" fmla="*/ 28 h 131"/>
                    <a:gd name="T2" fmla="*/ 306 w 393"/>
                    <a:gd name="T3" fmla="*/ 0 h 131"/>
                    <a:gd name="T4" fmla="*/ 102 w 393"/>
                    <a:gd name="T5" fmla="*/ 83 h 131"/>
                    <a:gd name="T6" fmla="*/ 0 w 393"/>
                    <a:gd name="T7" fmla="*/ 55 h 131"/>
                    <a:gd name="T8" fmla="*/ 51 w 393"/>
                    <a:gd name="T9" fmla="*/ 131 h 131"/>
                    <a:gd name="T10" fmla="*/ 306 w 393"/>
                    <a:gd name="T11" fmla="*/ 131 h 131"/>
                    <a:gd name="T12" fmla="*/ 196 w 393"/>
                    <a:gd name="T13" fmla="*/ 104 h 131"/>
                    <a:gd name="T14" fmla="*/ 393 w 393"/>
                    <a:gd name="T15" fmla="*/ 28 h 13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1">
                      <a:moveTo>
                        <a:pt x="393" y="28"/>
                      </a:moveTo>
                      <a:lnTo>
                        <a:pt x="306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1"/>
                      </a:lnTo>
                      <a:lnTo>
                        <a:pt x="306" y="131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6727" name="Freeform 87">
                  <a:extLst>
                    <a:ext uri="{FF2B5EF4-FFF2-40B4-BE49-F238E27FC236}">
                      <a16:creationId xmlns:a16="http://schemas.microsoft.com/office/drawing/2014/main" id="{BFE6A921-9594-7BD1-379B-55BBE2EBA67A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51" y="1639"/>
                  <a:ext cx="393" cy="125"/>
                </a:xfrm>
                <a:custGeom>
                  <a:avLst/>
                  <a:gdLst>
                    <a:gd name="T0" fmla="*/ 0 w 393"/>
                    <a:gd name="T1" fmla="*/ 28 h 125"/>
                    <a:gd name="T2" fmla="*/ 87 w 393"/>
                    <a:gd name="T3" fmla="*/ 0 h 125"/>
                    <a:gd name="T4" fmla="*/ 298 w 393"/>
                    <a:gd name="T5" fmla="*/ 77 h 125"/>
                    <a:gd name="T6" fmla="*/ 393 w 393"/>
                    <a:gd name="T7" fmla="*/ 56 h 125"/>
                    <a:gd name="T8" fmla="*/ 342 w 393"/>
                    <a:gd name="T9" fmla="*/ 125 h 125"/>
                    <a:gd name="T10" fmla="*/ 94 w 393"/>
                    <a:gd name="T11" fmla="*/ 125 h 125"/>
                    <a:gd name="T12" fmla="*/ 196 w 393"/>
                    <a:gd name="T13" fmla="*/ 104 h 125"/>
                    <a:gd name="T14" fmla="*/ 0 w 393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3" y="56"/>
                      </a:lnTo>
                      <a:lnTo>
                        <a:pt x="342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6728" name="Freeform 88">
                  <a:extLst>
                    <a:ext uri="{FF2B5EF4-FFF2-40B4-BE49-F238E27FC236}">
                      <a16:creationId xmlns:a16="http://schemas.microsoft.com/office/drawing/2014/main" id="{61576257-7ED6-3E1F-0C59-FAF816987A32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51" y="1639"/>
                  <a:ext cx="393" cy="125"/>
                </a:xfrm>
                <a:custGeom>
                  <a:avLst/>
                  <a:gdLst>
                    <a:gd name="T0" fmla="*/ 0 w 393"/>
                    <a:gd name="T1" fmla="*/ 28 h 125"/>
                    <a:gd name="T2" fmla="*/ 87 w 393"/>
                    <a:gd name="T3" fmla="*/ 0 h 125"/>
                    <a:gd name="T4" fmla="*/ 298 w 393"/>
                    <a:gd name="T5" fmla="*/ 77 h 125"/>
                    <a:gd name="T6" fmla="*/ 393 w 393"/>
                    <a:gd name="T7" fmla="*/ 56 h 125"/>
                    <a:gd name="T8" fmla="*/ 342 w 393"/>
                    <a:gd name="T9" fmla="*/ 125 h 125"/>
                    <a:gd name="T10" fmla="*/ 94 w 393"/>
                    <a:gd name="T11" fmla="*/ 125 h 125"/>
                    <a:gd name="T12" fmla="*/ 196 w 393"/>
                    <a:gd name="T13" fmla="*/ 104 h 125"/>
                    <a:gd name="T14" fmla="*/ 0 w 393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3" y="56"/>
                      </a:lnTo>
                      <a:lnTo>
                        <a:pt x="342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6729" name="Freeform 89">
                  <a:extLst>
                    <a:ext uri="{FF2B5EF4-FFF2-40B4-BE49-F238E27FC236}">
                      <a16:creationId xmlns:a16="http://schemas.microsoft.com/office/drawing/2014/main" id="{AA09D79D-5412-9C74-F23D-C6E8BB55A655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44" y="1806"/>
                  <a:ext cx="392" cy="124"/>
                </a:xfrm>
                <a:custGeom>
                  <a:avLst/>
                  <a:gdLst>
                    <a:gd name="T0" fmla="*/ 392 w 392"/>
                    <a:gd name="T1" fmla="*/ 97 h 124"/>
                    <a:gd name="T2" fmla="*/ 305 w 392"/>
                    <a:gd name="T3" fmla="*/ 124 h 124"/>
                    <a:gd name="T4" fmla="*/ 101 w 392"/>
                    <a:gd name="T5" fmla="*/ 41 h 124"/>
                    <a:gd name="T6" fmla="*/ 0 w 392"/>
                    <a:gd name="T7" fmla="*/ 69 h 124"/>
                    <a:gd name="T8" fmla="*/ 51 w 392"/>
                    <a:gd name="T9" fmla="*/ 0 h 124"/>
                    <a:gd name="T10" fmla="*/ 305 w 392"/>
                    <a:gd name="T11" fmla="*/ 0 h 124"/>
                    <a:gd name="T12" fmla="*/ 196 w 392"/>
                    <a:gd name="T13" fmla="*/ 20 h 124"/>
                    <a:gd name="T14" fmla="*/ 392 w 392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4">
                      <a:moveTo>
                        <a:pt x="392" y="97"/>
                      </a:moveTo>
                      <a:lnTo>
                        <a:pt x="305" y="124"/>
                      </a:lnTo>
                      <a:lnTo>
                        <a:pt x="101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5" y="0"/>
                      </a:lnTo>
                      <a:lnTo>
                        <a:pt x="196" y="20"/>
                      </a:lnTo>
                      <a:lnTo>
                        <a:pt x="392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6730" name="Freeform 90">
                  <a:extLst>
                    <a:ext uri="{FF2B5EF4-FFF2-40B4-BE49-F238E27FC236}">
                      <a16:creationId xmlns:a16="http://schemas.microsoft.com/office/drawing/2014/main" id="{7333458D-21FF-D342-F6A5-E279EC33D713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44" y="1806"/>
                  <a:ext cx="392" cy="124"/>
                </a:xfrm>
                <a:custGeom>
                  <a:avLst/>
                  <a:gdLst>
                    <a:gd name="T0" fmla="*/ 392 w 392"/>
                    <a:gd name="T1" fmla="*/ 97 h 124"/>
                    <a:gd name="T2" fmla="*/ 305 w 392"/>
                    <a:gd name="T3" fmla="*/ 124 h 124"/>
                    <a:gd name="T4" fmla="*/ 101 w 392"/>
                    <a:gd name="T5" fmla="*/ 41 h 124"/>
                    <a:gd name="T6" fmla="*/ 0 w 392"/>
                    <a:gd name="T7" fmla="*/ 69 h 124"/>
                    <a:gd name="T8" fmla="*/ 51 w 392"/>
                    <a:gd name="T9" fmla="*/ 0 h 124"/>
                    <a:gd name="T10" fmla="*/ 305 w 392"/>
                    <a:gd name="T11" fmla="*/ 0 h 124"/>
                    <a:gd name="T12" fmla="*/ 196 w 392"/>
                    <a:gd name="T13" fmla="*/ 20 h 124"/>
                    <a:gd name="T14" fmla="*/ 392 w 392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4">
                      <a:moveTo>
                        <a:pt x="392" y="97"/>
                      </a:moveTo>
                      <a:lnTo>
                        <a:pt x="305" y="124"/>
                      </a:lnTo>
                      <a:lnTo>
                        <a:pt x="101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5" y="0"/>
                      </a:lnTo>
                      <a:lnTo>
                        <a:pt x="196" y="20"/>
                      </a:lnTo>
                      <a:lnTo>
                        <a:pt x="392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</p:grpSp>
        <p:sp>
          <p:nvSpPr>
            <p:cNvPr id="26720" name="WordArt 91">
              <a:extLst>
                <a:ext uri="{FF2B5EF4-FFF2-40B4-BE49-F238E27FC236}">
                  <a16:creationId xmlns:a16="http://schemas.microsoft.com/office/drawing/2014/main" id="{2636DB40-BDB9-755C-00FD-4C78A543F6A3}"/>
                </a:ext>
              </a:extLst>
            </p:cNvPr>
            <p:cNvSpPr>
              <a:spLocks noChangeAspect="1" noChangeArrowheads="1" noChangeShapeType="1" noTextEdit="1"/>
            </p:cNvSpPr>
            <p:nvPr/>
          </p:nvSpPr>
          <p:spPr bwMode="auto">
            <a:xfrm>
              <a:off x="835" y="2582"/>
              <a:ext cx="346" cy="104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r1  </a:t>
              </a:r>
            </a:p>
          </p:txBody>
        </p:sp>
      </p:grpSp>
      <p:grpSp>
        <p:nvGrpSpPr>
          <p:cNvPr id="26642" name="Group 92">
            <a:extLst>
              <a:ext uri="{FF2B5EF4-FFF2-40B4-BE49-F238E27FC236}">
                <a16:creationId xmlns:a16="http://schemas.microsoft.com/office/drawing/2014/main" id="{2BA65EB4-48B6-C6C1-517F-2D6176C884E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504307" y="5870724"/>
            <a:ext cx="574675" cy="304800"/>
            <a:chOff x="1008" y="3725"/>
            <a:chExt cx="384" cy="211"/>
          </a:xfrm>
        </p:grpSpPr>
        <p:sp>
          <p:nvSpPr>
            <p:cNvPr id="26697" name="AutoShape 93">
              <a:extLst>
                <a:ext uri="{FF2B5EF4-FFF2-40B4-BE49-F238E27FC236}">
                  <a16:creationId xmlns:a16="http://schemas.microsoft.com/office/drawing/2014/main" id="{D126300A-2892-D962-2D6A-1A6DBA11791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008" y="3725"/>
              <a:ext cx="384" cy="211"/>
            </a:xfrm>
            <a:prstGeom prst="can">
              <a:avLst>
                <a:gd name="adj" fmla="val 50000"/>
              </a:avLst>
            </a:prstGeom>
            <a:gradFill rotWithShape="0">
              <a:gsLst>
                <a:gs pos="0">
                  <a:srgbClr val="002F5E"/>
                </a:gs>
                <a:gs pos="50000">
                  <a:srgbClr val="0066CC"/>
                </a:gs>
                <a:gs pos="100000">
                  <a:srgbClr val="002F5E"/>
                </a:gs>
              </a:gsLst>
              <a:lin ang="0" scaled="1"/>
            </a:gradFill>
            <a:ln w="9525">
              <a:solidFill>
                <a:srgbClr val="819F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73025" tIns="36512" rIns="73025" bIns="36512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it-IT" altLang="en-IT"/>
            </a:p>
          </p:txBody>
        </p:sp>
        <p:grpSp>
          <p:nvGrpSpPr>
            <p:cNvPr id="26698" name="Group 94">
              <a:extLst>
                <a:ext uri="{FF2B5EF4-FFF2-40B4-BE49-F238E27FC236}">
                  <a16:creationId xmlns:a16="http://schemas.microsoft.com/office/drawing/2014/main" id="{4A4AB564-DC69-02B8-2551-9B96A3D5076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79" y="3738"/>
              <a:ext cx="239" cy="83"/>
              <a:chOff x="422" y="1632"/>
              <a:chExt cx="829" cy="298"/>
            </a:xfrm>
          </p:grpSpPr>
          <p:grpSp>
            <p:nvGrpSpPr>
              <p:cNvPr id="26700" name="Group 95">
                <a:extLst>
                  <a:ext uri="{FF2B5EF4-FFF2-40B4-BE49-F238E27FC236}">
                    <a16:creationId xmlns:a16="http://schemas.microsoft.com/office/drawing/2014/main" id="{E68A7152-43A6-A6F7-F0B9-209FA4B8D2D7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22" y="1632"/>
                <a:ext cx="822" cy="291"/>
                <a:chOff x="422" y="1632"/>
                <a:chExt cx="822" cy="291"/>
              </a:xfrm>
            </p:grpSpPr>
            <p:sp>
              <p:nvSpPr>
                <p:cNvPr id="26710" name="Freeform 96">
                  <a:extLst>
                    <a:ext uri="{FF2B5EF4-FFF2-40B4-BE49-F238E27FC236}">
                      <a16:creationId xmlns:a16="http://schemas.microsoft.com/office/drawing/2014/main" id="{A303FEE9-A8BB-70D7-1CD1-F865A364B4BC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1" y="1639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4 w 393"/>
                    <a:gd name="T11" fmla="*/ 0 h 125"/>
                    <a:gd name="T12" fmla="*/ 196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4" y="0"/>
                      </a:lnTo>
                      <a:lnTo>
                        <a:pt x="196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6711" name="Freeform 97">
                  <a:extLst>
                    <a:ext uri="{FF2B5EF4-FFF2-40B4-BE49-F238E27FC236}">
                      <a16:creationId xmlns:a16="http://schemas.microsoft.com/office/drawing/2014/main" id="{C3B33641-CA44-6E81-902C-56092C4DB26D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1" y="1639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4 w 393"/>
                    <a:gd name="T11" fmla="*/ 0 h 125"/>
                    <a:gd name="T12" fmla="*/ 196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4" y="0"/>
                      </a:lnTo>
                      <a:lnTo>
                        <a:pt x="196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6712" name="Freeform 98">
                  <a:extLst>
                    <a:ext uri="{FF2B5EF4-FFF2-40B4-BE49-F238E27FC236}">
                      <a16:creationId xmlns:a16="http://schemas.microsoft.com/office/drawing/2014/main" id="{67805182-EB38-0945-0313-FAC92DFFA803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2" y="1785"/>
                  <a:ext cx="393" cy="132"/>
                </a:xfrm>
                <a:custGeom>
                  <a:avLst/>
                  <a:gdLst>
                    <a:gd name="T0" fmla="*/ 393 w 393"/>
                    <a:gd name="T1" fmla="*/ 28 h 132"/>
                    <a:gd name="T2" fmla="*/ 305 w 393"/>
                    <a:gd name="T3" fmla="*/ 0 h 132"/>
                    <a:gd name="T4" fmla="*/ 102 w 393"/>
                    <a:gd name="T5" fmla="*/ 83 h 132"/>
                    <a:gd name="T6" fmla="*/ 0 w 393"/>
                    <a:gd name="T7" fmla="*/ 55 h 132"/>
                    <a:gd name="T8" fmla="*/ 51 w 393"/>
                    <a:gd name="T9" fmla="*/ 132 h 132"/>
                    <a:gd name="T10" fmla="*/ 305 w 393"/>
                    <a:gd name="T11" fmla="*/ 132 h 132"/>
                    <a:gd name="T12" fmla="*/ 196 w 393"/>
                    <a:gd name="T13" fmla="*/ 104 h 132"/>
                    <a:gd name="T14" fmla="*/ 393 w 393"/>
                    <a:gd name="T15" fmla="*/ 28 h 13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2">
                      <a:moveTo>
                        <a:pt x="393" y="28"/>
                      </a:moveTo>
                      <a:lnTo>
                        <a:pt x="305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2"/>
                      </a:lnTo>
                      <a:lnTo>
                        <a:pt x="305" y="132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6713" name="Freeform 99">
                  <a:extLst>
                    <a:ext uri="{FF2B5EF4-FFF2-40B4-BE49-F238E27FC236}">
                      <a16:creationId xmlns:a16="http://schemas.microsoft.com/office/drawing/2014/main" id="{C9031D50-4218-3020-693E-9338025F895C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2" y="1785"/>
                  <a:ext cx="393" cy="132"/>
                </a:xfrm>
                <a:custGeom>
                  <a:avLst/>
                  <a:gdLst>
                    <a:gd name="T0" fmla="*/ 393 w 393"/>
                    <a:gd name="T1" fmla="*/ 28 h 132"/>
                    <a:gd name="T2" fmla="*/ 305 w 393"/>
                    <a:gd name="T3" fmla="*/ 0 h 132"/>
                    <a:gd name="T4" fmla="*/ 102 w 393"/>
                    <a:gd name="T5" fmla="*/ 83 h 132"/>
                    <a:gd name="T6" fmla="*/ 0 w 393"/>
                    <a:gd name="T7" fmla="*/ 55 h 132"/>
                    <a:gd name="T8" fmla="*/ 51 w 393"/>
                    <a:gd name="T9" fmla="*/ 132 h 132"/>
                    <a:gd name="T10" fmla="*/ 305 w 393"/>
                    <a:gd name="T11" fmla="*/ 132 h 132"/>
                    <a:gd name="T12" fmla="*/ 196 w 393"/>
                    <a:gd name="T13" fmla="*/ 104 h 132"/>
                    <a:gd name="T14" fmla="*/ 393 w 393"/>
                    <a:gd name="T15" fmla="*/ 28 h 13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2">
                      <a:moveTo>
                        <a:pt x="393" y="28"/>
                      </a:moveTo>
                      <a:lnTo>
                        <a:pt x="305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2"/>
                      </a:lnTo>
                      <a:lnTo>
                        <a:pt x="305" y="132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6714" name="Freeform 100">
                  <a:extLst>
                    <a:ext uri="{FF2B5EF4-FFF2-40B4-BE49-F238E27FC236}">
                      <a16:creationId xmlns:a16="http://schemas.microsoft.com/office/drawing/2014/main" id="{6034C3B2-2E06-1217-87CF-7CA8606227B1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44" y="1632"/>
                  <a:ext cx="392" cy="125"/>
                </a:xfrm>
                <a:custGeom>
                  <a:avLst/>
                  <a:gdLst>
                    <a:gd name="T0" fmla="*/ 0 w 392"/>
                    <a:gd name="T1" fmla="*/ 28 h 125"/>
                    <a:gd name="T2" fmla="*/ 87 w 392"/>
                    <a:gd name="T3" fmla="*/ 0 h 125"/>
                    <a:gd name="T4" fmla="*/ 298 w 392"/>
                    <a:gd name="T5" fmla="*/ 77 h 125"/>
                    <a:gd name="T6" fmla="*/ 392 w 392"/>
                    <a:gd name="T7" fmla="*/ 56 h 125"/>
                    <a:gd name="T8" fmla="*/ 341 w 392"/>
                    <a:gd name="T9" fmla="*/ 125 h 125"/>
                    <a:gd name="T10" fmla="*/ 94 w 392"/>
                    <a:gd name="T11" fmla="*/ 125 h 125"/>
                    <a:gd name="T12" fmla="*/ 196 w 392"/>
                    <a:gd name="T13" fmla="*/ 104 h 125"/>
                    <a:gd name="T14" fmla="*/ 0 w 392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2" y="56"/>
                      </a:lnTo>
                      <a:lnTo>
                        <a:pt x="341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6715" name="Freeform 101">
                  <a:extLst>
                    <a:ext uri="{FF2B5EF4-FFF2-40B4-BE49-F238E27FC236}">
                      <a16:creationId xmlns:a16="http://schemas.microsoft.com/office/drawing/2014/main" id="{8F813CB4-7CB0-26DC-BB35-0B767161FC25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44" y="1632"/>
                  <a:ext cx="392" cy="125"/>
                </a:xfrm>
                <a:custGeom>
                  <a:avLst/>
                  <a:gdLst>
                    <a:gd name="T0" fmla="*/ 0 w 392"/>
                    <a:gd name="T1" fmla="*/ 28 h 125"/>
                    <a:gd name="T2" fmla="*/ 87 w 392"/>
                    <a:gd name="T3" fmla="*/ 0 h 125"/>
                    <a:gd name="T4" fmla="*/ 298 w 392"/>
                    <a:gd name="T5" fmla="*/ 77 h 125"/>
                    <a:gd name="T6" fmla="*/ 392 w 392"/>
                    <a:gd name="T7" fmla="*/ 56 h 125"/>
                    <a:gd name="T8" fmla="*/ 341 w 392"/>
                    <a:gd name="T9" fmla="*/ 125 h 125"/>
                    <a:gd name="T10" fmla="*/ 94 w 392"/>
                    <a:gd name="T11" fmla="*/ 125 h 125"/>
                    <a:gd name="T12" fmla="*/ 196 w 392"/>
                    <a:gd name="T13" fmla="*/ 104 h 125"/>
                    <a:gd name="T14" fmla="*/ 0 w 392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2" y="56"/>
                      </a:lnTo>
                      <a:lnTo>
                        <a:pt x="341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6716" name="Freeform 102">
                  <a:extLst>
                    <a:ext uri="{FF2B5EF4-FFF2-40B4-BE49-F238E27FC236}">
                      <a16:creationId xmlns:a16="http://schemas.microsoft.com/office/drawing/2014/main" id="{7DB87D64-F69D-802F-B3CE-F2217E0D6852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36" y="1799"/>
                  <a:ext cx="393" cy="124"/>
                </a:xfrm>
                <a:custGeom>
                  <a:avLst/>
                  <a:gdLst>
                    <a:gd name="T0" fmla="*/ 393 w 393"/>
                    <a:gd name="T1" fmla="*/ 97 h 124"/>
                    <a:gd name="T2" fmla="*/ 306 w 393"/>
                    <a:gd name="T3" fmla="*/ 124 h 124"/>
                    <a:gd name="T4" fmla="*/ 102 w 393"/>
                    <a:gd name="T5" fmla="*/ 41 h 124"/>
                    <a:gd name="T6" fmla="*/ 0 w 393"/>
                    <a:gd name="T7" fmla="*/ 69 h 124"/>
                    <a:gd name="T8" fmla="*/ 51 w 393"/>
                    <a:gd name="T9" fmla="*/ 0 h 124"/>
                    <a:gd name="T10" fmla="*/ 306 w 393"/>
                    <a:gd name="T11" fmla="*/ 0 h 124"/>
                    <a:gd name="T12" fmla="*/ 197 w 393"/>
                    <a:gd name="T13" fmla="*/ 21 h 124"/>
                    <a:gd name="T14" fmla="*/ 393 w 393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4">
                      <a:moveTo>
                        <a:pt x="393" y="97"/>
                      </a:moveTo>
                      <a:lnTo>
                        <a:pt x="306" y="124"/>
                      </a:lnTo>
                      <a:lnTo>
                        <a:pt x="102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6" y="0"/>
                      </a:lnTo>
                      <a:lnTo>
                        <a:pt x="197" y="21"/>
                      </a:lnTo>
                      <a:lnTo>
                        <a:pt x="393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6717" name="Freeform 103">
                  <a:extLst>
                    <a:ext uri="{FF2B5EF4-FFF2-40B4-BE49-F238E27FC236}">
                      <a16:creationId xmlns:a16="http://schemas.microsoft.com/office/drawing/2014/main" id="{D89B9DF4-FB6C-3708-83E3-6E93BC57CF24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36" y="1799"/>
                  <a:ext cx="393" cy="124"/>
                </a:xfrm>
                <a:custGeom>
                  <a:avLst/>
                  <a:gdLst>
                    <a:gd name="T0" fmla="*/ 393 w 393"/>
                    <a:gd name="T1" fmla="*/ 97 h 124"/>
                    <a:gd name="T2" fmla="*/ 306 w 393"/>
                    <a:gd name="T3" fmla="*/ 124 h 124"/>
                    <a:gd name="T4" fmla="*/ 102 w 393"/>
                    <a:gd name="T5" fmla="*/ 41 h 124"/>
                    <a:gd name="T6" fmla="*/ 0 w 393"/>
                    <a:gd name="T7" fmla="*/ 69 h 124"/>
                    <a:gd name="T8" fmla="*/ 51 w 393"/>
                    <a:gd name="T9" fmla="*/ 0 h 124"/>
                    <a:gd name="T10" fmla="*/ 306 w 393"/>
                    <a:gd name="T11" fmla="*/ 0 h 124"/>
                    <a:gd name="T12" fmla="*/ 197 w 393"/>
                    <a:gd name="T13" fmla="*/ 21 h 124"/>
                    <a:gd name="T14" fmla="*/ 393 w 393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4">
                      <a:moveTo>
                        <a:pt x="393" y="97"/>
                      </a:moveTo>
                      <a:lnTo>
                        <a:pt x="306" y="124"/>
                      </a:lnTo>
                      <a:lnTo>
                        <a:pt x="102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6" y="0"/>
                      </a:lnTo>
                      <a:lnTo>
                        <a:pt x="197" y="21"/>
                      </a:lnTo>
                      <a:lnTo>
                        <a:pt x="393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26701" name="Group 104">
                <a:extLst>
                  <a:ext uri="{FF2B5EF4-FFF2-40B4-BE49-F238E27FC236}">
                    <a16:creationId xmlns:a16="http://schemas.microsoft.com/office/drawing/2014/main" id="{E2E41866-E74B-F4AA-3BAE-4F8E13A4E2A9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29" y="1639"/>
                <a:ext cx="822" cy="291"/>
                <a:chOff x="429" y="1639"/>
                <a:chExt cx="822" cy="291"/>
              </a:xfrm>
            </p:grpSpPr>
            <p:sp>
              <p:nvSpPr>
                <p:cNvPr id="26702" name="Freeform 105">
                  <a:extLst>
                    <a:ext uri="{FF2B5EF4-FFF2-40B4-BE49-F238E27FC236}">
                      <a16:creationId xmlns:a16="http://schemas.microsoft.com/office/drawing/2014/main" id="{87C706FB-DB2E-847D-33D0-570941FB868B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8" y="1646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5 w 393"/>
                    <a:gd name="T11" fmla="*/ 0 h 125"/>
                    <a:gd name="T12" fmla="*/ 197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5" y="0"/>
                      </a:lnTo>
                      <a:lnTo>
                        <a:pt x="197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6703" name="Freeform 106">
                  <a:extLst>
                    <a:ext uri="{FF2B5EF4-FFF2-40B4-BE49-F238E27FC236}">
                      <a16:creationId xmlns:a16="http://schemas.microsoft.com/office/drawing/2014/main" id="{E768456C-63E8-69BC-FAE1-C8D5BD253593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8" y="1646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5 w 393"/>
                    <a:gd name="T11" fmla="*/ 0 h 125"/>
                    <a:gd name="T12" fmla="*/ 197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5" y="0"/>
                      </a:lnTo>
                      <a:lnTo>
                        <a:pt x="197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6704" name="Freeform 107">
                  <a:extLst>
                    <a:ext uri="{FF2B5EF4-FFF2-40B4-BE49-F238E27FC236}">
                      <a16:creationId xmlns:a16="http://schemas.microsoft.com/office/drawing/2014/main" id="{9EE84743-60EB-A35C-452B-EC966E492262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9" y="1792"/>
                  <a:ext cx="393" cy="131"/>
                </a:xfrm>
                <a:custGeom>
                  <a:avLst/>
                  <a:gdLst>
                    <a:gd name="T0" fmla="*/ 393 w 393"/>
                    <a:gd name="T1" fmla="*/ 28 h 131"/>
                    <a:gd name="T2" fmla="*/ 306 w 393"/>
                    <a:gd name="T3" fmla="*/ 0 h 131"/>
                    <a:gd name="T4" fmla="*/ 102 w 393"/>
                    <a:gd name="T5" fmla="*/ 83 h 131"/>
                    <a:gd name="T6" fmla="*/ 0 w 393"/>
                    <a:gd name="T7" fmla="*/ 55 h 131"/>
                    <a:gd name="T8" fmla="*/ 51 w 393"/>
                    <a:gd name="T9" fmla="*/ 131 h 131"/>
                    <a:gd name="T10" fmla="*/ 306 w 393"/>
                    <a:gd name="T11" fmla="*/ 131 h 131"/>
                    <a:gd name="T12" fmla="*/ 196 w 393"/>
                    <a:gd name="T13" fmla="*/ 104 h 131"/>
                    <a:gd name="T14" fmla="*/ 393 w 393"/>
                    <a:gd name="T15" fmla="*/ 28 h 13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1">
                      <a:moveTo>
                        <a:pt x="393" y="28"/>
                      </a:moveTo>
                      <a:lnTo>
                        <a:pt x="306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1"/>
                      </a:lnTo>
                      <a:lnTo>
                        <a:pt x="306" y="131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6705" name="Freeform 108">
                  <a:extLst>
                    <a:ext uri="{FF2B5EF4-FFF2-40B4-BE49-F238E27FC236}">
                      <a16:creationId xmlns:a16="http://schemas.microsoft.com/office/drawing/2014/main" id="{1F4AA677-30F4-9E27-CC34-78F89932EF59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9" y="1792"/>
                  <a:ext cx="393" cy="131"/>
                </a:xfrm>
                <a:custGeom>
                  <a:avLst/>
                  <a:gdLst>
                    <a:gd name="T0" fmla="*/ 393 w 393"/>
                    <a:gd name="T1" fmla="*/ 28 h 131"/>
                    <a:gd name="T2" fmla="*/ 306 w 393"/>
                    <a:gd name="T3" fmla="*/ 0 h 131"/>
                    <a:gd name="T4" fmla="*/ 102 w 393"/>
                    <a:gd name="T5" fmla="*/ 83 h 131"/>
                    <a:gd name="T6" fmla="*/ 0 w 393"/>
                    <a:gd name="T7" fmla="*/ 55 h 131"/>
                    <a:gd name="T8" fmla="*/ 51 w 393"/>
                    <a:gd name="T9" fmla="*/ 131 h 131"/>
                    <a:gd name="T10" fmla="*/ 306 w 393"/>
                    <a:gd name="T11" fmla="*/ 131 h 131"/>
                    <a:gd name="T12" fmla="*/ 196 w 393"/>
                    <a:gd name="T13" fmla="*/ 104 h 131"/>
                    <a:gd name="T14" fmla="*/ 393 w 393"/>
                    <a:gd name="T15" fmla="*/ 28 h 13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1">
                      <a:moveTo>
                        <a:pt x="393" y="28"/>
                      </a:moveTo>
                      <a:lnTo>
                        <a:pt x="306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1"/>
                      </a:lnTo>
                      <a:lnTo>
                        <a:pt x="306" y="131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6706" name="Freeform 109">
                  <a:extLst>
                    <a:ext uri="{FF2B5EF4-FFF2-40B4-BE49-F238E27FC236}">
                      <a16:creationId xmlns:a16="http://schemas.microsoft.com/office/drawing/2014/main" id="{2093AB36-2CA3-6676-271D-97FC67BAE8BF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51" y="1639"/>
                  <a:ext cx="393" cy="125"/>
                </a:xfrm>
                <a:custGeom>
                  <a:avLst/>
                  <a:gdLst>
                    <a:gd name="T0" fmla="*/ 0 w 393"/>
                    <a:gd name="T1" fmla="*/ 28 h 125"/>
                    <a:gd name="T2" fmla="*/ 87 w 393"/>
                    <a:gd name="T3" fmla="*/ 0 h 125"/>
                    <a:gd name="T4" fmla="*/ 298 w 393"/>
                    <a:gd name="T5" fmla="*/ 77 h 125"/>
                    <a:gd name="T6" fmla="*/ 393 w 393"/>
                    <a:gd name="T7" fmla="*/ 56 h 125"/>
                    <a:gd name="T8" fmla="*/ 342 w 393"/>
                    <a:gd name="T9" fmla="*/ 125 h 125"/>
                    <a:gd name="T10" fmla="*/ 94 w 393"/>
                    <a:gd name="T11" fmla="*/ 125 h 125"/>
                    <a:gd name="T12" fmla="*/ 196 w 393"/>
                    <a:gd name="T13" fmla="*/ 104 h 125"/>
                    <a:gd name="T14" fmla="*/ 0 w 393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3" y="56"/>
                      </a:lnTo>
                      <a:lnTo>
                        <a:pt x="342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6707" name="Freeform 110">
                  <a:extLst>
                    <a:ext uri="{FF2B5EF4-FFF2-40B4-BE49-F238E27FC236}">
                      <a16:creationId xmlns:a16="http://schemas.microsoft.com/office/drawing/2014/main" id="{B0B80163-72B2-1360-8F1B-9BBEFCF6B5A1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51" y="1639"/>
                  <a:ext cx="393" cy="125"/>
                </a:xfrm>
                <a:custGeom>
                  <a:avLst/>
                  <a:gdLst>
                    <a:gd name="T0" fmla="*/ 0 w 393"/>
                    <a:gd name="T1" fmla="*/ 28 h 125"/>
                    <a:gd name="T2" fmla="*/ 87 w 393"/>
                    <a:gd name="T3" fmla="*/ 0 h 125"/>
                    <a:gd name="T4" fmla="*/ 298 w 393"/>
                    <a:gd name="T5" fmla="*/ 77 h 125"/>
                    <a:gd name="T6" fmla="*/ 393 w 393"/>
                    <a:gd name="T7" fmla="*/ 56 h 125"/>
                    <a:gd name="T8" fmla="*/ 342 w 393"/>
                    <a:gd name="T9" fmla="*/ 125 h 125"/>
                    <a:gd name="T10" fmla="*/ 94 w 393"/>
                    <a:gd name="T11" fmla="*/ 125 h 125"/>
                    <a:gd name="T12" fmla="*/ 196 w 393"/>
                    <a:gd name="T13" fmla="*/ 104 h 125"/>
                    <a:gd name="T14" fmla="*/ 0 w 393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3" y="56"/>
                      </a:lnTo>
                      <a:lnTo>
                        <a:pt x="342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6708" name="Freeform 111">
                  <a:extLst>
                    <a:ext uri="{FF2B5EF4-FFF2-40B4-BE49-F238E27FC236}">
                      <a16:creationId xmlns:a16="http://schemas.microsoft.com/office/drawing/2014/main" id="{C5880979-E2F9-8961-B34E-055E1A9B5330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44" y="1806"/>
                  <a:ext cx="392" cy="124"/>
                </a:xfrm>
                <a:custGeom>
                  <a:avLst/>
                  <a:gdLst>
                    <a:gd name="T0" fmla="*/ 392 w 392"/>
                    <a:gd name="T1" fmla="*/ 97 h 124"/>
                    <a:gd name="T2" fmla="*/ 305 w 392"/>
                    <a:gd name="T3" fmla="*/ 124 h 124"/>
                    <a:gd name="T4" fmla="*/ 101 w 392"/>
                    <a:gd name="T5" fmla="*/ 41 h 124"/>
                    <a:gd name="T6" fmla="*/ 0 w 392"/>
                    <a:gd name="T7" fmla="*/ 69 h 124"/>
                    <a:gd name="T8" fmla="*/ 51 w 392"/>
                    <a:gd name="T9" fmla="*/ 0 h 124"/>
                    <a:gd name="T10" fmla="*/ 305 w 392"/>
                    <a:gd name="T11" fmla="*/ 0 h 124"/>
                    <a:gd name="T12" fmla="*/ 196 w 392"/>
                    <a:gd name="T13" fmla="*/ 20 h 124"/>
                    <a:gd name="T14" fmla="*/ 392 w 392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4">
                      <a:moveTo>
                        <a:pt x="392" y="97"/>
                      </a:moveTo>
                      <a:lnTo>
                        <a:pt x="305" y="124"/>
                      </a:lnTo>
                      <a:lnTo>
                        <a:pt x="101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5" y="0"/>
                      </a:lnTo>
                      <a:lnTo>
                        <a:pt x="196" y="20"/>
                      </a:lnTo>
                      <a:lnTo>
                        <a:pt x="392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6709" name="Freeform 112">
                  <a:extLst>
                    <a:ext uri="{FF2B5EF4-FFF2-40B4-BE49-F238E27FC236}">
                      <a16:creationId xmlns:a16="http://schemas.microsoft.com/office/drawing/2014/main" id="{F5759A59-8142-A7C2-C5FA-78684E7327B0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44" y="1806"/>
                  <a:ext cx="392" cy="124"/>
                </a:xfrm>
                <a:custGeom>
                  <a:avLst/>
                  <a:gdLst>
                    <a:gd name="T0" fmla="*/ 392 w 392"/>
                    <a:gd name="T1" fmla="*/ 97 h 124"/>
                    <a:gd name="T2" fmla="*/ 305 w 392"/>
                    <a:gd name="T3" fmla="*/ 124 h 124"/>
                    <a:gd name="T4" fmla="*/ 101 w 392"/>
                    <a:gd name="T5" fmla="*/ 41 h 124"/>
                    <a:gd name="T6" fmla="*/ 0 w 392"/>
                    <a:gd name="T7" fmla="*/ 69 h 124"/>
                    <a:gd name="T8" fmla="*/ 51 w 392"/>
                    <a:gd name="T9" fmla="*/ 0 h 124"/>
                    <a:gd name="T10" fmla="*/ 305 w 392"/>
                    <a:gd name="T11" fmla="*/ 0 h 124"/>
                    <a:gd name="T12" fmla="*/ 196 w 392"/>
                    <a:gd name="T13" fmla="*/ 20 h 124"/>
                    <a:gd name="T14" fmla="*/ 392 w 392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4">
                      <a:moveTo>
                        <a:pt x="392" y="97"/>
                      </a:moveTo>
                      <a:lnTo>
                        <a:pt x="305" y="124"/>
                      </a:lnTo>
                      <a:lnTo>
                        <a:pt x="101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5" y="0"/>
                      </a:lnTo>
                      <a:lnTo>
                        <a:pt x="196" y="20"/>
                      </a:lnTo>
                      <a:lnTo>
                        <a:pt x="392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</p:grpSp>
        <p:sp>
          <p:nvSpPr>
            <p:cNvPr id="26699" name="WordArt 113">
              <a:extLst>
                <a:ext uri="{FF2B5EF4-FFF2-40B4-BE49-F238E27FC236}">
                  <a16:creationId xmlns:a16="http://schemas.microsoft.com/office/drawing/2014/main" id="{4D44A0A3-F68B-E2BE-2330-DA470F67376B}"/>
                </a:ext>
              </a:extLst>
            </p:cNvPr>
            <p:cNvSpPr>
              <a:spLocks noChangeAspect="1" noChangeArrowheads="1" noChangeShapeType="1" noTextEdit="1"/>
            </p:cNvSpPr>
            <p:nvPr/>
          </p:nvSpPr>
          <p:spPr bwMode="auto">
            <a:xfrm>
              <a:off x="1027" y="3811"/>
              <a:ext cx="346" cy="104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r3  </a:t>
              </a:r>
            </a:p>
          </p:txBody>
        </p:sp>
      </p:grpSp>
      <p:sp>
        <p:nvSpPr>
          <p:cNvPr id="26643" name="Line 114">
            <a:extLst>
              <a:ext uri="{FF2B5EF4-FFF2-40B4-BE49-F238E27FC236}">
                <a16:creationId xmlns:a16="http://schemas.microsoft.com/office/drawing/2014/main" id="{38C4F73C-513F-5373-66B9-451A9BAEB325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1775520" y="5667524"/>
            <a:ext cx="8588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26644" name="Line 115">
            <a:extLst>
              <a:ext uri="{FF2B5EF4-FFF2-40B4-BE49-F238E27FC236}">
                <a16:creationId xmlns:a16="http://schemas.microsoft.com/office/drawing/2014/main" id="{7BFC0E00-EB87-FEB1-B7F3-928ABC09B87D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1861245" y="3776811"/>
            <a:ext cx="8604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GB"/>
          </a:p>
        </p:txBody>
      </p:sp>
      <p:grpSp>
        <p:nvGrpSpPr>
          <p:cNvPr id="26645" name="Group 116">
            <a:extLst>
              <a:ext uri="{FF2B5EF4-FFF2-40B4-BE49-F238E27FC236}">
                <a16:creationId xmlns:a16="http://schemas.microsoft.com/office/drawing/2014/main" id="{38DE2768-1227-4F47-63CD-395867AA2F5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880295" y="4676924"/>
            <a:ext cx="574675" cy="304800"/>
            <a:chOff x="816" y="2496"/>
            <a:chExt cx="384" cy="211"/>
          </a:xfrm>
        </p:grpSpPr>
        <p:sp>
          <p:nvSpPr>
            <p:cNvPr id="26676" name="AutoShape 117">
              <a:extLst>
                <a:ext uri="{FF2B5EF4-FFF2-40B4-BE49-F238E27FC236}">
                  <a16:creationId xmlns:a16="http://schemas.microsoft.com/office/drawing/2014/main" id="{77538775-27E3-598C-6E59-EC75DEDD59D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816" y="2496"/>
              <a:ext cx="384" cy="211"/>
            </a:xfrm>
            <a:prstGeom prst="can">
              <a:avLst>
                <a:gd name="adj" fmla="val 50000"/>
              </a:avLst>
            </a:prstGeom>
            <a:gradFill rotWithShape="0">
              <a:gsLst>
                <a:gs pos="0">
                  <a:srgbClr val="002F5E"/>
                </a:gs>
                <a:gs pos="50000">
                  <a:srgbClr val="0066CC"/>
                </a:gs>
                <a:gs pos="100000">
                  <a:srgbClr val="002F5E"/>
                </a:gs>
              </a:gsLst>
              <a:lin ang="0" scaled="1"/>
            </a:gradFill>
            <a:ln w="9525">
              <a:solidFill>
                <a:srgbClr val="819F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73025" tIns="36512" rIns="73025" bIns="36512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it-IT" altLang="en-IT"/>
            </a:p>
          </p:txBody>
        </p:sp>
        <p:grpSp>
          <p:nvGrpSpPr>
            <p:cNvPr id="26677" name="Group 118">
              <a:extLst>
                <a:ext uri="{FF2B5EF4-FFF2-40B4-BE49-F238E27FC236}">
                  <a16:creationId xmlns:a16="http://schemas.microsoft.com/office/drawing/2014/main" id="{88D39FC3-C001-1271-59CE-544FAB94C7D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87" y="2509"/>
              <a:ext cx="239" cy="83"/>
              <a:chOff x="422" y="1632"/>
              <a:chExt cx="829" cy="298"/>
            </a:xfrm>
          </p:grpSpPr>
          <p:grpSp>
            <p:nvGrpSpPr>
              <p:cNvPr id="26679" name="Group 119">
                <a:extLst>
                  <a:ext uri="{FF2B5EF4-FFF2-40B4-BE49-F238E27FC236}">
                    <a16:creationId xmlns:a16="http://schemas.microsoft.com/office/drawing/2014/main" id="{77BAF41D-D12F-519E-1D21-61E12AEEA82A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22" y="1632"/>
                <a:ext cx="822" cy="291"/>
                <a:chOff x="422" y="1632"/>
                <a:chExt cx="822" cy="291"/>
              </a:xfrm>
            </p:grpSpPr>
            <p:sp>
              <p:nvSpPr>
                <p:cNvPr id="26689" name="Freeform 120">
                  <a:extLst>
                    <a:ext uri="{FF2B5EF4-FFF2-40B4-BE49-F238E27FC236}">
                      <a16:creationId xmlns:a16="http://schemas.microsoft.com/office/drawing/2014/main" id="{9FBD39ED-9F59-2CB8-0B22-ACE95C53788E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1" y="1639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4 w 393"/>
                    <a:gd name="T11" fmla="*/ 0 h 125"/>
                    <a:gd name="T12" fmla="*/ 196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4" y="0"/>
                      </a:lnTo>
                      <a:lnTo>
                        <a:pt x="196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6690" name="Freeform 121">
                  <a:extLst>
                    <a:ext uri="{FF2B5EF4-FFF2-40B4-BE49-F238E27FC236}">
                      <a16:creationId xmlns:a16="http://schemas.microsoft.com/office/drawing/2014/main" id="{DB3DC761-9F5C-8C8F-57D6-E651AD2B530C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1" y="1639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4 w 393"/>
                    <a:gd name="T11" fmla="*/ 0 h 125"/>
                    <a:gd name="T12" fmla="*/ 196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4" y="0"/>
                      </a:lnTo>
                      <a:lnTo>
                        <a:pt x="196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6691" name="Freeform 122">
                  <a:extLst>
                    <a:ext uri="{FF2B5EF4-FFF2-40B4-BE49-F238E27FC236}">
                      <a16:creationId xmlns:a16="http://schemas.microsoft.com/office/drawing/2014/main" id="{1EFE01C4-F5A6-365A-0650-C18354E6A34D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2" y="1785"/>
                  <a:ext cx="393" cy="132"/>
                </a:xfrm>
                <a:custGeom>
                  <a:avLst/>
                  <a:gdLst>
                    <a:gd name="T0" fmla="*/ 393 w 393"/>
                    <a:gd name="T1" fmla="*/ 28 h 132"/>
                    <a:gd name="T2" fmla="*/ 305 w 393"/>
                    <a:gd name="T3" fmla="*/ 0 h 132"/>
                    <a:gd name="T4" fmla="*/ 102 w 393"/>
                    <a:gd name="T5" fmla="*/ 83 h 132"/>
                    <a:gd name="T6" fmla="*/ 0 w 393"/>
                    <a:gd name="T7" fmla="*/ 55 h 132"/>
                    <a:gd name="T8" fmla="*/ 51 w 393"/>
                    <a:gd name="T9" fmla="*/ 132 h 132"/>
                    <a:gd name="T10" fmla="*/ 305 w 393"/>
                    <a:gd name="T11" fmla="*/ 132 h 132"/>
                    <a:gd name="T12" fmla="*/ 196 w 393"/>
                    <a:gd name="T13" fmla="*/ 104 h 132"/>
                    <a:gd name="T14" fmla="*/ 393 w 393"/>
                    <a:gd name="T15" fmla="*/ 28 h 13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2">
                      <a:moveTo>
                        <a:pt x="393" y="28"/>
                      </a:moveTo>
                      <a:lnTo>
                        <a:pt x="305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2"/>
                      </a:lnTo>
                      <a:lnTo>
                        <a:pt x="305" y="132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6692" name="Freeform 123">
                  <a:extLst>
                    <a:ext uri="{FF2B5EF4-FFF2-40B4-BE49-F238E27FC236}">
                      <a16:creationId xmlns:a16="http://schemas.microsoft.com/office/drawing/2014/main" id="{5E1A1563-42C4-2065-3493-3519456A4785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2" y="1785"/>
                  <a:ext cx="393" cy="132"/>
                </a:xfrm>
                <a:custGeom>
                  <a:avLst/>
                  <a:gdLst>
                    <a:gd name="T0" fmla="*/ 393 w 393"/>
                    <a:gd name="T1" fmla="*/ 28 h 132"/>
                    <a:gd name="T2" fmla="*/ 305 w 393"/>
                    <a:gd name="T3" fmla="*/ 0 h 132"/>
                    <a:gd name="T4" fmla="*/ 102 w 393"/>
                    <a:gd name="T5" fmla="*/ 83 h 132"/>
                    <a:gd name="T6" fmla="*/ 0 w 393"/>
                    <a:gd name="T7" fmla="*/ 55 h 132"/>
                    <a:gd name="T8" fmla="*/ 51 w 393"/>
                    <a:gd name="T9" fmla="*/ 132 h 132"/>
                    <a:gd name="T10" fmla="*/ 305 w 393"/>
                    <a:gd name="T11" fmla="*/ 132 h 132"/>
                    <a:gd name="T12" fmla="*/ 196 w 393"/>
                    <a:gd name="T13" fmla="*/ 104 h 132"/>
                    <a:gd name="T14" fmla="*/ 393 w 393"/>
                    <a:gd name="T15" fmla="*/ 28 h 13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2">
                      <a:moveTo>
                        <a:pt x="393" y="28"/>
                      </a:moveTo>
                      <a:lnTo>
                        <a:pt x="305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2"/>
                      </a:lnTo>
                      <a:lnTo>
                        <a:pt x="305" y="132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6693" name="Freeform 124">
                  <a:extLst>
                    <a:ext uri="{FF2B5EF4-FFF2-40B4-BE49-F238E27FC236}">
                      <a16:creationId xmlns:a16="http://schemas.microsoft.com/office/drawing/2014/main" id="{29AC5609-1D45-1E7C-8241-7C71A01F3C0F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44" y="1632"/>
                  <a:ext cx="392" cy="125"/>
                </a:xfrm>
                <a:custGeom>
                  <a:avLst/>
                  <a:gdLst>
                    <a:gd name="T0" fmla="*/ 0 w 392"/>
                    <a:gd name="T1" fmla="*/ 28 h 125"/>
                    <a:gd name="T2" fmla="*/ 87 w 392"/>
                    <a:gd name="T3" fmla="*/ 0 h 125"/>
                    <a:gd name="T4" fmla="*/ 298 w 392"/>
                    <a:gd name="T5" fmla="*/ 77 h 125"/>
                    <a:gd name="T6" fmla="*/ 392 w 392"/>
                    <a:gd name="T7" fmla="*/ 56 h 125"/>
                    <a:gd name="T8" fmla="*/ 341 w 392"/>
                    <a:gd name="T9" fmla="*/ 125 h 125"/>
                    <a:gd name="T10" fmla="*/ 94 w 392"/>
                    <a:gd name="T11" fmla="*/ 125 h 125"/>
                    <a:gd name="T12" fmla="*/ 196 w 392"/>
                    <a:gd name="T13" fmla="*/ 104 h 125"/>
                    <a:gd name="T14" fmla="*/ 0 w 392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2" y="56"/>
                      </a:lnTo>
                      <a:lnTo>
                        <a:pt x="341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6694" name="Freeform 125">
                  <a:extLst>
                    <a:ext uri="{FF2B5EF4-FFF2-40B4-BE49-F238E27FC236}">
                      <a16:creationId xmlns:a16="http://schemas.microsoft.com/office/drawing/2014/main" id="{ADC75A21-C599-9BDC-F072-A727D395F3E9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44" y="1632"/>
                  <a:ext cx="392" cy="125"/>
                </a:xfrm>
                <a:custGeom>
                  <a:avLst/>
                  <a:gdLst>
                    <a:gd name="T0" fmla="*/ 0 w 392"/>
                    <a:gd name="T1" fmla="*/ 28 h 125"/>
                    <a:gd name="T2" fmla="*/ 87 w 392"/>
                    <a:gd name="T3" fmla="*/ 0 h 125"/>
                    <a:gd name="T4" fmla="*/ 298 w 392"/>
                    <a:gd name="T5" fmla="*/ 77 h 125"/>
                    <a:gd name="T6" fmla="*/ 392 w 392"/>
                    <a:gd name="T7" fmla="*/ 56 h 125"/>
                    <a:gd name="T8" fmla="*/ 341 w 392"/>
                    <a:gd name="T9" fmla="*/ 125 h 125"/>
                    <a:gd name="T10" fmla="*/ 94 w 392"/>
                    <a:gd name="T11" fmla="*/ 125 h 125"/>
                    <a:gd name="T12" fmla="*/ 196 w 392"/>
                    <a:gd name="T13" fmla="*/ 104 h 125"/>
                    <a:gd name="T14" fmla="*/ 0 w 392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2" y="56"/>
                      </a:lnTo>
                      <a:lnTo>
                        <a:pt x="341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6695" name="Freeform 126">
                  <a:extLst>
                    <a:ext uri="{FF2B5EF4-FFF2-40B4-BE49-F238E27FC236}">
                      <a16:creationId xmlns:a16="http://schemas.microsoft.com/office/drawing/2014/main" id="{48073F99-603C-B982-6DB4-AB15A4243799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36" y="1799"/>
                  <a:ext cx="393" cy="124"/>
                </a:xfrm>
                <a:custGeom>
                  <a:avLst/>
                  <a:gdLst>
                    <a:gd name="T0" fmla="*/ 393 w 393"/>
                    <a:gd name="T1" fmla="*/ 97 h 124"/>
                    <a:gd name="T2" fmla="*/ 306 w 393"/>
                    <a:gd name="T3" fmla="*/ 124 h 124"/>
                    <a:gd name="T4" fmla="*/ 102 w 393"/>
                    <a:gd name="T5" fmla="*/ 41 h 124"/>
                    <a:gd name="T6" fmla="*/ 0 w 393"/>
                    <a:gd name="T7" fmla="*/ 69 h 124"/>
                    <a:gd name="T8" fmla="*/ 51 w 393"/>
                    <a:gd name="T9" fmla="*/ 0 h 124"/>
                    <a:gd name="T10" fmla="*/ 306 w 393"/>
                    <a:gd name="T11" fmla="*/ 0 h 124"/>
                    <a:gd name="T12" fmla="*/ 197 w 393"/>
                    <a:gd name="T13" fmla="*/ 21 h 124"/>
                    <a:gd name="T14" fmla="*/ 393 w 393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4">
                      <a:moveTo>
                        <a:pt x="393" y="97"/>
                      </a:moveTo>
                      <a:lnTo>
                        <a:pt x="306" y="124"/>
                      </a:lnTo>
                      <a:lnTo>
                        <a:pt x="102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6" y="0"/>
                      </a:lnTo>
                      <a:lnTo>
                        <a:pt x="197" y="21"/>
                      </a:lnTo>
                      <a:lnTo>
                        <a:pt x="393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6696" name="Freeform 127">
                  <a:extLst>
                    <a:ext uri="{FF2B5EF4-FFF2-40B4-BE49-F238E27FC236}">
                      <a16:creationId xmlns:a16="http://schemas.microsoft.com/office/drawing/2014/main" id="{4EB58864-0CCF-46A8-3570-AD6C81F70D9F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36" y="1799"/>
                  <a:ext cx="393" cy="124"/>
                </a:xfrm>
                <a:custGeom>
                  <a:avLst/>
                  <a:gdLst>
                    <a:gd name="T0" fmla="*/ 393 w 393"/>
                    <a:gd name="T1" fmla="*/ 97 h 124"/>
                    <a:gd name="T2" fmla="*/ 306 w 393"/>
                    <a:gd name="T3" fmla="*/ 124 h 124"/>
                    <a:gd name="T4" fmla="*/ 102 w 393"/>
                    <a:gd name="T5" fmla="*/ 41 h 124"/>
                    <a:gd name="T6" fmla="*/ 0 w 393"/>
                    <a:gd name="T7" fmla="*/ 69 h 124"/>
                    <a:gd name="T8" fmla="*/ 51 w 393"/>
                    <a:gd name="T9" fmla="*/ 0 h 124"/>
                    <a:gd name="T10" fmla="*/ 306 w 393"/>
                    <a:gd name="T11" fmla="*/ 0 h 124"/>
                    <a:gd name="T12" fmla="*/ 197 w 393"/>
                    <a:gd name="T13" fmla="*/ 21 h 124"/>
                    <a:gd name="T14" fmla="*/ 393 w 393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4">
                      <a:moveTo>
                        <a:pt x="393" y="97"/>
                      </a:moveTo>
                      <a:lnTo>
                        <a:pt x="306" y="124"/>
                      </a:lnTo>
                      <a:lnTo>
                        <a:pt x="102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6" y="0"/>
                      </a:lnTo>
                      <a:lnTo>
                        <a:pt x="197" y="21"/>
                      </a:lnTo>
                      <a:lnTo>
                        <a:pt x="393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26680" name="Group 128">
                <a:extLst>
                  <a:ext uri="{FF2B5EF4-FFF2-40B4-BE49-F238E27FC236}">
                    <a16:creationId xmlns:a16="http://schemas.microsoft.com/office/drawing/2014/main" id="{AA8AF6D1-98E9-3FE2-FB59-3CB85E89606F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29" y="1639"/>
                <a:ext cx="822" cy="291"/>
                <a:chOff x="429" y="1639"/>
                <a:chExt cx="822" cy="291"/>
              </a:xfrm>
            </p:grpSpPr>
            <p:sp>
              <p:nvSpPr>
                <p:cNvPr id="26681" name="Freeform 129">
                  <a:extLst>
                    <a:ext uri="{FF2B5EF4-FFF2-40B4-BE49-F238E27FC236}">
                      <a16:creationId xmlns:a16="http://schemas.microsoft.com/office/drawing/2014/main" id="{5B753517-8E0B-757C-C4EC-D612CE09A456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8" y="1646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5 w 393"/>
                    <a:gd name="T11" fmla="*/ 0 h 125"/>
                    <a:gd name="T12" fmla="*/ 197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5" y="0"/>
                      </a:lnTo>
                      <a:lnTo>
                        <a:pt x="197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6682" name="Freeform 130">
                  <a:extLst>
                    <a:ext uri="{FF2B5EF4-FFF2-40B4-BE49-F238E27FC236}">
                      <a16:creationId xmlns:a16="http://schemas.microsoft.com/office/drawing/2014/main" id="{DD5EA9A4-AC4C-4723-E102-0A0A8EA4F0C5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8" y="1646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5 w 393"/>
                    <a:gd name="T11" fmla="*/ 0 h 125"/>
                    <a:gd name="T12" fmla="*/ 197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5" y="0"/>
                      </a:lnTo>
                      <a:lnTo>
                        <a:pt x="197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6683" name="Freeform 131">
                  <a:extLst>
                    <a:ext uri="{FF2B5EF4-FFF2-40B4-BE49-F238E27FC236}">
                      <a16:creationId xmlns:a16="http://schemas.microsoft.com/office/drawing/2014/main" id="{7D5B067D-0F91-0640-C313-CEDD7EA3168A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9" y="1792"/>
                  <a:ext cx="393" cy="131"/>
                </a:xfrm>
                <a:custGeom>
                  <a:avLst/>
                  <a:gdLst>
                    <a:gd name="T0" fmla="*/ 393 w 393"/>
                    <a:gd name="T1" fmla="*/ 28 h 131"/>
                    <a:gd name="T2" fmla="*/ 306 w 393"/>
                    <a:gd name="T3" fmla="*/ 0 h 131"/>
                    <a:gd name="T4" fmla="*/ 102 w 393"/>
                    <a:gd name="T5" fmla="*/ 83 h 131"/>
                    <a:gd name="T6" fmla="*/ 0 w 393"/>
                    <a:gd name="T7" fmla="*/ 55 h 131"/>
                    <a:gd name="T8" fmla="*/ 51 w 393"/>
                    <a:gd name="T9" fmla="*/ 131 h 131"/>
                    <a:gd name="T10" fmla="*/ 306 w 393"/>
                    <a:gd name="T11" fmla="*/ 131 h 131"/>
                    <a:gd name="T12" fmla="*/ 196 w 393"/>
                    <a:gd name="T13" fmla="*/ 104 h 131"/>
                    <a:gd name="T14" fmla="*/ 393 w 393"/>
                    <a:gd name="T15" fmla="*/ 28 h 13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1">
                      <a:moveTo>
                        <a:pt x="393" y="28"/>
                      </a:moveTo>
                      <a:lnTo>
                        <a:pt x="306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1"/>
                      </a:lnTo>
                      <a:lnTo>
                        <a:pt x="306" y="131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6684" name="Freeform 132">
                  <a:extLst>
                    <a:ext uri="{FF2B5EF4-FFF2-40B4-BE49-F238E27FC236}">
                      <a16:creationId xmlns:a16="http://schemas.microsoft.com/office/drawing/2014/main" id="{99D5D8A5-1F59-C8FB-1550-BD08A01A076D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9" y="1792"/>
                  <a:ext cx="393" cy="131"/>
                </a:xfrm>
                <a:custGeom>
                  <a:avLst/>
                  <a:gdLst>
                    <a:gd name="T0" fmla="*/ 393 w 393"/>
                    <a:gd name="T1" fmla="*/ 28 h 131"/>
                    <a:gd name="T2" fmla="*/ 306 w 393"/>
                    <a:gd name="T3" fmla="*/ 0 h 131"/>
                    <a:gd name="T4" fmla="*/ 102 w 393"/>
                    <a:gd name="T5" fmla="*/ 83 h 131"/>
                    <a:gd name="T6" fmla="*/ 0 w 393"/>
                    <a:gd name="T7" fmla="*/ 55 h 131"/>
                    <a:gd name="T8" fmla="*/ 51 w 393"/>
                    <a:gd name="T9" fmla="*/ 131 h 131"/>
                    <a:gd name="T10" fmla="*/ 306 w 393"/>
                    <a:gd name="T11" fmla="*/ 131 h 131"/>
                    <a:gd name="T12" fmla="*/ 196 w 393"/>
                    <a:gd name="T13" fmla="*/ 104 h 131"/>
                    <a:gd name="T14" fmla="*/ 393 w 393"/>
                    <a:gd name="T15" fmla="*/ 28 h 13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1">
                      <a:moveTo>
                        <a:pt x="393" y="28"/>
                      </a:moveTo>
                      <a:lnTo>
                        <a:pt x="306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1"/>
                      </a:lnTo>
                      <a:lnTo>
                        <a:pt x="306" y="131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6685" name="Freeform 133">
                  <a:extLst>
                    <a:ext uri="{FF2B5EF4-FFF2-40B4-BE49-F238E27FC236}">
                      <a16:creationId xmlns:a16="http://schemas.microsoft.com/office/drawing/2014/main" id="{1FC195A0-38E0-73E1-237A-3200FD916EBB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51" y="1639"/>
                  <a:ext cx="393" cy="125"/>
                </a:xfrm>
                <a:custGeom>
                  <a:avLst/>
                  <a:gdLst>
                    <a:gd name="T0" fmla="*/ 0 w 393"/>
                    <a:gd name="T1" fmla="*/ 28 h 125"/>
                    <a:gd name="T2" fmla="*/ 87 w 393"/>
                    <a:gd name="T3" fmla="*/ 0 h 125"/>
                    <a:gd name="T4" fmla="*/ 298 w 393"/>
                    <a:gd name="T5" fmla="*/ 77 h 125"/>
                    <a:gd name="T6" fmla="*/ 393 w 393"/>
                    <a:gd name="T7" fmla="*/ 56 h 125"/>
                    <a:gd name="T8" fmla="*/ 342 w 393"/>
                    <a:gd name="T9" fmla="*/ 125 h 125"/>
                    <a:gd name="T10" fmla="*/ 94 w 393"/>
                    <a:gd name="T11" fmla="*/ 125 h 125"/>
                    <a:gd name="T12" fmla="*/ 196 w 393"/>
                    <a:gd name="T13" fmla="*/ 104 h 125"/>
                    <a:gd name="T14" fmla="*/ 0 w 393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3" y="56"/>
                      </a:lnTo>
                      <a:lnTo>
                        <a:pt x="342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6686" name="Freeform 134">
                  <a:extLst>
                    <a:ext uri="{FF2B5EF4-FFF2-40B4-BE49-F238E27FC236}">
                      <a16:creationId xmlns:a16="http://schemas.microsoft.com/office/drawing/2014/main" id="{E58A5F10-A92E-BD2B-7B42-1CED76260F19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51" y="1639"/>
                  <a:ext cx="393" cy="125"/>
                </a:xfrm>
                <a:custGeom>
                  <a:avLst/>
                  <a:gdLst>
                    <a:gd name="T0" fmla="*/ 0 w 393"/>
                    <a:gd name="T1" fmla="*/ 28 h 125"/>
                    <a:gd name="T2" fmla="*/ 87 w 393"/>
                    <a:gd name="T3" fmla="*/ 0 h 125"/>
                    <a:gd name="T4" fmla="*/ 298 w 393"/>
                    <a:gd name="T5" fmla="*/ 77 h 125"/>
                    <a:gd name="T6" fmla="*/ 393 w 393"/>
                    <a:gd name="T7" fmla="*/ 56 h 125"/>
                    <a:gd name="T8" fmla="*/ 342 w 393"/>
                    <a:gd name="T9" fmla="*/ 125 h 125"/>
                    <a:gd name="T10" fmla="*/ 94 w 393"/>
                    <a:gd name="T11" fmla="*/ 125 h 125"/>
                    <a:gd name="T12" fmla="*/ 196 w 393"/>
                    <a:gd name="T13" fmla="*/ 104 h 125"/>
                    <a:gd name="T14" fmla="*/ 0 w 393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3" y="56"/>
                      </a:lnTo>
                      <a:lnTo>
                        <a:pt x="342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6687" name="Freeform 135">
                  <a:extLst>
                    <a:ext uri="{FF2B5EF4-FFF2-40B4-BE49-F238E27FC236}">
                      <a16:creationId xmlns:a16="http://schemas.microsoft.com/office/drawing/2014/main" id="{6816BA4C-BE74-1B08-32D6-3247CB093CAC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44" y="1806"/>
                  <a:ext cx="392" cy="124"/>
                </a:xfrm>
                <a:custGeom>
                  <a:avLst/>
                  <a:gdLst>
                    <a:gd name="T0" fmla="*/ 392 w 392"/>
                    <a:gd name="T1" fmla="*/ 97 h 124"/>
                    <a:gd name="T2" fmla="*/ 305 w 392"/>
                    <a:gd name="T3" fmla="*/ 124 h 124"/>
                    <a:gd name="T4" fmla="*/ 101 w 392"/>
                    <a:gd name="T5" fmla="*/ 41 h 124"/>
                    <a:gd name="T6" fmla="*/ 0 w 392"/>
                    <a:gd name="T7" fmla="*/ 69 h 124"/>
                    <a:gd name="T8" fmla="*/ 51 w 392"/>
                    <a:gd name="T9" fmla="*/ 0 h 124"/>
                    <a:gd name="T10" fmla="*/ 305 w 392"/>
                    <a:gd name="T11" fmla="*/ 0 h 124"/>
                    <a:gd name="T12" fmla="*/ 196 w 392"/>
                    <a:gd name="T13" fmla="*/ 20 h 124"/>
                    <a:gd name="T14" fmla="*/ 392 w 392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4">
                      <a:moveTo>
                        <a:pt x="392" y="97"/>
                      </a:moveTo>
                      <a:lnTo>
                        <a:pt x="305" y="124"/>
                      </a:lnTo>
                      <a:lnTo>
                        <a:pt x="101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5" y="0"/>
                      </a:lnTo>
                      <a:lnTo>
                        <a:pt x="196" y="20"/>
                      </a:lnTo>
                      <a:lnTo>
                        <a:pt x="392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6688" name="Freeform 136">
                  <a:extLst>
                    <a:ext uri="{FF2B5EF4-FFF2-40B4-BE49-F238E27FC236}">
                      <a16:creationId xmlns:a16="http://schemas.microsoft.com/office/drawing/2014/main" id="{97FA21AF-8F5A-04FF-B0D9-E9B29238F9C3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44" y="1806"/>
                  <a:ext cx="392" cy="124"/>
                </a:xfrm>
                <a:custGeom>
                  <a:avLst/>
                  <a:gdLst>
                    <a:gd name="T0" fmla="*/ 392 w 392"/>
                    <a:gd name="T1" fmla="*/ 97 h 124"/>
                    <a:gd name="T2" fmla="*/ 305 w 392"/>
                    <a:gd name="T3" fmla="*/ 124 h 124"/>
                    <a:gd name="T4" fmla="*/ 101 w 392"/>
                    <a:gd name="T5" fmla="*/ 41 h 124"/>
                    <a:gd name="T6" fmla="*/ 0 w 392"/>
                    <a:gd name="T7" fmla="*/ 69 h 124"/>
                    <a:gd name="T8" fmla="*/ 51 w 392"/>
                    <a:gd name="T9" fmla="*/ 0 h 124"/>
                    <a:gd name="T10" fmla="*/ 305 w 392"/>
                    <a:gd name="T11" fmla="*/ 0 h 124"/>
                    <a:gd name="T12" fmla="*/ 196 w 392"/>
                    <a:gd name="T13" fmla="*/ 20 h 124"/>
                    <a:gd name="T14" fmla="*/ 392 w 392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4">
                      <a:moveTo>
                        <a:pt x="392" y="97"/>
                      </a:moveTo>
                      <a:lnTo>
                        <a:pt x="305" y="124"/>
                      </a:lnTo>
                      <a:lnTo>
                        <a:pt x="101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5" y="0"/>
                      </a:lnTo>
                      <a:lnTo>
                        <a:pt x="196" y="20"/>
                      </a:lnTo>
                      <a:lnTo>
                        <a:pt x="392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</p:grpSp>
        <p:sp>
          <p:nvSpPr>
            <p:cNvPr id="26678" name="WordArt 137">
              <a:extLst>
                <a:ext uri="{FF2B5EF4-FFF2-40B4-BE49-F238E27FC236}">
                  <a16:creationId xmlns:a16="http://schemas.microsoft.com/office/drawing/2014/main" id="{F3160197-D36D-2015-2DCA-8BC9435DE547}"/>
                </a:ext>
              </a:extLst>
            </p:cNvPr>
            <p:cNvSpPr>
              <a:spLocks noChangeAspect="1" noChangeArrowheads="1" noChangeShapeType="1" noTextEdit="1"/>
            </p:cNvSpPr>
            <p:nvPr/>
          </p:nvSpPr>
          <p:spPr bwMode="auto">
            <a:xfrm>
              <a:off x="835" y="2582"/>
              <a:ext cx="346" cy="104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GB" sz="14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r2  </a:t>
              </a:r>
            </a:p>
          </p:txBody>
        </p:sp>
      </p:grpSp>
      <p:sp>
        <p:nvSpPr>
          <p:cNvPr id="26646" name="Line 138">
            <a:extLst>
              <a:ext uri="{FF2B5EF4-FFF2-40B4-BE49-F238E27FC236}">
                <a16:creationId xmlns:a16="http://schemas.microsoft.com/office/drawing/2014/main" id="{28AD3016-B66E-07F6-FEA6-8994E7711F90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4528245" y="6453336"/>
            <a:ext cx="8604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26647" name="Line 139">
            <a:extLst>
              <a:ext uri="{FF2B5EF4-FFF2-40B4-BE49-F238E27FC236}">
                <a16:creationId xmlns:a16="http://schemas.microsoft.com/office/drawing/2014/main" id="{D6903CB5-7E0B-4DBF-603A-0070F5F45081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5769670" y="5018236"/>
            <a:ext cx="8604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26648" name="Arc 142">
            <a:extLst>
              <a:ext uri="{FF2B5EF4-FFF2-40B4-BE49-F238E27FC236}">
                <a16:creationId xmlns:a16="http://schemas.microsoft.com/office/drawing/2014/main" id="{6DF8D839-25CC-BCDF-FEF7-CA1BF2DD0B0A}"/>
              </a:ext>
            </a:extLst>
          </p:cNvPr>
          <p:cNvSpPr>
            <a:spLocks/>
          </p:cNvSpPr>
          <p:nvPr/>
        </p:nvSpPr>
        <p:spPr bwMode="auto">
          <a:xfrm rot="10492310" flipV="1">
            <a:off x="5518226" y="3765960"/>
            <a:ext cx="3256053" cy="431800"/>
          </a:xfrm>
          <a:custGeom>
            <a:avLst/>
            <a:gdLst>
              <a:gd name="T0" fmla="*/ 0 w 21600"/>
              <a:gd name="T1" fmla="*/ 0 h 21600"/>
              <a:gd name="T2" fmla="*/ 2052638 w 21600"/>
              <a:gd name="T3" fmla="*/ 431800 h 21600"/>
              <a:gd name="T4" fmla="*/ 0 w 21600"/>
              <a:gd name="T5" fmla="*/ 43180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FF0000"/>
            </a:solidFill>
            <a:prstDash val="sysDot"/>
            <a:round/>
            <a:headEnd type="triangle" w="lg" len="lg"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6649" name="Arc 144">
            <a:extLst>
              <a:ext uri="{FF2B5EF4-FFF2-40B4-BE49-F238E27FC236}">
                <a16:creationId xmlns:a16="http://schemas.microsoft.com/office/drawing/2014/main" id="{763D815A-D0B0-430B-296D-D1E1DF0302EF}"/>
              </a:ext>
            </a:extLst>
          </p:cNvPr>
          <p:cNvSpPr>
            <a:spLocks/>
          </p:cNvSpPr>
          <p:nvPr/>
        </p:nvSpPr>
        <p:spPr bwMode="auto">
          <a:xfrm rot="21299596" flipV="1">
            <a:off x="5621796" y="4095432"/>
            <a:ext cx="3185771" cy="360362"/>
          </a:xfrm>
          <a:custGeom>
            <a:avLst/>
            <a:gdLst>
              <a:gd name="T0" fmla="*/ 0 w 21600"/>
              <a:gd name="T1" fmla="*/ 0 h 21600"/>
              <a:gd name="T2" fmla="*/ 2200275 w 21600"/>
              <a:gd name="T3" fmla="*/ 360362 h 21600"/>
              <a:gd name="T4" fmla="*/ 0 w 21600"/>
              <a:gd name="T5" fmla="*/ 360362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FF0000"/>
            </a:solidFill>
            <a:prstDash val="sysDot"/>
            <a:round/>
            <a:headEnd type="triangle" w="lg" len="lg"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6650" name="Text Box 145">
            <a:extLst>
              <a:ext uri="{FF2B5EF4-FFF2-40B4-BE49-F238E27FC236}">
                <a16:creationId xmlns:a16="http://schemas.microsoft.com/office/drawing/2014/main" id="{C6FD556A-2FB6-2980-FEEC-FE3413952D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6944" y="4493942"/>
            <a:ext cx="2208213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it-IT" b="1" dirty="0">
                <a:solidFill>
                  <a:schemeClr val="tx2"/>
                </a:solidFill>
                <a:latin typeface="Tahoma" panose="020B0604030504040204" pitchFamily="34" charset="0"/>
              </a:rPr>
              <a:t>inbound traffic</a:t>
            </a:r>
          </a:p>
          <a:p>
            <a:pPr algn="ctr"/>
            <a:r>
              <a:rPr lang="en-US" altLang="it-IT" b="1" dirty="0">
                <a:solidFill>
                  <a:schemeClr val="tx2"/>
                </a:solidFill>
                <a:latin typeface="Tahoma" panose="020B0604030504040204" pitchFamily="34" charset="0"/>
              </a:rPr>
              <a:t>(to 100.1.0.0/16)</a:t>
            </a:r>
          </a:p>
        </p:txBody>
      </p:sp>
      <p:grpSp>
        <p:nvGrpSpPr>
          <p:cNvPr id="26652" name="Group 147">
            <a:extLst>
              <a:ext uri="{FF2B5EF4-FFF2-40B4-BE49-F238E27FC236}">
                <a16:creationId xmlns:a16="http://schemas.microsoft.com/office/drawing/2014/main" id="{244B5417-5DDD-E4F1-F0CE-7A9D5BFAD47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8759826" y="3617144"/>
            <a:ext cx="576263" cy="315912"/>
            <a:chOff x="1680" y="912"/>
            <a:chExt cx="576" cy="317"/>
          </a:xfrm>
        </p:grpSpPr>
        <p:grpSp>
          <p:nvGrpSpPr>
            <p:cNvPr id="26654" name="Group 148">
              <a:extLst>
                <a:ext uri="{FF2B5EF4-FFF2-40B4-BE49-F238E27FC236}">
                  <a16:creationId xmlns:a16="http://schemas.microsoft.com/office/drawing/2014/main" id="{73823C44-1F9B-AFAC-1C32-5C5FBC2BF6E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680" y="912"/>
              <a:ext cx="576" cy="317"/>
              <a:chOff x="3312" y="2160"/>
              <a:chExt cx="960" cy="528"/>
            </a:xfrm>
          </p:grpSpPr>
          <p:sp>
            <p:nvSpPr>
              <p:cNvPr id="26656" name="AutoShape 149">
                <a:extLst>
                  <a:ext uri="{FF2B5EF4-FFF2-40B4-BE49-F238E27FC236}">
                    <a16:creationId xmlns:a16="http://schemas.microsoft.com/office/drawing/2014/main" id="{EE04126B-29D2-3DB6-625A-2EF39A20294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312" y="2160"/>
                <a:ext cx="960" cy="528"/>
              </a:xfrm>
              <a:prstGeom prst="can">
                <a:avLst>
                  <a:gd name="adj" fmla="val 50000"/>
                </a:avLst>
              </a:prstGeom>
              <a:gradFill rotWithShape="0">
                <a:gsLst>
                  <a:gs pos="0">
                    <a:srgbClr val="002F5E"/>
                  </a:gs>
                  <a:gs pos="50000">
                    <a:srgbClr val="0066CC"/>
                  </a:gs>
                  <a:gs pos="100000">
                    <a:srgbClr val="002F5E"/>
                  </a:gs>
                </a:gsLst>
                <a:lin ang="0" scaled="1"/>
              </a:gradFill>
              <a:ln w="9525">
                <a:solidFill>
                  <a:srgbClr val="819F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73025" tIns="36512" rIns="73025" bIns="36512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it-IT" altLang="en-IT"/>
              </a:p>
            </p:txBody>
          </p:sp>
          <p:grpSp>
            <p:nvGrpSpPr>
              <p:cNvPr id="26657" name="Group 150">
                <a:extLst>
                  <a:ext uri="{FF2B5EF4-FFF2-40B4-BE49-F238E27FC236}">
                    <a16:creationId xmlns:a16="http://schemas.microsoft.com/office/drawing/2014/main" id="{A5DBFE3C-61A1-2553-5887-8240BD0426AC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488" y="2193"/>
                <a:ext cx="599" cy="207"/>
                <a:chOff x="422" y="1632"/>
                <a:chExt cx="829" cy="298"/>
              </a:xfrm>
            </p:grpSpPr>
            <p:grpSp>
              <p:nvGrpSpPr>
                <p:cNvPr id="26658" name="Group 151">
                  <a:extLst>
                    <a:ext uri="{FF2B5EF4-FFF2-40B4-BE49-F238E27FC236}">
                      <a16:creationId xmlns:a16="http://schemas.microsoft.com/office/drawing/2014/main" id="{7B50861E-3D8F-7FA2-F247-BCF0F9689376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2" y="1632"/>
                  <a:ext cx="822" cy="291"/>
                  <a:chOff x="422" y="1632"/>
                  <a:chExt cx="822" cy="291"/>
                </a:xfrm>
              </p:grpSpPr>
              <p:sp>
                <p:nvSpPr>
                  <p:cNvPr id="26668" name="Freeform 152">
                    <a:extLst>
                      <a:ext uri="{FF2B5EF4-FFF2-40B4-BE49-F238E27FC236}">
                        <a16:creationId xmlns:a16="http://schemas.microsoft.com/office/drawing/2014/main" id="{D2E963CB-9F82-7403-9D53-E54E1F52977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26669" name="Freeform 153">
                    <a:extLst>
                      <a:ext uri="{FF2B5EF4-FFF2-40B4-BE49-F238E27FC236}">
                        <a16:creationId xmlns:a16="http://schemas.microsoft.com/office/drawing/2014/main" id="{CA1EEB95-72B3-86F2-8BDE-DB61CB5A0B4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26670" name="Freeform 154">
                    <a:extLst>
                      <a:ext uri="{FF2B5EF4-FFF2-40B4-BE49-F238E27FC236}">
                        <a16:creationId xmlns:a16="http://schemas.microsoft.com/office/drawing/2014/main" id="{CB4A2779-12EE-DC8B-CFB1-5DD54AFE3B5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26671" name="Freeform 155">
                    <a:extLst>
                      <a:ext uri="{FF2B5EF4-FFF2-40B4-BE49-F238E27FC236}">
                        <a16:creationId xmlns:a16="http://schemas.microsoft.com/office/drawing/2014/main" id="{34D977BB-EABE-FE5F-018B-199DF62FF13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26672" name="Freeform 156">
                    <a:extLst>
                      <a:ext uri="{FF2B5EF4-FFF2-40B4-BE49-F238E27FC236}">
                        <a16:creationId xmlns:a16="http://schemas.microsoft.com/office/drawing/2014/main" id="{1ABB9983-727C-1D8D-5E08-4A0B833E14D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26673" name="Freeform 157">
                    <a:extLst>
                      <a:ext uri="{FF2B5EF4-FFF2-40B4-BE49-F238E27FC236}">
                        <a16:creationId xmlns:a16="http://schemas.microsoft.com/office/drawing/2014/main" id="{E65C5550-5E37-D22A-AFE1-47C620CB19A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26674" name="Freeform 158">
                    <a:extLst>
                      <a:ext uri="{FF2B5EF4-FFF2-40B4-BE49-F238E27FC236}">
                        <a16:creationId xmlns:a16="http://schemas.microsoft.com/office/drawing/2014/main" id="{FE288338-6983-9792-1AC1-F4E61BE3549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26675" name="Freeform 159">
                    <a:extLst>
                      <a:ext uri="{FF2B5EF4-FFF2-40B4-BE49-F238E27FC236}">
                        <a16:creationId xmlns:a16="http://schemas.microsoft.com/office/drawing/2014/main" id="{F85935EC-879E-9F10-95C3-1D0881D7361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26659" name="Group 160">
                  <a:extLst>
                    <a:ext uri="{FF2B5EF4-FFF2-40B4-BE49-F238E27FC236}">
                      <a16:creationId xmlns:a16="http://schemas.microsoft.com/office/drawing/2014/main" id="{FDD33EE2-76E7-C038-6B54-31C9AABFF55F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9" y="1639"/>
                  <a:ext cx="822" cy="291"/>
                  <a:chOff x="429" y="1639"/>
                  <a:chExt cx="822" cy="291"/>
                </a:xfrm>
              </p:grpSpPr>
              <p:sp>
                <p:nvSpPr>
                  <p:cNvPr id="26660" name="Freeform 161">
                    <a:extLst>
                      <a:ext uri="{FF2B5EF4-FFF2-40B4-BE49-F238E27FC236}">
                        <a16:creationId xmlns:a16="http://schemas.microsoft.com/office/drawing/2014/main" id="{6767D7B1-92E5-E339-4A32-957007AD6D5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26661" name="Freeform 162">
                    <a:extLst>
                      <a:ext uri="{FF2B5EF4-FFF2-40B4-BE49-F238E27FC236}">
                        <a16:creationId xmlns:a16="http://schemas.microsoft.com/office/drawing/2014/main" id="{44E063F0-38A1-B30C-6DFB-E4A5F3203EB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26662" name="Freeform 163">
                    <a:extLst>
                      <a:ext uri="{FF2B5EF4-FFF2-40B4-BE49-F238E27FC236}">
                        <a16:creationId xmlns:a16="http://schemas.microsoft.com/office/drawing/2014/main" id="{5229FF38-8B86-D3ED-3067-CA069811A2B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26663" name="Freeform 164">
                    <a:extLst>
                      <a:ext uri="{FF2B5EF4-FFF2-40B4-BE49-F238E27FC236}">
                        <a16:creationId xmlns:a16="http://schemas.microsoft.com/office/drawing/2014/main" id="{CFA6F26D-81CC-4B29-9405-60E30A7E752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26664" name="Freeform 165">
                    <a:extLst>
                      <a:ext uri="{FF2B5EF4-FFF2-40B4-BE49-F238E27FC236}">
                        <a16:creationId xmlns:a16="http://schemas.microsoft.com/office/drawing/2014/main" id="{046D4756-7759-874E-C291-7FF69E31AD3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26665" name="Freeform 166">
                    <a:extLst>
                      <a:ext uri="{FF2B5EF4-FFF2-40B4-BE49-F238E27FC236}">
                        <a16:creationId xmlns:a16="http://schemas.microsoft.com/office/drawing/2014/main" id="{BC7B718E-A717-8D65-2D00-74A451B0311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26666" name="Freeform 167">
                    <a:extLst>
                      <a:ext uri="{FF2B5EF4-FFF2-40B4-BE49-F238E27FC236}">
                        <a16:creationId xmlns:a16="http://schemas.microsoft.com/office/drawing/2014/main" id="{32C1EF01-7C81-1FBF-CCA1-32E9764D598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26667" name="Freeform 168">
                    <a:extLst>
                      <a:ext uri="{FF2B5EF4-FFF2-40B4-BE49-F238E27FC236}">
                        <a16:creationId xmlns:a16="http://schemas.microsoft.com/office/drawing/2014/main" id="{E8F1C2EE-0A1C-1807-0D5C-E75E5A974DB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</p:grpSp>
        </p:grpSp>
        <p:sp>
          <p:nvSpPr>
            <p:cNvPr id="26655" name="WordArt 169">
              <a:extLst>
                <a:ext uri="{FF2B5EF4-FFF2-40B4-BE49-F238E27FC236}">
                  <a16:creationId xmlns:a16="http://schemas.microsoft.com/office/drawing/2014/main" id="{45E71D02-C698-4852-02FD-AB415DB49159}"/>
                </a:ext>
              </a:extLst>
            </p:cNvPr>
            <p:cNvSpPr>
              <a:spLocks noChangeAspect="1" noChangeArrowheads="1" noChangeShapeType="1" noTextEdit="1"/>
            </p:cNvSpPr>
            <p:nvPr/>
          </p:nvSpPr>
          <p:spPr bwMode="auto">
            <a:xfrm>
              <a:off x="1709" y="1042"/>
              <a:ext cx="518" cy="15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GB" sz="1400" kern="10" dirty="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r5  </a:t>
              </a:r>
            </a:p>
          </p:txBody>
        </p:sp>
      </p:grpSp>
      <p:sp>
        <p:nvSpPr>
          <p:cNvPr id="26653" name="Text Box 170">
            <a:extLst>
              <a:ext uri="{FF2B5EF4-FFF2-40B4-BE49-F238E27FC236}">
                <a16:creationId xmlns:a16="http://schemas.microsoft.com/office/drawing/2014/main" id="{0B9D421C-091E-16EF-5368-D6BECB37EA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5363" y="3062037"/>
            <a:ext cx="2049463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it-IT" b="1" dirty="0">
                <a:solidFill>
                  <a:schemeClr val="tx2"/>
                </a:solidFill>
                <a:latin typeface="Tahoma" panose="020B0604030504040204" pitchFamily="34" charset="0"/>
              </a:rPr>
              <a:t>outbound traffic</a:t>
            </a:r>
          </a:p>
          <a:p>
            <a:pPr algn="ctr"/>
            <a:r>
              <a:rPr lang="en-US" altLang="it-IT" b="1" dirty="0">
                <a:solidFill>
                  <a:schemeClr val="tx2"/>
                </a:solidFill>
                <a:latin typeface="Tahoma" panose="020B0604030504040204" pitchFamily="34" charset="0"/>
              </a:rPr>
              <a:t>(to 0.0.0.0/0)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Rectangle 32">
            <a:extLst>
              <a:ext uri="{FF2B5EF4-FFF2-40B4-BE49-F238E27FC236}">
                <a16:creationId xmlns:a16="http://schemas.microsoft.com/office/drawing/2014/main" id="{1C94277A-0CDE-FFCA-1FED-C11988D076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 dirty="0" err="1"/>
              <a:t>adding</a:t>
            </a:r>
            <a:r>
              <a:rPr lang="it-IT" altLang="it-IT" dirty="0"/>
              <a:t> a </a:t>
            </a:r>
            <a:r>
              <a:rPr lang="it-IT" altLang="it-IT" dirty="0" err="1"/>
              <a:t>static</a:t>
            </a:r>
            <a:r>
              <a:rPr lang="it-IT" altLang="it-IT" dirty="0"/>
              <a:t> </a:t>
            </a:r>
            <a:r>
              <a:rPr lang="it-IT" altLang="it-IT" dirty="0" err="1"/>
              <a:t>route</a:t>
            </a:r>
            <a:r>
              <a:rPr lang="it-IT" altLang="it-IT" dirty="0"/>
              <a:t> to </a:t>
            </a:r>
            <a:r>
              <a:rPr lang="it-IT" altLang="it-IT" b="1" dirty="0">
                <a:latin typeface="Courier New" panose="02070309020205020404" pitchFamily="49" charset="0"/>
              </a:rPr>
              <a:t>r5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857BA75E-9BF6-1684-23AB-116F9D177A6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/>
          <a:p>
            <a:r>
              <a:rPr lang="it-IT" altLang="it-IT"/>
              <a:t>last update: Oct 2023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8CE63E6-0FE0-0EF2-1884-0844041D045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/>
          <a:p>
            <a:r>
              <a:rPr lang="it-IT" altLang="it-IT"/>
              <a:t>kathara – [ lab: rip_frr ]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8C2D1B1-273E-84A5-D294-9816FBAD917C}"/>
              </a:ext>
            </a:extLst>
          </p:cNvPr>
          <p:cNvGrpSpPr/>
          <p:nvPr/>
        </p:nvGrpSpPr>
        <p:grpSpPr>
          <a:xfrm>
            <a:off x="609600" y="1916832"/>
            <a:ext cx="10972802" cy="3600400"/>
            <a:chOff x="607480" y="2378845"/>
            <a:chExt cx="10972802" cy="36004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975B4D4-AFE7-F0FC-DDB8-8B770AADA8E7}"/>
                </a:ext>
              </a:extLst>
            </p:cNvPr>
            <p:cNvSpPr/>
            <p:nvPr/>
          </p:nvSpPr>
          <p:spPr>
            <a:xfrm>
              <a:off x="607481" y="2632078"/>
              <a:ext cx="10972801" cy="3347167"/>
            </a:xfrm>
            <a:prstGeom prst="rect">
              <a:avLst/>
            </a:prstGeom>
            <a:solidFill>
              <a:sysClr val="windowText" lastClr="000000"/>
            </a:solidFill>
            <a:ln w="57150" cap="flat" cmpd="sng" algn="ctr">
              <a:solidFill>
                <a:srgbClr val="4472C4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t"/>
            <a:lstStyle/>
            <a:p>
              <a:pPr eaLnBrk="1" hangingPunct="1"/>
              <a:r>
                <a: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root@</a:t>
              </a:r>
              <a:r>
                <a:rPr lang="it-IT" kern="0" dirty="0">
                  <a:solidFill>
                    <a:prstClr val="white">
                      <a:lumMod val="65000"/>
                    </a:prstClr>
                  </a:solidFill>
                  <a:latin typeface="Consolas" panose="020B0609020204030204" pitchFamily="49" charset="0"/>
                </a:rPr>
                <a:t>r5</a:t>
              </a:r>
              <a:r>
                <a: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:~$</a:t>
              </a:r>
              <a:r>
                <a: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 </a:t>
              </a:r>
              <a:r>
                <a:rPr kumimoji="0" lang="it-IT" b="1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ip</a:t>
              </a:r>
              <a:r>
                <a:rPr kumimoji="0" lang="it-IT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 </a:t>
              </a:r>
              <a:r>
                <a:rPr kumimoji="0" lang="it-IT" b="1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route</a:t>
              </a:r>
              <a:r>
                <a:rPr kumimoji="0" lang="it-IT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 </a:t>
              </a:r>
              <a:r>
                <a:rPr kumimoji="0" lang="it-IT" b="1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add</a:t>
              </a:r>
              <a:r>
                <a:rPr kumimoji="0" lang="it-IT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 100.1.0.0/16 via 100.2.0.1</a:t>
              </a:r>
            </a:p>
            <a:p>
              <a:pPr eaLnBrk="1" hangingPunct="1"/>
              <a:r>
                <a: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root@</a:t>
              </a:r>
              <a:r>
                <a:rPr lang="it-IT" kern="0" dirty="0">
                  <a:solidFill>
                    <a:prstClr val="white">
                      <a:lumMod val="65000"/>
                    </a:prstClr>
                  </a:solidFill>
                  <a:latin typeface="Consolas" panose="020B0609020204030204" pitchFamily="49" charset="0"/>
                </a:rPr>
                <a:t>r5</a:t>
              </a:r>
              <a:r>
                <a: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:~$</a:t>
              </a:r>
              <a:r>
                <a: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 </a:t>
              </a:r>
              <a:r>
                <a:rPr lang="it-IT" sz="1800" b="1" kern="0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ping</a:t>
              </a:r>
              <a:r>
                <a:rPr lang="it-IT" sz="1800" b="1" kern="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100.1.2.1</a:t>
              </a:r>
              <a:endParaRPr kumimoji="0" lang="it-IT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endParaRPr>
            </a:p>
            <a:p>
              <a:pPr eaLnBrk="1" hangingPunct="1"/>
              <a:r>
                <a:rPr lang="it-IT" kern="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PING 100.1.2.1 (100.1.2.1) 56(84) bytes of data.</a:t>
              </a:r>
            </a:p>
            <a:p>
              <a:pPr eaLnBrk="1" hangingPunct="1"/>
              <a:r>
                <a:rPr lang="it-IT" kern="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64 bytes from 100.1.2.1: </a:t>
              </a:r>
              <a:r>
                <a:rPr lang="it-IT" kern="0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icmp_seq</a:t>
              </a:r>
              <a:r>
                <a:rPr lang="it-IT" kern="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=1 </a:t>
              </a:r>
              <a:r>
                <a:rPr lang="it-IT" kern="0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ttl</a:t>
              </a:r>
              <a:r>
                <a:rPr lang="it-IT" kern="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=62 time=24.1 </a:t>
              </a:r>
              <a:r>
                <a:rPr lang="it-IT" kern="0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ms</a:t>
              </a:r>
              <a:endParaRPr lang="it-IT" kern="0" dirty="0">
                <a:solidFill>
                  <a:schemeClr val="bg1"/>
                </a:solidFill>
                <a:latin typeface="Lucida Console" panose="020B0609040504020204" pitchFamily="49" charset="0"/>
              </a:endParaRPr>
            </a:p>
            <a:p>
              <a:pPr eaLnBrk="1" hangingPunct="1"/>
              <a:r>
                <a:rPr lang="it-IT" kern="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64 bytes from 100.1.2.1: </a:t>
              </a:r>
              <a:r>
                <a:rPr lang="it-IT" kern="0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icmp_seq</a:t>
              </a:r>
              <a:r>
                <a:rPr lang="it-IT" kern="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=2 </a:t>
              </a:r>
              <a:r>
                <a:rPr lang="it-IT" kern="0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ttl</a:t>
              </a:r>
              <a:r>
                <a:rPr lang="it-IT" kern="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=62 time=1.11 </a:t>
              </a:r>
              <a:r>
                <a:rPr lang="it-IT" kern="0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ms</a:t>
              </a:r>
              <a:endParaRPr lang="it-IT" kern="0" dirty="0">
                <a:solidFill>
                  <a:schemeClr val="bg1"/>
                </a:solidFill>
                <a:latin typeface="Lucida Console" panose="020B0609040504020204" pitchFamily="49" charset="0"/>
              </a:endParaRPr>
            </a:p>
            <a:p>
              <a:pPr eaLnBrk="1" hangingPunct="1"/>
              <a:endParaRPr lang="it-IT" kern="0" dirty="0">
                <a:solidFill>
                  <a:schemeClr val="bg1"/>
                </a:solidFill>
                <a:latin typeface="Lucida Console" panose="020B0609040504020204" pitchFamily="49" charset="0"/>
              </a:endParaRPr>
            </a:p>
            <a:p>
              <a:pPr eaLnBrk="1" hangingPunct="1"/>
              <a:r>
                <a:rPr lang="it-IT" kern="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--- 100.1.2.1 </a:t>
              </a:r>
              <a:r>
                <a:rPr lang="it-IT" kern="0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ping</a:t>
              </a:r>
              <a:r>
                <a:rPr lang="it-IT" kern="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</a:t>
              </a:r>
              <a:r>
                <a:rPr lang="it-IT" kern="0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statistics</a:t>
              </a:r>
              <a:r>
                <a:rPr lang="it-IT" kern="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---</a:t>
              </a:r>
            </a:p>
            <a:p>
              <a:pPr eaLnBrk="1" hangingPunct="1"/>
              <a:r>
                <a:rPr lang="it-IT" kern="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2 </a:t>
              </a:r>
              <a:r>
                <a:rPr lang="it-IT" kern="0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packets</a:t>
              </a:r>
              <a:r>
                <a:rPr lang="it-IT" kern="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</a:t>
              </a:r>
              <a:r>
                <a:rPr lang="it-IT" kern="0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transmitted</a:t>
              </a:r>
              <a:r>
                <a:rPr lang="it-IT" kern="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, 2 </a:t>
              </a:r>
              <a:r>
                <a:rPr lang="it-IT" kern="0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received</a:t>
              </a:r>
              <a:r>
                <a:rPr lang="it-IT" kern="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, 0% </a:t>
              </a:r>
              <a:r>
                <a:rPr lang="it-IT" kern="0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packet</a:t>
              </a:r>
              <a:r>
                <a:rPr lang="it-IT" kern="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</a:t>
              </a:r>
              <a:r>
                <a:rPr lang="it-IT" kern="0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loss</a:t>
              </a:r>
              <a:r>
                <a:rPr lang="it-IT" kern="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, time 1023ms</a:t>
              </a:r>
            </a:p>
            <a:p>
              <a:pPr eaLnBrk="1" hangingPunct="1"/>
              <a:r>
                <a:rPr lang="it-IT" kern="0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rtt</a:t>
              </a:r>
              <a:r>
                <a:rPr lang="it-IT" kern="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min/</a:t>
              </a:r>
              <a:r>
                <a:rPr lang="it-IT" kern="0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avg</a:t>
              </a:r>
              <a:r>
                <a:rPr lang="it-IT" kern="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/max/</a:t>
              </a:r>
              <a:r>
                <a:rPr lang="it-IT" kern="0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mdev</a:t>
              </a:r>
              <a:r>
                <a:rPr lang="it-IT" kern="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= 1.117/12.634/24.151/11.517 </a:t>
              </a:r>
              <a:r>
                <a:rPr lang="it-IT" kern="0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ms</a:t>
              </a:r>
              <a:endParaRPr lang="it-IT" altLang="it-IT" sz="1800" dirty="0">
                <a:solidFill>
                  <a:schemeClr val="bg1"/>
                </a:solidFill>
                <a:latin typeface="Lucida Console" panose="020B0609040504020204" pitchFamily="49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6F8300E-3B8E-F10C-D799-54B0BC6DEA85}"/>
                </a:ext>
              </a:extLst>
            </p:cNvPr>
            <p:cNvSpPr/>
            <p:nvPr/>
          </p:nvSpPr>
          <p:spPr>
            <a:xfrm>
              <a:off x="607480" y="2378845"/>
              <a:ext cx="10972799" cy="286249"/>
            </a:xfrm>
            <a:prstGeom prst="rect">
              <a:avLst/>
            </a:prstGeom>
            <a:solidFill>
              <a:srgbClr val="4472C4"/>
            </a:solidFill>
            <a:ln w="57150" cap="flat" cmpd="sng" algn="ctr">
              <a:solidFill>
                <a:srgbClr val="4472C4"/>
              </a:solidFill>
              <a:prstDash val="solid"/>
              <a:miter lim="800000"/>
            </a:ln>
            <a:effectLst>
              <a:outerShdw blurRad="50800" dist="25400" algn="l" rotWithShape="0">
                <a:prstClr val="black">
                  <a:alpha val="32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36162FD-7298-0BB9-696F-90CE7569FEC9}"/>
                </a:ext>
              </a:extLst>
            </p:cNvPr>
            <p:cNvGrpSpPr/>
            <p:nvPr/>
          </p:nvGrpSpPr>
          <p:grpSpPr>
            <a:xfrm>
              <a:off x="10920536" y="2466851"/>
              <a:ext cx="581348" cy="126235"/>
              <a:chOff x="8092857" y="2115830"/>
              <a:chExt cx="581348" cy="126235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813A3AE2-6688-54CC-E875-9FAE3C4B22C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548205" y="2116065"/>
                <a:ext cx="126000" cy="126000"/>
              </a:xfrm>
              <a:prstGeom prst="rect">
                <a:avLst/>
              </a:prstGeom>
              <a:solidFill>
                <a:srgbClr val="FF0000">
                  <a:alpha val="50196"/>
                </a:srgbClr>
              </a:solidFill>
              <a:ln w="12700" cap="flat" cmpd="sng" algn="ctr">
                <a:solidFill>
                  <a:srgbClr val="4472C4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67ECDD2D-594F-DF06-77E9-97A8A343FF8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92857" y="2115830"/>
                <a:ext cx="126235" cy="126235"/>
              </a:xfrm>
              <a:prstGeom prst="rect">
                <a:avLst/>
              </a:prstGeom>
              <a:solidFill>
                <a:srgbClr val="4472C4">
                  <a:lumMod val="60000"/>
                  <a:lumOff val="40000"/>
                </a:srgbClr>
              </a:solidFill>
              <a:ln w="12700" cap="flat" cmpd="sng" algn="ctr">
                <a:solidFill>
                  <a:srgbClr val="4472C4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CE25CA1C-0305-C90E-C5D1-FEFE6F8A441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320531" y="2115830"/>
                <a:ext cx="126235" cy="126235"/>
              </a:xfrm>
              <a:prstGeom prst="rect">
                <a:avLst/>
              </a:prstGeom>
              <a:solidFill>
                <a:srgbClr val="4472C4">
                  <a:lumMod val="60000"/>
                  <a:lumOff val="40000"/>
                </a:srgbClr>
              </a:solidFill>
              <a:ln w="12700" cap="flat" cmpd="sng" algn="ctr">
                <a:solidFill>
                  <a:srgbClr val="4472C4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0" name="Rectangle 3">
            <a:extLst>
              <a:ext uri="{FF2B5EF4-FFF2-40B4-BE49-F238E27FC236}">
                <a16:creationId xmlns:a16="http://schemas.microsoft.com/office/drawing/2014/main" id="{20E212E2-5C51-BAD7-BCC2-2AE088D628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/>
              <a:t>configuring </a:t>
            </a:r>
            <a:r>
              <a:rPr lang="it-IT" altLang="it-IT" b="1">
                <a:latin typeface="Courier New" panose="02070309020205020404" pitchFamily="49" charset="0"/>
              </a:rPr>
              <a:t>r4</a:t>
            </a:r>
          </a:p>
        </p:txBody>
      </p:sp>
      <p:sp>
        <p:nvSpPr>
          <p:cNvPr id="29701" name="Rectangle 216">
            <a:extLst>
              <a:ext uri="{FF2B5EF4-FFF2-40B4-BE49-F238E27FC236}">
                <a16:creationId xmlns:a16="http://schemas.microsoft.com/office/drawing/2014/main" id="{F677E1EA-99E9-3B28-C457-EE0A60B6A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it-IT" altLang="it-IT" dirty="0"/>
              <a:t>step 1: </a:t>
            </a:r>
            <a:r>
              <a:rPr lang="it-IT" altLang="it-IT" dirty="0" err="1"/>
              <a:t>configuring</a:t>
            </a:r>
            <a:r>
              <a:rPr lang="it-IT" altLang="it-IT" dirty="0"/>
              <a:t> the default </a:t>
            </a:r>
            <a:r>
              <a:rPr lang="it-IT" altLang="it-IT" dirty="0" err="1"/>
              <a:t>route</a:t>
            </a:r>
            <a:endParaRPr lang="it-IT" altLang="it-IT" dirty="0"/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7549C45B-0418-B8CC-B095-72DF5FF0EC5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/>
          <a:p>
            <a:r>
              <a:rPr lang="it-IT" altLang="it-IT"/>
              <a:t>last update: Oct 2023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FA657702-5E26-E215-8A56-336F3F2C265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/>
          <a:p>
            <a:r>
              <a:rPr lang="it-IT" altLang="it-IT"/>
              <a:t>kathara – [ lab: rip_frr ]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1210A3C-F9A6-8F6F-3CCA-A23EA50EAFC6}"/>
              </a:ext>
            </a:extLst>
          </p:cNvPr>
          <p:cNvGrpSpPr/>
          <p:nvPr/>
        </p:nvGrpSpPr>
        <p:grpSpPr>
          <a:xfrm>
            <a:off x="609600" y="2132856"/>
            <a:ext cx="10972802" cy="4032303"/>
            <a:chOff x="607480" y="2378845"/>
            <a:chExt cx="10972802" cy="403230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7518A55-69E4-28AA-BDF5-87515AAFFAD2}"/>
                </a:ext>
              </a:extLst>
            </p:cNvPr>
            <p:cNvSpPr/>
            <p:nvPr/>
          </p:nvSpPr>
          <p:spPr>
            <a:xfrm>
              <a:off x="607481" y="2632078"/>
              <a:ext cx="10972801" cy="3779070"/>
            </a:xfrm>
            <a:prstGeom prst="rect">
              <a:avLst/>
            </a:prstGeom>
            <a:solidFill>
              <a:sysClr val="windowText" lastClr="000000"/>
            </a:solidFill>
            <a:ln w="57150" cap="flat" cmpd="sng" algn="ctr">
              <a:solidFill>
                <a:srgbClr val="4472C4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t"/>
            <a:lstStyle/>
            <a:p>
              <a:pPr eaLnBrk="1" hangingPunct="1"/>
              <a:r>
                <a: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root@</a:t>
              </a:r>
              <a:r>
                <a:rPr lang="it-IT" kern="0" dirty="0">
                  <a:solidFill>
                    <a:prstClr val="white">
                      <a:lumMod val="65000"/>
                    </a:prstClr>
                  </a:solidFill>
                  <a:latin typeface="Consolas" panose="020B0609020204030204" pitchFamily="49" charset="0"/>
                </a:rPr>
                <a:t>r4</a:t>
              </a:r>
              <a:r>
                <a: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:~$</a:t>
              </a:r>
              <a:r>
                <a: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 </a:t>
              </a:r>
              <a:r>
                <a:rPr kumimoji="0" lang="it-IT" b="1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ip</a:t>
              </a:r>
              <a:r>
                <a:rPr kumimoji="0" lang="it-IT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 </a:t>
              </a:r>
              <a:r>
                <a:rPr kumimoji="0" lang="it-IT" b="1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route</a:t>
              </a:r>
              <a:r>
                <a:rPr kumimoji="0" lang="it-IT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 </a:t>
              </a:r>
              <a:r>
                <a:rPr kumimoji="0" lang="it-IT" b="1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add</a:t>
              </a:r>
              <a:r>
                <a:rPr kumimoji="0" lang="it-IT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 default via 100.2.0.2</a:t>
              </a:r>
            </a:p>
            <a:p>
              <a:pPr eaLnBrk="1" hangingPunct="1"/>
              <a:r>
                <a: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root@</a:t>
              </a:r>
              <a:r>
                <a:rPr lang="it-IT" kern="0" dirty="0">
                  <a:solidFill>
                    <a:prstClr val="white">
                      <a:lumMod val="65000"/>
                    </a:prstClr>
                  </a:solidFill>
                  <a:latin typeface="Consolas" panose="020B0609020204030204" pitchFamily="49" charset="0"/>
                </a:rPr>
                <a:t>r4</a:t>
              </a:r>
              <a:r>
                <a: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:~$</a:t>
              </a:r>
              <a:r>
                <a: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 </a:t>
              </a:r>
              <a:r>
                <a:rPr lang="it-IT" sz="1800" b="1" kern="0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ip</a:t>
              </a:r>
              <a:r>
                <a:rPr lang="it-IT" sz="1800" b="1" kern="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</a:t>
              </a:r>
              <a:r>
                <a:rPr lang="it-IT" sz="1800" b="1" kern="0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route</a:t>
              </a:r>
              <a:endParaRPr kumimoji="0" lang="it-IT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endParaRPr>
            </a:p>
            <a:p>
              <a:pPr eaLnBrk="1" hangingPunct="1"/>
              <a:r>
                <a:rPr lang="it-IT" kern="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default via 100.2.0.2 </a:t>
              </a:r>
              <a:r>
                <a:rPr lang="it-IT" kern="0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dev</a:t>
              </a:r>
              <a:r>
                <a:rPr lang="it-IT" kern="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eth0 </a:t>
              </a:r>
            </a:p>
            <a:p>
              <a:pPr eaLnBrk="1" hangingPunct="1"/>
              <a:r>
                <a:rPr lang="it-IT" kern="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100.1.0.0/30 </a:t>
              </a:r>
              <a:r>
                <a:rPr lang="it-IT" kern="0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nhid</a:t>
              </a:r>
              <a:r>
                <a:rPr lang="it-IT" kern="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12 via 100.1.0.13 </a:t>
              </a:r>
              <a:r>
                <a:rPr lang="it-IT" kern="0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dev</a:t>
              </a:r>
              <a:r>
                <a:rPr lang="it-IT" kern="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eth3 proto </a:t>
              </a:r>
              <a:r>
                <a:rPr lang="it-IT" kern="0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rip</a:t>
              </a:r>
              <a:r>
                <a:rPr lang="it-IT" kern="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</a:t>
              </a:r>
              <a:r>
                <a:rPr lang="it-IT" kern="0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metric</a:t>
              </a:r>
              <a:r>
                <a:rPr lang="it-IT" kern="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20 </a:t>
              </a:r>
            </a:p>
            <a:p>
              <a:pPr eaLnBrk="1" hangingPunct="1"/>
              <a:r>
                <a:rPr lang="it-IT" kern="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100.1.0.4/30 </a:t>
              </a:r>
              <a:r>
                <a:rPr lang="it-IT" kern="0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nhid</a:t>
              </a:r>
              <a:r>
                <a:rPr lang="it-IT" kern="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10 via 100.1.0.17 </a:t>
              </a:r>
              <a:r>
                <a:rPr lang="it-IT" kern="0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dev</a:t>
              </a:r>
              <a:r>
                <a:rPr lang="it-IT" kern="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eth2 proto </a:t>
              </a:r>
              <a:r>
                <a:rPr lang="it-IT" kern="0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rip</a:t>
              </a:r>
              <a:r>
                <a:rPr lang="it-IT" kern="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</a:t>
              </a:r>
              <a:r>
                <a:rPr lang="it-IT" kern="0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metric</a:t>
              </a:r>
              <a:r>
                <a:rPr lang="it-IT" kern="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20 </a:t>
              </a:r>
            </a:p>
            <a:p>
              <a:pPr eaLnBrk="1" hangingPunct="1"/>
              <a:r>
                <a:rPr lang="it-IT" kern="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100.1.0.8/30 </a:t>
              </a:r>
              <a:r>
                <a:rPr lang="it-IT" kern="0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nhid</a:t>
              </a:r>
              <a:r>
                <a:rPr lang="it-IT" kern="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10 via 100.1.0.17 </a:t>
              </a:r>
              <a:r>
                <a:rPr lang="it-IT" kern="0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dev</a:t>
              </a:r>
              <a:r>
                <a:rPr lang="it-IT" kern="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eth2 proto </a:t>
              </a:r>
              <a:r>
                <a:rPr lang="it-IT" kern="0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rip</a:t>
              </a:r>
              <a:r>
                <a:rPr lang="it-IT" kern="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</a:t>
              </a:r>
              <a:r>
                <a:rPr lang="it-IT" kern="0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metric</a:t>
              </a:r>
              <a:r>
                <a:rPr lang="it-IT" kern="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20 </a:t>
              </a:r>
            </a:p>
            <a:p>
              <a:pPr eaLnBrk="1" hangingPunct="1"/>
              <a:r>
                <a:rPr lang="it-IT" kern="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100.1.0.12/30 </a:t>
              </a:r>
              <a:r>
                <a:rPr lang="it-IT" kern="0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dev</a:t>
              </a:r>
              <a:r>
                <a:rPr lang="it-IT" kern="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eth3 proto kernel scope link </a:t>
              </a:r>
              <a:r>
                <a:rPr lang="it-IT" kern="0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src</a:t>
              </a:r>
              <a:r>
                <a:rPr lang="it-IT" kern="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100.1.0.14 </a:t>
              </a:r>
            </a:p>
            <a:p>
              <a:pPr eaLnBrk="1" hangingPunct="1"/>
              <a:r>
                <a:rPr lang="it-IT" kern="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100.1.0.16/30 </a:t>
              </a:r>
              <a:r>
                <a:rPr lang="it-IT" kern="0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dev</a:t>
              </a:r>
              <a:r>
                <a:rPr lang="it-IT" kern="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eth2 proto kernel scope link </a:t>
              </a:r>
              <a:r>
                <a:rPr lang="it-IT" kern="0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src</a:t>
              </a:r>
              <a:r>
                <a:rPr lang="it-IT" kern="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100.1.0.18 </a:t>
              </a:r>
            </a:p>
            <a:p>
              <a:pPr eaLnBrk="1" hangingPunct="1"/>
              <a:r>
                <a:rPr lang="it-IT" kern="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100.1.1.0/24 </a:t>
              </a:r>
              <a:r>
                <a:rPr lang="it-IT" kern="0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nhid</a:t>
              </a:r>
              <a:r>
                <a:rPr lang="it-IT" kern="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12 via 100.1.0.13 </a:t>
              </a:r>
              <a:r>
                <a:rPr lang="it-IT" kern="0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dev</a:t>
              </a:r>
              <a:r>
                <a:rPr lang="it-IT" kern="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eth3 proto </a:t>
              </a:r>
              <a:r>
                <a:rPr lang="it-IT" kern="0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rip</a:t>
              </a:r>
              <a:r>
                <a:rPr lang="it-IT" kern="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</a:t>
              </a:r>
              <a:r>
                <a:rPr lang="it-IT" kern="0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metric</a:t>
              </a:r>
              <a:r>
                <a:rPr lang="it-IT" kern="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20 </a:t>
              </a:r>
            </a:p>
            <a:p>
              <a:pPr eaLnBrk="1" hangingPunct="1"/>
              <a:r>
                <a:rPr lang="it-IT" kern="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100.1.2.0/24 </a:t>
              </a:r>
              <a:r>
                <a:rPr lang="it-IT" kern="0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nhid</a:t>
              </a:r>
              <a:r>
                <a:rPr lang="it-IT" kern="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12 via 100.1.0.13 </a:t>
              </a:r>
              <a:r>
                <a:rPr lang="it-IT" kern="0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dev</a:t>
              </a:r>
              <a:r>
                <a:rPr lang="it-IT" kern="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eth3 proto </a:t>
              </a:r>
              <a:r>
                <a:rPr lang="it-IT" kern="0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rip</a:t>
              </a:r>
              <a:r>
                <a:rPr lang="it-IT" kern="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</a:t>
              </a:r>
              <a:r>
                <a:rPr lang="it-IT" kern="0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metric</a:t>
              </a:r>
              <a:r>
                <a:rPr lang="it-IT" kern="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20 </a:t>
              </a:r>
            </a:p>
            <a:p>
              <a:pPr eaLnBrk="1" hangingPunct="1"/>
              <a:r>
                <a:rPr lang="it-IT" kern="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100.1.3.0/24 </a:t>
              </a:r>
              <a:r>
                <a:rPr lang="it-IT" kern="0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nhid</a:t>
              </a:r>
              <a:r>
                <a:rPr lang="it-IT" kern="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10 via 100.1.0.17 </a:t>
              </a:r>
              <a:r>
                <a:rPr lang="it-IT" kern="0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dev</a:t>
              </a:r>
              <a:r>
                <a:rPr lang="it-IT" kern="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eth2 proto </a:t>
              </a:r>
              <a:r>
                <a:rPr lang="it-IT" kern="0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rip</a:t>
              </a:r>
              <a:r>
                <a:rPr lang="it-IT" kern="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</a:t>
              </a:r>
              <a:r>
                <a:rPr lang="it-IT" kern="0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metric</a:t>
              </a:r>
              <a:r>
                <a:rPr lang="it-IT" kern="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20 </a:t>
              </a:r>
            </a:p>
            <a:p>
              <a:pPr eaLnBrk="1" hangingPunct="1"/>
              <a:r>
                <a:rPr lang="it-IT" kern="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100.1.4.0/24 </a:t>
              </a:r>
              <a:r>
                <a:rPr lang="it-IT" kern="0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dev</a:t>
              </a:r>
              <a:r>
                <a:rPr lang="it-IT" kern="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eth1 proto kernel scope link </a:t>
              </a:r>
              <a:r>
                <a:rPr lang="it-IT" kern="0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src</a:t>
              </a:r>
              <a:r>
                <a:rPr lang="it-IT" kern="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100.1.4.1 </a:t>
              </a:r>
            </a:p>
            <a:p>
              <a:pPr eaLnBrk="1" hangingPunct="1"/>
              <a:r>
                <a:rPr lang="it-IT" kern="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100.2.0.0/30 </a:t>
              </a:r>
              <a:r>
                <a:rPr lang="it-IT" kern="0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dev</a:t>
              </a:r>
              <a:r>
                <a:rPr lang="it-IT" kern="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eth0 proto kernel scope link </a:t>
              </a:r>
              <a:r>
                <a:rPr lang="it-IT" kern="0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src</a:t>
              </a:r>
              <a:r>
                <a:rPr lang="it-IT" kern="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100.2.0.1 </a:t>
              </a:r>
              <a:endParaRPr lang="it-IT" altLang="it-IT" sz="1800" dirty="0">
                <a:solidFill>
                  <a:schemeClr val="bg1"/>
                </a:solidFill>
                <a:latin typeface="Lucida Console" panose="020B0609040504020204" pitchFamily="49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96BAEC3-AA5F-88A6-AA23-29E02132E5C3}"/>
                </a:ext>
              </a:extLst>
            </p:cNvPr>
            <p:cNvSpPr/>
            <p:nvPr/>
          </p:nvSpPr>
          <p:spPr>
            <a:xfrm>
              <a:off x="607480" y="2378845"/>
              <a:ext cx="10972799" cy="286249"/>
            </a:xfrm>
            <a:prstGeom prst="rect">
              <a:avLst/>
            </a:prstGeom>
            <a:solidFill>
              <a:srgbClr val="4472C4"/>
            </a:solidFill>
            <a:ln w="57150" cap="flat" cmpd="sng" algn="ctr">
              <a:solidFill>
                <a:srgbClr val="4472C4"/>
              </a:solidFill>
              <a:prstDash val="solid"/>
              <a:miter lim="800000"/>
            </a:ln>
            <a:effectLst>
              <a:outerShdw blurRad="50800" dist="25400" algn="l" rotWithShape="0">
                <a:prstClr val="black">
                  <a:alpha val="32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AB8A0AF-F9F3-5430-76E6-DFEBB310070E}"/>
                </a:ext>
              </a:extLst>
            </p:cNvPr>
            <p:cNvGrpSpPr/>
            <p:nvPr/>
          </p:nvGrpSpPr>
          <p:grpSpPr>
            <a:xfrm>
              <a:off x="10920536" y="2466851"/>
              <a:ext cx="581348" cy="126235"/>
              <a:chOff x="8092857" y="2115830"/>
              <a:chExt cx="581348" cy="126235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39FC26C-B6E6-05D2-3968-96A8F3FDFC2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548205" y="2116065"/>
                <a:ext cx="126000" cy="126000"/>
              </a:xfrm>
              <a:prstGeom prst="rect">
                <a:avLst/>
              </a:prstGeom>
              <a:solidFill>
                <a:srgbClr val="FF0000">
                  <a:alpha val="50196"/>
                </a:srgbClr>
              </a:solidFill>
              <a:ln w="12700" cap="flat" cmpd="sng" algn="ctr">
                <a:solidFill>
                  <a:srgbClr val="4472C4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07A5C06-F126-14ED-2582-76E780FBFDA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92857" y="2115830"/>
                <a:ext cx="126235" cy="126235"/>
              </a:xfrm>
              <a:prstGeom prst="rect">
                <a:avLst/>
              </a:prstGeom>
              <a:solidFill>
                <a:srgbClr val="4472C4">
                  <a:lumMod val="60000"/>
                  <a:lumOff val="40000"/>
                </a:srgbClr>
              </a:solidFill>
              <a:ln w="12700" cap="flat" cmpd="sng" algn="ctr">
                <a:solidFill>
                  <a:srgbClr val="4472C4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C53E756A-BEC2-94F9-FF0E-ED15C2D7335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320531" y="2115830"/>
                <a:ext cx="126235" cy="126235"/>
              </a:xfrm>
              <a:prstGeom prst="rect">
                <a:avLst/>
              </a:prstGeom>
              <a:solidFill>
                <a:srgbClr val="4472C4">
                  <a:lumMod val="60000"/>
                  <a:lumOff val="40000"/>
                </a:srgbClr>
              </a:solidFill>
              <a:ln w="12700" cap="flat" cmpd="sng" algn="ctr">
                <a:solidFill>
                  <a:srgbClr val="4472C4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1AD5BB28-0C2D-3F72-BB60-AD552AECB1B1}"/>
              </a:ext>
            </a:extLst>
          </p:cNvPr>
          <p:cNvGrpSpPr/>
          <p:nvPr/>
        </p:nvGrpSpPr>
        <p:grpSpPr>
          <a:xfrm>
            <a:off x="1329675" y="2083419"/>
            <a:ext cx="9590861" cy="4032303"/>
            <a:chOff x="1989421" y="2378845"/>
            <a:chExt cx="9590861" cy="403230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55389B2-3249-2D15-B5F8-BE19E6B4EA07}"/>
                </a:ext>
              </a:extLst>
            </p:cNvPr>
            <p:cNvSpPr/>
            <p:nvPr/>
          </p:nvSpPr>
          <p:spPr>
            <a:xfrm>
              <a:off x="1989424" y="2632078"/>
              <a:ext cx="9590858" cy="3779070"/>
            </a:xfrm>
            <a:prstGeom prst="rect">
              <a:avLst/>
            </a:prstGeom>
            <a:solidFill>
              <a:sysClr val="windowText" lastClr="000000"/>
            </a:solidFill>
            <a:ln w="57150" cap="flat" cmpd="sng" algn="ctr">
              <a:solidFill>
                <a:srgbClr val="4472C4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t"/>
            <a:lstStyle/>
            <a:p>
              <a:pPr eaLnBrk="1" hangingPunct="1"/>
              <a:r>
                <a: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root@</a:t>
              </a:r>
              <a:r>
                <a:rPr lang="it-IT" kern="0" dirty="0">
                  <a:solidFill>
                    <a:prstClr val="white">
                      <a:lumMod val="65000"/>
                    </a:prstClr>
                  </a:solidFill>
                  <a:latin typeface="Consolas" panose="020B0609020204030204" pitchFamily="49" charset="0"/>
                </a:rPr>
                <a:t>r4</a:t>
              </a:r>
              <a:r>
                <a: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:~$</a:t>
              </a:r>
              <a:r>
                <a: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 </a:t>
              </a:r>
              <a:r>
                <a:rPr lang="en-US" altLang="it-IT" sz="1800" b="1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vtysh</a:t>
              </a:r>
              <a:endParaRPr lang="en-US" altLang="it-IT" sz="1800" b="1" dirty="0">
                <a:solidFill>
                  <a:schemeClr val="bg1"/>
                </a:solidFill>
                <a:latin typeface="Lucida Console" panose="020B0609040504020204" pitchFamily="49" charset="0"/>
              </a:endParaRPr>
            </a:p>
            <a:p>
              <a:pPr eaLnBrk="1" hangingPunct="1"/>
              <a:endParaRPr lang="en-US" altLang="it-IT" sz="1800" b="1" dirty="0">
                <a:solidFill>
                  <a:schemeClr val="bg1"/>
                </a:solidFill>
                <a:latin typeface="Lucida Console" panose="020B0609040504020204" pitchFamily="49" charset="0"/>
              </a:endParaRPr>
            </a:p>
            <a:p>
              <a:pPr eaLnBrk="1" hangingPunct="1"/>
              <a:r>
                <a:rPr lang="en-US" altLang="it-IT" sz="180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Hello, this is </a:t>
              </a:r>
              <a:r>
                <a:rPr lang="en-US" altLang="it-IT" sz="1800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FRRouting</a:t>
              </a:r>
              <a:r>
                <a:rPr lang="en-US" altLang="it-IT" sz="180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(version 8.0.1).</a:t>
              </a:r>
            </a:p>
            <a:p>
              <a:pPr eaLnBrk="1" hangingPunct="1"/>
              <a:r>
                <a:rPr lang="en-US" altLang="it-IT" sz="180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Copyright 1996-2005 </a:t>
              </a:r>
              <a:r>
                <a:rPr lang="en-US" altLang="it-IT" sz="1800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Kunihiro</a:t>
              </a:r>
              <a:r>
                <a:rPr lang="en-US" altLang="it-IT" sz="180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Ishiguro, et al.</a:t>
              </a:r>
            </a:p>
            <a:p>
              <a:pPr eaLnBrk="1" hangingPunct="1"/>
              <a:endParaRPr lang="en-US" altLang="it-IT" sz="1800" dirty="0">
                <a:solidFill>
                  <a:schemeClr val="bg1"/>
                </a:solidFill>
                <a:latin typeface="Lucida Console" panose="020B0609040504020204" pitchFamily="49" charset="0"/>
              </a:endParaRPr>
            </a:p>
            <a:p>
              <a:pPr eaLnBrk="1" hangingPunct="1"/>
              <a:r>
                <a:rPr lang="en-US" altLang="it-IT" sz="180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r</a:t>
              </a:r>
              <a:r>
                <a:rPr lang="it-IT" altLang="it-IT" sz="180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4</a:t>
              </a:r>
              <a:r>
                <a:rPr lang="en-US" altLang="it-IT" sz="180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# configure</a:t>
              </a:r>
            </a:p>
            <a:p>
              <a:pPr eaLnBrk="1" hangingPunct="1"/>
              <a:r>
                <a:rPr lang="en-US" altLang="it-IT" sz="180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r</a:t>
              </a:r>
              <a:r>
                <a:rPr lang="it-IT" altLang="it-IT" sz="180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4</a:t>
              </a:r>
              <a:r>
                <a:rPr lang="en-US" altLang="it-IT" sz="180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(config)# router rip</a:t>
              </a:r>
            </a:p>
            <a:p>
              <a:pPr eaLnBrk="1" hangingPunct="1"/>
              <a:r>
                <a:rPr lang="en-US" altLang="it-IT" sz="180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r</a:t>
              </a:r>
              <a:r>
                <a:rPr lang="it-IT" altLang="it-IT" sz="180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4</a:t>
              </a:r>
              <a:r>
                <a:rPr lang="en-US" altLang="it-IT" sz="180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(config-router)# route 0.0.0.0/0</a:t>
              </a:r>
            </a:p>
            <a:p>
              <a:pPr eaLnBrk="1" hangingPunct="1"/>
              <a:r>
                <a:rPr lang="en-US" altLang="it-IT" sz="180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r</a:t>
              </a:r>
              <a:r>
                <a:rPr lang="it-IT" altLang="it-IT" sz="180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4</a:t>
              </a:r>
              <a:r>
                <a:rPr lang="en-US" altLang="it-IT" sz="180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(config-router)# quit</a:t>
              </a:r>
            </a:p>
            <a:p>
              <a:pPr eaLnBrk="1" hangingPunct="1"/>
              <a:r>
                <a:rPr lang="en-US" altLang="it-IT" sz="180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r</a:t>
              </a:r>
              <a:r>
                <a:rPr lang="it-IT" altLang="it-IT" sz="180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4</a:t>
              </a:r>
              <a:r>
                <a:rPr lang="en-US" altLang="it-IT" sz="180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(config)# quit</a:t>
              </a:r>
            </a:p>
            <a:p>
              <a:pPr eaLnBrk="1" hangingPunct="1"/>
              <a:r>
                <a:rPr lang="en-US" altLang="it-IT" sz="180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r</a:t>
              </a:r>
              <a:r>
                <a:rPr lang="it-IT" altLang="it-IT" sz="180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4</a:t>
              </a:r>
              <a:r>
                <a:rPr lang="en-US" altLang="it-IT" sz="180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# exit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B5A3F00-E748-E84D-9FD3-4C4BB8012921}"/>
                </a:ext>
              </a:extLst>
            </p:cNvPr>
            <p:cNvSpPr/>
            <p:nvPr/>
          </p:nvSpPr>
          <p:spPr>
            <a:xfrm>
              <a:off x="1989421" y="2378845"/>
              <a:ext cx="9590858" cy="286249"/>
            </a:xfrm>
            <a:prstGeom prst="rect">
              <a:avLst/>
            </a:prstGeom>
            <a:solidFill>
              <a:srgbClr val="4472C4"/>
            </a:solidFill>
            <a:ln w="57150" cap="flat" cmpd="sng" algn="ctr">
              <a:solidFill>
                <a:srgbClr val="4472C4"/>
              </a:solidFill>
              <a:prstDash val="solid"/>
              <a:miter lim="800000"/>
            </a:ln>
            <a:effectLst>
              <a:outerShdw blurRad="50800" dist="25400" algn="l" rotWithShape="0">
                <a:prstClr val="black">
                  <a:alpha val="32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C854C9B-CA19-846A-C453-C095BADAD571}"/>
                </a:ext>
              </a:extLst>
            </p:cNvPr>
            <p:cNvGrpSpPr/>
            <p:nvPr/>
          </p:nvGrpSpPr>
          <p:grpSpPr>
            <a:xfrm>
              <a:off x="10920536" y="2466851"/>
              <a:ext cx="581348" cy="126235"/>
              <a:chOff x="8092857" y="2115830"/>
              <a:chExt cx="581348" cy="126235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D390CBB-0069-75EE-9C9D-A6F3C3A9D7E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548205" y="2116065"/>
                <a:ext cx="126000" cy="126000"/>
              </a:xfrm>
              <a:prstGeom prst="rect">
                <a:avLst/>
              </a:prstGeom>
              <a:solidFill>
                <a:srgbClr val="FF0000">
                  <a:alpha val="50196"/>
                </a:srgbClr>
              </a:solidFill>
              <a:ln w="12700" cap="flat" cmpd="sng" algn="ctr">
                <a:solidFill>
                  <a:srgbClr val="4472C4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6B12A22-B513-3CF7-B4B5-82DCDECEDEB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92857" y="2115830"/>
                <a:ext cx="126235" cy="126235"/>
              </a:xfrm>
              <a:prstGeom prst="rect">
                <a:avLst/>
              </a:prstGeom>
              <a:solidFill>
                <a:srgbClr val="4472C4">
                  <a:lumMod val="60000"/>
                  <a:lumOff val="40000"/>
                </a:srgbClr>
              </a:solidFill>
              <a:ln w="12700" cap="flat" cmpd="sng" algn="ctr">
                <a:solidFill>
                  <a:srgbClr val="4472C4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3C63084-11C3-0DF8-F331-61051327AAD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320531" y="2115830"/>
                <a:ext cx="126235" cy="126235"/>
              </a:xfrm>
              <a:prstGeom prst="rect">
                <a:avLst/>
              </a:prstGeom>
              <a:solidFill>
                <a:srgbClr val="4472C4">
                  <a:lumMod val="60000"/>
                  <a:lumOff val="40000"/>
                </a:srgbClr>
              </a:solidFill>
              <a:ln w="12700" cap="flat" cmpd="sng" algn="ctr">
                <a:solidFill>
                  <a:srgbClr val="4472C4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30725" name="Rectangle 2">
            <a:extLst>
              <a:ext uri="{FF2B5EF4-FFF2-40B4-BE49-F238E27FC236}">
                <a16:creationId xmlns:a16="http://schemas.microsoft.com/office/drawing/2014/main" id="{5D3D76C9-13EE-14CD-B1F5-B26DA48715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/>
              <a:t>configuring </a:t>
            </a:r>
            <a:r>
              <a:rPr lang="it-IT" altLang="it-IT" b="1">
                <a:latin typeface="Courier New" panose="02070309020205020404" pitchFamily="49" charset="0"/>
              </a:rPr>
              <a:t>r4</a:t>
            </a:r>
          </a:p>
        </p:txBody>
      </p:sp>
      <p:sp>
        <p:nvSpPr>
          <p:cNvPr id="30726" name="Rectangle 3">
            <a:extLst>
              <a:ext uri="{FF2B5EF4-FFF2-40B4-BE49-F238E27FC236}">
                <a16:creationId xmlns:a16="http://schemas.microsoft.com/office/drawing/2014/main" id="{6105D486-DAAC-E22A-F4FF-E891721582F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it-IT" altLang="it-IT" sz="2800"/>
              <a:t>step 2: propagating the default route into rip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BBCBB420-1F63-803B-454B-B3DB4B7352D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/>
          <a:p>
            <a:r>
              <a:rPr lang="it-IT" altLang="it-IT"/>
              <a:t>last update: Oct 2023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79FCD2A4-F1BA-CCC8-C64E-36F4A60E8F2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/>
          <a:p>
            <a:r>
              <a:rPr lang="it-IT" altLang="it-IT"/>
              <a:t>kathara – [ lab: rip_frr ]</a:t>
            </a:r>
          </a:p>
        </p:txBody>
      </p:sp>
      <p:sp>
        <p:nvSpPr>
          <p:cNvPr id="30735" name="AutoShape 31">
            <a:extLst>
              <a:ext uri="{FF2B5EF4-FFF2-40B4-BE49-F238E27FC236}">
                <a16:creationId xmlns:a16="http://schemas.microsoft.com/office/drawing/2014/main" id="{BC7855B2-FBE0-ABBF-5A0E-5A882383E27E}"/>
              </a:ext>
            </a:extLst>
          </p:cNvPr>
          <p:cNvSpPr>
            <a:spLocks/>
          </p:cNvSpPr>
          <p:nvPr/>
        </p:nvSpPr>
        <p:spPr bwMode="auto">
          <a:xfrm>
            <a:off x="6802559" y="3257575"/>
            <a:ext cx="3240088" cy="409575"/>
          </a:xfrm>
          <a:prstGeom prst="borderCallout2">
            <a:avLst>
              <a:gd name="adj1" fmla="val 27907"/>
              <a:gd name="adj2" fmla="val -2352"/>
              <a:gd name="adj3" fmla="val 27907"/>
              <a:gd name="adj4" fmla="val -31898"/>
              <a:gd name="adj5" fmla="val 86046"/>
              <a:gd name="adj6" fmla="val -62519"/>
            </a:avLst>
          </a:prstGeom>
          <a:solidFill>
            <a:schemeClr val="accent2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it-IT" altLang="it-IT" sz="2000">
                <a:latin typeface="Tahoma" panose="020B0604030504040204" pitchFamily="34" charset="0"/>
              </a:rPr>
              <a:t>begin configuration</a:t>
            </a:r>
          </a:p>
        </p:txBody>
      </p:sp>
      <p:sp>
        <p:nvSpPr>
          <p:cNvPr id="30736" name="AutoShape 32">
            <a:extLst>
              <a:ext uri="{FF2B5EF4-FFF2-40B4-BE49-F238E27FC236}">
                <a16:creationId xmlns:a16="http://schemas.microsoft.com/office/drawing/2014/main" id="{B3C80AA0-8364-C0A7-EFCD-A3CE663F015B}"/>
              </a:ext>
            </a:extLst>
          </p:cNvPr>
          <p:cNvSpPr>
            <a:spLocks/>
          </p:cNvSpPr>
          <p:nvPr/>
        </p:nvSpPr>
        <p:spPr bwMode="auto">
          <a:xfrm>
            <a:off x="6802559" y="3811612"/>
            <a:ext cx="3240088" cy="409575"/>
          </a:xfrm>
          <a:prstGeom prst="borderCallout2">
            <a:avLst>
              <a:gd name="adj1" fmla="val 27907"/>
              <a:gd name="adj2" fmla="val -2352"/>
              <a:gd name="adj3" fmla="val 27907"/>
              <a:gd name="adj4" fmla="val -31505"/>
              <a:gd name="adj5" fmla="val 26745"/>
              <a:gd name="adj6" fmla="val -61736"/>
            </a:avLst>
          </a:prstGeom>
          <a:solidFill>
            <a:srgbClr val="FF9999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it-IT" altLang="it-IT" sz="2000">
                <a:latin typeface="Tahoma" panose="020B0604030504040204" pitchFamily="34" charset="0"/>
              </a:rPr>
              <a:t>configure the rip protocol</a:t>
            </a:r>
          </a:p>
        </p:txBody>
      </p:sp>
      <p:sp>
        <p:nvSpPr>
          <p:cNvPr id="30737" name="AutoShape 33">
            <a:extLst>
              <a:ext uri="{FF2B5EF4-FFF2-40B4-BE49-F238E27FC236}">
                <a16:creationId xmlns:a16="http://schemas.microsoft.com/office/drawing/2014/main" id="{D147CE6F-45F6-1C6A-BDC5-BFC1B75C61A5}"/>
              </a:ext>
            </a:extLst>
          </p:cNvPr>
          <p:cNvSpPr>
            <a:spLocks/>
          </p:cNvSpPr>
          <p:nvPr/>
        </p:nvSpPr>
        <p:spPr bwMode="auto">
          <a:xfrm>
            <a:off x="6802559" y="4387875"/>
            <a:ext cx="3240088" cy="714375"/>
          </a:xfrm>
          <a:prstGeom prst="borderCallout2">
            <a:avLst>
              <a:gd name="adj1" fmla="val 16000"/>
              <a:gd name="adj2" fmla="val -2352"/>
              <a:gd name="adj3" fmla="val 16000"/>
              <a:gd name="adj4" fmla="val -8134"/>
              <a:gd name="adj5" fmla="val 7333"/>
              <a:gd name="adj6" fmla="val -14111"/>
            </a:avLst>
          </a:prstGeom>
          <a:solidFill>
            <a:srgbClr val="FF9999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it-IT" altLang="it-IT" sz="2000">
                <a:latin typeface="Tahoma" panose="020B0604030504040204" pitchFamily="34" charset="0"/>
              </a:rPr>
              <a:t>statically configure the default route</a:t>
            </a:r>
          </a:p>
        </p:txBody>
      </p:sp>
      <p:sp>
        <p:nvSpPr>
          <p:cNvPr id="30738" name="AutoShape 34">
            <a:extLst>
              <a:ext uri="{FF2B5EF4-FFF2-40B4-BE49-F238E27FC236}">
                <a16:creationId xmlns:a16="http://schemas.microsoft.com/office/drawing/2014/main" id="{F5F47136-1DD5-081C-4CE9-598CE332878D}"/>
              </a:ext>
            </a:extLst>
          </p:cNvPr>
          <p:cNvSpPr>
            <a:spLocks/>
          </p:cNvSpPr>
          <p:nvPr/>
        </p:nvSpPr>
        <p:spPr bwMode="auto">
          <a:xfrm>
            <a:off x="6802559" y="5251475"/>
            <a:ext cx="3240088" cy="409575"/>
          </a:xfrm>
          <a:prstGeom prst="borderCallout2">
            <a:avLst>
              <a:gd name="adj1" fmla="val 27907"/>
              <a:gd name="adj2" fmla="val -2352"/>
              <a:gd name="adj3" fmla="val 27907"/>
              <a:gd name="adj4" fmla="val -5829"/>
              <a:gd name="adj5" fmla="val -166278"/>
              <a:gd name="adj6" fmla="val -57278"/>
            </a:avLst>
          </a:prstGeom>
          <a:solidFill>
            <a:srgbClr val="FF9999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it-IT" altLang="it-IT" sz="2000">
                <a:latin typeface="Tahoma" panose="020B0604030504040204" pitchFamily="34" charset="0"/>
              </a:rPr>
              <a:t>end of rip configuration</a:t>
            </a:r>
          </a:p>
        </p:txBody>
      </p:sp>
      <p:sp>
        <p:nvSpPr>
          <p:cNvPr id="30739" name="AutoShape 35">
            <a:extLst>
              <a:ext uri="{FF2B5EF4-FFF2-40B4-BE49-F238E27FC236}">
                <a16:creationId xmlns:a16="http://schemas.microsoft.com/office/drawing/2014/main" id="{065C111B-227B-E097-84EB-695032999367}"/>
              </a:ext>
            </a:extLst>
          </p:cNvPr>
          <p:cNvSpPr>
            <a:spLocks/>
          </p:cNvSpPr>
          <p:nvPr/>
        </p:nvSpPr>
        <p:spPr bwMode="auto">
          <a:xfrm>
            <a:off x="6802559" y="5827737"/>
            <a:ext cx="3240088" cy="409575"/>
          </a:xfrm>
          <a:prstGeom prst="borderCallout2">
            <a:avLst>
              <a:gd name="adj1" fmla="val 27907"/>
              <a:gd name="adj2" fmla="val -2352"/>
              <a:gd name="adj3" fmla="val 27907"/>
              <a:gd name="adj4" fmla="val -9259"/>
              <a:gd name="adj5" fmla="val -217440"/>
              <a:gd name="adj6" fmla="val -88681"/>
            </a:avLst>
          </a:prstGeom>
          <a:solidFill>
            <a:srgbClr val="FF9999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it-IT" altLang="it-IT" sz="2000">
                <a:latin typeface="Tahoma" panose="020B0604030504040204" pitchFamily="34" charset="0"/>
              </a:rPr>
              <a:t>end configuration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029F85D-E72D-B3F1-E39D-73374E2434CB}"/>
              </a:ext>
            </a:extLst>
          </p:cNvPr>
          <p:cNvGrpSpPr/>
          <p:nvPr/>
        </p:nvGrpSpPr>
        <p:grpSpPr>
          <a:xfrm>
            <a:off x="1300402" y="2348880"/>
            <a:ext cx="9590861" cy="4032303"/>
            <a:chOff x="1989421" y="2378845"/>
            <a:chExt cx="9590861" cy="403230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12396A7-7ED6-B677-DFE9-2FC53CA35A33}"/>
                </a:ext>
              </a:extLst>
            </p:cNvPr>
            <p:cNvSpPr/>
            <p:nvPr/>
          </p:nvSpPr>
          <p:spPr>
            <a:xfrm>
              <a:off x="1989424" y="2632078"/>
              <a:ext cx="9590858" cy="3779070"/>
            </a:xfrm>
            <a:prstGeom prst="rect">
              <a:avLst/>
            </a:prstGeom>
            <a:solidFill>
              <a:sysClr val="windowText" lastClr="000000"/>
            </a:solidFill>
            <a:ln w="57150" cap="flat" cmpd="sng" algn="ctr">
              <a:solidFill>
                <a:srgbClr val="4472C4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t"/>
            <a:lstStyle/>
            <a:p>
              <a:pPr eaLnBrk="1" hangingPunct="1"/>
              <a:r>
                <a: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root@</a:t>
              </a:r>
              <a:r>
                <a:rPr lang="it-IT" kern="0" dirty="0">
                  <a:solidFill>
                    <a:prstClr val="white">
                      <a:lumMod val="65000"/>
                    </a:prstClr>
                  </a:solidFill>
                  <a:latin typeface="Consolas" panose="020B0609020204030204" pitchFamily="49" charset="0"/>
                </a:rPr>
                <a:t>r1</a:t>
              </a:r>
              <a:r>
                <a: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:~$</a:t>
              </a:r>
              <a:r>
                <a: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 </a:t>
              </a:r>
              <a:r>
                <a:rPr lang="en-US" altLang="it-IT" sz="1800" b="1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ip</a:t>
              </a:r>
              <a:r>
                <a:rPr lang="en-US" altLang="it-IT" sz="1800" b="1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route</a:t>
              </a:r>
            </a:p>
            <a:p>
              <a:pPr eaLnBrk="1" hangingPunct="1"/>
              <a:r>
                <a:rPr lang="en-US" altLang="it-IT" sz="1800" b="1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default </a:t>
              </a:r>
              <a:r>
                <a:rPr lang="en-US" altLang="it-IT" sz="1800" b="1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nhid</a:t>
              </a:r>
              <a:r>
                <a:rPr lang="en-US" altLang="it-IT" sz="1800" b="1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12 via 100.1.0.14 dev eth0 proto rip metric 20 </a:t>
              </a:r>
            </a:p>
            <a:p>
              <a:pPr eaLnBrk="1" hangingPunct="1"/>
              <a:r>
                <a:rPr lang="en-US" altLang="it-IT" sz="1800" b="1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100.1.0.0/30 dev eth2 proto kernel scope link </a:t>
              </a:r>
              <a:r>
                <a:rPr lang="en-US" altLang="it-IT" sz="1800" b="1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src</a:t>
              </a:r>
              <a:r>
                <a:rPr lang="en-US" altLang="it-IT" sz="1800" b="1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100.1.0.1 </a:t>
              </a:r>
            </a:p>
            <a:p>
              <a:pPr eaLnBrk="1" hangingPunct="1"/>
              <a:r>
                <a:rPr lang="en-US" altLang="it-IT" sz="1800" b="1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100.1.0.4/30 </a:t>
              </a:r>
              <a:r>
                <a:rPr lang="en-US" altLang="it-IT" sz="1800" b="1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nhid</a:t>
              </a:r>
              <a:r>
                <a:rPr lang="en-US" altLang="it-IT" sz="1800" b="1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11 via 100.1.0.10 dev eth1 proto rip metric 20 </a:t>
              </a:r>
            </a:p>
            <a:p>
              <a:pPr eaLnBrk="1" hangingPunct="1"/>
              <a:r>
                <a:rPr lang="en-US" altLang="it-IT" sz="1800" b="1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100.1.0.8/30 dev eth1 proto kernel scope link </a:t>
              </a:r>
              <a:r>
                <a:rPr lang="en-US" altLang="it-IT" sz="1800" b="1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src</a:t>
              </a:r>
              <a:r>
                <a:rPr lang="en-US" altLang="it-IT" sz="1800" b="1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100.1.0.9 </a:t>
              </a:r>
            </a:p>
            <a:p>
              <a:pPr eaLnBrk="1" hangingPunct="1"/>
              <a:r>
                <a:rPr lang="en-US" altLang="it-IT" sz="1800" b="1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100.1.0.12/30 dev eth0 proto kernel scope link </a:t>
              </a:r>
              <a:r>
                <a:rPr lang="en-US" altLang="it-IT" sz="1800" b="1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src</a:t>
              </a:r>
              <a:r>
                <a:rPr lang="en-US" altLang="it-IT" sz="1800" b="1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100.1.0.13 </a:t>
              </a:r>
            </a:p>
            <a:p>
              <a:pPr eaLnBrk="1" hangingPunct="1"/>
              <a:r>
                <a:rPr lang="en-US" altLang="it-IT" sz="1800" b="1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100.1.0.16/30 </a:t>
              </a:r>
              <a:r>
                <a:rPr lang="en-US" altLang="it-IT" sz="1800" b="1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nhid</a:t>
              </a:r>
              <a:r>
                <a:rPr lang="en-US" altLang="it-IT" sz="1800" b="1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12 via 100.1.0.14 dev eth0 proto rip metric 20 </a:t>
              </a:r>
            </a:p>
            <a:p>
              <a:pPr eaLnBrk="1" hangingPunct="1"/>
              <a:r>
                <a:rPr lang="en-US" altLang="it-IT" sz="1800" b="1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100.1.1.0/24 dev eth3 proto kernel scope link </a:t>
              </a:r>
              <a:r>
                <a:rPr lang="en-US" altLang="it-IT" sz="1800" b="1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src</a:t>
              </a:r>
              <a:r>
                <a:rPr lang="en-US" altLang="it-IT" sz="1800" b="1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100.1.1.1 </a:t>
              </a:r>
            </a:p>
            <a:p>
              <a:pPr eaLnBrk="1" hangingPunct="1"/>
              <a:r>
                <a:rPr lang="en-US" altLang="it-IT" sz="1800" b="1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100.1.2.0/24 </a:t>
              </a:r>
              <a:r>
                <a:rPr lang="en-US" altLang="it-IT" sz="1800" b="1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nhid</a:t>
              </a:r>
              <a:r>
                <a:rPr lang="en-US" altLang="it-IT" sz="1800" b="1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14 via 100.1.0.2 dev eth2 proto rip metric 20 </a:t>
              </a:r>
            </a:p>
            <a:p>
              <a:pPr eaLnBrk="1" hangingPunct="1"/>
              <a:r>
                <a:rPr lang="en-US" altLang="it-IT" sz="1800" b="1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100.1.3.0/24 </a:t>
              </a:r>
              <a:r>
                <a:rPr lang="en-US" altLang="it-IT" sz="1800" b="1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nhid</a:t>
              </a:r>
              <a:r>
                <a:rPr lang="en-US" altLang="it-IT" sz="1800" b="1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11 via 100.1.0.10 dev eth1 proto rip metric 20 </a:t>
              </a:r>
            </a:p>
            <a:p>
              <a:pPr eaLnBrk="1" hangingPunct="1"/>
              <a:r>
                <a:rPr lang="en-US" altLang="it-IT" sz="1800" b="1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100.1.4.0/24 </a:t>
              </a:r>
              <a:r>
                <a:rPr lang="en-US" altLang="it-IT" sz="1800" b="1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nhid</a:t>
              </a:r>
              <a:r>
                <a:rPr lang="en-US" altLang="it-IT" sz="1800" b="1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12 via 100.1.0.14 dev eth0 proto rip metric 20 </a:t>
              </a:r>
            </a:p>
            <a:p>
              <a:pPr eaLnBrk="1" hangingPunct="1"/>
              <a:r>
                <a:rPr lang="en-US" altLang="it-IT" sz="1800" b="1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100.2.0.0/30 </a:t>
              </a:r>
              <a:r>
                <a:rPr lang="en-US" altLang="it-IT" sz="1800" b="1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nhid</a:t>
              </a:r>
              <a:r>
                <a:rPr lang="en-US" altLang="it-IT" sz="1800" b="1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12 via 100.1.0.14 dev eth0 proto rip metric 20 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10A3800-7766-F4D5-A081-41A87434F623}"/>
                </a:ext>
              </a:extLst>
            </p:cNvPr>
            <p:cNvSpPr/>
            <p:nvPr/>
          </p:nvSpPr>
          <p:spPr>
            <a:xfrm>
              <a:off x="1989421" y="2378845"/>
              <a:ext cx="9590858" cy="286249"/>
            </a:xfrm>
            <a:prstGeom prst="rect">
              <a:avLst/>
            </a:prstGeom>
            <a:solidFill>
              <a:srgbClr val="4472C4"/>
            </a:solidFill>
            <a:ln w="57150" cap="flat" cmpd="sng" algn="ctr">
              <a:solidFill>
                <a:srgbClr val="4472C4"/>
              </a:solidFill>
              <a:prstDash val="solid"/>
              <a:miter lim="800000"/>
            </a:ln>
            <a:effectLst>
              <a:outerShdw blurRad="50800" dist="25400" algn="l" rotWithShape="0">
                <a:prstClr val="black">
                  <a:alpha val="32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F379CB55-4E2D-16D1-A105-D628B7BCECAD}"/>
                </a:ext>
              </a:extLst>
            </p:cNvPr>
            <p:cNvGrpSpPr/>
            <p:nvPr/>
          </p:nvGrpSpPr>
          <p:grpSpPr>
            <a:xfrm>
              <a:off x="10920536" y="2466851"/>
              <a:ext cx="581348" cy="126235"/>
              <a:chOff x="8092857" y="2115830"/>
              <a:chExt cx="581348" cy="126235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0E5BB5A-8283-A2C9-1D7C-78755787B9F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548205" y="2116065"/>
                <a:ext cx="126000" cy="126000"/>
              </a:xfrm>
              <a:prstGeom prst="rect">
                <a:avLst/>
              </a:prstGeom>
              <a:solidFill>
                <a:srgbClr val="FF0000">
                  <a:alpha val="50196"/>
                </a:srgbClr>
              </a:solidFill>
              <a:ln w="12700" cap="flat" cmpd="sng" algn="ctr">
                <a:solidFill>
                  <a:srgbClr val="4472C4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7D7142E-BBB9-E11C-EF8A-F4E727C5286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92857" y="2115830"/>
                <a:ext cx="126235" cy="126235"/>
              </a:xfrm>
              <a:prstGeom prst="rect">
                <a:avLst/>
              </a:prstGeom>
              <a:solidFill>
                <a:srgbClr val="4472C4">
                  <a:lumMod val="60000"/>
                  <a:lumOff val="40000"/>
                </a:srgbClr>
              </a:solidFill>
              <a:ln w="12700" cap="flat" cmpd="sng" algn="ctr">
                <a:solidFill>
                  <a:srgbClr val="4472C4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FD88794C-61EB-7A3B-D920-7A7EBBF106A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320531" y="2115830"/>
                <a:ext cx="126235" cy="126235"/>
              </a:xfrm>
              <a:prstGeom prst="rect">
                <a:avLst/>
              </a:prstGeom>
              <a:solidFill>
                <a:srgbClr val="4472C4">
                  <a:lumMod val="60000"/>
                  <a:lumOff val="40000"/>
                </a:srgbClr>
              </a:solidFill>
              <a:ln w="12700" cap="flat" cmpd="sng" algn="ctr">
                <a:solidFill>
                  <a:srgbClr val="4472C4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31748" name="Rectangle 4">
            <a:extLst>
              <a:ext uri="{FF2B5EF4-FFF2-40B4-BE49-F238E27FC236}">
                <a16:creationId xmlns:a16="http://schemas.microsoft.com/office/drawing/2014/main" id="{A0F93B5C-649B-84BE-41A2-4DA80088F9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/>
              <a:t>the default route</a:t>
            </a:r>
          </a:p>
        </p:txBody>
      </p:sp>
      <p:sp>
        <p:nvSpPr>
          <p:cNvPr id="31749" name="Rectangle 5">
            <a:extLst>
              <a:ext uri="{FF2B5EF4-FFF2-40B4-BE49-F238E27FC236}">
                <a16:creationId xmlns:a16="http://schemas.microsoft.com/office/drawing/2014/main" id="{A8B35E76-33CC-4B25-D17B-FAE4176571D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it-IT" altLang="it-IT" dirty="0"/>
              <a:t>after a </a:t>
            </a:r>
            <a:r>
              <a:rPr lang="it-IT" altLang="it-IT" dirty="0" err="1"/>
              <a:t>while</a:t>
            </a:r>
            <a:r>
              <a:rPr lang="it-IT" altLang="it-IT" dirty="0"/>
              <a:t>, the default </a:t>
            </a:r>
            <a:r>
              <a:rPr lang="it-IT" altLang="it-IT" dirty="0" err="1"/>
              <a:t>route</a:t>
            </a:r>
            <a:r>
              <a:rPr lang="it-IT" altLang="it-IT" dirty="0"/>
              <a:t> </a:t>
            </a:r>
            <a:r>
              <a:rPr lang="it-IT" altLang="it-IT" dirty="0" err="1"/>
              <a:t>has</a:t>
            </a:r>
            <a:r>
              <a:rPr lang="it-IT" altLang="it-IT" dirty="0"/>
              <a:t> </a:t>
            </a:r>
            <a:r>
              <a:rPr lang="it-IT" altLang="it-IT" dirty="0" err="1"/>
              <a:t>been</a:t>
            </a:r>
            <a:r>
              <a:rPr lang="it-IT" altLang="it-IT" dirty="0"/>
              <a:t> </a:t>
            </a:r>
            <a:r>
              <a:rPr lang="it-IT" altLang="it-IT" dirty="0" err="1"/>
              <a:t>injected</a:t>
            </a:r>
            <a:r>
              <a:rPr lang="it-IT" altLang="it-IT" dirty="0"/>
              <a:t> (via </a:t>
            </a:r>
            <a:r>
              <a:rPr lang="it-IT" altLang="it-IT" dirty="0" err="1"/>
              <a:t>rip</a:t>
            </a:r>
            <a:r>
              <a:rPr lang="it-IT" altLang="it-IT" dirty="0"/>
              <a:t>) </a:t>
            </a:r>
            <a:r>
              <a:rPr lang="it-IT" altLang="it-IT" dirty="0" err="1"/>
              <a:t>into</a:t>
            </a:r>
            <a:r>
              <a:rPr lang="it-IT" altLang="it-IT" dirty="0"/>
              <a:t> the network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891BDEAD-FD03-2C9A-5A8B-79022E5ACA4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/>
          <a:p>
            <a:r>
              <a:rPr lang="it-IT" altLang="it-IT"/>
              <a:t>last update: Oct 2023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56FBB301-AA28-C029-F4C4-28BD4B10DB2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/>
          <a:p>
            <a:r>
              <a:rPr lang="it-IT" altLang="it-IT"/>
              <a:t>kathara – [ lab: rip_frr ]</a:t>
            </a:r>
          </a:p>
        </p:txBody>
      </p:sp>
      <p:sp>
        <p:nvSpPr>
          <p:cNvPr id="31757" name="Rectangle 34">
            <a:extLst>
              <a:ext uri="{FF2B5EF4-FFF2-40B4-BE49-F238E27FC236}">
                <a16:creationId xmlns:a16="http://schemas.microsoft.com/office/drawing/2014/main" id="{661F544D-4FBA-DFFA-A008-04C0B3E5F9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75" y="2924944"/>
            <a:ext cx="9620250" cy="241300"/>
          </a:xfrm>
          <a:prstGeom prst="rect">
            <a:avLst/>
          </a:prstGeom>
          <a:noFill/>
          <a:ln w="38100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it-IT" altLang="en-IT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5" name="Rectangle 2">
            <a:extLst>
              <a:ext uri="{FF2B5EF4-FFF2-40B4-BE49-F238E27FC236}">
                <a16:creationId xmlns:a16="http://schemas.microsoft.com/office/drawing/2014/main" id="{C572AE93-FF22-6D0B-14D6-76457A7C04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/>
              <a:t>checking connectivity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68B61997-E9EB-CD20-8928-483DC48A71E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/>
          <a:p>
            <a:r>
              <a:rPr lang="it-IT" altLang="it-IT"/>
              <a:t>last update: Oct 2023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87EA1006-E0A0-26AF-569A-6985DEE011D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096913" y="6525447"/>
            <a:ext cx="5951415" cy="333375"/>
          </a:xfrm>
          <a:ln/>
        </p:spPr>
        <p:txBody>
          <a:bodyPr/>
          <a:lstStyle/>
          <a:p>
            <a:r>
              <a:rPr lang="it-IT" altLang="it-IT" dirty="0" err="1"/>
              <a:t>kathara</a:t>
            </a:r>
            <a:r>
              <a:rPr lang="it-IT" altLang="it-IT" dirty="0"/>
              <a:t> – [ lab: </a:t>
            </a:r>
            <a:r>
              <a:rPr lang="it-IT" altLang="it-IT" dirty="0" err="1"/>
              <a:t>rip_frr</a:t>
            </a:r>
            <a:r>
              <a:rPr lang="it-IT" altLang="it-IT" dirty="0"/>
              <a:t> ]</a:t>
            </a:r>
          </a:p>
        </p:txBody>
      </p:sp>
      <p:grpSp>
        <p:nvGrpSpPr>
          <p:cNvPr id="32773" name="Group 165">
            <a:extLst>
              <a:ext uri="{FF2B5EF4-FFF2-40B4-BE49-F238E27FC236}">
                <a16:creationId xmlns:a16="http://schemas.microsoft.com/office/drawing/2014/main" id="{7B3386DE-F610-74E6-EB3D-A8039AAED912}"/>
              </a:ext>
            </a:extLst>
          </p:cNvPr>
          <p:cNvGrpSpPr>
            <a:grpSpLocks/>
          </p:cNvGrpSpPr>
          <p:nvPr/>
        </p:nvGrpSpPr>
        <p:grpSpPr bwMode="auto">
          <a:xfrm>
            <a:off x="1866403" y="3933056"/>
            <a:ext cx="5745163" cy="3024188"/>
            <a:chOff x="0" y="1859"/>
            <a:chExt cx="4117" cy="2478"/>
          </a:xfrm>
        </p:grpSpPr>
        <p:sp>
          <p:nvSpPr>
            <p:cNvPr id="32890" name="Oval 164">
              <a:extLst>
                <a:ext uri="{FF2B5EF4-FFF2-40B4-BE49-F238E27FC236}">
                  <a16:creationId xmlns:a16="http://schemas.microsoft.com/office/drawing/2014/main" id="{EB64C77C-3EE0-F9A5-5283-EA3A2F66BAC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0" y="2132"/>
              <a:ext cx="1577" cy="1055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it-IT" altLang="en-IT"/>
            </a:p>
          </p:txBody>
        </p:sp>
        <p:sp>
          <p:nvSpPr>
            <p:cNvPr id="32891" name="Rectangle 163">
              <a:extLst>
                <a:ext uri="{FF2B5EF4-FFF2-40B4-BE49-F238E27FC236}">
                  <a16:creationId xmlns:a16="http://schemas.microsoft.com/office/drawing/2014/main" id="{F31BC23F-2EC6-AD9B-936B-53A6ABC21A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495"/>
              <a:ext cx="3256" cy="1842"/>
            </a:xfrm>
            <a:prstGeom prst="rect">
              <a:avLst/>
            </a:prstGeom>
            <a:solidFill>
              <a:srgbClr val="FFE9A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it-IT" altLang="en-IT"/>
            </a:p>
          </p:txBody>
        </p:sp>
        <p:sp>
          <p:nvSpPr>
            <p:cNvPr id="32892" name="Oval 154">
              <a:extLst>
                <a:ext uri="{FF2B5EF4-FFF2-40B4-BE49-F238E27FC236}">
                  <a16:creationId xmlns:a16="http://schemas.microsoft.com/office/drawing/2014/main" id="{5CA4BB2A-44E8-F044-2AD5-2A0DBF6EE41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893" y="1859"/>
              <a:ext cx="2133" cy="1445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it-IT" altLang="en-IT"/>
            </a:p>
          </p:txBody>
        </p:sp>
        <p:sp>
          <p:nvSpPr>
            <p:cNvPr id="32893" name="Oval 159">
              <a:extLst>
                <a:ext uri="{FF2B5EF4-FFF2-40B4-BE49-F238E27FC236}">
                  <a16:creationId xmlns:a16="http://schemas.microsoft.com/office/drawing/2014/main" id="{EB314035-9E4B-EFC5-3FF6-0684C78A75F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302" y="2280"/>
              <a:ext cx="1589" cy="1136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it-IT" altLang="en-IT"/>
            </a:p>
          </p:txBody>
        </p:sp>
        <p:sp>
          <p:nvSpPr>
            <p:cNvPr id="32894" name="Oval 160">
              <a:extLst>
                <a:ext uri="{FF2B5EF4-FFF2-40B4-BE49-F238E27FC236}">
                  <a16:creationId xmlns:a16="http://schemas.microsoft.com/office/drawing/2014/main" id="{FD70B51B-1BDB-84C1-1A6F-3F512B7C2B9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540" y="3009"/>
              <a:ext cx="1577" cy="1328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it-IT" altLang="en-IT"/>
            </a:p>
          </p:txBody>
        </p:sp>
      </p:grpSp>
      <p:sp>
        <p:nvSpPr>
          <p:cNvPr id="32774" name="Freeform 509">
            <a:extLst>
              <a:ext uri="{FF2B5EF4-FFF2-40B4-BE49-F238E27FC236}">
                <a16:creationId xmlns:a16="http://schemas.microsoft.com/office/drawing/2014/main" id="{A8424ACA-FE1E-5318-FC66-519E6F3E228F}"/>
              </a:ext>
            </a:extLst>
          </p:cNvPr>
          <p:cNvSpPr>
            <a:spLocks/>
          </p:cNvSpPr>
          <p:nvPr/>
        </p:nvSpPr>
        <p:spPr bwMode="auto">
          <a:xfrm>
            <a:off x="4731841" y="4509320"/>
            <a:ext cx="3455987" cy="1152525"/>
          </a:xfrm>
          <a:custGeom>
            <a:avLst/>
            <a:gdLst>
              <a:gd name="T0" fmla="*/ 0 w 2177"/>
              <a:gd name="T1" fmla="*/ 0 h 726"/>
              <a:gd name="T2" fmla="*/ 1582737 w 2177"/>
              <a:gd name="T3" fmla="*/ 1152525 h 726"/>
              <a:gd name="T4" fmla="*/ 3455987 w 2177"/>
              <a:gd name="T5" fmla="*/ 71438 h 72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77" h="726">
                <a:moveTo>
                  <a:pt x="0" y="0"/>
                </a:moveTo>
                <a:lnTo>
                  <a:pt x="997" y="726"/>
                </a:lnTo>
                <a:lnTo>
                  <a:pt x="2177" y="45"/>
                </a:lnTo>
              </a:path>
            </a:pathLst>
          </a:custGeom>
          <a:noFill/>
          <a:ln w="38100" cap="flat" cmpd="sng">
            <a:solidFill>
              <a:schemeClr val="tx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en-GB"/>
          </a:p>
        </p:txBody>
      </p:sp>
      <p:sp>
        <p:nvSpPr>
          <p:cNvPr id="32776" name="Line 238">
            <a:extLst>
              <a:ext uri="{FF2B5EF4-FFF2-40B4-BE49-F238E27FC236}">
                <a16:creationId xmlns:a16="http://schemas.microsoft.com/office/drawing/2014/main" id="{63C92564-2F43-52C4-BAF2-E9BD4A90EEF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36790" y="4864919"/>
            <a:ext cx="2825750" cy="1473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777" name="Line 239">
            <a:extLst>
              <a:ext uri="{FF2B5EF4-FFF2-40B4-BE49-F238E27FC236}">
                <a16:creationId xmlns:a16="http://schemas.microsoft.com/office/drawing/2014/main" id="{69C4A063-AC38-9966-7DE9-F5AC7B4530F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22678" y="5631681"/>
            <a:ext cx="936625" cy="0"/>
          </a:xfrm>
          <a:prstGeom prst="line">
            <a:avLst/>
          </a:prstGeom>
          <a:noFill/>
          <a:ln w="19050">
            <a:solidFill>
              <a:srgbClr val="5F5F5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grpSp>
        <p:nvGrpSpPr>
          <p:cNvPr id="32778" name="Group 240">
            <a:extLst>
              <a:ext uri="{FF2B5EF4-FFF2-40B4-BE49-F238E27FC236}">
                <a16:creationId xmlns:a16="http://schemas.microsoft.com/office/drawing/2014/main" id="{3CC9D1F4-F95F-8AA3-2B1A-2D2DAC307A8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8775202" y="4604569"/>
            <a:ext cx="738188" cy="404812"/>
            <a:chOff x="1680" y="912"/>
            <a:chExt cx="576" cy="317"/>
          </a:xfrm>
        </p:grpSpPr>
        <p:grpSp>
          <p:nvGrpSpPr>
            <p:cNvPr id="32868" name="Group 241">
              <a:extLst>
                <a:ext uri="{FF2B5EF4-FFF2-40B4-BE49-F238E27FC236}">
                  <a16:creationId xmlns:a16="http://schemas.microsoft.com/office/drawing/2014/main" id="{957CFBF7-03B7-7AA2-E2D3-3363837BDDB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680" y="912"/>
              <a:ext cx="576" cy="317"/>
              <a:chOff x="3312" y="2160"/>
              <a:chExt cx="960" cy="528"/>
            </a:xfrm>
          </p:grpSpPr>
          <p:sp>
            <p:nvSpPr>
              <p:cNvPr id="32870" name="AutoShape 242">
                <a:extLst>
                  <a:ext uri="{FF2B5EF4-FFF2-40B4-BE49-F238E27FC236}">
                    <a16:creationId xmlns:a16="http://schemas.microsoft.com/office/drawing/2014/main" id="{486313C6-92B6-7A0E-3267-6C4AF40E036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312" y="2160"/>
                <a:ext cx="960" cy="528"/>
              </a:xfrm>
              <a:prstGeom prst="can">
                <a:avLst>
                  <a:gd name="adj" fmla="val 50000"/>
                </a:avLst>
              </a:prstGeom>
              <a:gradFill rotWithShape="0">
                <a:gsLst>
                  <a:gs pos="0">
                    <a:srgbClr val="002F5E"/>
                  </a:gs>
                  <a:gs pos="50000">
                    <a:srgbClr val="0066CC"/>
                  </a:gs>
                  <a:gs pos="100000">
                    <a:srgbClr val="002F5E"/>
                  </a:gs>
                </a:gsLst>
                <a:lin ang="0" scaled="1"/>
              </a:gradFill>
              <a:ln w="9525">
                <a:solidFill>
                  <a:srgbClr val="819F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73025" tIns="36512" rIns="73025" bIns="36512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it-IT" altLang="en-IT"/>
              </a:p>
            </p:txBody>
          </p:sp>
          <p:grpSp>
            <p:nvGrpSpPr>
              <p:cNvPr id="32871" name="Group 243">
                <a:extLst>
                  <a:ext uri="{FF2B5EF4-FFF2-40B4-BE49-F238E27FC236}">
                    <a16:creationId xmlns:a16="http://schemas.microsoft.com/office/drawing/2014/main" id="{06910368-77C9-99DC-3233-C3B2B33D080E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488" y="2193"/>
                <a:ext cx="599" cy="207"/>
                <a:chOff x="422" y="1632"/>
                <a:chExt cx="829" cy="298"/>
              </a:xfrm>
            </p:grpSpPr>
            <p:grpSp>
              <p:nvGrpSpPr>
                <p:cNvPr id="32872" name="Group 244">
                  <a:extLst>
                    <a:ext uri="{FF2B5EF4-FFF2-40B4-BE49-F238E27FC236}">
                      <a16:creationId xmlns:a16="http://schemas.microsoft.com/office/drawing/2014/main" id="{966A17A3-1F56-67D1-AD11-1FC67201597D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2" y="1632"/>
                  <a:ext cx="822" cy="291"/>
                  <a:chOff x="422" y="1632"/>
                  <a:chExt cx="822" cy="291"/>
                </a:xfrm>
              </p:grpSpPr>
              <p:sp>
                <p:nvSpPr>
                  <p:cNvPr id="32882" name="Freeform 245">
                    <a:extLst>
                      <a:ext uri="{FF2B5EF4-FFF2-40B4-BE49-F238E27FC236}">
                        <a16:creationId xmlns:a16="http://schemas.microsoft.com/office/drawing/2014/main" id="{6C426646-9A0A-199A-3E03-F661FBE2FD4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32883" name="Freeform 246">
                    <a:extLst>
                      <a:ext uri="{FF2B5EF4-FFF2-40B4-BE49-F238E27FC236}">
                        <a16:creationId xmlns:a16="http://schemas.microsoft.com/office/drawing/2014/main" id="{7102CE23-4F2F-B1D3-7CCE-2DA34371475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32884" name="Freeform 247">
                    <a:extLst>
                      <a:ext uri="{FF2B5EF4-FFF2-40B4-BE49-F238E27FC236}">
                        <a16:creationId xmlns:a16="http://schemas.microsoft.com/office/drawing/2014/main" id="{5A7894B0-AADD-0329-AA29-6846FF0484D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32885" name="Freeform 248">
                    <a:extLst>
                      <a:ext uri="{FF2B5EF4-FFF2-40B4-BE49-F238E27FC236}">
                        <a16:creationId xmlns:a16="http://schemas.microsoft.com/office/drawing/2014/main" id="{5B75A639-366A-BD52-DABC-D61A9AD12C5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32886" name="Freeform 249">
                    <a:extLst>
                      <a:ext uri="{FF2B5EF4-FFF2-40B4-BE49-F238E27FC236}">
                        <a16:creationId xmlns:a16="http://schemas.microsoft.com/office/drawing/2014/main" id="{C51276D3-6181-0C36-8ACF-C965856C5AA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32887" name="Freeform 250">
                    <a:extLst>
                      <a:ext uri="{FF2B5EF4-FFF2-40B4-BE49-F238E27FC236}">
                        <a16:creationId xmlns:a16="http://schemas.microsoft.com/office/drawing/2014/main" id="{79808C06-4B8E-FD9D-CF5C-7FF173473AE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32888" name="Freeform 251">
                    <a:extLst>
                      <a:ext uri="{FF2B5EF4-FFF2-40B4-BE49-F238E27FC236}">
                        <a16:creationId xmlns:a16="http://schemas.microsoft.com/office/drawing/2014/main" id="{F634D13A-67D2-9948-7E4D-62D036D2CDB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32889" name="Freeform 252">
                    <a:extLst>
                      <a:ext uri="{FF2B5EF4-FFF2-40B4-BE49-F238E27FC236}">
                        <a16:creationId xmlns:a16="http://schemas.microsoft.com/office/drawing/2014/main" id="{33D5EE23-AF3C-5AE0-31D1-4611A7FC0E1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32873" name="Group 253">
                  <a:extLst>
                    <a:ext uri="{FF2B5EF4-FFF2-40B4-BE49-F238E27FC236}">
                      <a16:creationId xmlns:a16="http://schemas.microsoft.com/office/drawing/2014/main" id="{294C9FB3-0112-55C6-B91E-3FA5122C72FE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9" y="1639"/>
                  <a:ext cx="822" cy="291"/>
                  <a:chOff x="429" y="1639"/>
                  <a:chExt cx="822" cy="291"/>
                </a:xfrm>
              </p:grpSpPr>
              <p:sp>
                <p:nvSpPr>
                  <p:cNvPr id="32874" name="Freeform 254">
                    <a:extLst>
                      <a:ext uri="{FF2B5EF4-FFF2-40B4-BE49-F238E27FC236}">
                        <a16:creationId xmlns:a16="http://schemas.microsoft.com/office/drawing/2014/main" id="{DBEBB22C-AB47-C177-9E37-5A99C649A4F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32875" name="Freeform 255">
                    <a:extLst>
                      <a:ext uri="{FF2B5EF4-FFF2-40B4-BE49-F238E27FC236}">
                        <a16:creationId xmlns:a16="http://schemas.microsoft.com/office/drawing/2014/main" id="{82561972-F0A9-1F01-A3DF-C88688FAD69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32876" name="Freeform 256">
                    <a:extLst>
                      <a:ext uri="{FF2B5EF4-FFF2-40B4-BE49-F238E27FC236}">
                        <a16:creationId xmlns:a16="http://schemas.microsoft.com/office/drawing/2014/main" id="{D180C872-E71E-86CC-1C93-E3E00E2862C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32877" name="Freeform 257">
                    <a:extLst>
                      <a:ext uri="{FF2B5EF4-FFF2-40B4-BE49-F238E27FC236}">
                        <a16:creationId xmlns:a16="http://schemas.microsoft.com/office/drawing/2014/main" id="{16E8C851-892A-C605-DB8C-876645D3AF6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32878" name="Freeform 258">
                    <a:extLst>
                      <a:ext uri="{FF2B5EF4-FFF2-40B4-BE49-F238E27FC236}">
                        <a16:creationId xmlns:a16="http://schemas.microsoft.com/office/drawing/2014/main" id="{A33469BA-C472-6729-7571-B7FCFAF0E8B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32879" name="Freeform 259">
                    <a:extLst>
                      <a:ext uri="{FF2B5EF4-FFF2-40B4-BE49-F238E27FC236}">
                        <a16:creationId xmlns:a16="http://schemas.microsoft.com/office/drawing/2014/main" id="{F10D4471-809B-15D4-DD34-926D5FB2C3E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32880" name="Freeform 260">
                    <a:extLst>
                      <a:ext uri="{FF2B5EF4-FFF2-40B4-BE49-F238E27FC236}">
                        <a16:creationId xmlns:a16="http://schemas.microsoft.com/office/drawing/2014/main" id="{08F7DB56-4B02-2572-F20D-CB4C7DB270F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32881" name="Freeform 261">
                    <a:extLst>
                      <a:ext uri="{FF2B5EF4-FFF2-40B4-BE49-F238E27FC236}">
                        <a16:creationId xmlns:a16="http://schemas.microsoft.com/office/drawing/2014/main" id="{199F05EC-79CC-3DC4-1983-27B40649258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</p:grpSp>
        </p:grpSp>
        <p:sp>
          <p:nvSpPr>
            <p:cNvPr id="32869" name="WordArt 262">
              <a:extLst>
                <a:ext uri="{FF2B5EF4-FFF2-40B4-BE49-F238E27FC236}">
                  <a16:creationId xmlns:a16="http://schemas.microsoft.com/office/drawing/2014/main" id="{7F3BD17B-4BDA-05B2-519D-170D3C30EA59}"/>
                </a:ext>
              </a:extLst>
            </p:cNvPr>
            <p:cNvSpPr>
              <a:spLocks noChangeAspect="1" noChangeArrowheads="1" noChangeShapeType="1" noTextEdit="1"/>
            </p:cNvSpPr>
            <p:nvPr/>
          </p:nvSpPr>
          <p:spPr bwMode="auto">
            <a:xfrm>
              <a:off x="1709" y="1042"/>
              <a:ext cx="518" cy="15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r5  </a:t>
              </a:r>
            </a:p>
          </p:txBody>
        </p:sp>
      </p:grpSp>
      <p:grpSp>
        <p:nvGrpSpPr>
          <p:cNvPr id="32779" name="Group 263">
            <a:extLst>
              <a:ext uri="{FF2B5EF4-FFF2-40B4-BE49-F238E27FC236}">
                <a16:creationId xmlns:a16="http://schemas.microsoft.com/office/drawing/2014/main" id="{A7FAFB1C-7A11-6177-F5C8-894255B6E8B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686052" y="5728520"/>
            <a:ext cx="552450" cy="460375"/>
            <a:chOff x="144" y="3264"/>
            <a:chExt cx="288" cy="240"/>
          </a:xfrm>
        </p:grpSpPr>
        <p:sp>
          <p:nvSpPr>
            <p:cNvPr id="32866" name="Rectangle 264">
              <a:extLst>
                <a:ext uri="{FF2B5EF4-FFF2-40B4-BE49-F238E27FC236}">
                  <a16:creationId xmlns:a16="http://schemas.microsoft.com/office/drawing/2014/main" id="{113E67B6-C82A-48DD-7C67-3B590AC8375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400" b="1">
                  <a:latin typeface="Courier New" panose="02070309020205020404" pitchFamily="49" charset="0"/>
                </a:rPr>
                <a:t>eth0</a:t>
              </a:r>
            </a:p>
          </p:txBody>
        </p:sp>
        <p:sp>
          <p:nvSpPr>
            <p:cNvPr id="32867" name="Rectangle 265">
              <a:extLst>
                <a:ext uri="{FF2B5EF4-FFF2-40B4-BE49-F238E27FC236}">
                  <a16:creationId xmlns:a16="http://schemas.microsoft.com/office/drawing/2014/main" id="{F228EB84-8432-3FE3-F9CC-DC0F2A06903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400" b="1">
                  <a:solidFill>
                    <a:srgbClr val="5F5F5F"/>
                  </a:solidFill>
                  <a:latin typeface="Courier New" panose="02070309020205020404" pitchFamily="49" charset="0"/>
                </a:rPr>
                <a:t>1</a:t>
              </a:r>
            </a:p>
          </p:txBody>
        </p:sp>
      </p:grpSp>
      <p:grpSp>
        <p:nvGrpSpPr>
          <p:cNvPr id="32780" name="Group 266">
            <a:extLst>
              <a:ext uri="{FF2B5EF4-FFF2-40B4-BE49-F238E27FC236}">
                <a16:creationId xmlns:a16="http://schemas.microsoft.com/office/drawing/2014/main" id="{7D38843F-8125-767F-559C-6147D4BA39C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8127502" y="4793482"/>
            <a:ext cx="552450" cy="460375"/>
            <a:chOff x="144" y="3264"/>
            <a:chExt cx="288" cy="240"/>
          </a:xfrm>
        </p:grpSpPr>
        <p:sp>
          <p:nvSpPr>
            <p:cNvPr id="32864" name="Rectangle 267">
              <a:extLst>
                <a:ext uri="{FF2B5EF4-FFF2-40B4-BE49-F238E27FC236}">
                  <a16:creationId xmlns:a16="http://schemas.microsoft.com/office/drawing/2014/main" id="{3E5634F5-FF3E-5652-2E56-8A4EF24EDB4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400" b="1">
                  <a:latin typeface="Courier New" panose="02070309020205020404" pitchFamily="49" charset="0"/>
                </a:rPr>
                <a:t>eth0</a:t>
              </a:r>
            </a:p>
          </p:txBody>
        </p:sp>
        <p:sp>
          <p:nvSpPr>
            <p:cNvPr id="32865" name="Rectangle 268">
              <a:extLst>
                <a:ext uri="{FF2B5EF4-FFF2-40B4-BE49-F238E27FC236}">
                  <a16:creationId xmlns:a16="http://schemas.microsoft.com/office/drawing/2014/main" id="{B10EFF13-8DC2-0098-874C-34345FD7CE9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400" b="1">
                  <a:solidFill>
                    <a:srgbClr val="5F5F5F"/>
                  </a:solidFill>
                  <a:latin typeface="Courier New" panose="02070309020205020404" pitchFamily="49" charset="0"/>
                </a:rPr>
                <a:t>2</a:t>
              </a:r>
            </a:p>
          </p:txBody>
        </p:sp>
      </p:grpSp>
      <p:sp>
        <p:nvSpPr>
          <p:cNvPr id="32781" name="Oval 269">
            <a:extLst>
              <a:ext uri="{FF2B5EF4-FFF2-40B4-BE49-F238E27FC236}">
                <a16:creationId xmlns:a16="http://schemas.microsoft.com/office/drawing/2014/main" id="{5B8654B2-A7F5-D779-870D-74C8C0230E2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408365" y="5441181"/>
            <a:ext cx="366712" cy="36830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2000">
                <a:latin typeface="Tahoma" panose="020B0604030504040204" pitchFamily="34" charset="0"/>
              </a:rPr>
              <a:t>L</a:t>
            </a:r>
          </a:p>
        </p:txBody>
      </p:sp>
      <p:sp>
        <p:nvSpPr>
          <p:cNvPr id="32782" name="Line 272">
            <a:extLst>
              <a:ext uri="{FF2B5EF4-FFF2-40B4-BE49-F238E27FC236}">
                <a16:creationId xmlns:a16="http://schemas.microsoft.com/office/drawing/2014/main" id="{CE60AAD7-DEBE-7B33-0B36-AA696AEE5203}"/>
              </a:ext>
            </a:extLst>
          </p:cNvPr>
          <p:cNvSpPr>
            <a:spLocks noChangeShapeType="1"/>
          </p:cNvSpPr>
          <p:nvPr/>
        </p:nvSpPr>
        <p:spPr bwMode="auto">
          <a:xfrm>
            <a:off x="4238127" y="4864920"/>
            <a:ext cx="1989138" cy="14446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32783" name="Group 276">
            <a:extLst>
              <a:ext uri="{FF2B5EF4-FFF2-40B4-BE49-F238E27FC236}">
                <a16:creationId xmlns:a16="http://schemas.microsoft.com/office/drawing/2014/main" id="{5E3D9823-23AA-88BA-7775-B74E537DCC4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857377" y="6192069"/>
            <a:ext cx="736600" cy="404812"/>
            <a:chOff x="3264" y="912"/>
            <a:chExt cx="576" cy="316"/>
          </a:xfrm>
        </p:grpSpPr>
        <p:sp>
          <p:nvSpPr>
            <p:cNvPr id="32843" name="AutoShape 277">
              <a:extLst>
                <a:ext uri="{FF2B5EF4-FFF2-40B4-BE49-F238E27FC236}">
                  <a16:creationId xmlns:a16="http://schemas.microsoft.com/office/drawing/2014/main" id="{FC6E5B56-4B6E-A3F5-F1D7-BCE1C7890F7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264" y="912"/>
              <a:ext cx="576" cy="316"/>
            </a:xfrm>
            <a:prstGeom prst="can">
              <a:avLst>
                <a:gd name="adj" fmla="val 50000"/>
              </a:avLst>
            </a:prstGeom>
            <a:gradFill rotWithShape="0">
              <a:gsLst>
                <a:gs pos="0">
                  <a:srgbClr val="002F5E"/>
                </a:gs>
                <a:gs pos="50000">
                  <a:srgbClr val="0066CC"/>
                </a:gs>
                <a:gs pos="100000">
                  <a:srgbClr val="002F5E"/>
                </a:gs>
              </a:gsLst>
              <a:lin ang="0" scaled="1"/>
            </a:gradFill>
            <a:ln w="9525">
              <a:solidFill>
                <a:srgbClr val="819F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73025" tIns="36512" rIns="73025" bIns="36512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it-IT" altLang="en-IT"/>
            </a:p>
          </p:txBody>
        </p:sp>
        <p:grpSp>
          <p:nvGrpSpPr>
            <p:cNvPr id="32844" name="Group 278">
              <a:extLst>
                <a:ext uri="{FF2B5EF4-FFF2-40B4-BE49-F238E27FC236}">
                  <a16:creationId xmlns:a16="http://schemas.microsoft.com/office/drawing/2014/main" id="{005BA67D-E479-C9E4-16DE-B7CEC569B72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370" y="932"/>
              <a:ext cx="359" cy="124"/>
              <a:chOff x="422" y="1632"/>
              <a:chExt cx="829" cy="298"/>
            </a:xfrm>
          </p:grpSpPr>
          <p:grpSp>
            <p:nvGrpSpPr>
              <p:cNvPr id="32846" name="Group 279">
                <a:extLst>
                  <a:ext uri="{FF2B5EF4-FFF2-40B4-BE49-F238E27FC236}">
                    <a16:creationId xmlns:a16="http://schemas.microsoft.com/office/drawing/2014/main" id="{3E64D1FE-5A60-DB8B-348A-948F029C2E83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22" y="1632"/>
                <a:ext cx="822" cy="291"/>
                <a:chOff x="422" y="1632"/>
                <a:chExt cx="822" cy="291"/>
              </a:xfrm>
            </p:grpSpPr>
            <p:sp>
              <p:nvSpPr>
                <p:cNvPr id="32856" name="Freeform 280">
                  <a:extLst>
                    <a:ext uri="{FF2B5EF4-FFF2-40B4-BE49-F238E27FC236}">
                      <a16:creationId xmlns:a16="http://schemas.microsoft.com/office/drawing/2014/main" id="{C8128388-DA9C-3463-7C1A-B70E098E6237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1" y="1639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4 w 393"/>
                    <a:gd name="T11" fmla="*/ 0 h 125"/>
                    <a:gd name="T12" fmla="*/ 196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4" y="0"/>
                      </a:lnTo>
                      <a:lnTo>
                        <a:pt x="196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2857" name="Freeform 281">
                  <a:extLst>
                    <a:ext uri="{FF2B5EF4-FFF2-40B4-BE49-F238E27FC236}">
                      <a16:creationId xmlns:a16="http://schemas.microsoft.com/office/drawing/2014/main" id="{C03B5726-C471-6257-FBF0-B895F224159E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1" y="1639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4 w 393"/>
                    <a:gd name="T11" fmla="*/ 0 h 125"/>
                    <a:gd name="T12" fmla="*/ 196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4" y="0"/>
                      </a:lnTo>
                      <a:lnTo>
                        <a:pt x="196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2858" name="Freeform 282">
                  <a:extLst>
                    <a:ext uri="{FF2B5EF4-FFF2-40B4-BE49-F238E27FC236}">
                      <a16:creationId xmlns:a16="http://schemas.microsoft.com/office/drawing/2014/main" id="{9405C33B-A0A0-42E5-F97F-6CA4E3DD7E47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2" y="1785"/>
                  <a:ext cx="393" cy="132"/>
                </a:xfrm>
                <a:custGeom>
                  <a:avLst/>
                  <a:gdLst>
                    <a:gd name="T0" fmla="*/ 393 w 393"/>
                    <a:gd name="T1" fmla="*/ 28 h 132"/>
                    <a:gd name="T2" fmla="*/ 305 w 393"/>
                    <a:gd name="T3" fmla="*/ 0 h 132"/>
                    <a:gd name="T4" fmla="*/ 102 w 393"/>
                    <a:gd name="T5" fmla="*/ 83 h 132"/>
                    <a:gd name="T6" fmla="*/ 0 w 393"/>
                    <a:gd name="T7" fmla="*/ 55 h 132"/>
                    <a:gd name="T8" fmla="*/ 51 w 393"/>
                    <a:gd name="T9" fmla="*/ 132 h 132"/>
                    <a:gd name="T10" fmla="*/ 305 w 393"/>
                    <a:gd name="T11" fmla="*/ 132 h 132"/>
                    <a:gd name="T12" fmla="*/ 196 w 393"/>
                    <a:gd name="T13" fmla="*/ 104 h 132"/>
                    <a:gd name="T14" fmla="*/ 393 w 393"/>
                    <a:gd name="T15" fmla="*/ 28 h 13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2">
                      <a:moveTo>
                        <a:pt x="393" y="28"/>
                      </a:moveTo>
                      <a:lnTo>
                        <a:pt x="305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2"/>
                      </a:lnTo>
                      <a:lnTo>
                        <a:pt x="305" y="132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2859" name="Freeform 283">
                  <a:extLst>
                    <a:ext uri="{FF2B5EF4-FFF2-40B4-BE49-F238E27FC236}">
                      <a16:creationId xmlns:a16="http://schemas.microsoft.com/office/drawing/2014/main" id="{880A5098-D5AF-D7F2-74EC-004D317DD0C2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2" y="1785"/>
                  <a:ext cx="393" cy="132"/>
                </a:xfrm>
                <a:custGeom>
                  <a:avLst/>
                  <a:gdLst>
                    <a:gd name="T0" fmla="*/ 393 w 393"/>
                    <a:gd name="T1" fmla="*/ 28 h 132"/>
                    <a:gd name="T2" fmla="*/ 305 w 393"/>
                    <a:gd name="T3" fmla="*/ 0 h 132"/>
                    <a:gd name="T4" fmla="*/ 102 w 393"/>
                    <a:gd name="T5" fmla="*/ 83 h 132"/>
                    <a:gd name="T6" fmla="*/ 0 w 393"/>
                    <a:gd name="T7" fmla="*/ 55 h 132"/>
                    <a:gd name="T8" fmla="*/ 51 w 393"/>
                    <a:gd name="T9" fmla="*/ 132 h 132"/>
                    <a:gd name="T10" fmla="*/ 305 w 393"/>
                    <a:gd name="T11" fmla="*/ 132 h 132"/>
                    <a:gd name="T12" fmla="*/ 196 w 393"/>
                    <a:gd name="T13" fmla="*/ 104 h 132"/>
                    <a:gd name="T14" fmla="*/ 393 w 393"/>
                    <a:gd name="T15" fmla="*/ 28 h 13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2">
                      <a:moveTo>
                        <a:pt x="393" y="28"/>
                      </a:moveTo>
                      <a:lnTo>
                        <a:pt x="305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2"/>
                      </a:lnTo>
                      <a:lnTo>
                        <a:pt x="305" y="132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2860" name="Freeform 284">
                  <a:extLst>
                    <a:ext uri="{FF2B5EF4-FFF2-40B4-BE49-F238E27FC236}">
                      <a16:creationId xmlns:a16="http://schemas.microsoft.com/office/drawing/2014/main" id="{7BF56AD0-1449-81E2-80E9-421E797D0AB2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44" y="1632"/>
                  <a:ext cx="392" cy="125"/>
                </a:xfrm>
                <a:custGeom>
                  <a:avLst/>
                  <a:gdLst>
                    <a:gd name="T0" fmla="*/ 0 w 392"/>
                    <a:gd name="T1" fmla="*/ 28 h 125"/>
                    <a:gd name="T2" fmla="*/ 87 w 392"/>
                    <a:gd name="T3" fmla="*/ 0 h 125"/>
                    <a:gd name="T4" fmla="*/ 298 w 392"/>
                    <a:gd name="T5" fmla="*/ 77 h 125"/>
                    <a:gd name="T6" fmla="*/ 392 w 392"/>
                    <a:gd name="T7" fmla="*/ 56 h 125"/>
                    <a:gd name="T8" fmla="*/ 341 w 392"/>
                    <a:gd name="T9" fmla="*/ 125 h 125"/>
                    <a:gd name="T10" fmla="*/ 94 w 392"/>
                    <a:gd name="T11" fmla="*/ 125 h 125"/>
                    <a:gd name="T12" fmla="*/ 196 w 392"/>
                    <a:gd name="T13" fmla="*/ 104 h 125"/>
                    <a:gd name="T14" fmla="*/ 0 w 392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2" y="56"/>
                      </a:lnTo>
                      <a:lnTo>
                        <a:pt x="341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2861" name="Freeform 285">
                  <a:extLst>
                    <a:ext uri="{FF2B5EF4-FFF2-40B4-BE49-F238E27FC236}">
                      <a16:creationId xmlns:a16="http://schemas.microsoft.com/office/drawing/2014/main" id="{5D6B6FC2-19A9-948C-D234-B1EC198E83C5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44" y="1632"/>
                  <a:ext cx="392" cy="125"/>
                </a:xfrm>
                <a:custGeom>
                  <a:avLst/>
                  <a:gdLst>
                    <a:gd name="T0" fmla="*/ 0 w 392"/>
                    <a:gd name="T1" fmla="*/ 28 h 125"/>
                    <a:gd name="T2" fmla="*/ 87 w 392"/>
                    <a:gd name="T3" fmla="*/ 0 h 125"/>
                    <a:gd name="T4" fmla="*/ 298 w 392"/>
                    <a:gd name="T5" fmla="*/ 77 h 125"/>
                    <a:gd name="T6" fmla="*/ 392 w 392"/>
                    <a:gd name="T7" fmla="*/ 56 h 125"/>
                    <a:gd name="T8" fmla="*/ 341 w 392"/>
                    <a:gd name="T9" fmla="*/ 125 h 125"/>
                    <a:gd name="T10" fmla="*/ 94 w 392"/>
                    <a:gd name="T11" fmla="*/ 125 h 125"/>
                    <a:gd name="T12" fmla="*/ 196 w 392"/>
                    <a:gd name="T13" fmla="*/ 104 h 125"/>
                    <a:gd name="T14" fmla="*/ 0 w 392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2" y="56"/>
                      </a:lnTo>
                      <a:lnTo>
                        <a:pt x="341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2862" name="Freeform 286">
                  <a:extLst>
                    <a:ext uri="{FF2B5EF4-FFF2-40B4-BE49-F238E27FC236}">
                      <a16:creationId xmlns:a16="http://schemas.microsoft.com/office/drawing/2014/main" id="{96B78980-3285-4823-B168-221B456B6616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36" y="1799"/>
                  <a:ext cx="393" cy="124"/>
                </a:xfrm>
                <a:custGeom>
                  <a:avLst/>
                  <a:gdLst>
                    <a:gd name="T0" fmla="*/ 393 w 393"/>
                    <a:gd name="T1" fmla="*/ 97 h 124"/>
                    <a:gd name="T2" fmla="*/ 306 w 393"/>
                    <a:gd name="T3" fmla="*/ 124 h 124"/>
                    <a:gd name="T4" fmla="*/ 102 w 393"/>
                    <a:gd name="T5" fmla="*/ 41 h 124"/>
                    <a:gd name="T6" fmla="*/ 0 w 393"/>
                    <a:gd name="T7" fmla="*/ 69 h 124"/>
                    <a:gd name="T8" fmla="*/ 51 w 393"/>
                    <a:gd name="T9" fmla="*/ 0 h 124"/>
                    <a:gd name="T10" fmla="*/ 306 w 393"/>
                    <a:gd name="T11" fmla="*/ 0 h 124"/>
                    <a:gd name="T12" fmla="*/ 197 w 393"/>
                    <a:gd name="T13" fmla="*/ 21 h 124"/>
                    <a:gd name="T14" fmla="*/ 393 w 393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4">
                      <a:moveTo>
                        <a:pt x="393" y="97"/>
                      </a:moveTo>
                      <a:lnTo>
                        <a:pt x="306" y="124"/>
                      </a:lnTo>
                      <a:lnTo>
                        <a:pt x="102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6" y="0"/>
                      </a:lnTo>
                      <a:lnTo>
                        <a:pt x="197" y="21"/>
                      </a:lnTo>
                      <a:lnTo>
                        <a:pt x="393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2863" name="Freeform 287">
                  <a:extLst>
                    <a:ext uri="{FF2B5EF4-FFF2-40B4-BE49-F238E27FC236}">
                      <a16:creationId xmlns:a16="http://schemas.microsoft.com/office/drawing/2014/main" id="{662C5B0E-C8E5-51DA-E7CF-CAD82B94473E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36" y="1799"/>
                  <a:ext cx="393" cy="124"/>
                </a:xfrm>
                <a:custGeom>
                  <a:avLst/>
                  <a:gdLst>
                    <a:gd name="T0" fmla="*/ 393 w 393"/>
                    <a:gd name="T1" fmla="*/ 97 h 124"/>
                    <a:gd name="T2" fmla="*/ 306 w 393"/>
                    <a:gd name="T3" fmla="*/ 124 h 124"/>
                    <a:gd name="T4" fmla="*/ 102 w 393"/>
                    <a:gd name="T5" fmla="*/ 41 h 124"/>
                    <a:gd name="T6" fmla="*/ 0 w 393"/>
                    <a:gd name="T7" fmla="*/ 69 h 124"/>
                    <a:gd name="T8" fmla="*/ 51 w 393"/>
                    <a:gd name="T9" fmla="*/ 0 h 124"/>
                    <a:gd name="T10" fmla="*/ 306 w 393"/>
                    <a:gd name="T11" fmla="*/ 0 h 124"/>
                    <a:gd name="T12" fmla="*/ 197 w 393"/>
                    <a:gd name="T13" fmla="*/ 21 h 124"/>
                    <a:gd name="T14" fmla="*/ 393 w 393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4">
                      <a:moveTo>
                        <a:pt x="393" y="97"/>
                      </a:moveTo>
                      <a:lnTo>
                        <a:pt x="306" y="124"/>
                      </a:lnTo>
                      <a:lnTo>
                        <a:pt x="102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6" y="0"/>
                      </a:lnTo>
                      <a:lnTo>
                        <a:pt x="197" y="21"/>
                      </a:lnTo>
                      <a:lnTo>
                        <a:pt x="393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32847" name="Group 288">
                <a:extLst>
                  <a:ext uri="{FF2B5EF4-FFF2-40B4-BE49-F238E27FC236}">
                    <a16:creationId xmlns:a16="http://schemas.microsoft.com/office/drawing/2014/main" id="{CBEF1C32-AAC7-B09C-E76E-6F4256977038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29" y="1639"/>
                <a:ext cx="822" cy="291"/>
                <a:chOff x="429" y="1639"/>
                <a:chExt cx="822" cy="291"/>
              </a:xfrm>
            </p:grpSpPr>
            <p:sp>
              <p:nvSpPr>
                <p:cNvPr id="32848" name="Freeform 289">
                  <a:extLst>
                    <a:ext uri="{FF2B5EF4-FFF2-40B4-BE49-F238E27FC236}">
                      <a16:creationId xmlns:a16="http://schemas.microsoft.com/office/drawing/2014/main" id="{0D620DCF-46DE-2A31-0CAF-B05B1556DE80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8" y="1646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5 w 393"/>
                    <a:gd name="T11" fmla="*/ 0 h 125"/>
                    <a:gd name="T12" fmla="*/ 197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5" y="0"/>
                      </a:lnTo>
                      <a:lnTo>
                        <a:pt x="197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2849" name="Freeform 290">
                  <a:extLst>
                    <a:ext uri="{FF2B5EF4-FFF2-40B4-BE49-F238E27FC236}">
                      <a16:creationId xmlns:a16="http://schemas.microsoft.com/office/drawing/2014/main" id="{BB7E39D4-CF8E-389A-DD81-259E1BB5932C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8" y="1646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5 w 393"/>
                    <a:gd name="T11" fmla="*/ 0 h 125"/>
                    <a:gd name="T12" fmla="*/ 197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5" y="0"/>
                      </a:lnTo>
                      <a:lnTo>
                        <a:pt x="197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2850" name="Freeform 291">
                  <a:extLst>
                    <a:ext uri="{FF2B5EF4-FFF2-40B4-BE49-F238E27FC236}">
                      <a16:creationId xmlns:a16="http://schemas.microsoft.com/office/drawing/2014/main" id="{8466614A-0B42-0BB9-FABE-96D2D31DCDC8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9" y="1792"/>
                  <a:ext cx="393" cy="131"/>
                </a:xfrm>
                <a:custGeom>
                  <a:avLst/>
                  <a:gdLst>
                    <a:gd name="T0" fmla="*/ 393 w 393"/>
                    <a:gd name="T1" fmla="*/ 28 h 131"/>
                    <a:gd name="T2" fmla="*/ 306 w 393"/>
                    <a:gd name="T3" fmla="*/ 0 h 131"/>
                    <a:gd name="T4" fmla="*/ 102 w 393"/>
                    <a:gd name="T5" fmla="*/ 83 h 131"/>
                    <a:gd name="T6" fmla="*/ 0 w 393"/>
                    <a:gd name="T7" fmla="*/ 55 h 131"/>
                    <a:gd name="T8" fmla="*/ 51 w 393"/>
                    <a:gd name="T9" fmla="*/ 131 h 131"/>
                    <a:gd name="T10" fmla="*/ 306 w 393"/>
                    <a:gd name="T11" fmla="*/ 131 h 131"/>
                    <a:gd name="T12" fmla="*/ 196 w 393"/>
                    <a:gd name="T13" fmla="*/ 104 h 131"/>
                    <a:gd name="T14" fmla="*/ 393 w 393"/>
                    <a:gd name="T15" fmla="*/ 28 h 13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1">
                      <a:moveTo>
                        <a:pt x="393" y="28"/>
                      </a:moveTo>
                      <a:lnTo>
                        <a:pt x="306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1"/>
                      </a:lnTo>
                      <a:lnTo>
                        <a:pt x="306" y="131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2851" name="Freeform 292">
                  <a:extLst>
                    <a:ext uri="{FF2B5EF4-FFF2-40B4-BE49-F238E27FC236}">
                      <a16:creationId xmlns:a16="http://schemas.microsoft.com/office/drawing/2014/main" id="{5664C452-566E-33B1-9132-231DB6DA0649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9" y="1792"/>
                  <a:ext cx="393" cy="131"/>
                </a:xfrm>
                <a:custGeom>
                  <a:avLst/>
                  <a:gdLst>
                    <a:gd name="T0" fmla="*/ 393 w 393"/>
                    <a:gd name="T1" fmla="*/ 28 h 131"/>
                    <a:gd name="T2" fmla="*/ 306 w 393"/>
                    <a:gd name="T3" fmla="*/ 0 h 131"/>
                    <a:gd name="T4" fmla="*/ 102 w 393"/>
                    <a:gd name="T5" fmla="*/ 83 h 131"/>
                    <a:gd name="T6" fmla="*/ 0 w 393"/>
                    <a:gd name="T7" fmla="*/ 55 h 131"/>
                    <a:gd name="T8" fmla="*/ 51 w 393"/>
                    <a:gd name="T9" fmla="*/ 131 h 131"/>
                    <a:gd name="T10" fmla="*/ 306 w 393"/>
                    <a:gd name="T11" fmla="*/ 131 h 131"/>
                    <a:gd name="T12" fmla="*/ 196 w 393"/>
                    <a:gd name="T13" fmla="*/ 104 h 131"/>
                    <a:gd name="T14" fmla="*/ 393 w 393"/>
                    <a:gd name="T15" fmla="*/ 28 h 13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1">
                      <a:moveTo>
                        <a:pt x="393" y="28"/>
                      </a:moveTo>
                      <a:lnTo>
                        <a:pt x="306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1"/>
                      </a:lnTo>
                      <a:lnTo>
                        <a:pt x="306" y="131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2852" name="Freeform 293">
                  <a:extLst>
                    <a:ext uri="{FF2B5EF4-FFF2-40B4-BE49-F238E27FC236}">
                      <a16:creationId xmlns:a16="http://schemas.microsoft.com/office/drawing/2014/main" id="{A72013B8-D778-977D-C1A0-E998E24A8F99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51" y="1639"/>
                  <a:ext cx="393" cy="125"/>
                </a:xfrm>
                <a:custGeom>
                  <a:avLst/>
                  <a:gdLst>
                    <a:gd name="T0" fmla="*/ 0 w 393"/>
                    <a:gd name="T1" fmla="*/ 28 h 125"/>
                    <a:gd name="T2" fmla="*/ 87 w 393"/>
                    <a:gd name="T3" fmla="*/ 0 h 125"/>
                    <a:gd name="T4" fmla="*/ 298 w 393"/>
                    <a:gd name="T5" fmla="*/ 77 h 125"/>
                    <a:gd name="T6" fmla="*/ 393 w 393"/>
                    <a:gd name="T7" fmla="*/ 56 h 125"/>
                    <a:gd name="T8" fmla="*/ 342 w 393"/>
                    <a:gd name="T9" fmla="*/ 125 h 125"/>
                    <a:gd name="T10" fmla="*/ 94 w 393"/>
                    <a:gd name="T11" fmla="*/ 125 h 125"/>
                    <a:gd name="T12" fmla="*/ 196 w 393"/>
                    <a:gd name="T13" fmla="*/ 104 h 125"/>
                    <a:gd name="T14" fmla="*/ 0 w 393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3" y="56"/>
                      </a:lnTo>
                      <a:lnTo>
                        <a:pt x="342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2853" name="Freeform 294">
                  <a:extLst>
                    <a:ext uri="{FF2B5EF4-FFF2-40B4-BE49-F238E27FC236}">
                      <a16:creationId xmlns:a16="http://schemas.microsoft.com/office/drawing/2014/main" id="{0149E7D4-E83A-B48B-9444-6F6624A05E29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51" y="1639"/>
                  <a:ext cx="393" cy="125"/>
                </a:xfrm>
                <a:custGeom>
                  <a:avLst/>
                  <a:gdLst>
                    <a:gd name="T0" fmla="*/ 0 w 393"/>
                    <a:gd name="T1" fmla="*/ 28 h 125"/>
                    <a:gd name="T2" fmla="*/ 87 w 393"/>
                    <a:gd name="T3" fmla="*/ 0 h 125"/>
                    <a:gd name="T4" fmla="*/ 298 w 393"/>
                    <a:gd name="T5" fmla="*/ 77 h 125"/>
                    <a:gd name="T6" fmla="*/ 393 w 393"/>
                    <a:gd name="T7" fmla="*/ 56 h 125"/>
                    <a:gd name="T8" fmla="*/ 342 w 393"/>
                    <a:gd name="T9" fmla="*/ 125 h 125"/>
                    <a:gd name="T10" fmla="*/ 94 w 393"/>
                    <a:gd name="T11" fmla="*/ 125 h 125"/>
                    <a:gd name="T12" fmla="*/ 196 w 393"/>
                    <a:gd name="T13" fmla="*/ 104 h 125"/>
                    <a:gd name="T14" fmla="*/ 0 w 393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3" y="56"/>
                      </a:lnTo>
                      <a:lnTo>
                        <a:pt x="342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2854" name="Freeform 295">
                  <a:extLst>
                    <a:ext uri="{FF2B5EF4-FFF2-40B4-BE49-F238E27FC236}">
                      <a16:creationId xmlns:a16="http://schemas.microsoft.com/office/drawing/2014/main" id="{7AF05678-1F9C-EE0C-4BB7-2042F74D6FD4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44" y="1806"/>
                  <a:ext cx="392" cy="124"/>
                </a:xfrm>
                <a:custGeom>
                  <a:avLst/>
                  <a:gdLst>
                    <a:gd name="T0" fmla="*/ 392 w 392"/>
                    <a:gd name="T1" fmla="*/ 97 h 124"/>
                    <a:gd name="T2" fmla="*/ 305 w 392"/>
                    <a:gd name="T3" fmla="*/ 124 h 124"/>
                    <a:gd name="T4" fmla="*/ 101 w 392"/>
                    <a:gd name="T5" fmla="*/ 41 h 124"/>
                    <a:gd name="T6" fmla="*/ 0 w 392"/>
                    <a:gd name="T7" fmla="*/ 69 h 124"/>
                    <a:gd name="T8" fmla="*/ 51 w 392"/>
                    <a:gd name="T9" fmla="*/ 0 h 124"/>
                    <a:gd name="T10" fmla="*/ 305 w 392"/>
                    <a:gd name="T11" fmla="*/ 0 h 124"/>
                    <a:gd name="T12" fmla="*/ 196 w 392"/>
                    <a:gd name="T13" fmla="*/ 20 h 124"/>
                    <a:gd name="T14" fmla="*/ 392 w 392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4">
                      <a:moveTo>
                        <a:pt x="392" y="97"/>
                      </a:moveTo>
                      <a:lnTo>
                        <a:pt x="305" y="124"/>
                      </a:lnTo>
                      <a:lnTo>
                        <a:pt x="101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5" y="0"/>
                      </a:lnTo>
                      <a:lnTo>
                        <a:pt x="196" y="20"/>
                      </a:lnTo>
                      <a:lnTo>
                        <a:pt x="392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2855" name="Freeform 296">
                  <a:extLst>
                    <a:ext uri="{FF2B5EF4-FFF2-40B4-BE49-F238E27FC236}">
                      <a16:creationId xmlns:a16="http://schemas.microsoft.com/office/drawing/2014/main" id="{3E55BD96-0669-C93C-2AC6-B96451A051A9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44" y="1806"/>
                  <a:ext cx="392" cy="124"/>
                </a:xfrm>
                <a:custGeom>
                  <a:avLst/>
                  <a:gdLst>
                    <a:gd name="T0" fmla="*/ 392 w 392"/>
                    <a:gd name="T1" fmla="*/ 97 h 124"/>
                    <a:gd name="T2" fmla="*/ 305 w 392"/>
                    <a:gd name="T3" fmla="*/ 124 h 124"/>
                    <a:gd name="T4" fmla="*/ 101 w 392"/>
                    <a:gd name="T5" fmla="*/ 41 h 124"/>
                    <a:gd name="T6" fmla="*/ 0 w 392"/>
                    <a:gd name="T7" fmla="*/ 69 h 124"/>
                    <a:gd name="T8" fmla="*/ 51 w 392"/>
                    <a:gd name="T9" fmla="*/ 0 h 124"/>
                    <a:gd name="T10" fmla="*/ 305 w 392"/>
                    <a:gd name="T11" fmla="*/ 0 h 124"/>
                    <a:gd name="T12" fmla="*/ 196 w 392"/>
                    <a:gd name="T13" fmla="*/ 20 h 124"/>
                    <a:gd name="T14" fmla="*/ 392 w 392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4">
                      <a:moveTo>
                        <a:pt x="392" y="97"/>
                      </a:moveTo>
                      <a:lnTo>
                        <a:pt x="305" y="124"/>
                      </a:lnTo>
                      <a:lnTo>
                        <a:pt x="101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5" y="0"/>
                      </a:lnTo>
                      <a:lnTo>
                        <a:pt x="196" y="20"/>
                      </a:lnTo>
                      <a:lnTo>
                        <a:pt x="392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</p:grpSp>
        <p:sp>
          <p:nvSpPr>
            <p:cNvPr id="32845" name="WordArt 297">
              <a:extLst>
                <a:ext uri="{FF2B5EF4-FFF2-40B4-BE49-F238E27FC236}">
                  <a16:creationId xmlns:a16="http://schemas.microsoft.com/office/drawing/2014/main" id="{5197E6D6-F9D5-2C81-05CB-A8AA96CCB934}"/>
                </a:ext>
              </a:extLst>
            </p:cNvPr>
            <p:cNvSpPr>
              <a:spLocks noChangeAspect="1" noChangeArrowheads="1" noChangeShapeType="1" noTextEdit="1"/>
            </p:cNvSpPr>
            <p:nvPr/>
          </p:nvSpPr>
          <p:spPr bwMode="auto">
            <a:xfrm>
              <a:off x="3293" y="1041"/>
              <a:ext cx="518" cy="15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r4  </a:t>
              </a:r>
            </a:p>
          </p:txBody>
        </p:sp>
      </p:grpSp>
      <p:grpSp>
        <p:nvGrpSpPr>
          <p:cNvPr id="32784" name="Group 298">
            <a:extLst>
              <a:ext uri="{FF2B5EF4-FFF2-40B4-BE49-F238E27FC236}">
                <a16:creationId xmlns:a16="http://schemas.microsoft.com/office/drawing/2014/main" id="{256A04BE-12EE-CDF3-0CD2-14584F1AC8C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630365" y="5657082"/>
            <a:ext cx="552450" cy="460375"/>
            <a:chOff x="144" y="3264"/>
            <a:chExt cx="288" cy="240"/>
          </a:xfrm>
        </p:grpSpPr>
        <p:sp>
          <p:nvSpPr>
            <p:cNvPr id="32841" name="Rectangle 299">
              <a:extLst>
                <a:ext uri="{FF2B5EF4-FFF2-40B4-BE49-F238E27FC236}">
                  <a16:creationId xmlns:a16="http://schemas.microsoft.com/office/drawing/2014/main" id="{D10944A0-FF95-7F7F-4E7A-BB52889165C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400" b="1">
                  <a:latin typeface="Courier New" panose="02070309020205020404" pitchFamily="49" charset="0"/>
                </a:rPr>
                <a:t>eth3</a:t>
              </a:r>
            </a:p>
          </p:txBody>
        </p:sp>
        <p:sp>
          <p:nvSpPr>
            <p:cNvPr id="32842" name="Rectangle 300">
              <a:extLst>
                <a:ext uri="{FF2B5EF4-FFF2-40B4-BE49-F238E27FC236}">
                  <a16:creationId xmlns:a16="http://schemas.microsoft.com/office/drawing/2014/main" id="{3A2CBD8E-3962-385D-9A0C-14609E4B98F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400" b="1">
                  <a:solidFill>
                    <a:srgbClr val="5F5F5F"/>
                  </a:solidFill>
                  <a:latin typeface="Courier New" panose="02070309020205020404" pitchFamily="49" charset="0"/>
                </a:rPr>
                <a:t>14</a:t>
              </a:r>
            </a:p>
          </p:txBody>
        </p:sp>
      </p:grpSp>
      <p:grpSp>
        <p:nvGrpSpPr>
          <p:cNvPr id="32785" name="Group 314">
            <a:extLst>
              <a:ext uri="{FF2B5EF4-FFF2-40B4-BE49-F238E27FC236}">
                <a16:creationId xmlns:a16="http://schemas.microsoft.com/office/drawing/2014/main" id="{1CD17FD1-E2CE-26D9-83CD-9953B08F8EF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806327" y="4649019"/>
            <a:ext cx="738188" cy="404812"/>
            <a:chOff x="816" y="2496"/>
            <a:chExt cx="384" cy="211"/>
          </a:xfrm>
        </p:grpSpPr>
        <p:sp>
          <p:nvSpPr>
            <p:cNvPr id="32820" name="AutoShape 315">
              <a:extLst>
                <a:ext uri="{FF2B5EF4-FFF2-40B4-BE49-F238E27FC236}">
                  <a16:creationId xmlns:a16="http://schemas.microsoft.com/office/drawing/2014/main" id="{8EDEF14A-16E8-547B-0180-49A3F81511A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816" y="2496"/>
              <a:ext cx="384" cy="211"/>
            </a:xfrm>
            <a:prstGeom prst="can">
              <a:avLst>
                <a:gd name="adj" fmla="val 50000"/>
              </a:avLst>
            </a:prstGeom>
            <a:gradFill rotWithShape="0">
              <a:gsLst>
                <a:gs pos="0">
                  <a:srgbClr val="002F5E"/>
                </a:gs>
                <a:gs pos="50000">
                  <a:srgbClr val="0066CC"/>
                </a:gs>
                <a:gs pos="100000">
                  <a:srgbClr val="002F5E"/>
                </a:gs>
              </a:gsLst>
              <a:lin ang="0" scaled="1"/>
            </a:gradFill>
            <a:ln w="9525">
              <a:solidFill>
                <a:srgbClr val="819F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73025" tIns="36512" rIns="73025" bIns="36512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it-IT" altLang="en-IT"/>
            </a:p>
          </p:txBody>
        </p:sp>
        <p:grpSp>
          <p:nvGrpSpPr>
            <p:cNvPr id="32821" name="Group 316">
              <a:extLst>
                <a:ext uri="{FF2B5EF4-FFF2-40B4-BE49-F238E27FC236}">
                  <a16:creationId xmlns:a16="http://schemas.microsoft.com/office/drawing/2014/main" id="{D6B0FB6D-ED85-8AF0-4340-1DD51EB30A0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87" y="2509"/>
              <a:ext cx="239" cy="83"/>
              <a:chOff x="422" y="1632"/>
              <a:chExt cx="829" cy="298"/>
            </a:xfrm>
          </p:grpSpPr>
          <p:grpSp>
            <p:nvGrpSpPr>
              <p:cNvPr id="32823" name="Group 317">
                <a:extLst>
                  <a:ext uri="{FF2B5EF4-FFF2-40B4-BE49-F238E27FC236}">
                    <a16:creationId xmlns:a16="http://schemas.microsoft.com/office/drawing/2014/main" id="{62C67E39-AEF3-2F8D-27E4-2BA11CA99462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22" y="1632"/>
                <a:ext cx="822" cy="291"/>
                <a:chOff x="422" y="1632"/>
                <a:chExt cx="822" cy="291"/>
              </a:xfrm>
            </p:grpSpPr>
            <p:sp>
              <p:nvSpPr>
                <p:cNvPr id="32833" name="Freeform 318">
                  <a:extLst>
                    <a:ext uri="{FF2B5EF4-FFF2-40B4-BE49-F238E27FC236}">
                      <a16:creationId xmlns:a16="http://schemas.microsoft.com/office/drawing/2014/main" id="{7A486D6B-DA3B-ED2D-411D-B6B99C40F580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1" y="1639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4 w 393"/>
                    <a:gd name="T11" fmla="*/ 0 h 125"/>
                    <a:gd name="T12" fmla="*/ 196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4" y="0"/>
                      </a:lnTo>
                      <a:lnTo>
                        <a:pt x="196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2834" name="Freeform 319">
                  <a:extLst>
                    <a:ext uri="{FF2B5EF4-FFF2-40B4-BE49-F238E27FC236}">
                      <a16:creationId xmlns:a16="http://schemas.microsoft.com/office/drawing/2014/main" id="{A16C621A-370D-8235-6908-FF3CF12324E6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1" y="1639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4 w 393"/>
                    <a:gd name="T11" fmla="*/ 0 h 125"/>
                    <a:gd name="T12" fmla="*/ 196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4" y="0"/>
                      </a:lnTo>
                      <a:lnTo>
                        <a:pt x="196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2835" name="Freeform 320">
                  <a:extLst>
                    <a:ext uri="{FF2B5EF4-FFF2-40B4-BE49-F238E27FC236}">
                      <a16:creationId xmlns:a16="http://schemas.microsoft.com/office/drawing/2014/main" id="{D397F5D2-0979-4DC4-F746-1ABC52AB51D4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2" y="1785"/>
                  <a:ext cx="393" cy="132"/>
                </a:xfrm>
                <a:custGeom>
                  <a:avLst/>
                  <a:gdLst>
                    <a:gd name="T0" fmla="*/ 393 w 393"/>
                    <a:gd name="T1" fmla="*/ 28 h 132"/>
                    <a:gd name="T2" fmla="*/ 305 w 393"/>
                    <a:gd name="T3" fmla="*/ 0 h 132"/>
                    <a:gd name="T4" fmla="*/ 102 w 393"/>
                    <a:gd name="T5" fmla="*/ 83 h 132"/>
                    <a:gd name="T6" fmla="*/ 0 w 393"/>
                    <a:gd name="T7" fmla="*/ 55 h 132"/>
                    <a:gd name="T8" fmla="*/ 51 w 393"/>
                    <a:gd name="T9" fmla="*/ 132 h 132"/>
                    <a:gd name="T10" fmla="*/ 305 w 393"/>
                    <a:gd name="T11" fmla="*/ 132 h 132"/>
                    <a:gd name="T12" fmla="*/ 196 w 393"/>
                    <a:gd name="T13" fmla="*/ 104 h 132"/>
                    <a:gd name="T14" fmla="*/ 393 w 393"/>
                    <a:gd name="T15" fmla="*/ 28 h 13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2">
                      <a:moveTo>
                        <a:pt x="393" y="28"/>
                      </a:moveTo>
                      <a:lnTo>
                        <a:pt x="305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2"/>
                      </a:lnTo>
                      <a:lnTo>
                        <a:pt x="305" y="132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2836" name="Freeform 321">
                  <a:extLst>
                    <a:ext uri="{FF2B5EF4-FFF2-40B4-BE49-F238E27FC236}">
                      <a16:creationId xmlns:a16="http://schemas.microsoft.com/office/drawing/2014/main" id="{FF2DCFAC-02D1-2533-F3D4-099174BF45CF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2" y="1785"/>
                  <a:ext cx="393" cy="132"/>
                </a:xfrm>
                <a:custGeom>
                  <a:avLst/>
                  <a:gdLst>
                    <a:gd name="T0" fmla="*/ 393 w 393"/>
                    <a:gd name="T1" fmla="*/ 28 h 132"/>
                    <a:gd name="T2" fmla="*/ 305 w 393"/>
                    <a:gd name="T3" fmla="*/ 0 h 132"/>
                    <a:gd name="T4" fmla="*/ 102 w 393"/>
                    <a:gd name="T5" fmla="*/ 83 h 132"/>
                    <a:gd name="T6" fmla="*/ 0 w 393"/>
                    <a:gd name="T7" fmla="*/ 55 h 132"/>
                    <a:gd name="T8" fmla="*/ 51 w 393"/>
                    <a:gd name="T9" fmla="*/ 132 h 132"/>
                    <a:gd name="T10" fmla="*/ 305 w 393"/>
                    <a:gd name="T11" fmla="*/ 132 h 132"/>
                    <a:gd name="T12" fmla="*/ 196 w 393"/>
                    <a:gd name="T13" fmla="*/ 104 h 132"/>
                    <a:gd name="T14" fmla="*/ 393 w 393"/>
                    <a:gd name="T15" fmla="*/ 28 h 13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2">
                      <a:moveTo>
                        <a:pt x="393" y="28"/>
                      </a:moveTo>
                      <a:lnTo>
                        <a:pt x="305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2"/>
                      </a:lnTo>
                      <a:lnTo>
                        <a:pt x="305" y="132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2837" name="Freeform 322">
                  <a:extLst>
                    <a:ext uri="{FF2B5EF4-FFF2-40B4-BE49-F238E27FC236}">
                      <a16:creationId xmlns:a16="http://schemas.microsoft.com/office/drawing/2014/main" id="{AB56AF98-6DB4-7D08-EC40-185DB8B36D3F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44" y="1632"/>
                  <a:ext cx="392" cy="125"/>
                </a:xfrm>
                <a:custGeom>
                  <a:avLst/>
                  <a:gdLst>
                    <a:gd name="T0" fmla="*/ 0 w 392"/>
                    <a:gd name="T1" fmla="*/ 28 h 125"/>
                    <a:gd name="T2" fmla="*/ 87 w 392"/>
                    <a:gd name="T3" fmla="*/ 0 h 125"/>
                    <a:gd name="T4" fmla="*/ 298 w 392"/>
                    <a:gd name="T5" fmla="*/ 77 h 125"/>
                    <a:gd name="T6" fmla="*/ 392 w 392"/>
                    <a:gd name="T7" fmla="*/ 56 h 125"/>
                    <a:gd name="T8" fmla="*/ 341 w 392"/>
                    <a:gd name="T9" fmla="*/ 125 h 125"/>
                    <a:gd name="T10" fmla="*/ 94 w 392"/>
                    <a:gd name="T11" fmla="*/ 125 h 125"/>
                    <a:gd name="T12" fmla="*/ 196 w 392"/>
                    <a:gd name="T13" fmla="*/ 104 h 125"/>
                    <a:gd name="T14" fmla="*/ 0 w 392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2" y="56"/>
                      </a:lnTo>
                      <a:lnTo>
                        <a:pt x="341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2838" name="Freeform 323">
                  <a:extLst>
                    <a:ext uri="{FF2B5EF4-FFF2-40B4-BE49-F238E27FC236}">
                      <a16:creationId xmlns:a16="http://schemas.microsoft.com/office/drawing/2014/main" id="{7390B340-EF9D-2955-FBF0-C2D3E2D69E08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44" y="1632"/>
                  <a:ext cx="392" cy="125"/>
                </a:xfrm>
                <a:custGeom>
                  <a:avLst/>
                  <a:gdLst>
                    <a:gd name="T0" fmla="*/ 0 w 392"/>
                    <a:gd name="T1" fmla="*/ 28 h 125"/>
                    <a:gd name="T2" fmla="*/ 87 w 392"/>
                    <a:gd name="T3" fmla="*/ 0 h 125"/>
                    <a:gd name="T4" fmla="*/ 298 w 392"/>
                    <a:gd name="T5" fmla="*/ 77 h 125"/>
                    <a:gd name="T6" fmla="*/ 392 w 392"/>
                    <a:gd name="T7" fmla="*/ 56 h 125"/>
                    <a:gd name="T8" fmla="*/ 341 w 392"/>
                    <a:gd name="T9" fmla="*/ 125 h 125"/>
                    <a:gd name="T10" fmla="*/ 94 w 392"/>
                    <a:gd name="T11" fmla="*/ 125 h 125"/>
                    <a:gd name="T12" fmla="*/ 196 w 392"/>
                    <a:gd name="T13" fmla="*/ 104 h 125"/>
                    <a:gd name="T14" fmla="*/ 0 w 392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2" y="56"/>
                      </a:lnTo>
                      <a:lnTo>
                        <a:pt x="341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2839" name="Freeform 324">
                  <a:extLst>
                    <a:ext uri="{FF2B5EF4-FFF2-40B4-BE49-F238E27FC236}">
                      <a16:creationId xmlns:a16="http://schemas.microsoft.com/office/drawing/2014/main" id="{022C315C-9F05-B216-81D5-FCFD09C0AB10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36" y="1799"/>
                  <a:ext cx="393" cy="124"/>
                </a:xfrm>
                <a:custGeom>
                  <a:avLst/>
                  <a:gdLst>
                    <a:gd name="T0" fmla="*/ 393 w 393"/>
                    <a:gd name="T1" fmla="*/ 97 h 124"/>
                    <a:gd name="T2" fmla="*/ 306 w 393"/>
                    <a:gd name="T3" fmla="*/ 124 h 124"/>
                    <a:gd name="T4" fmla="*/ 102 w 393"/>
                    <a:gd name="T5" fmla="*/ 41 h 124"/>
                    <a:gd name="T6" fmla="*/ 0 w 393"/>
                    <a:gd name="T7" fmla="*/ 69 h 124"/>
                    <a:gd name="T8" fmla="*/ 51 w 393"/>
                    <a:gd name="T9" fmla="*/ 0 h 124"/>
                    <a:gd name="T10" fmla="*/ 306 w 393"/>
                    <a:gd name="T11" fmla="*/ 0 h 124"/>
                    <a:gd name="T12" fmla="*/ 197 w 393"/>
                    <a:gd name="T13" fmla="*/ 21 h 124"/>
                    <a:gd name="T14" fmla="*/ 393 w 393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4">
                      <a:moveTo>
                        <a:pt x="393" y="97"/>
                      </a:moveTo>
                      <a:lnTo>
                        <a:pt x="306" y="124"/>
                      </a:lnTo>
                      <a:lnTo>
                        <a:pt x="102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6" y="0"/>
                      </a:lnTo>
                      <a:lnTo>
                        <a:pt x="197" y="21"/>
                      </a:lnTo>
                      <a:lnTo>
                        <a:pt x="393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2840" name="Freeform 325">
                  <a:extLst>
                    <a:ext uri="{FF2B5EF4-FFF2-40B4-BE49-F238E27FC236}">
                      <a16:creationId xmlns:a16="http://schemas.microsoft.com/office/drawing/2014/main" id="{77FB98B9-2589-321B-435C-C2B3E4678B33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36" y="1799"/>
                  <a:ext cx="393" cy="124"/>
                </a:xfrm>
                <a:custGeom>
                  <a:avLst/>
                  <a:gdLst>
                    <a:gd name="T0" fmla="*/ 393 w 393"/>
                    <a:gd name="T1" fmla="*/ 97 h 124"/>
                    <a:gd name="T2" fmla="*/ 306 w 393"/>
                    <a:gd name="T3" fmla="*/ 124 h 124"/>
                    <a:gd name="T4" fmla="*/ 102 w 393"/>
                    <a:gd name="T5" fmla="*/ 41 h 124"/>
                    <a:gd name="T6" fmla="*/ 0 w 393"/>
                    <a:gd name="T7" fmla="*/ 69 h 124"/>
                    <a:gd name="T8" fmla="*/ 51 w 393"/>
                    <a:gd name="T9" fmla="*/ 0 h 124"/>
                    <a:gd name="T10" fmla="*/ 306 w 393"/>
                    <a:gd name="T11" fmla="*/ 0 h 124"/>
                    <a:gd name="T12" fmla="*/ 197 w 393"/>
                    <a:gd name="T13" fmla="*/ 21 h 124"/>
                    <a:gd name="T14" fmla="*/ 393 w 393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4">
                      <a:moveTo>
                        <a:pt x="393" y="97"/>
                      </a:moveTo>
                      <a:lnTo>
                        <a:pt x="306" y="124"/>
                      </a:lnTo>
                      <a:lnTo>
                        <a:pt x="102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6" y="0"/>
                      </a:lnTo>
                      <a:lnTo>
                        <a:pt x="197" y="21"/>
                      </a:lnTo>
                      <a:lnTo>
                        <a:pt x="393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32824" name="Group 326">
                <a:extLst>
                  <a:ext uri="{FF2B5EF4-FFF2-40B4-BE49-F238E27FC236}">
                    <a16:creationId xmlns:a16="http://schemas.microsoft.com/office/drawing/2014/main" id="{AAAA9CFA-C8BE-93F5-49CB-E4E1BF48E0D6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29" y="1639"/>
                <a:ext cx="822" cy="291"/>
                <a:chOff x="429" y="1639"/>
                <a:chExt cx="822" cy="291"/>
              </a:xfrm>
            </p:grpSpPr>
            <p:sp>
              <p:nvSpPr>
                <p:cNvPr id="32825" name="Freeform 327">
                  <a:extLst>
                    <a:ext uri="{FF2B5EF4-FFF2-40B4-BE49-F238E27FC236}">
                      <a16:creationId xmlns:a16="http://schemas.microsoft.com/office/drawing/2014/main" id="{0470D943-EA6B-1854-9AFE-D987A32A301F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8" y="1646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5 w 393"/>
                    <a:gd name="T11" fmla="*/ 0 h 125"/>
                    <a:gd name="T12" fmla="*/ 197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5" y="0"/>
                      </a:lnTo>
                      <a:lnTo>
                        <a:pt x="197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2826" name="Freeform 328">
                  <a:extLst>
                    <a:ext uri="{FF2B5EF4-FFF2-40B4-BE49-F238E27FC236}">
                      <a16:creationId xmlns:a16="http://schemas.microsoft.com/office/drawing/2014/main" id="{0FC1C60D-5135-B457-6BED-5E1EC1189D36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8" y="1646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5 w 393"/>
                    <a:gd name="T11" fmla="*/ 0 h 125"/>
                    <a:gd name="T12" fmla="*/ 197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5" y="0"/>
                      </a:lnTo>
                      <a:lnTo>
                        <a:pt x="197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2827" name="Freeform 329">
                  <a:extLst>
                    <a:ext uri="{FF2B5EF4-FFF2-40B4-BE49-F238E27FC236}">
                      <a16:creationId xmlns:a16="http://schemas.microsoft.com/office/drawing/2014/main" id="{0836ED9C-33B4-413C-2860-CF7307CADB4A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9" y="1792"/>
                  <a:ext cx="393" cy="131"/>
                </a:xfrm>
                <a:custGeom>
                  <a:avLst/>
                  <a:gdLst>
                    <a:gd name="T0" fmla="*/ 393 w 393"/>
                    <a:gd name="T1" fmla="*/ 28 h 131"/>
                    <a:gd name="T2" fmla="*/ 306 w 393"/>
                    <a:gd name="T3" fmla="*/ 0 h 131"/>
                    <a:gd name="T4" fmla="*/ 102 w 393"/>
                    <a:gd name="T5" fmla="*/ 83 h 131"/>
                    <a:gd name="T6" fmla="*/ 0 w 393"/>
                    <a:gd name="T7" fmla="*/ 55 h 131"/>
                    <a:gd name="T8" fmla="*/ 51 w 393"/>
                    <a:gd name="T9" fmla="*/ 131 h 131"/>
                    <a:gd name="T10" fmla="*/ 306 w 393"/>
                    <a:gd name="T11" fmla="*/ 131 h 131"/>
                    <a:gd name="T12" fmla="*/ 196 w 393"/>
                    <a:gd name="T13" fmla="*/ 104 h 131"/>
                    <a:gd name="T14" fmla="*/ 393 w 393"/>
                    <a:gd name="T15" fmla="*/ 28 h 13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1">
                      <a:moveTo>
                        <a:pt x="393" y="28"/>
                      </a:moveTo>
                      <a:lnTo>
                        <a:pt x="306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1"/>
                      </a:lnTo>
                      <a:lnTo>
                        <a:pt x="306" y="131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2828" name="Freeform 330">
                  <a:extLst>
                    <a:ext uri="{FF2B5EF4-FFF2-40B4-BE49-F238E27FC236}">
                      <a16:creationId xmlns:a16="http://schemas.microsoft.com/office/drawing/2014/main" id="{610F3D64-7121-0581-890E-5B74AF8C068E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9" y="1792"/>
                  <a:ext cx="393" cy="131"/>
                </a:xfrm>
                <a:custGeom>
                  <a:avLst/>
                  <a:gdLst>
                    <a:gd name="T0" fmla="*/ 393 w 393"/>
                    <a:gd name="T1" fmla="*/ 28 h 131"/>
                    <a:gd name="T2" fmla="*/ 306 w 393"/>
                    <a:gd name="T3" fmla="*/ 0 h 131"/>
                    <a:gd name="T4" fmla="*/ 102 w 393"/>
                    <a:gd name="T5" fmla="*/ 83 h 131"/>
                    <a:gd name="T6" fmla="*/ 0 w 393"/>
                    <a:gd name="T7" fmla="*/ 55 h 131"/>
                    <a:gd name="T8" fmla="*/ 51 w 393"/>
                    <a:gd name="T9" fmla="*/ 131 h 131"/>
                    <a:gd name="T10" fmla="*/ 306 w 393"/>
                    <a:gd name="T11" fmla="*/ 131 h 131"/>
                    <a:gd name="T12" fmla="*/ 196 w 393"/>
                    <a:gd name="T13" fmla="*/ 104 h 131"/>
                    <a:gd name="T14" fmla="*/ 393 w 393"/>
                    <a:gd name="T15" fmla="*/ 28 h 13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1">
                      <a:moveTo>
                        <a:pt x="393" y="28"/>
                      </a:moveTo>
                      <a:lnTo>
                        <a:pt x="306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1"/>
                      </a:lnTo>
                      <a:lnTo>
                        <a:pt x="306" y="131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2829" name="Freeform 331">
                  <a:extLst>
                    <a:ext uri="{FF2B5EF4-FFF2-40B4-BE49-F238E27FC236}">
                      <a16:creationId xmlns:a16="http://schemas.microsoft.com/office/drawing/2014/main" id="{D3D5D1DB-6859-8906-60A1-AB8BA2855F07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51" y="1639"/>
                  <a:ext cx="393" cy="125"/>
                </a:xfrm>
                <a:custGeom>
                  <a:avLst/>
                  <a:gdLst>
                    <a:gd name="T0" fmla="*/ 0 w 393"/>
                    <a:gd name="T1" fmla="*/ 28 h 125"/>
                    <a:gd name="T2" fmla="*/ 87 w 393"/>
                    <a:gd name="T3" fmla="*/ 0 h 125"/>
                    <a:gd name="T4" fmla="*/ 298 w 393"/>
                    <a:gd name="T5" fmla="*/ 77 h 125"/>
                    <a:gd name="T6" fmla="*/ 393 w 393"/>
                    <a:gd name="T7" fmla="*/ 56 h 125"/>
                    <a:gd name="T8" fmla="*/ 342 w 393"/>
                    <a:gd name="T9" fmla="*/ 125 h 125"/>
                    <a:gd name="T10" fmla="*/ 94 w 393"/>
                    <a:gd name="T11" fmla="*/ 125 h 125"/>
                    <a:gd name="T12" fmla="*/ 196 w 393"/>
                    <a:gd name="T13" fmla="*/ 104 h 125"/>
                    <a:gd name="T14" fmla="*/ 0 w 393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3" y="56"/>
                      </a:lnTo>
                      <a:lnTo>
                        <a:pt x="342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2830" name="Freeform 332">
                  <a:extLst>
                    <a:ext uri="{FF2B5EF4-FFF2-40B4-BE49-F238E27FC236}">
                      <a16:creationId xmlns:a16="http://schemas.microsoft.com/office/drawing/2014/main" id="{BD6B879D-79C0-8351-14FD-A5543F216301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51" y="1639"/>
                  <a:ext cx="393" cy="125"/>
                </a:xfrm>
                <a:custGeom>
                  <a:avLst/>
                  <a:gdLst>
                    <a:gd name="T0" fmla="*/ 0 w 393"/>
                    <a:gd name="T1" fmla="*/ 28 h 125"/>
                    <a:gd name="T2" fmla="*/ 87 w 393"/>
                    <a:gd name="T3" fmla="*/ 0 h 125"/>
                    <a:gd name="T4" fmla="*/ 298 w 393"/>
                    <a:gd name="T5" fmla="*/ 77 h 125"/>
                    <a:gd name="T6" fmla="*/ 393 w 393"/>
                    <a:gd name="T7" fmla="*/ 56 h 125"/>
                    <a:gd name="T8" fmla="*/ 342 w 393"/>
                    <a:gd name="T9" fmla="*/ 125 h 125"/>
                    <a:gd name="T10" fmla="*/ 94 w 393"/>
                    <a:gd name="T11" fmla="*/ 125 h 125"/>
                    <a:gd name="T12" fmla="*/ 196 w 393"/>
                    <a:gd name="T13" fmla="*/ 104 h 125"/>
                    <a:gd name="T14" fmla="*/ 0 w 393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3" y="56"/>
                      </a:lnTo>
                      <a:lnTo>
                        <a:pt x="342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2831" name="Freeform 333">
                  <a:extLst>
                    <a:ext uri="{FF2B5EF4-FFF2-40B4-BE49-F238E27FC236}">
                      <a16:creationId xmlns:a16="http://schemas.microsoft.com/office/drawing/2014/main" id="{DE8D3F5C-00AF-3F2E-763C-8D9C78643879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44" y="1806"/>
                  <a:ext cx="392" cy="124"/>
                </a:xfrm>
                <a:custGeom>
                  <a:avLst/>
                  <a:gdLst>
                    <a:gd name="T0" fmla="*/ 392 w 392"/>
                    <a:gd name="T1" fmla="*/ 97 h 124"/>
                    <a:gd name="T2" fmla="*/ 305 w 392"/>
                    <a:gd name="T3" fmla="*/ 124 h 124"/>
                    <a:gd name="T4" fmla="*/ 101 w 392"/>
                    <a:gd name="T5" fmla="*/ 41 h 124"/>
                    <a:gd name="T6" fmla="*/ 0 w 392"/>
                    <a:gd name="T7" fmla="*/ 69 h 124"/>
                    <a:gd name="T8" fmla="*/ 51 w 392"/>
                    <a:gd name="T9" fmla="*/ 0 h 124"/>
                    <a:gd name="T10" fmla="*/ 305 w 392"/>
                    <a:gd name="T11" fmla="*/ 0 h 124"/>
                    <a:gd name="T12" fmla="*/ 196 w 392"/>
                    <a:gd name="T13" fmla="*/ 20 h 124"/>
                    <a:gd name="T14" fmla="*/ 392 w 392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4">
                      <a:moveTo>
                        <a:pt x="392" y="97"/>
                      </a:moveTo>
                      <a:lnTo>
                        <a:pt x="305" y="124"/>
                      </a:lnTo>
                      <a:lnTo>
                        <a:pt x="101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5" y="0"/>
                      </a:lnTo>
                      <a:lnTo>
                        <a:pt x="196" y="20"/>
                      </a:lnTo>
                      <a:lnTo>
                        <a:pt x="392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2832" name="Freeform 334">
                  <a:extLst>
                    <a:ext uri="{FF2B5EF4-FFF2-40B4-BE49-F238E27FC236}">
                      <a16:creationId xmlns:a16="http://schemas.microsoft.com/office/drawing/2014/main" id="{E3794592-0A47-955F-CC45-40C902B7E6D2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44" y="1806"/>
                  <a:ext cx="392" cy="124"/>
                </a:xfrm>
                <a:custGeom>
                  <a:avLst/>
                  <a:gdLst>
                    <a:gd name="T0" fmla="*/ 392 w 392"/>
                    <a:gd name="T1" fmla="*/ 97 h 124"/>
                    <a:gd name="T2" fmla="*/ 305 w 392"/>
                    <a:gd name="T3" fmla="*/ 124 h 124"/>
                    <a:gd name="T4" fmla="*/ 101 w 392"/>
                    <a:gd name="T5" fmla="*/ 41 h 124"/>
                    <a:gd name="T6" fmla="*/ 0 w 392"/>
                    <a:gd name="T7" fmla="*/ 69 h 124"/>
                    <a:gd name="T8" fmla="*/ 51 w 392"/>
                    <a:gd name="T9" fmla="*/ 0 h 124"/>
                    <a:gd name="T10" fmla="*/ 305 w 392"/>
                    <a:gd name="T11" fmla="*/ 0 h 124"/>
                    <a:gd name="T12" fmla="*/ 196 w 392"/>
                    <a:gd name="T13" fmla="*/ 20 h 124"/>
                    <a:gd name="T14" fmla="*/ 392 w 392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4">
                      <a:moveTo>
                        <a:pt x="392" y="97"/>
                      </a:moveTo>
                      <a:lnTo>
                        <a:pt x="305" y="124"/>
                      </a:lnTo>
                      <a:lnTo>
                        <a:pt x="101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5" y="0"/>
                      </a:lnTo>
                      <a:lnTo>
                        <a:pt x="196" y="20"/>
                      </a:lnTo>
                      <a:lnTo>
                        <a:pt x="392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</p:grpSp>
        <p:sp>
          <p:nvSpPr>
            <p:cNvPr id="32822" name="WordArt 335">
              <a:extLst>
                <a:ext uri="{FF2B5EF4-FFF2-40B4-BE49-F238E27FC236}">
                  <a16:creationId xmlns:a16="http://schemas.microsoft.com/office/drawing/2014/main" id="{907DD48B-E5D5-6F74-D077-0F3FB40429F1}"/>
                </a:ext>
              </a:extLst>
            </p:cNvPr>
            <p:cNvSpPr>
              <a:spLocks noChangeAspect="1" noChangeArrowheads="1" noChangeShapeType="1" noTextEdit="1"/>
            </p:cNvSpPr>
            <p:nvPr/>
          </p:nvSpPr>
          <p:spPr bwMode="auto">
            <a:xfrm>
              <a:off x="835" y="2582"/>
              <a:ext cx="346" cy="104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r1  </a:t>
              </a:r>
            </a:p>
          </p:txBody>
        </p:sp>
      </p:grpSp>
      <p:sp>
        <p:nvSpPr>
          <p:cNvPr id="32786" name="Line 374">
            <a:extLst>
              <a:ext uri="{FF2B5EF4-FFF2-40B4-BE49-F238E27FC236}">
                <a16:creationId xmlns:a16="http://schemas.microsoft.com/office/drawing/2014/main" id="{AD7A07E5-669D-A27C-A1FE-0C5FDE9E06AF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5319215" y="4793482"/>
            <a:ext cx="0" cy="815975"/>
          </a:xfrm>
          <a:prstGeom prst="line">
            <a:avLst/>
          </a:prstGeom>
          <a:noFill/>
          <a:ln w="19050">
            <a:solidFill>
              <a:srgbClr val="5F5F5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32787" name="Oval 375">
            <a:extLst>
              <a:ext uri="{FF2B5EF4-FFF2-40B4-BE49-F238E27FC236}">
                <a16:creationId xmlns:a16="http://schemas.microsoft.com/office/drawing/2014/main" id="{2AC5C950-3964-3A35-E7E5-5C7AF5BCE9B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166815" y="5441181"/>
            <a:ext cx="368300" cy="36830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2000">
                <a:latin typeface="Tahoma" panose="020B0604030504040204" pitchFamily="34" charset="0"/>
              </a:rPr>
              <a:t>H</a:t>
            </a:r>
          </a:p>
        </p:txBody>
      </p:sp>
      <p:sp>
        <p:nvSpPr>
          <p:cNvPr id="32788" name="AutoShape 376">
            <a:extLst>
              <a:ext uri="{FF2B5EF4-FFF2-40B4-BE49-F238E27FC236}">
                <a16:creationId xmlns:a16="http://schemas.microsoft.com/office/drawing/2014/main" id="{0E0CB393-39DD-A04D-F80D-6199BEF6ED9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017591" y="4595044"/>
            <a:ext cx="1603375" cy="341312"/>
          </a:xfrm>
          <a:prstGeom prst="flowChartAlternateProcess">
            <a:avLst/>
          </a:prstGeom>
          <a:solidFill>
            <a:schemeClr val="bg1"/>
          </a:solidFill>
          <a:ln w="19050">
            <a:solidFill>
              <a:srgbClr val="5F5F5F"/>
            </a:solidFill>
            <a:prstDash val="sys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it-IT" altLang="it-IT" sz="1400" b="1">
                <a:solidFill>
                  <a:srgbClr val="5F5F5F"/>
                </a:solidFill>
                <a:latin typeface="Courier New" panose="02070309020205020404" pitchFamily="49" charset="0"/>
              </a:rPr>
              <a:t>100.1.0.12/30</a:t>
            </a:r>
          </a:p>
        </p:txBody>
      </p:sp>
      <p:sp>
        <p:nvSpPr>
          <p:cNvPr id="32789" name="AutoShape 380">
            <a:extLst>
              <a:ext uri="{FF2B5EF4-FFF2-40B4-BE49-F238E27FC236}">
                <a16:creationId xmlns:a16="http://schemas.microsoft.com/office/drawing/2014/main" id="{CE21B17D-9B4C-2525-91DB-5194A92597C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343403" y="5472932"/>
            <a:ext cx="1497013" cy="341313"/>
          </a:xfrm>
          <a:prstGeom prst="flowChartAlternateProcess">
            <a:avLst/>
          </a:prstGeom>
          <a:solidFill>
            <a:schemeClr val="bg1"/>
          </a:solidFill>
          <a:ln w="19050">
            <a:solidFill>
              <a:srgbClr val="5F5F5F"/>
            </a:solidFill>
            <a:prstDash val="sys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it-IT" altLang="it-IT" sz="1400" b="1">
                <a:solidFill>
                  <a:srgbClr val="5F5F5F"/>
                </a:solidFill>
                <a:latin typeface="Courier New" panose="02070309020205020404" pitchFamily="49" charset="0"/>
              </a:rPr>
              <a:t>100.2.0.0/30</a:t>
            </a:r>
          </a:p>
        </p:txBody>
      </p:sp>
      <p:grpSp>
        <p:nvGrpSpPr>
          <p:cNvPr id="32790" name="Group 411">
            <a:extLst>
              <a:ext uri="{FF2B5EF4-FFF2-40B4-BE49-F238E27FC236}">
                <a16:creationId xmlns:a16="http://schemas.microsoft.com/office/drawing/2014/main" id="{A522076D-18F6-53FC-616A-D21B358C8A8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454027" y="5098282"/>
            <a:ext cx="552450" cy="460375"/>
            <a:chOff x="144" y="3264"/>
            <a:chExt cx="288" cy="240"/>
          </a:xfrm>
        </p:grpSpPr>
        <p:sp>
          <p:nvSpPr>
            <p:cNvPr id="32818" name="Rectangle 412">
              <a:extLst>
                <a:ext uri="{FF2B5EF4-FFF2-40B4-BE49-F238E27FC236}">
                  <a16:creationId xmlns:a16="http://schemas.microsoft.com/office/drawing/2014/main" id="{2925C66D-6BE9-E0CD-477A-F4DFBEF53D6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400" b="1">
                  <a:latin typeface="Courier New" panose="02070309020205020404" pitchFamily="49" charset="0"/>
                </a:rPr>
                <a:t>eth0</a:t>
              </a:r>
            </a:p>
          </p:txBody>
        </p:sp>
        <p:sp>
          <p:nvSpPr>
            <p:cNvPr id="32819" name="Rectangle 413">
              <a:extLst>
                <a:ext uri="{FF2B5EF4-FFF2-40B4-BE49-F238E27FC236}">
                  <a16:creationId xmlns:a16="http://schemas.microsoft.com/office/drawing/2014/main" id="{C5D0585C-4B5C-67FC-239A-4FF4777798B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400" b="1">
                  <a:solidFill>
                    <a:srgbClr val="5F5F5F"/>
                  </a:solidFill>
                  <a:latin typeface="Courier New" panose="02070309020205020404" pitchFamily="49" charset="0"/>
                </a:rPr>
                <a:t>13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3FDB101-1720-8EA6-4B5A-2D7C43DD6DB4}"/>
              </a:ext>
            </a:extLst>
          </p:cNvPr>
          <p:cNvGrpSpPr/>
          <p:nvPr/>
        </p:nvGrpSpPr>
        <p:grpSpPr>
          <a:xfrm>
            <a:off x="1293674" y="1445365"/>
            <a:ext cx="9590861" cy="2603915"/>
            <a:chOff x="1989421" y="2378845"/>
            <a:chExt cx="9590861" cy="260391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8C4DCDC-7FA4-627B-5BD4-CEE17CF1D2E1}"/>
                </a:ext>
              </a:extLst>
            </p:cNvPr>
            <p:cNvSpPr/>
            <p:nvPr/>
          </p:nvSpPr>
          <p:spPr>
            <a:xfrm>
              <a:off x="1989424" y="2632078"/>
              <a:ext cx="9590858" cy="2350682"/>
            </a:xfrm>
            <a:prstGeom prst="rect">
              <a:avLst/>
            </a:prstGeom>
            <a:solidFill>
              <a:sysClr val="windowText" lastClr="000000"/>
            </a:solidFill>
            <a:ln w="57150" cap="flat" cmpd="sng" algn="ctr">
              <a:solidFill>
                <a:srgbClr val="4472C4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t"/>
            <a:lstStyle/>
            <a:p>
              <a:pPr eaLnBrk="1" hangingPunct="1"/>
              <a:r>
                <a: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root@</a:t>
              </a:r>
              <a:r>
                <a:rPr lang="it-IT" kern="0" dirty="0">
                  <a:solidFill>
                    <a:prstClr val="white">
                      <a:lumMod val="65000"/>
                    </a:prstClr>
                  </a:solidFill>
                  <a:latin typeface="Consolas" panose="020B0609020204030204" pitchFamily="49" charset="0"/>
                </a:rPr>
                <a:t>r1</a:t>
              </a:r>
              <a:r>
                <a: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:~$</a:t>
              </a:r>
              <a:r>
                <a: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 </a:t>
              </a:r>
              <a:r>
                <a:rPr lang="en-US" altLang="it-IT" sz="1800" b="1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ping 193.204.161.1</a:t>
              </a:r>
            </a:p>
            <a:p>
              <a:pPr eaLnBrk="1" hangingPunct="1"/>
              <a:r>
                <a:rPr lang="en-US" altLang="it-IT" sz="1800" b="1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PING 193.204.161.1 (193.204.161.1) 56(84) bytes of data.</a:t>
              </a:r>
            </a:p>
            <a:p>
              <a:pPr eaLnBrk="1" hangingPunct="1"/>
              <a:r>
                <a:rPr lang="en-US" altLang="it-IT" sz="1800" b="1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From 100.2.0.2 </a:t>
              </a:r>
              <a:r>
                <a:rPr lang="en-US" altLang="it-IT" sz="1800" b="1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icmp_seq</a:t>
              </a:r>
              <a:r>
                <a:rPr lang="en-US" altLang="it-IT" sz="1800" b="1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=1 Destination Net Unreachable</a:t>
              </a:r>
            </a:p>
            <a:p>
              <a:pPr eaLnBrk="1" hangingPunct="1"/>
              <a:r>
                <a:rPr lang="en-US" altLang="it-IT" sz="1800" b="1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From 100.2.0.2 </a:t>
              </a:r>
              <a:r>
                <a:rPr lang="en-US" altLang="it-IT" sz="1800" b="1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icmp_seq</a:t>
              </a:r>
              <a:r>
                <a:rPr lang="en-US" altLang="it-IT" sz="1800" b="1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=2 Destination Net Unreachable</a:t>
              </a:r>
            </a:p>
            <a:p>
              <a:pPr eaLnBrk="1" hangingPunct="1"/>
              <a:endParaRPr lang="en-US" altLang="it-IT" sz="1800" b="1" dirty="0">
                <a:solidFill>
                  <a:schemeClr val="bg1"/>
                </a:solidFill>
                <a:latin typeface="Lucida Console" panose="020B0609040504020204" pitchFamily="49" charset="0"/>
              </a:endParaRPr>
            </a:p>
            <a:p>
              <a:pPr eaLnBrk="1" hangingPunct="1"/>
              <a:r>
                <a:rPr lang="en-US" altLang="it-IT" sz="1800" b="1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--- 193.204.161.1 ping statistics ---</a:t>
              </a:r>
            </a:p>
            <a:p>
              <a:pPr eaLnBrk="1" hangingPunct="1"/>
              <a:r>
                <a:rPr lang="en-US" altLang="it-IT" sz="1800" b="1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2 packets transmitted, 0 received, +2 errors, 100% packet loss, time 999ms</a:t>
              </a:r>
              <a:endParaRPr lang="en-US" altLang="it-IT" sz="1800" dirty="0">
                <a:solidFill>
                  <a:schemeClr val="bg1"/>
                </a:solidFill>
                <a:latin typeface="Lucida Console" panose="020B0609040504020204" pitchFamily="49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5BDC510-FA52-3891-D2D0-AFDDE78A38B1}"/>
                </a:ext>
              </a:extLst>
            </p:cNvPr>
            <p:cNvSpPr/>
            <p:nvPr/>
          </p:nvSpPr>
          <p:spPr>
            <a:xfrm>
              <a:off x="1989421" y="2378845"/>
              <a:ext cx="9590858" cy="286249"/>
            </a:xfrm>
            <a:prstGeom prst="rect">
              <a:avLst/>
            </a:prstGeom>
            <a:solidFill>
              <a:srgbClr val="4472C4"/>
            </a:solidFill>
            <a:ln w="57150" cap="flat" cmpd="sng" algn="ctr">
              <a:solidFill>
                <a:srgbClr val="4472C4"/>
              </a:solidFill>
              <a:prstDash val="solid"/>
              <a:miter lim="800000"/>
            </a:ln>
            <a:effectLst>
              <a:outerShdw blurRad="50800" dist="25400" algn="l" rotWithShape="0">
                <a:prstClr val="black">
                  <a:alpha val="32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6F7A0CC0-E657-3FAB-3752-C7250E7A067D}"/>
                </a:ext>
              </a:extLst>
            </p:cNvPr>
            <p:cNvGrpSpPr/>
            <p:nvPr/>
          </p:nvGrpSpPr>
          <p:grpSpPr>
            <a:xfrm>
              <a:off x="10920536" y="2466851"/>
              <a:ext cx="581348" cy="126235"/>
              <a:chOff x="8092857" y="2115830"/>
              <a:chExt cx="581348" cy="126235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59AE4A8-A889-DF21-5F3B-5DFB9C5ADE3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548205" y="2116065"/>
                <a:ext cx="126000" cy="126000"/>
              </a:xfrm>
              <a:prstGeom prst="rect">
                <a:avLst/>
              </a:prstGeom>
              <a:solidFill>
                <a:srgbClr val="FF0000">
                  <a:alpha val="50196"/>
                </a:srgbClr>
              </a:solidFill>
              <a:ln w="12700" cap="flat" cmpd="sng" algn="ctr">
                <a:solidFill>
                  <a:srgbClr val="4472C4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238A00B-01E9-34E3-8FA9-77B67F85636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92857" y="2115830"/>
                <a:ext cx="126235" cy="126235"/>
              </a:xfrm>
              <a:prstGeom prst="rect">
                <a:avLst/>
              </a:prstGeom>
              <a:solidFill>
                <a:srgbClr val="4472C4">
                  <a:lumMod val="60000"/>
                  <a:lumOff val="40000"/>
                </a:srgbClr>
              </a:solidFill>
              <a:ln w="12700" cap="flat" cmpd="sng" algn="ctr">
                <a:solidFill>
                  <a:srgbClr val="4472C4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8F8EC3C-6F1C-FFD3-47ED-43EE8EBD1EF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320531" y="2115830"/>
                <a:ext cx="126235" cy="126235"/>
              </a:xfrm>
              <a:prstGeom prst="rect">
                <a:avLst/>
              </a:prstGeom>
              <a:solidFill>
                <a:srgbClr val="4472C4">
                  <a:lumMod val="60000"/>
                  <a:lumOff val="40000"/>
                </a:srgbClr>
              </a:solidFill>
              <a:ln w="12700" cap="flat" cmpd="sng" algn="ctr">
                <a:solidFill>
                  <a:srgbClr val="4472C4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32800" name="AutoShape 510">
            <a:extLst>
              <a:ext uri="{FF2B5EF4-FFF2-40B4-BE49-F238E27FC236}">
                <a16:creationId xmlns:a16="http://schemas.microsoft.com/office/drawing/2014/main" id="{DE3B3D00-0C6A-83DC-5B38-EE7B48A801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7377" y="1334244"/>
            <a:ext cx="5457825" cy="504825"/>
          </a:xfrm>
          <a:prstGeom prst="wedgeRoundRectCallout">
            <a:avLst>
              <a:gd name="adj1" fmla="val -58579"/>
              <a:gd name="adj2" fmla="val 50315"/>
              <a:gd name="adj3" fmla="val 16667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lIns="90000" tIns="46800" rIns="90000" bIns="4680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it-IT" altLang="it-IT" sz="2400">
                <a:latin typeface="Tahoma" panose="020B0604030504040204" pitchFamily="34" charset="0"/>
              </a:rPr>
              <a:t>any (even non-existing) destination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6" name="Rectangle 2">
            <a:extLst>
              <a:ext uri="{FF2B5EF4-FFF2-40B4-BE49-F238E27FC236}">
                <a16:creationId xmlns:a16="http://schemas.microsoft.com/office/drawing/2014/main" id="{984AC9DE-5368-95F2-633E-C2FDE89B93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/>
              <a:t>checking connectivity</a:t>
            </a:r>
          </a:p>
        </p:txBody>
      </p:sp>
      <p:sp>
        <p:nvSpPr>
          <p:cNvPr id="33797" name="Rectangle 4">
            <a:extLst>
              <a:ext uri="{FF2B5EF4-FFF2-40B4-BE49-F238E27FC236}">
                <a16:creationId xmlns:a16="http://schemas.microsoft.com/office/drawing/2014/main" id="{74D9330A-584F-D563-045C-E35AB0F7632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it-IT" altLang="it-IT" b="1" dirty="0">
                <a:latin typeface="Courier New" panose="02070309020205020404" pitchFamily="49" charset="0"/>
              </a:rPr>
              <a:t>r5</a:t>
            </a:r>
            <a:r>
              <a:rPr lang="it-IT" altLang="it-IT" dirty="0"/>
              <a:t> </a:t>
            </a:r>
            <a:r>
              <a:rPr lang="it-IT" altLang="it-IT" dirty="0" err="1"/>
              <a:t>is</a:t>
            </a:r>
            <a:r>
              <a:rPr lang="it-IT" altLang="it-IT" dirty="0"/>
              <a:t> </a:t>
            </a:r>
            <a:r>
              <a:rPr lang="it-IT" altLang="it-IT" dirty="0" err="1"/>
              <a:t>actually</a:t>
            </a:r>
            <a:r>
              <a:rPr lang="it-IT" altLang="it-IT" dirty="0"/>
              <a:t> </a:t>
            </a:r>
            <a:r>
              <a:rPr lang="it-IT" altLang="it-IT" dirty="0" err="1"/>
              <a:t>receiving</a:t>
            </a:r>
            <a:r>
              <a:rPr lang="it-IT" altLang="it-IT" dirty="0"/>
              <a:t> </a:t>
            </a:r>
            <a:r>
              <a:rPr lang="it-IT" altLang="it-IT" dirty="0" err="1"/>
              <a:t>echo</a:t>
            </a:r>
            <a:r>
              <a:rPr lang="it-IT" altLang="it-IT" dirty="0"/>
              <a:t> </a:t>
            </a:r>
            <a:r>
              <a:rPr lang="it-IT" altLang="it-IT" dirty="0" err="1"/>
              <a:t>request</a:t>
            </a:r>
            <a:r>
              <a:rPr lang="it-IT" altLang="it-IT" dirty="0"/>
              <a:t> </a:t>
            </a:r>
            <a:r>
              <a:rPr lang="it-IT" altLang="it-IT" dirty="0" err="1"/>
              <a:t>packets</a:t>
            </a:r>
            <a:endParaRPr lang="it-IT" altLang="it-IT" dirty="0"/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58FB1ECC-9886-6B72-67CF-7D0A0F0929C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/>
          <a:p>
            <a:r>
              <a:rPr lang="it-IT" altLang="it-IT"/>
              <a:t>last update: Oct 2023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F295726-5482-760E-A117-AAE848D0C75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/>
          <a:p>
            <a:r>
              <a:rPr lang="it-IT" altLang="it-IT"/>
              <a:t>kathara – [ lab: rip_frr ]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DEDCC62-954A-7CA2-F275-0DF791D950F4}"/>
              </a:ext>
            </a:extLst>
          </p:cNvPr>
          <p:cNvGrpSpPr/>
          <p:nvPr/>
        </p:nvGrpSpPr>
        <p:grpSpPr>
          <a:xfrm>
            <a:off x="249557" y="2016351"/>
            <a:ext cx="11823107" cy="4148953"/>
            <a:chOff x="-242825" y="2378845"/>
            <a:chExt cx="11823107" cy="414895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FFF05F1-CD87-0C7E-99F4-6BF5A0C0449E}"/>
                </a:ext>
              </a:extLst>
            </p:cNvPr>
            <p:cNvSpPr/>
            <p:nvPr/>
          </p:nvSpPr>
          <p:spPr>
            <a:xfrm>
              <a:off x="-242822" y="2632077"/>
              <a:ext cx="11823104" cy="3895721"/>
            </a:xfrm>
            <a:prstGeom prst="rect">
              <a:avLst/>
            </a:prstGeom>
            <a:solidFill>
              <a:sysClr val="windowText" lastClr="000000"/>
            </a:solidFill>
            <a:ln w="57150" cap="flat" cmpd="sng" algn="ctr">
              <a:solidFill>
                <a:srgbClr val="4472C4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t"/>
            <a:lstStyle/>
            <a:p>
              <a:pPr eaLnBrk="1" hangingPunct="1"/>
              <a:r>
                <a: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root@</a:t>
              </a:r>
              <a:r>
                <a:rPr lang="it-IT" kern="0" dirty="0">
                  <a:solidFill>
                    <a:prstClr val="white">
                      <a:lumMod val="65000"/>
                    </a:prstClr>
                  </a:solidFill>
                  <a:latin typeface="Consolas" panose="020B0609020204030204" pitchFamily="49" charset="0"/>
                </a:rPr>
                <a:t>r5</a:t>
              </a:r>
              <a:r>
                <a: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:~$</a:t>
              </a:r>
              <a:r>
                <a: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 </a:t>
              </a:r>
              <a:r>
                <a:rPr lang="en-US" altLang="it-IT" sz="1800" b="1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tcpdump</a:t>
              </a:r>
              <a:r>
                <a:rPr lang="en-US" altLang="it-IT" sz="1800" b="1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–</a:t>
              </a:r>
              <a:r>
                <a:rPr lang="en-US" altLang="it-IT" sz="1800" b="1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tenni</a:t>
              </a:r>
              <a:r>
                <a:rPr lang="en-US" altLang="it-IT" sz="1800" b="1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eth0</a:t>
              </a:r>
            </a:p>
            <a:p>
              <a:pPr eaLnBrk="1" hangingPunct="1"/>
              <a:r>
                <a:rPr lang="en-US" altLang="it-IT" sz="1800" b="1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tcpdump</a:t>
              </a:r>
              <a:r>
                <a:rPr lang="en-US" altLang="it-IT" sz="1800" b="1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: verbose output suppressed, use -v or -</a:t>
              </a:r>
              <a:r>
                <a:rPr lang="en-US" altLang="it-IT" sz="1800" b="1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vv</a:t>
              </a:r>
              <a:r>
                <a:rPr lang="en-US" altLang="it-IT" sz="1800" b="1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for full protocol decode</a:t>
              </a:r>
            </a:p>
            <a:p>
              <a:pPr eaLnBrk="1" hangingPunct="1"/>
              <a:r>
                <a:rPr lang="en-US" altLang="it-IT" sz="1800" b="1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listening on eth0, link-type EN10MB (Ethernet), capture size 1518 bytes</a:t>
              </a:r>
            </a:p>
            <a:p>
              <a:pPr eaLnBrk="1" hangingPunct="1"/>
              <a:r>
                <a:rPr lang="en-US" altLang="it-IT" sz="1800" b="1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11:38:43.822503 </a:t>
              </a:r>
              <a:r>
                <a:rPr lang="en-US" altLang="it-IT" sz="1800" b="1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arp</a:t>
              </a:r>
              <a:r>
                <a:rPr lang="en-US" altLang="it-IT" sz="1800" b="1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who-has 100.2.0.2 tell 100.2.0.1</a:t>
              </a:r>
            </a:p>
            <a:p>
              <a:pPr eaLnBrk="1" hangingPunct="1"/>
              <a:r>
                <a:rPr lang="en-US" altLang="it-IT" sz="1800" b="1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11:38:43.824221 </a:t>
              </a:r>
              <a:r>
                <a:rPr lang="en-US" altLang="it-IT" sz="1800" b="1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arp</a:t>
              </a:r>
              <a:r>
                <a:rPr lang="en-US" altLang="it-IT" sz="1800" b="1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reply 100.2.0.2 is-at fe:fd:64:02:00:02</a:t>
              </a:r>
            </a:p>
            <a:p>
              <a:pPr eaLnBrk="1" hangingPunct="1"/>
              <a:r>
                <a:rPr lang="en-US" altLang="it-IT" sz="1800" b="1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11:38:43.825890 IP 100.1.0.13 &gt; 193.204.161.1: </a:t>
              </a:r>
              <a:r>
                <a:rPr lang="en-US" altLang="it-IT" sz="1800" b="1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icmp</a:t>
              </a:r>
              <a:r>
                <a:rPr lang="en-US" altLang="it-IT" sz="1800" b="1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64: echo request seq 1</a:t>
              </a:r>
            </a:p>
            <a:p>
              <a:pPr eaLnBrk="1" hangingPunct="1"/>
              <a:r>
                <a:rPr lang="en-US" altLang="it-IT" sz="1800" b="1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11:38:43.827139 IP 100.2.0.2 &gt; 100.1.0.13: </a:t>
              </a:r>
              <a:r>
                <a:rPr lang="en-US" altLang="it-IT" sz="1800" b="1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icmp</a:t>
              </a:r>
              <a:r>
                <a:rPr lang="en-US" altLang="it-IT" sz="1800" b="1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92: net 193.204.161.1 unreachable</a:t>
              </a:r>
            </a:p>
            <a:p>
              <a:pPr eaLnBrk="1" hangingPunct="1"/>
              <a:r>
                <a:rPr lang="en-US" altLang="it-IT" sz="1800" b="1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11:38:44.841566 IP 100.1.0.13 &gt; 193.204.161.1: </a:t>
              </a:r>
              <a:r>
                <a:rPr lang="en-US" altLang="it-IT" sz="1800" b="1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icmp</a:t>
              </a:r>
              <a:r>
                <a:rPr lang="en-US" altLang="it-IT" sz="1800" b="1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64: echo request seq 2</a:t>
              </a:r>
            </a:p>
            <a:p>
              <a:pPr eaLnBrk="1" hangingPunct="1"/>
              <a:r>
                <a:rPr lang="en-US" altLang="it-IT" sz="1800" b="1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11:38:44.841651 IP 100.2.0.2 &gt; 100.1.0.13: </a:t>
              </a:r>
              <a:r>
                <a:rPr lang="en-US" altLang="it-IT" sz="1800" b="1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icmp</a:t>
              </a:r>
              <a:r>
                <a:rPr lang="en-US" altLang="it-IT" sz="1800" b="1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92: net 193.204.161.1 unreachable</a:t>
              </a:r>
            </a:p>
            <a:p>
              <a:pPr eaLnBrk="1" hangingPunct="1"/>
              <a:endParaRPr lang="en-US" altLang="it-IT" sz="1800" b="1" dirty="0">
                <a:solidFill>
                  <a:schemeClr val="bg1"/>
                </a:solidFill>
                <a:latin typeface="Lucida Console" panose="020B0609040504020204" pitchFamily="49" charset="0"/>
              </a:endParaRPr>
            </a:p>
            <a:p>
              <a:pPr eaLnBrk="1" hangingPunct="1"/>
              <a:r>
                <a:rPr lang="en-US" altLang="it-IT" sz="1800" b="1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6 packets captured</a:t>
              </a:r>
            </a:p>
            <a:p>
              <a:pPr eaLnBrk="1" hangingPunct="1"/>
              <a:r>
                <a:rPr lang="en-US" altLang="it-IT" sz="1800" b="1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6 packets received by filter</a:t>
              </a:r>
            </a:p>
            <a:p>
              <a:pPr eaLnBrk="1" hangingPunct="1"/>
              <a:r>
                <a:rPr lang="en-US" altLang="it-IT" sz="1800" b="1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0 packets dropped by kernel</a:t>
              </a:r>
              <a:endParaRPr lang="en-US" altLang="it-IT" sz="1800" dirty="0">
                <a:solidFill>
                  <a:schemeClr val="bg1"/>
                </a:solidFill>
                <a:latin typeface="Lucida Console" panose="020B0609040504020204" pitchFamily="49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A10808D-5F66-9F8F-E2DC-DAAA9160949A}"/>
                </a:ext>
              </a:extLst>
            </p:cNvPr>
            <p:cNvSpPr/>
            <p:nvPr/>
          </p:nvSpPr>
          <p:spPr>
            <a:xfrm>
              <a:off x="-242825" y="2378845"/>
              <a:ext cx="11823104" cy="286249"/>
            </a:xfrm>
            <a:prstGeom prst="rect">
              <a:avLst/>
            </a:prstGeom>
            <a:solidFill>
              <a:srgbClr val="4472C4"/>
            </a:solidFill>
            <a:ln w="57150" cap="flat" cmpd="sng" algn="ctr">
              <a:solidFill>
                <a:srgbClr val="4472C4"/>
              </a:solidFill>
              <a:prstDash val="solid"/>
              <a:miter lim="800000"/>
            </a:ln>
            <a:effectLst>
              <a:outerShdw blurRad="50800" dist="25400" algn="l" rotWithShape="0">
                <a:prstClr val="black">
                  <a:alpha val="32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7F87C036-DC78-794A-4A3B-5E797BB39852}"/>
                </a:ext>
              </a:extLst>
            </p:cNvPr>
            <p:cNvGrpSpPr/>
            <p:nvPr/>
          </p:nvGrpSpPr>
          <p:grpSpPr>
            <a:xfrm>
              <a:off x="10920536" y="2466851"/>
              <a:ext cx="581348" cy="126235"/>
              <a:chOff x="8092857" y="2115830"/>
              <a:chExt cx="581348" cy="126235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39C2BE7-6DC7-78C1-A73A-4DC3833FBC1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548205" y="2116065"/>
                <a:ext cx="126000" cy="126000"/>
              </a:xfrm>
              <a:prstGeom prst="rect">
                <a:avLst/>
              </a:prstGeom>
              <a:solidFill>
                <a:srgbClr val="FF0000">
                  <a:alpha val="50196"/>
                </a:srgbClr>
              </a:solidFill>
              <a:ln w="12700" cap="flat" cmpd="sng" algn="ctr">
                <a:solidFill>
                  <a:srgbClr val="4472C4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D03DB38-50E2-FDD5-1127-C9DF49F1C85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92857" y="2115830"/>
                <a:ext cx="126235" cy="126235"/>
              </a:xfrm>
              <a:prstGeom prst="rect">
                <a:avLst/>
              </a:prstGeom>
              <a:solidFill>
                <a:srgbClr val="4472C4">
                  <a:lumMod val="60000"/>
                  <a:lumOff val="40000"/>
                </a:srgbClr>
              </a:solidFill>
              <a:ln w="12700" cap="flat" cmpd="sng" algn="ctr">
                <a:solidFill>
                  <a:srgbClr val="4472C4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110F7FBB-B4F6-6D13-D34F-99D8D7E2726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320531" y="2115830"/>
                <a:ext cx="126235" cy="126235"/>
              </a:xfrm>
              <a:prstGeom prst="rect">
                <a:avLst/>
              </a:prstGeom>
              <a:solidFill>
                <a:srgbClr val="4472C4">
                  <a:lumMod val="60000"/>
                  <a:lumOff val="40000"/>
                </a:srgbClr>
              </a:solidFill>
              <a:ln w="12700" cap="flat" cmpd="sng" algn="ctr">
                <a:solidFill>
                  <a:srgbClr val="4472C4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1" name="Rectangle 2">
            <a:extLst>
              <a:ext uri="{FF2B5EF4-FFF2-40B4-BE49-F238E27FC236}">
                <a16:creationId xmlns:a16="http://schemas.microsoft.com/office/drawing/2014/main" id="{1EE7E9FA-B311-9059-47FB-891A5014E9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/>
              <a:t>shutting down an interface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82ECD028-3DD3-4B7A-B526-32E95C809E2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/>
          <a:p>
            <a:r>
              <a:rPr lang="it-IT" altLang="it-IT"/>
              <a:t>last update: Oct 2023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72633F8-4CB0-B2D1-7311-71BED0645BC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/>
          <a:p>
            <a:r>
              <a:rPr lang="it-IT" altLang="it-IT"/>
              <a:t>kathara – [ lab: rip_frr ]</a:t>
            </a:r>
          </a:p>
        </p:txBody>
      </p:sp>
      <p:sp>
        <p:nvSpPr>
          <p:cNvPr id="160" name="Segnaposto piè di pagina 4">
            <a:extLst>
              <a:ext uri="{FF2B5EF4-FFF2-40B4-BE49-F238E27FC236}">
                <a16:creationId xmlns:a16="http://schemas.microsoft.com/office/drawing/2014/main" id="{02E1306E-5109-444E-B24E-9A1ADD2FFD6E}"/>
              </a:ext>
            </a:extLst>
          </p:cNvPr>
          <p:cNvSpPr txBox="1">
            <a:spLocks noGrp="1"/>
          </p:cNvSpPr>
          <p:nvPr/>
        </p:nvSpPr>
        <p:spPr bwMode="auto">
          <a:xfrm>
            <a:off x="3678239" y="6453189"/>
            <a:ext cx="4835525" cy="333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1" hangingPunct="1">
              <a:defRPr/>
            </a:pPr>
            <a:r>
              <a:rPr lang="it-IT" altLang="it-IT" sz="1400" dirty="0" err="1">
                <a:latin typeface="+mn-lt"/>
              </a:rPr>
              <a:t>kathara</a:t>
            </a:r>
            <a:r>
              <a:rPr lang="it-IT" altLang="it-IT" sz="1400" dirty="0">
                <a:latin typeface="+mn-lt"/>
              </a:rPr>
              <a:t> – [ lab: </a:t>
            </a:r>
            <a:r>
              <a:rPr lang="it-IT" altLang="it-IT" sz="1400" dirty="0" err="1">
                <a:latin typeface="+mn-lt"/>
              </a:rPr>
              <a:t>rip</a:t>
            </a:r>
            <a:r>
              <a:rPr lang="it-IT" altLang="it-IT" sz="1400" dirty="0">
                <a:latin typeface="+mn-lt"/>
              </a:rPr>
              <a:t> ]</a:t>
            </a:r>
          </a:p>
        </p:txBody>
      </p:sp>
      <p:sp>
        <p:nvSpPr>
          <p:cNvPr id="34820" name="Rectangle 459">
            <a:extLst>
              <a:ext uri="{FF2B5EF4-FFF2-40B4-BE49-F238E27FC236}">
                <a16:creationId xmlns:a16="http://schemas.microsoft.com/office/drawing/2014/main" id="{BAA28B52-3325-DF4D-A285-0B74482808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5914" y="6308726"/>
            <a:ext cx="6048375" cy="5492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it-IT" altLang="en-IT"/>
          </a:p>
        </p:txBody>
      </p:sp>
      <p:sp>
        <p:nvSpPr>
          <p:cNvPr id="34822" name="Arc 224">
            <a:extLst>
              <a:ext uri="{FF2B5EF4-FFF2-40B4-BE49-F238E27FC236}">
                <a16:creationId xmlns:a16="http://schemas.microsoft.com/office/drawing/2014/main" id="{CC7873C1-D7B6-8453-7639-1A507745ED26}"/>
              </a:ext>
            </a:extLst>
          </p:cNvPr>
          <p:cNvSpPr>
            <a:spLocks/>
          </p:cNvSpPr>
          <p:nvPr/>
        </p:nvSpPr>
        <p:spPr bwMode="auto">
          <a:xfrm>
            <a:off x="7248525" y="4638160"/>
            <a:ext cx="1079500" cy="369332"/>
          </a:xfrm>
          <a:custGeom>
            <a:avLst/>
            <a:gdLst>
              <a:gd name="T0" fmla="*/ 0 w 21600"/>
              <a:gd name="T1" fmla="*/ 0 h 21600"/>
              <a:gd name="T2" fmla="*/ 1079500 w 21600"/>
              <a:gd name="T3" fmla="*/ 504825 h 21600"/>
              <a:gd name="T4" fmla="*/ 0 w 21600"/>
              <a:gd name="T5" fmla="*/ 504825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34823" name="Line 225">
            <a:extLst>
              <a:ext uri="{FF2B5EF4-FFF2-40B4-BE49-F238E27FC236}">
                <a16:creationId xmlns:a16="http://schemas.microsoft.com/office/drawing/2014/main" id="{57DF256F-7F74-CF6E-BC68-4652B05E0F3E}"/>
              </a:ext>
            </a:extLst>
          </p:cNvPr>
          <p:cNvSpPr>
            <a:spLocks noChangeShapeType="1"/>
          </p:cNvSpPr>
          <p:nvPr/>
        </p:nvSpPr>
        <p:spPr bwMode="auto">
          <a:xfrm>
            <a:off x="2928938" y="4930776"/>
            <a:ext cx="0" cy="1008063"/>
          </a:xfrm>
          <a:prstGeom prst="line">
            <a:avLst/>
          </a:prstGeom>
          <a:noFill/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4824" name="Arc 226">
            <a:extLst>
              <a:ext uri="{FF2B5EF4-FFF2-40B4-BE49-F238E27FC236}">
                <a16:creationId xmlns:a16="http://schemas.microsoft.com/office/drawing/2014/main" id="{736B2F91-A665-39F5-0B8C-45A1C8A9E774}"/>
              </a:ext>
            </a:extLst>
          </p:cNvPr>
          <p:cNvSpPr>
            <a:spLocks/>
          </p:cNvSpPr>
          <p:nvPr/>
        </p:nvSpPr>
        <p:spPr bwMode="auto">
          <a:xfrm>
            <a:off x="5375276" y="6407428"/>
            <a:ext cx="1152525" cy="369332"/>
          </a:xfrm>
          <a:custGeom>
            <a:avLst/>
            <a:gdLst>
              <a:gd name="T0" fmla="*/ 0 w 21600"/>
              <a:gd name="T1" fmla="*/ 0 h 21600"/>
              <a:gd name="T2" fmla="*/ 1152525 w 21600"/>
              <a:gd name="T3" fmla="*/ 300038 h 21600"/>
              <a:gd name="T4" fmla="*/ 0 w 21600"/>
              <a:gd name="T5" fmla="*/ 300038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34825" name="Line 227">
            <a:extLst>
              <a:ext uri="{FF2B5EF4-FFF2-40B4-BE49-F238E27FC236}">
                <a16:creationId xmlns:a16="http://schemas.microsoft.com/office/drawing/2014/main" id="{E7F05A2A-9BCF-D2EF-8566-61CF880A4E33}"/>
              </a:ext>
            </a:extLst>
          </p:cNvPr>
          <p:cNvSpPr>
            <a:spLocks noChangeShapeType="1"/>
          </p:cNvSpPr>
          <p:nvPr/>
        </p:nvSpPr>
        <p:spPr bwMode="auto">
          <a:xfrm>
            <a:off x="3143250" y="4930776"/>
            <a:ext cx="1728788" cy="1439863"/>
          </a:xfrm>
          <a:prstGeom prst="line">
            <a:avLst/>
          </a:prstGeom>
          <a:noFill/>
          <a:ln w="28575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4826" name="Line 228">
            <a:extLst>
              <a:ext uri="{FF2B5EF4-FFF2-40B4-BE49-F238E27FC236}">
                <a16:creationId xmlns:a16="http://schemas.microsoft.com/office/drawing/2014/main" id="{BE736D89-DD83-DF90-7CD5-D747A3F7728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00376" y="3059114"/>
            <a:ext cx="1679575" cy="1800225"/>
          </a:xfrm>
          <a:prstGeom prst="line">
            <a:avLst/>
          </a:prstGeom>
          <a:noFill/>
          <a:ln w="28575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4827" name="Line 229">
            <a:extLst>
              <a:ext uri="{FF2B5EF4-FFF2-40B4-BE49-F238E27FC236}">
                <a16:creationId xmlns:a16="http://schemas.microsoft.com/office/drawing/2014/main" id="{9A3241A3-A079-3A93-F23F-3ADC3CE0269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42139" y="3457576"/>
            <a:ext cx="2611437" cy="1001713"/>
          </a:xfrm>
          <a:prstGeom prst="line">
            <a:avLst/>
          </a:prstGeom>
          <a:noFill/>
          <a:ln w="28575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34828" name="Group 232">
            <a:extLst>
              <a:ext uri="{FF2B5EF4-FFF2-40B4-BE49-F238E27FC236}">
                <a16:creationId xmlns:a16="http://schemas.microsoft.com/office/drawing/2014/main" id="{EB4ECBCC-ADFF-8124-8C81-961A6D90842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480550" y="3195638"/>
            <a:ext cx="736600" cy="404812"/>
            <a:chOff x="3312" y="2160"/>
            <a:chExt cx="960" cy="528"/>
          </a:xfrm>
        </p:grpSpPr>
        <p:sp>
          <p:nvSpPr>
            <p:cNvPr id="34957" name="AutoShape 233">
              <a:extLst>
                <a:ext uri="{FF2B5EF4-FFF2-40B4-BE49-F238E27FC236}">
                  <a16:creationId xmlns:a16="http://schemas.microsoft.com/office/drawing/2014/main" id="{28D79DCF-23BE-3D40-8BF2-73B8CCCD81E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12" y="2160"/>
              <a:ext cx="960" cy="528"/>
            </a:xfrm>
            <a:prstGeom prst="can">
              <a:avLst>
                <a:gd name="adj" fmla="val 50000"/>
              </a:avLst>
            </a:prstGeom>
            <a:solidFill>
              <a:srgbClr val="B2B2B2"/>
            </a:solidFill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73025" tIns="36512" rIns="73025" bIns="36512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it-IT" altLang="en-IT"/>
            </a:p>
          </p:txBody>
        </p:sp>
        <p:grpSp>
          <p:nvGrpSpPr>
            <p:cNvPr id="34958" name="Group 234">
              <a:extLst>
                <a:ext uri="{FF2B5EF4-FFF2-40B4-BE49-F238E27FC236}">
                  <a16:creationId xmlns:a16="http://schemas.microsoft.com/office/drawing/2014/main" id="{ADF3E890-7BBB-A0EC-777D-12533E32BCE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488" y="2193"/>
              <a:ext cx="599" cy="207"/>
              <a:chOff x="422" y="1632"/>
              <a:chExt cx="829" cy="298"/>
            </a:xfrm>
          </p:grpSpPr>
          <p:grpSp>
            <p:nvGrpSpPr>
              <p:cNvPr id="34959" name="Group 235">
                <a:extLst>
                  <a:ext uri="{FF2B5EF4-FFF2-40B4-BE49-F238E27FC236}">
                    <a16:creationId xmlns:a16="http://schemas.microsoft.com/office/drawing/2014/main" id="{A3D4E536-419C-BBF8-6193-65E85E14A207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22" y="1632"/>
                <a:ext cx="822" cy="291"/>
                <a:chOff x="422" y="1632"/>
                <a:chExt cx="822" cy="291"/>
              </a:xfrm>
            </p:grpSpPr>
            <p:sp>
              <p:nvSpPr>
                <p:cNvPr id="34969" name="Freeform 236">
                  <a:extLst>
                    <a:ext uri="{FF2B5EF4-FFF2-40B4-BE49-F238E27FC236}">
                      <a16:creationId xmlns:a16="http://schemas.microsoft.com/office/drawing/2014/main" id="{B264CD7A-EBEE-93BC-5BDF-562C5766808A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1" y="1639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4 w 393"/>
                    <a:gd name="T11" fmla="*/ 0 h 125"/>
                    <a:gd name="T12" fmla="*/ 196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4" y="0"/>
                      </a:lnTo>
                      <a:lnTo>
                        <a:pt x="196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4970" name="Freeform 237">
                  <a:extLst>
                    <a:ext uri="{FF2B5EF4-FFF2-40B4-BE49-F238E27FC236}">
                      <a16:creationId xmlns:a16="http://schemas.microsoft.com/office/drawing/2014/main" id="{9F2D7C3F-81A9-2171-215A-051F8AB60FDA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1" y="1639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4 w 393"/>
                    <a:gd name="T11" fmla="*/ 0 h 125"/>
                    <a:gd name="T12" fmla="*/ 196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4" y="0"/>
                      </a:lnTo>
                      <a:lnTo>
                        <a:pt x="196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4971" name="Freeform 238">
                  <a:extLst>
                    <a:ext uri="{FF2B5EF4-FFF2-40B4-BE49-F238E27FC236}">
                      <a16:creationId xmlns:a16="http://schemas.microsoft.com/office/drawing/2014/main" id="{D4B19327-5C85-BCEA-4279-1BD2897836DC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2" y="1785"/>
                  <a:ext cx="393" cy="132"/>
                </a:xfrm>
                <a:custGeom>
                  <a:avLst/>
                  <a:gdLst>
                    <a:gd name="T0" fmla="*/ 393 w 393"/>
                    <a:gd name="T1" fmla="*/ 28 h 132"/>
                    <a:gd name="T2" fmla="*/ 305 w 393"/>
                    <a:gd name="T3" fmla="*/ 0 h 132"/>
                    <a:gd name="T4" fmla="*/ 102 w 393"/>
                    <a:gd name="T5" fmla="*/ 83 h 132"/>
                    <a:gd name="T6" fmla="*/ 0 w 393"/>
                    <a:gd name="T7" fmla="*/ 55 h 132"/>
                    <a:gd name="T8" fmla="*/ 51 w 393"/>
                    <a:gd name="T9" fmla="*/ 132 h 132"/>
                    <a:gd name="T10" fmla="*/ 305 w 393"/>
                    <a:gd name="T11" fmla="*/ 132 h 132"/>
                    <a:gd name="T12" fmla="*/ 196 w 393"/>
                    <a:gd name="T13" fmla="*/ 104 h 132"/>
                    <a:gd name="T14" fmla="*/ 393 w 393"/>
                    <a:gd name="T15" fmla="*/ 28 h 13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2">
                      <a:moveTo>
                        <a:pt x="393" y="28"/>
                      </a:moveTo>
                      <a:lnTo>
                        <a:pt x="305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2"/>
                      </a:lnTo>
                      <a:lnTo>
                        <a:pt x="305" y="132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4972" name="Freeform 239">
                  <a:extLst>
                    <a:ext uri="{FF2B5EF4-FFF2-40B4-BE49-F238E27FC236}">
                      <a16:creationId xmlns:a16="http://schemas.microsoft.com/office/drawing/2014/main" id="{F6A80DA7-AF68-92F2-BDE7-A1ABEB1E10D9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2" y="1785"/>
                  <a:ext cx="393" cy="132"/>
                </a:xfrm>
                <a:custGeom>
                  <a:avLst/>
                  <a:gdLst>
                    <a:gd name="T0" fmla="*/ 393 w 393"/>
                    <a:gd name="T1" fmla="*/ 28 h 132"/>
                    <a:gd name="T2" fmla="*/ 305 w 393"/>
                    <a:gd name="T3" fmla="*/ 0 h 132"/>
                    <a:gd name="T4" fmla="*/ 102 w 393"/>
                    <a:gd name="T5" fmla="*/ 83 h 132"/>
                    <a:gd name="T6" fmla="*/ 0 w 393"/>
                    <a:gd name="T7" fmla="*/ 55 h 132"/>
                    <a:gd name="T8" fmla="*/ 51 w 393"/>
                    <a:gd name="T9" fmla="*/ 132 h 132"/>
                    <a:gd name="T10" fmla="*/ 305 w 393"/>
                    <a:gd name="T11" fmla="*/ 132 h 132"/>
                    <a:gd name="T12" fmla="*/ 196 w 393"/>
                    <a:gd name="T13" fmla="*/ 104 h 132"/>
                    <a:gd name="T14" fmla="*/ 393 w 393"/>
                    <a:gd name="T15" fmla="*/ 28 h 13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2">
                      <a:moveTo>
                        <a:pt x="393" y="28"/>
                      </a:moveTo>
                      <a:lnTo>
                        <a:pt x="305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2"/>
                      </a:lnTo>
                      <a:lnTo>
                        <a:pt x="305" y="132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4973" name="Freeform 240">
                  <a:extLst>
                    <a:ext uri="{FF2B5EF4-FFF2-40B4-BE49-F238E27FC236}">
                      <a16:creationId xmlns:a16="http://schemas.microsoft.com/office/drawing/2014/main" id="{D1195D6B-FC66-37AC-FBAA-C529B26438E1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44" y="1632"/>
                  <a:ext cx="392" cy="125"/>
                </a:xfrm>
                <a:custGeom>
                  <a:avLst/>
                  <a:gdLst>
                    <a:gd name="T0" fmla="*/ 0 w 392"/>
                    <a:gd name="T1" fmla="*/ 28 h 125"/>
                    <a:gd name="T2" fmla="*/ 87 w 392"/>
                    <a:gd name="T3" fmla="*/ 0 h 125"/>
                    <a:gd name="T4" fmla="*/ 298 w 392"/>
                    <a:gd name="T5" fmla="*/ 77 h 125"/>
                    <a:gd name="T6" fmla="*/ 392 w 392"/>
                    <a:gd name="T7" fmla="*/ 56 h 125"/>
                    <a:gd name="T8" fmla="*/ 341 w 392"/>
                    <a:gd name="T9" fmla="*/ 125 h 125"/>
                    <a:gd name="T10" fmla="*/ 94 w 392"/>
                    <a:gd name="T11" fmla="*/ 125 h 125"/>
                    <a:gd name="T12" fmla="*/ 196 w 392"/>
                    <a:gd name="T13" fmla="*/ 104 h 125"/>
                    <a:gd name="T14" fmla="*/ 0 w 392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2" y="56"/>
                      </a:lnTo>
                      <a:lnTo>
                        <a:pt x="341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4974" name="Freeform 241">
                  <a:extLst>
                    <a:ext uri="{FF2B5EF4-FFF2-40B4-BE49-F238E27FC236}">
                      <a16:creationId xmlns:a16="http://schemas.microsoft.com/office/drawing/2014/main" id="{CF7BB05E-E9AE-13E5-5EE7-4FA505AA7240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44" y="1632"/>
                  <a:ext cx="392" cy="125"/>
                </a:xfrm>
                <a:custGeom>
                  <a:avLst/>
                  <a:gdLst>
                    <a:gd name="T0" fmla="*/ 0 w 392"/>
                    <a:gd name="T1" fmla="*/ 28 h 125"/>
                    <a:gd name="T2" fmla="*/ 87 w 392"/>
                    <a:gd name="T3" fmla="*/ 0 h 125"/>
                    <a:gd name="T4" fmla="*/ 298 w 392"/>
                    <a:gd name="T5" fmla="*/ 77 h 125"/>
                    <a:gd name="T6" fmla="*/ 392 w 392"/>
                    <a:gd name="T7" fmla="*/ 56 h 125"/>
                    <a:gd name="T8" fmla="*/ 341 w 392"/>
                    <a:gd name="T9" fmla="*/ 125 h 125"/>
                    <a:gd name="T10" fmla="*/ 94 w 392"/>
                    <a:gd name="T11" fmla="*/ 125 h 125"/>
                    <a:gd name="T12" fmla="*/ 196 w 392"/>
                    <a:gd name="T13" fmla="*/ 104 h 125"/>
                    <a:gd name="T14" fmla="*/ 0 w 392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2" y="56"/>
                      </a:lnTo>
                      <a:lnTo>
                        <a:pt x="341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4975" name="Freeform 242">
                  <a:extLst>
                    <a:ext uri="{FF2B5EF4-FFF2-40B4-BE49-F238E27FC236}">
                      <a16:creationId xmlns:a16="http://schemas.microsoft.com/office/drawing/2014/main" id="{3E5C3DD6-8288-1C05-7D09-C8B8F5D52D3D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36" y="1799"/>
                  <a:ext cx="393" cy="124"/>
                </a:xfrm>
                <a:custGeom>
                  <a:avLst/>
                  <a:gdLst>
                    <a:gd name="T0" fmla="*/ 393 w 393"/>
                    <a:gd name="T1" fmla="*/ 97 h 124"/>
                    <a:gd name="T2" fmla="*/ 306 w 393"/>
                    <a:gd name="T3" fmla="*/ 124 h 124"/>
                    <a:gd name="T4" fmla="*/ 102 w 393"/>
                    <a:gd name="T5" fmla="*/ 41 h 124"/>
                    <a:gd name="T6" fmla="*/ 0 w 393"/>
                    <a:gd name="T7" fmla="*/ 69 h 124"/>
                    <a:gd name="T8" fmla="*/ 51 w 393"/>
                    <a:gd name="T9" fmla="*/ 0 h 124"/>
                    <a:gd name="T10" fmla="*/ 306 w 393"/>
                    <a:gd name="T11" fmla="*/ 0 h 124"/>
                    <a:gd name="T12" fmla="*/ 197 w 393"/>
                    <a:gd name="T13" fmla="*/ 21 h 124"/>
                    <a:gd name="T14" fmla="*/ 393 w 393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4">
                      <a:moveTo>
                        <a:pt x="393" y="97"/>
                      </a:moveTo>
                      <a:lnTo>
                        <a:pt x="306" y="124"/>
                      </a:lnTo>
                      <a:lnTo>
                        <a:pt x="102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6" y="0"/>
                      </a:lnTo>
                      <a:lnTo>
                        <a:pt x="197" y="21"/>
                      </a:lnTo>
                      <a:lnTo>
                        <a:pt x="393" y="97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4976" name="Freeform 243">
                  <a:extLst>
                    <a:ext uri="{FF2B5EF4-FFF2-40B4-BE49-F238E27FC236}">
                      <a16:creationId xmlns:a16="http://schemas.microsoft.com/office/drawing/2014/main" id="{E58C2EAC-970E-AC93-ECD3-5332F84D4D91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36" y="1799"/>
                  <a:ext cx="393" cy="124"/>
                </a:xfrm>
                <a:custGeom>
                  <a:avLst/>
                  <a:gdLst>
                    <a:gd name="T0" fmla="*/ 393 w 393"/>
                    <a:gd name="T1" fmla="*/ 97 h 124"/>
                    <a:gd name="T2" fmla="*/ 306 w 393"/>
                    <a:gd name="T3" fmla="*/ 124 h 124"/>
                    <a:gd name="T4" fmla="*/ 102 w 393"/>
                    <a:gd name="T5" fmla="*/ 41 h 124"/>
                    <a:gd name="T6" fmla="*/ 0 w 393"/>
                    <a:gd name="T7" fmla="*/ 69 h 124"/>
                    <a:gd name="T8" fmla="*/ 51 w 393"/>
                    <a:gd name="T9" fmla="*/ 0 h 124"/>
                    <a:gd name="T10" fmla="*/ 306 w 393"/>
                    <a:gd name="T11" fmla="*/ 0 h 124"/>
                    <a:gd name="T12" fmla="*/ 197 w 393"/>
                    <a:gd name="T13" fmla="*/ 21 h 124"/>
                    <a:gd name="T14" fmla="*/ 393 w 393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4">
                      <a:moveTo>
                        <a:pt x="393" y="97"/>
                      </a:moveTo>
                      <a:lnTo>
                        <a:pt x="306" y="124"/>
                      </a:lnTo>
                      <a:lnTo>
                        <a:pt x="102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6" y="0"/>
                      </a:lnTo>
                      <a:lnTo>
                        <a:pt x="197" y="21"/>
                      </a:lnTo>
                      <a:lnTo>
                        <a:pt x="393" y="97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34960" name="Group 244">
                <a:extLst>
                  <a:ext uri="{FF2B5EF4-FFF2-40B4-BE49-F238E27FC236}">
                    <a16:creationId xmlns:a16="http://schemas.microsoft.com/office/drawing/2014/main" id="{F6E36AA9-5F19-F575-84D6-98A074829DE7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29" y="1639"/>
                <a:ext cx="822" cy="291"/>
                <a:chOff x="429" y="1639"/>
                <a:chExt cx="822" cy="291"/>
              </a:xfrm>
            </p:grpSpPr>
            <p:sp>
              <p:nvSpPr>
                <p:cNvPr id="34961" name="Freeform 245">
                  <a:extLst>
                    <a:ext uri="{FF2B5EF4-FFF2-40B4-BE49-F238E27FC236}">
                      <a16:creationId xmlns:a16="http://schemas.microsoft.com/office/drawing/2014/main" id="{2C0BE96F-72A3-2AD3-E678-3F272B25EB39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8" y="1646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5 w 393"/>
                    <a:gd name="T11" fmla="*/ 0 h 125"/>
                    <a:gd name="T12" fmla="*/ 197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5" y="0"/>
                      </a:lnTo>
                      <a:lnTo>
                        <a:pt x="197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4962" name="Freeform 246">
                  <a:extLst>
                    <a:ext uri="{FF2B5EF4-FFF2-40B4-BE49-F238E27FC236}">
                      <a16:creationId xmlns:a16="http://schemas.microsoft.com/office/drawing/2014/main" id="{762961E0-BA76-0417-1036-19A654CED73C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8" y="1646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5 w 393"/>
                    <a:gd name="T11" fmla="*/ 0 h 125"/>
                    <a:gd name="T12" fmla="*/ 197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5" y="0"/>
                      </a:lnTo>
                      <a:lnTo>
                        <a:pt x="197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4963" name="Freeform 247">
                  <a:extLst>
                    <a:ext uri="{FF2B5EF4-FFF2-40B4-BE49-F238E27FC236}">
                      <a16:creationId xmlns:a16="http://schemas.microsoft.com/office/drawing/2014/main" id="{90CC0D30-0568-51C8-239B-493E4CBD097E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9" y="1792"/>
                  <a:ext cx="393" cy="131"/>
                </a:xfrm>
                <a:custGeom>
                  <a:avLst/>
                  <a:gdLst>
                    <a:gd name="T0" fmla="*/ 393 w 393"/>
                    <a:gd name="T1" fmla="*/ 28 h 131"/>
                    <a:gd name="T2" fmla="*/ 306 w 393"/>
                    <a:gd name="T3" fmla="*/ 0 h 131"/>
                    <a:gd name="T4" fmla="*/ 102 w 393"/>
                    <a:gd name="T5" fmla="*/ 83 h 131"/>
                    <a:gd name="T6" fmla="*/ 0 w 393"/>
                    <a:gd name="T7" fmla="*/ 55 h 131"/>
                    <a:gd name="T8" fmla="*/ 51 w 393"/>
                    <a:gd name="T9" fmla="*/ 131 h 131"/>
                    <a:gd name="T10" fmla="*/ 306 w 393"/>
                    <a:gd name="T11" fmla="*/ 131 h 131"/>
                    <a:gd name="T12" fmla="*/ 196 w 393"/>
                    <a:gd name="T13" fmla="*/ 104 h 131"/>
                    <a:gd name="T14" fmla="*/ 393 w 393"/>
                    <a:gd name="T15" fmla="*/ 28 h 13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1">
                      <a:moveTo>
                        <a:pt x="393" y="28"/>
                      </a:moveTo>
                      <a:lnTo>
                        <a:pt x="306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1"/>
                      </a:lnTo>
                      <a:lnTo>
                        <a:pt x="306" y="131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4964" name="Freeform 248">
                  <a:extLst>
                    <a:ext uri="{FF2B5EF4-FFF2-40B4-BE49-F238E27FC236}">
                      <a16:creationId xmlns:a16="http://schemas.microsoft.com/office/drawing/2014/main" id="{41273BFD-DEBC-F91A-D94B-A2370FA9FE08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9" y="1792"/>
                  <a:ext cx="393" cy="131"/>
                </a:xfrm>
                <a:custGeom>
                  <a:avLst/>
                  <a:gdLst>
                    <a:gd name="T0" fmla="*/ 393 w 393"/>
                    <a:gd name="T1" fmla="*/ 28 h 131"/>
                    <a:gd name="T2" fmla="*/ 306 w 393"/>
                    <a:gd name="T3" fmla="*/ 0 h 131"/>
                    <a:gd name="T4" fmla="*/ 102 w 393"/>
                    <a:gd name="T5" fmla="*/ 83 h 131"/>
                    <a:gd name="T6" fmla="*/ 0 w 393"/>
                    <a:gd name="T7" fmla="*/ 55 h 131"/>
                    <a:gd name="T8" fmla="*/ 51 w 393"/>
                    <a:gd name="T9" fmla="*/ 131 h 131"/>
                    <a:gd name="T10" fmla="*/ 306 w 393"/>
                    <a:gd name="T11" fmla="*/ 131 h 131"/>
                    <a:gd name="T12" fmla="*/ 196 w 393"/>
                    <a:gd name="T13" fmla="*/ 104 h 131"/>
                    <a:gd name="T14" fmla="*/ 393 w 393"/>
                    <a:gd name="T15" fmla="*/ 28 h 13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1">
                      <a:moveTo>
                        <a:pt x="393" y="28"/>
                      </a:moveTo>
                      <a:lnTo>
                        <a:pt x="306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1"/>
                      </a:lnTo>
                      <a:lnTo>
                        <a:pt x="306" y="131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4965" name="Freeform 249">
                  <a:extLst>
                    <a:ext uri="{FF2B5EF4-FFF2-40B4-BE49-F238E27FC236}">
                      <a16:creationId xmlns:a16="http://schemas.microsoft.com/office/drawing/2014/main" id="{0B41DCB8-6019-550B-6A82-31BFE98A012B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51" y="1639"/>
                  <a:ext cx="393" cy="125"/>
                </a:xfrm>
                <a:custGeom>
                  <a:avLst/>
                  <a:gdLst>
                    <a:gd name="T0" fmla="*/ 0 w 393"/>
                    <a:gd name="T1" fmla="*/ 28 h 125"/>
                    <a:gd name="T2" fmla="*/ 87 w 393"/>
                    <a:gd name="T3" fmla="*/ 0 h 125"/>
                    <a:gd name="T4" fmla="*/ 298 w 393"/>
                    <a:gd name="T5" fmla="*/ 77 h 125"/>
                    <a:gd name="T6" fmla="*/ 393 w 393"/>
                    <a:gd name="T7" fmla="*/ 56 h 125"/>
                    <a:gd name="T8" fmla="*/ 342 w 393"/>
                    <a:gd name="T9" fmla="*/ 125 h 125"/>
                    <a:gd name="T10" fmla="*/ 94 w 393"/>
                    <a:gd name="T11" fmla="*/ 125 h 125"/>
                    <a:gd name="T12" fmla="*/ 196 w 393"/>
                    <a:gd name="T13" fmla="*/ 104 h 125"/>
                    <a:gd name="T14" fmla="*/ 0 w 393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3" y="56"/>
                      </a:lnTo>
                      <a:lnTo>
                        <a:pt x="342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4966" name="Freeform 250">
                  <a:extLst>
                    <a:ext uri="{FF2B5EF4-FFF2-40B4-BE49-F238E27FC236}">
                      <a16:creationId xmlns:a16="http://schemas.microsoft.com/office/drawing/2014/main" id="{76D59926-DA2A-D4F9-E115-2F3F0E5C5BAF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51" y="1639"/>
                  <a:ext cx="393" cy="125"/>
                </a:xfrm>
                <a:custGeom>
                  <a:avLst/>
                  <a:gdLst>
                    <a:gd name="T0" fmla="*/ 0 w 393"/>
                    <a:gd name="T1" fmla="*/ 28 h 125"/>
                    <a:gd name="T2" fmla="*/ 87 w 393"/>
                    <a:gd name="T3" fmla="*/ 0 h 125"/>
                    <a:gd name="T4" fmla="*/ 298 w 393"/>
                    <a:gd name="T5" fmla="*/ 77 h 125"/>
                    <a:gd name="T6" fmla="*/ 393 w 393"/>
                    <a:gd name="T7" fmla="*/ 56 h 125"/>
                    <a:gd name="T8" fmla="*/ 342 w 393"/>
                    <a:gd name="T9" fmla="*/ 125 h 125"/>
                    <a:gd name="T10" fmla="*/ 94 w 393"/>
                    <a:gd name="T11" fmla="*/ 125 h 125"/>
                    <a:gd name="T12" fmla="*/ 196 w 393"/>
                    <a:gd name="T13" fmla="*/ 104 h 125"/>
                    <a:gd name="T14" fmla="*/ 0 w 393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3" y="56"/>
                      </a:lnTo>
                      <a:lnTo>
                        <a:pt x="342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4967" name="Freeform 251">
                  <a:extLst>
                    <a:ext uri="{FF2B5EF4-FFF2-40B4-BE49-F238E27FC236}">
                      <a16:creationId xmlns:a16="http://schemas.microsoft.com/office/drawing/2014/main" id="{C28A32AA-DE7C-7C4F-269A-BF7569843D48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44" y="1806"/>
                  <a:ext cx="392" cy="124"/>
                </a:xfrm>
                <a:custGeom>
                  <a:avLst/>
                  <a:gdLst>
                    <a:gd name="T0" fmla="*/ 392 w 392"/>
                    <a:gd name="T1" fmla="*/ 97 h 124"/>
                    <a:gd name="T2" fmla="*/ 305 w 392"/>
                    <a:gd name="T3" fmla="*/ 124 h 124"/>
                    <a:gd name="T4" fmla="*/ 101 w 392"/>
                    <a:gd name="T5" fmla="*/ 41 h 124"/>
                    <a:gd name="T6" fmla="*/ 0 w 392"/>
                    <a:gd name="T7" fmla="*/ 69 h 124"/>
                    <a:gd name="T8" fmla="*/ 51 w 392"/>
                    <a:gd name="T9" fmla="*/ 0 h 124"/>
                    <a:gd name="T10" fmla="*/ 305 w 392"/>
                    <a:gd name="T11" fmla="*/ 0 h 124"/>
                    <a:gd name="T12" fmla="*/ 196 w 392"/>
                    <a:gd name="T13" fmla="*/ 20 h 124"/>
                    <a:gd name="T14" fmla="*/ 392 w 392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4">
                      <a:moveTo>
                        <a:pt x="392" y="97"/>
                      </a:moveTo>
                      <a:lnTo>
                        <a:pt x="305" y="124"/>
                      </a:lnTo>
                      <a:lnTo>
                        <a:pt x="101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5" y="0"/>
                      </a:lnTo>
                      <a:lnTo>
                        <a:pt x="196" y="20"/>
                      </a:lnTo>
                      <a:lnTo>
                        <a:pt x="392" y="97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4968" name="Freeform 252">
                  <a:extLst>
                    <a:ext uri="{FF2B5EF4-FFF2-40B4-BE49-F238E27FC236}">
                      <a16:creationId xmlns:a16="http://schemas.microsoft.com/office/drawing/2014/main" id="{740C7A31-4EC9-C446-0894-247A1341AC6F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44" y="1806"/>
                  <a:ext cx="392" cy="124"/>
                </a:xfrm>
                <a:custGeom>
                  <a:avLst/>
                  <a:gdLst>
                    <a:gd name="T0" fmla="*/ 392 w 392"/>
                    <a:gd name="T1" fmla="*/ 97 h 124"/>
                    <a:gd name="T2" fmla="*/ 305 w 392"/>
                    <a:gd name="T3" fmla="*/ 124 h 124"/>
                    <a:gd name="T4" fmla="*/ 101 w 392"/>
                    <a:gd name="T5" fmla="*/ 41 h 124"/>
                    <a:gd name="T6" fmla="*/ 0 w 392"/>
                    <a:gd name="T7" fmla="*/ 69 h 124"/>
                    <a:gd name="T8" fmla="*/ 51 w 392"/>
                    <a:gd name="T9" fmla="*/ 0 h 124"/>
                    <a:gd name="T10" fmla="*/ 305 w 392"/>
                    <a:gd name="T11" fmla="*/ 0 h 124"/>
                    <a:gd name="T12" fmla="*/ 196 w 392"/>
                    <a:gd name="T13" fmla="*/ 20 h 124"/>
                    <a:gd name="T14" fmla="*/ 392 w 392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4">
                      <a:moveTo>
                        <a:pt x="392" y="97"/>
                      </a:moveTo>
                      <a:lnTo>
                        <a:pt x="305" y="124"/>
                      </a:lnTo>
                      <a:lnTo>
                        <a:pt x="101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5" y="0"/>
                      </a:lnTo>
                      <a:lnTo>
                        <a:pt x="196" y="20"/>
                      </a:lnTo>
                      <a:lnTo>
                        <a:pt x="392" y="97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</p:grpSp>
        </p:grpSp>
      </p:grpSp>
      <p:sp>
        <p:nvSpPr>
          <p:cNvPr id="34829" name="WordArt 253">
            <a:extLst>
              <a:ext uri="{FF2B5EF4-FFF2-40B4-BE49-F238E27FC236}">
                <a16:creationId xmlns:a16="http://schemas.microsoft.com/office/drawing/2014/main" id="{4401AAA5-EB71-EA82-171D-EF75D1B95690}"/>
              </a:ext>
            </a:extLst>
          </p:cNvPr>
          <p:cNvSpPr>
            <a:spLocks noChangeAspect="1" noChangeArrowheads="1" noChangeShapeType="1" noTextEdit="1"/>
          </p:cNvSpPr>
          <p:nvPr/>
        </p:nvSpPr>
        <p:spPr bwMode="auto">
          <a:xfrm>
            <a:off x="9517064" y="3362325"/>
            <a:ext cx="663575" cy="196850"/>
          </a:xfrm>
          <a:prstGeom prst="rect">
            <a:avLst/>
          </a:prstGeom>
        </p:spPr>
        <p:txBody>
          <a:bodyPr wrap="none" fromWordArt="1">
            <a:prstTxWarp prst="textCanDown">
              <a:avLst>
                <a:gd name="adj" fmla="val 33333"/>
              </a:avLst>
            </a:prstTxWarp>
          </a:bodyPr>
          <a:lstStyle/>
          <a:p>
            <a:pPr algn="ctr"/>
            <a:r>
              <a:rPr lang="en-GB" sz="1400" kern="10">
                <a:ln w="9525">
                  <a:solidFill>
                    <a:srgbClr val="FFFFFF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r5  </a:t>
            </a:r>
          </a:p>
        </p:txBody>
      </p:sp>
      <p:sp>
        <p:nvSpPr>
          <p:cNvPr id="34830" name="Line 261">
            <a:extLst>
              <a:ext uri="{FF2B5EF4-FFF2-40B4-BE49-F238E27FC236}">
                <a16:creationId xmlns:a16="http://schemas.microsoft.com/office/drawing/2014/main" id="{230A660B-F78F-CACC-77F8-DE660320951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59376" y="4551363"/>
            <a:ext cx="1679575" cy="1890712"/>
          </a:xfrm>
          <a:prstGeom prst="line">
            <a:avLst/>
          </a:prstGeom>
          <a:noFill/>
          <a:ln w="28575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4831" name="Line 262">
            <a:extLst>
              <a:ext uri="{FF2B5EF4-FFF2-40B4-BE49-F238E27FC236}">
                <a16:creationId xmlns:a16="http://schemas.microsoft.com/office/drawing/2014/main" id="{14ECC9A4-11EA-85F1-1300-D47354260275}"/>
              </a:ext>
            </a:extLst>
          </p:cNvPr>
          <p:cNvSpPr>
            <a:spLocks noChangeShapeType="1"/>
          </p:cNvSpPr>
          <p:nvPr/>
        </p:nvSpPr>
        <p:spPr bwMode="auto">
          <a:xfrm>
            <a:off x="4943476" y="3130550"/>
            <a:ext cx="144463" cy="32400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4832" name="Line 263">
            <a:extLst>
              <a:ext uri="{FF2B5EF4-FFF2-40B4-BE49-F238E27FC236}">
                <a16:creationId xmlns:a16="http://schemas.microsoft.com/office/drawing/2014/main" id="{18E87D59-FA5A-2387-13B8-DD07B19E3EC8}"/>
              </a:ext>
            </a:extLst>
          </p:cNvPr>
          <p:cNvSpPr>
            <a:spLocks noChangeShapeType="1"/>
          </p:cNvSpPr>
          <p:nvPr/>
        </p:nvSpPr>
        <p:spPr bwMode="auto">
          <a:xfrm>
            <a:off x="4943475" y="2986089"/>
            <a:ext cx="1989138" cy="1444625"/>
          </a:xfrm>
          <a:prstGeom prst="line">
            <a:avLst/>
          </a:prstGeom>
          <a:noFill/>
          <a:ln w="28575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4833" name="AutoShape 268">
            <a:extLst>
              <a:ext uri="{FF2B5EF4-FFF2-40B4-BE49-F238E27FC236}">
                <a16:creationId xmlns:a16="http://schemas.microsoft.com/office/drawing/2014/main" id="{2F0FAE67-FFC9-A640-F0EC-8FEDDEA0C19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562725" y="4313238"/>
            <a:ext cx="736600" cy="404812"/>
          </a:xfrm>
          <a:prstGeom prst="can">
            <a:avLst>
              <a:gd name="adj" fmla="val 50000"/>
            </a:avLst>
          </a:prstGeom>
          <a:solidFill>
            <a:srgbClr val="B2B2B2"/>
          </a:solidFill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73025" tIns="36512" rIns="73025" bIns="3651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it-IT" altLang="en-IT"/>
          </a:p>
        </p:txBody>
      </p:sp>
      <p:grpSp>
        <p:nvGrpSpPr>
          <p:cNvPr id="34834" name="Group 269">
            <a:extLst>
              <a:ext uri="{FF2B5EF4-FFF2-40B4-BE49-F238E27FC236}">
                <a16:creationId xmlns:a16="http://schemas.microsoft.com/office/drawing/2014/main" id="{D295B042-1687-4E7A-D952-B6765EA7C3D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697663" y="4338638"/>
            <a:ext cx="461962" cy="158750"/>
            <a:chOff x="422" y="1632"/>
            <a:chExt cx="829" cy="298"/>
          </a:xfrm>
        </p:grpSpPr>
        <p:grpSp>
          <p:nvGrpSpPr>
            <p:cNvPr id="34939" name="Group 270">
              <a:extLst>
                <a:ext uri="{FF2B5EF4-FFF2-40B4-BE49-F238E27FC236}">
                  <a16:creationId xmlns:a16="http://schemas.microsoft.com/office/drawing/2014/main" id="{EBDBFE12-E96A-4CD4-64DC-40DCD2E9B2F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22" y="1632"/>
              <a:ext cx="822" cy="291"/>
              <a:chOff x="422" y="1632"/>
              <a:chExt cx="822" cy="291"/>
            </a:xfrm>
          </p:grpSpPr>
          <p:sp>
            <p:nvSpPr>
              <p:cNvPr id="34949" name="Freeform 271">
                <a:extLst>
                  <a:ext uri="{FF2B5EF4-FFF2-40B4-BE49-F238E27FC236}">
                    <a16:creationId xmlns:a16="http://schemas.microsoft.com/office/drawing/2014/main" id="{9573DD1C-CCE1-E532-EDD3-D384DD90C4B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51" y="1639"/>
                <a:ext cx="393" cy="125"/>
              </a:xfrm>
              <a:custGeom>
                <a:avLst/>
                <a:gdLst>
                  <a:gd name="T0" fmla="*/ 0 w 393"/>
                  <a:gd name="T1" fmla="*/ 97 h 125"/>
                  <a:gd name="T2" fmla="*/ 87 w 393"/>
                  <a:gd name="T3" fmla="*/ 125 h 125"/>
                  <a:gd name="T4" fmla="*/ 298 w 393"/>
                  <a:gd name="T5" fmla="*/ 42 h 125"/>
                  <a:gd name="T6" fmla="*/ 393 w 393"/>
                  <a:gd name="T7" fmla="*/ 70 h 125"/>
                  <a:gd name="T8" fmla="*/ 342 w 393"/>
                  <a:gd name="T9" fmla="*/ 0 h 125"/>
                  <a:gd name="T10" fmla="*/ 94 w 393"/>
                  <a:gd name="T11" fmla="*/ 0 h 125"/>
                  <a:gd name="T12" fmla="*/ 196 w 393"/>
                  <a:gd name="T13" fmla="*/ 21 h 125"/>
                  <a:gd name="T14" fmla="*/ 0 w 393"/>
                  <a:gd name="T15" fmla="*/ 97 h 12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25">
                    <a:moveTo>
                      <a:pt x="0" y="97"/>
                    </a:moveTo>
                    <a:lnTo>
                      <a:pt x="87" y="125"/>
                    </a:lnTo>
                    <a:lnTo>
                      <a:pt x="298" y="42"/>
                    </a:lnTo>
                    <a:lnTo>
                      <a:pt x="393" y="70"/>
                    </a:lnTo>
                    <a:lnTo>
                      <a:pt x="342" y="0"/>
                    </a:lnTo>
                    <a:lnTo>
                      <a:pt x="94" y="0"/>
                    </a:lnTo>
                    <a:lnTo>
                      <a:pt x="196" y="21"/>
                    </a:lnTo>
                    <a:lnTo>
                      <a:pt x="0" y="9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4950" name="Freeform 272">
                <a:extLst>
                  <a:ext uri="{FF2B5EF4-FFF2-40B4-BE49-F238E27FC236}">
                    <a16:creationId xmlns:a16="http://schemas.microsoft.com/office/drawing/2014/main" id="{B6E57E9E-3243-A622-30CB-460831CBA94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51" y="1639"/>
                <a:ext cx="393" cy="125"/>
              </a:xfrm>
              <a:custGeom>
                <a:avLst/>
                <a:gdLst>
                  <a:gd name="T0" fmla="*/ 0 w 393"/>
                  <a:gd name="T1" fmla="*/ 97 h 125"/>
                  <a:gd name="T2" fmla="*/ 87 w 393"/>
                  <a:gd name="T3" fmla="*/ 125 h 125"/>
                  <a:gd name="T4" fmla="*/ 298 w 393"/>
                  <a:gd name="T5" fmla="*/ 42 h 125"/>
                  <a:gd name="T6" fmla="*/ 393 w 393"/>
                  <a:gd name="T7" fmla="*/ 70 h 125"/>
                  <a:gd name="T8" fmla="*/ 342 w 393"/>
                  <a:gd name="T9" fmla="*/ 0 h 125"/>
                  <a:gd name="T10" fmla="*/ 94 w 393"/>
                  <a:gd name="T11" fmla="*/ 0 h 125"/>
                  <a:gd name="T12" fmla="*/ 196 w 393"/>
                  <a:gd name="T13" fmla="*/ 21 h 125"/>
                  <a:gd name="T14" fmla="*/ 0 w 393"/>
                  <a:gd name="T15" fmla="*/ 97 h 12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25">
                    <a:moveTo>
                      <a:pt x="0" y="97"/>
                    </a:moveTo>
                    <a:lnTo>
                      <a:pt x="87" y="125"/>
                    </a:lnTo>
                    <a:lnTo>
                      <a:pt x="298" y="42"/>
                    </a:lnTo>
                    <a:lnTo>
                      <a:pt x="393" y="70"/>
                    </a:lnTo>
                    <a:lnTo>
                      <a:pt x="342" y="0"/>
                    </a:lnTo>
                    <a:lnTo>
                      <a:pt x="94" y="0"/>
                    </a:lnTo>
                    <a:lnTo>
                      <a:pt x="196" y="21"/>
                    </a:lnTo>
                    <a:lnTo>
                      <a:pt x="0" y="9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4951" name="Freeform 273">
                <a:extLst>
                  <a:ext uri="{FF2B5EF4-FFF2-40B4-BE49-F238E27FC236}">
                    <a16:creationId xmlns:a16="http://schemas.microsoft.com/office/drawing/2014/main" id="{9BFEFBC8-D8DD-A6D7-4ED1-30F9D845C7F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22" y="1785"/>
                <a:ext cx="393" cy="132"/>
              </a:xfrm>
              <a:custGeom>
                <a:avLst/>
                <a:gdLst>
                  <a:gd name="T0" fmla="*/ 393 w 393"/>
                  <a:gd name="T1" fmla="*/ 28 h 132"/>
                  <a:gd name="T2" fmla="*/ 305 w 393"/>
                  <a:gd name="T3" fmla="*/ 0 h 132"/>
                  <a:gd name="T4" fmla="*/ 102 w 393"/>
                  <a:gd name="T5" fmla="*/ 83 h 132"/>
                  <a:gd name="T6" fmla="*/ 0 w 393"/>
                  <a:gd name="T7" fmla="*/ 55 h 132"/>
                  <a:gd name="T8" fmla="*/ 51 w 393"/>
                  <a:gd name="T9" fmla="*/ 132 h 132"/>
                  <a:gd name="T10" fmla="*/ 305 w 393"/>
                  <a:gd name="T11" fmla="*/ 132 h 132"/>
                  <a:gd name="T12" fmla="*/ 196 w 393"/>
                  <a:gd name="T13" fmla="*/ 104 h 132"/>
                  <a:gd name="T14" fmla="*/ 393 w 393"/>
                  <a:gd name="T15" fmla="*/ 28 h 1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32">
                    <a:moveTo>
                      <a:pt x="393" y="28"/>
                    </a:moveTo>
                    <a:lnTo>
                      <a:pt x="305" y="0"/>
                    </a:lnTo>
                    <a:lnTo>
                      <a:pt x="102" y="83"/>
                    </a:lnTo>
                    <a:lnTo>
                      <a:pt x="0" y="55"/>
                    </a:lnTo>
                    <a:lnTo>
                      <a:pt x="51" y="132"/>
                    </a:lnTo>
                    <a:lnTo>
                      <a:pt x="305" y="132"/>
                    </a:lnTo>
                    <a:lnTo>
                      <a:pt x="196" y="104"/>
                    </a:lnTo>
                    <a:lnTo>
                      <a:pt x="393" y="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4952" name="Freeform 274">
                <a:extLst>
                  <a:ext uri="{FF2B5EF4-FFF2-40B4-BE49-F238E27FC236}">
                    <a16:creationId xmlns:a16="http://schemas.microsoft.com/office/drawing/2014/main" id="{4503D49C-4700-DB2D-42F6-E9D6E02F9AD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22" y="1785"/>
                <a:ext cx="393" cy="132"/>
              </a:xfrm>
              <a:custGeom>
                <a:avLst/>
                <a:gdLst>
                  <a:gd name="T0" fmla="*/ 393 w 393"/>
                  <a:gd name="T1" fmla="*/ 28 h 132"/>
                  <a:gd name="T2" fmla="*/ 305 w 393"/>
                  <a:gd name="T3" fmla="*/ 0 h 132"/>
                  <a:gd name="T4" fmla="*/ 102 w 393"/>
                  <a:gd name="T5" fmla="*/ 83 h 132"/>
                  <a:gd name="T6" fmla="*/ 0 w 393"/>
                  <a:gd name="T7" fmla="*/ 55 h 132"/>
                  <a:gd name="T8" fmla="*/ 51 w 393"/>
                  <a:gd name="T9" fmla="*/ 132 h 132"/>
                  <a:gd name="T10" fmla="*/ 305 w 393"/>
                  <a:gd name="T11" fmla="*/ 132 h 132"/>
                  <a:gd name="T12" fmla="*/ 196 w 393"/>
                  <a:gd name="T13" fmla="*/ 104 h 132"/>
                  <a:gd name="T14" fmla="*/ 393 w 393"/>
                  <a:gd name="T15" fmla="*/ 28 h 1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32">
                    <a:moveTo>
                      <a:pt x="393" y="28"/>
                    </a:moveTo>
                    <a:lnTo>
                      <a:pt x="305" y="0"/>
                    </a:lnTo>
                    <a:lnTo>
                      <a:pt x="102" y="83"/>
                    </a:lnTo>
                    <a:lnTo>
                      <a:pt x="0" y="55"/>
                    </a:lnTo>
                    <a:lnTo>
                      <a:pt x="51" y="132"/>
                    </a:lnTo>
                    <a:lnTo>
                      <a:pt x="305" y="132"/>
                    </a:lnTo>
                    <a:lnTo>
                      <a:pt x="196" y="104"/>
                    </a:lnTo>
                    <a:lnTo>
                      <a:pt x="393" y="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4953" name="Freeform 275">
                <a:extLst>
                  <a:ext uri="{FF2B5EF4-FFF2-40B4-BE49-F238E27FC236}">
                    <a16:creationId xmlns:a16="http://schemas.microsoft.com/office/drawing/2014/main" id="{4A035553-F198-65EC-3343-48BC80D507D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44" y="1632"/>
                <a:ext cx="392" cy="125"/>
              </a:xfrm>
              <a:custGeom>
                <a:avLst/>
                <a:gdLst>
                  <a:gd name="T0" fmla="*/ 0 w 392"/>
                  <a:gd name="T1" fmla="*/ 28 h 125"/>
                  <a:gd name="T2" fmla="*/ 87 w 392"/>
                  <a:gd name="T3" fmla="*/ 0 h 125"/>
                  <a:gd name="T4" fmla="*/ 298 w 392"/>
                  <a:gd name="T5" fmla="*/ 77 h 125"/>
                  <a:gd name="T6" fmla="*/ 392 w 392"/>
                  <a:gd name="T7" fmla="*/ 56 h 125"/>
                  <a:gd name="T8" fmla="*/ 341 w 392"/>
                  <a:gd name="T9" fmla="*/ 125 h 125"/>
                  <a:gd name="T10" fmla="*/ 94 w 392"/>
                  <a:gd name="T11" fmla="*/ 125 h 125"/>
                  <a:gd name="T12" fmla="*/ 196 w 392"/>
                  <a:gd name="T13" fmla="*/ 104 h 125"/>
                  <a:gd name="T14" fmla="*/ 0 w 392"/>
                  <a:gd name="T15" fmla="*/ 28 h 12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2" h="125">
                    <a:moveTo>
                      <a:pt x="0" y="28"/>
                    </a:moveTo>
                    <a:lnTo>
                      <a:pt x="87" y="0"/>
                    </a:lnTo>
                    <a:lnTo>
                      <a:pt x="298" y="77"/>
                    </a:lnTo>
                    <a:lnTo>
                      <a:pt x="392" y="56"/>
                    </a:lnTo>
                    <a:lnTo>
                      <a:pt x="341" y="125"/>
                    </a:lnTo>
                    <a:lnTo>
                      <a:pt x="94" y="125"/>
                    </a:lnTo>
                    <a:lnTo>
                      <a:pt x="196" y="104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4954" name="Freeform 276">
                <a:extLst>
                  <a:ext uri="{FF2B5EF4-FFF2-40B4-BE49-F238E27FC236}">
                    <a16:creationId xmlns:a16="http://schemas.microsoft.com/office/drawing/2014/main" id="{FC4AFFB4-879E-2B9D-06F5-26C9FFECD31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44" y="1632"/>
                <a:ext cx="392" cy="125"/>
              </a:xfrm>
              <a:custGeom>
                <a:avLst/>
                <a:gdLst>
                  <a:gd name="T0" fmla="*/ 0 w 392"/>
                  <a:gd name="T1" fmla="*/ 28 h 125"/>
                  <a:gd name="T2" fmla="*/ 87 w 392"/>
                  <a:gd name="T3" fmla="*/ 0 h 125"/>
                  <a:gd name="T4" fmla="*/ 298 w 392"/>
                  <a:gd name="T5" fmla="*/ 77 h 125"/>
                  <a:gd name="T6" fmla="*/ 392 w 392"/>
                  <a:gd name="T7" fmla="*/ 56 h 125"/>
                  <a:gd name="T8" fmla="*/ 341 w 392"/>
                  <a:gd name="T9" fmla="*/ 125 h 125"/>
                  <a:gd name="T10" fmla="*/ 94 w 392"/>
                  <a:gd name="T11" fmla="*/ 125 h 125"/>
                  <a:gd name="T12" fmla="*/ 196 w 392"/>
                  <a:gd name="T13" fmla="*/ 104 h 125"/>
                  <a:gd name="T14" fmla="*/ 0 w 392"/>
                  <a:gd name="T15" fmla="*/ 28 h 12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2" h="125">
                    <a:moveTo>
                      <a:pt x="0" y="28"/>
                    </a:moveTo>
                    <a:lnTo>
                      <a:pt x="87" y="0"/>
                    </a:lnTo>
                    <a:lnTo>
                      <a:pt x="298" y="77"/>
                    </a:lnTo>
                    <a:lnTo>
                      <a:pt x="392" y="56"/>
                    </a:lnTo>
                    <a:lnTo>
                      <a:pt x="341" y="125"/>
                    </a:lnTo>
                    <a:lnTo>
                      <a:pt x="94" y="125"/>
                    </a:lnTo>
                    <a:lnTo>
                      <a:pt x="196" y="104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4955" name="Freeform 277">
                <a:extLst>
                  <a:ext uri="{FF2B5EF4-FFF2-40B4-BE49-F238E27FC236}">
                    <a16:creationId xmlns:a16="http://schemas.microsoft.com/office/drawing/2014/main" id="{0E95D0C2-209D-B4E2-FC1C-B31D34F61F4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36" y="1799"/>
                <a:ext cx="393" cy="124"/>
              </a:xfrm>
              <a:custGeom>
                <a:avLst/>
                <a:gdLst>
                  <a:gd name="T0" fmla="*/ 393 w 393"/>
                  <a:gd name="T1" fmla="*/ 97 h 124"/>
                  <a:gd name="T2" fmla="*/ 306 w 393"/>
                  <a:gd name="T3" fmla="*/ 124 h 124"/>
                  <a:gd name="T4" fmla="*/ 102 w 393"/>
                  <a:gd name="T5" fmla="*/ 41 h 124"/>
                  <a:gd name="T6" fmla="*/ 0 w 393"/>
                  <a:gd name="T7" fmla="*/ 69 h 124"/>
                  <a:gd name="T8" fmla="*/ 51 w 393"/>
                  <a:gd name="T9" fmla="*/ 0 h 124"/>
                  <a:gd name="T10" fmla="*/ 306 w 393"/>
                  <a:gd name="T11" fmla="*/ 0 h 124"/>
                  <a:gd name="T12" fmla="*/ 197 w 393"/>
                  <a:gd name="T13" fmla="*/ 21 h 124"/>
                  <a:gd name="T14" fmla="*/ 393 w 393"/>
                  <a:gd name="T15" fmla="*/ 97 h 12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24">
                    <a:moveTo>
                      <a:pt x="393" y="97"/>
                    </a:moveTo>
                    <a:lnTo>
                      <a:pt x="306" y="124"/>
                    </a:lnTo>
                    <a:lnTo>
                      <a:pt x="102" y="41"/>
                    </a:lnTo>
                    <a:lnTo>
                      <a:pt x="0" y="69"/>
                    </a:lnTo>
                    <a:lnTo>
                      <a:pt x="51" y="0"/>
                    </a:lnTo>
                    <a:lnTo>
                      <a:pt x="306" y="0"/>
                    </a:lnTo>
                    <a:lnTo>
                      <a:pt x="197" y="21"/>
                    </a:lnTo>
                    <a:lnTo>
                      <a:pt x="393" y="9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4956" name="Freeform 278">
                <a:extLst>
                  <a:ext uri="{FF2B5EF4-FFF2-40B4-BE49-F238E27FC236}">
                    <a16:creationId xmlns:a16="http://schemas.microsoft.com/office/drawing/2014/main" id="{F06C5F40-3815-65A8-5E07-405BA03E7E2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36" y="1799"/>
                <a:ext cx="393" cy="124"/>
              </a:xfrm>
              <a:custGeom>
                <a:avLst/>
                <a:gdLst>
                  <a:gd name="T0" fmla="*/ 393 w 393"/>
                  <a:gd name="T1" fmla="*/ 97 h 124"/>
                  <a:gd name="T2" fmla="*/ 306 w 393"/>
                  <a:gd name="T3" fmla="*/ 124 h 124"/>
                  <a:gd name="T4" fmla="*/ 102 w 393"/>
                  <a:gd name="T5" fmla="*/ 41 h 124"/>
                  <a:gd name="T6" fmla="*/ 0 w 393"/>
                  <a:gd name="T7" fmla="*/ 69 h 124"/>
                  <a:gd name="T8" fmla="*/ 51 w 393"/>
                  <a:gd name="T9" fmla="*/ 0 h 124"/>
                  <a:gd name="T10" fmla="*/ 306 w 393"/>
                  <a:gd name="T11" fmla="*/ 0 h 124"/>
                  <a:gd name="T12" fmla="*/ 197 w 393"/>
                  <a:gd name="T13" fmla="*/ 21 h 124"/>
                  <a:gd name="T14" fmla="*/ 393 w 393"/>
                  <a:gd name="T15" fmla="*/ 97 h 12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24">
                    <a:moveTo>
                      <a:pt x="393" y="97"/>
                    </a:moveTo>
                    <a:lnTo>
                      <a:pt x="306" y="124"/>
                    </a:lnTo>
                    <a:lnTo>
                      <a:pt x="102" y="41"/>
                    </a:lnTo>
                    <a:lnTo>
                      <a:pt x="0" y="69"/>
                    </a:lnTo>
                    <a:lnTo>
                      <a:pt x="51" y="0"/>
                    </a:lnTo>
                    <a:lnTo>
                      <a:pt x="306" y="0"/>
                    </a:lnTo>
                    <a:lnTo>
                      <a:pt x="197" y="21"/>
                    </a:lnTo>
                    <a:lnTo>
                      <a:pt x="393" y="9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34940" name="Group 279">
              <a:extLst>
                <a:ext uri="{FF2B5EF4-FFF2-40B4-BE49-F238E27FC236}">
                  <a16:creationId xmlns:a16="http://schemas.microsoft.com/office/drawing/2014/main" id="{C05E06B6-BD2D-5CDC-F61A-F1E77644434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29" y="1639"/>
              <a:ext cx="822" cy="291"/>
              <a:chOff x="429" y="1639"/>
              <a:chExt cx="822" cy="291"/>
            </a:xfrm>
          </p:grpSpPr>
          <p:sp>
            <p:nvSpPr>
              <p:cNvPr id="34941" name="Freeform 280">
                <a:extLst>
                  <a:ext uri="{FF2B5EF4-FFF2-40B4-BE49-F238E27FC236}">
                    <a16:creationId xmlns:a16="http://schemas.microsoft.com/office/drawing/2014/main" id="{21F750AE-3AE5-9431-D888-4675F9D208F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58" y="1646"/>
                <a:ext cx="393" cy="125"/>
              </a:xfrm>
              <a:custGeom>
                <a:avLst/>
                <a:gdLst>
                  <a:gd name="T0" fmla="*/ 0 w 393"/>
                  <a:gd name="T1" fmla="*/ 97 h 125"/>
                  <a:gd name="T2" fmla="*/ 87 w 393"/>
                  <a:gd name="T3" fmla="*/ 125 h 125"/>
                  <a:gd name="T4" fmla="*/ 298 w 393"/>
                  <a:gd name="T5" fmla="*/ 42 h 125"/>
                  <a:gd name="T6" fmla="*/ 393 w 393"/>
                  <a:gd name="T7" fmla="*/ 70 h 125"/>
                  <a:gd name="T8" fmla="*/ 342 w 393"/>
                  <a:gd name="T9" fmla="*/ 0 h 125"/>
                  <a:gd name="T10" fmla="*/ 95 w 393"/>
                  <a:gd name="T11" fmla="*/ 0 h 125"/>
                  <a:gd name="T12" fmla="*/ 197 w 393"/>
                  <a:gd name="T13" fmla="*/ 21 h 125"/>
                  <a:gd name="T14" fmla="*/ 0 w 393"/>
                  <a:gd name="T15" fmla="*/ 97 h 12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25">
                    <a:moveTo>
                      <a:pt x="0" y="97"/>
                    </a:moveTo>
                    <a:lnTo>
                      <a:pt x="87" y="125"/>
                    </a:lnTo>
                    <a:lnTo>
                      <a:pt x="298" y="42"/>
                    </a:lnTo>
                    <a:lnTo>
                      <a:pt x="393" y="70"/>
                    </a:lnTo>
                    <a:lnTo>
                      <a:pt x="342" y="0"/>
                    </a:lnTo>
                    <a:lnTo>
                      <a:pt x="95" y="0"/>
                    </a:lnTo>
                    <a:lnTo>
                      <a:pt x="197" y="21"/>
                    </a:lnTo>
                    <a:lnTo>
                      <a:pt x="0" y="9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4942" name="Freeform 281">
                <a:extLst>
                  <a:ext uri="{FF2B5EF4-FFF2-40B4-BE49-F238E27FC236}">
                    <a16:creationId xmlns:a16="http://schemas.microsoft.com/office/drawing/2014/main" id="{F9FC4049-F186-DF7B-C7E3-F2308C6D7F6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58" y="1646"/>
                <a:ext cx="393" cy="125"/>
              </a:xfrm>
              <a:custGeom>
                <a:avLst/>
                <a:gdLst>
                  <a:gd name="T0" fmla="*/ 0 w 393"/>
                  <a:gd name="T1" fmla="*/ 97 h 125"/>
                  <a:gd name="T2" fmla="*/ 87 w 393"/>
                  <a:gd name="T3" fmla="*/ 125 h 125"/>
                  <a:gd name="T4" fmla="*/ 298 w 393"/>
                  <a:gd name="T5" fmla="*/ 42 h 125"/>
                  <a:gd name="T6" fmla="*/ 393 w 393"/>
                  <a:gd name="T7" fmla="*/ 70 h 125"/>
                  <a:gd name="T8" fmla="*/ 342 w 393"/>
                  <a:gd name="T9" fmla="*/ 0 h 125"/>
                  <a:gd name="T10" fmla="*/ 95 w 393"/>
                  <a:gd name="T11" fmla="*/ 0 h 125"/>
                  <a:gd name="T12" fmla="*/ 197 w 393"/>
                  <a:gd name="T13" fmla="*/ 21 h 125"/>
                  <a:gd name="T14" fmla="*/ 0 w 393"/>
                  <a:gd name="T15" fmla="*/ 97 h 12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25">
                    <a:moveTo>
                      <a:pt x="0" y="97"/>
                    </a:moveTo>
                    <a:lnTo>
                      <a:pt x="87" y="125"/>
                    </a:lnTo>
                    <a:lnTo>
                      <a:pt x="298" y="42"/>
                    </a:lnTo>
                    <a:lnTo>
                      <a:pt x="393" y="70"/>
                    </a:lnTo>
                    <a:lnTo>
                      <a:pt x="342" y="0"/>
                    </a:lnTo>
                    <a:lnTo>
                      <a:pt x="95" y="0"/>
                    </a:lnTo>
                    <a:lnTo>
                      <a:pt x="197" y="21"/>
                    </a:lnTo>
                    <a:lnTo>
                      <a:pt x="0" y="9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4943" name="Freeform 282">
                <a:extLst>
                  <a:ext uri="{FF2B5EF4-FFF2-40B4-BE49-F238E27FC236}">
                    <a16:creationId xmlns:a16="http://schemas.microsoft.com/office/drawing/2014/main" id="{FE2268E9-BC21-0CFA-0B77-BB26D654BE0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29" y="1792"/>
                <a:ext cx="393" cy="131"/>
              </a:xfrm>
              <a:custGeom>
                <a:avLst/>
                <a:gdLst>
                  <a:gd name="T0" fmla="*/ 393 w 393"/>
                  <a:gd name="T1" fmla="*/ 28 h 131"/>
                  <a:gd name="T2" fmla="*/ 306 w 393"/>
                  <a:gd name="T3" fmla="*/ 0 h 131"/>
                  <a:gd name="T4" fmla="*/ 102 w 393"/>
                  <a:gd name="T5" fmla="*/ 83 h 131"/>
                  <a:gd name="T6" fmla="*/ 0 w 393"/>
                  <a:gd name="T7" fmla="*/ 55 h 131"/>
                  <a:gd name="T8" fmla="*/ 51 w 393"/>
                  <a:gd name="T9" fmla="*/ 131 h 131"/>
                  <a:gd name="T10" fmla="*/ 306 w 393"/>
                  <a:gd name="T11" fmla="*/ 131 h 131"/>
                  <a:gd name="T12" fmla="*/ 196 w 393"/>
                  <a:gd name="T13" fmla="*/ 104 h 131"/>
                  <a:gd name="T14" fmla="*/ 393 w 393"/>
                  <a:gd name="T15" fmla="*/ 28 h 13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31">
                    <a:moveTo>
                      <a:pt x="393" y="28"/>
                    </a:moveTo>
                    <a:lnTo>
                      <a:pt x="306" y="0"/>
                    </a:lnTo>
                    <a:lnTo>
                      <a:pt x="102" y="83"/>
                    </a:lnTo>
                    <a:lnTo>
                      <a:pt x="0" y="55"/>
                    </a:lnTo>
                    <a:lnTo>
                      <a:pt x="51" y="131"/>
                    </a:lnTo>
                    <a:lnTo>
                      <a:pt x="306" y="131"/>
                    </a:lnTo>
                    <a:lnTo>
                      <a:pt x="196" y="104"/>
                    </a:lnTo>
                    <a:lnTo>
                      <a:pt x="393" y="2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4944" name="Freeform 283">
                <a:extLst>
                  <a:ext uri="{FF2B5EF4-FFF2-40B4-BE49-F238E27FC236}">
                    <a16:creationId xmlns:a16="http://schemas.microsoft.com/office/drawing/2014/main" id="{08DE47AF-88DA-293E-4776-56631690A0E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29" y="1792"/>
                <a:ext cx="393" cy="131"/>
              </a:xfrm>
              <a:custGeom>
                <a:avLst/>
                <a:gdLst>
                  <a:gd name="T0" fmla="*/ 393 w 393"/>
                  <a:gd name="T1" fmla="*/ 28 h 131"/>
                  <a:gd name="T2" fmla="*/ 306 w 393"/>
                  <a:gd name="T3" fmla="*/ 0 h 131"/>
                  <a:gd name="T4" fmla="*/ 102 w 393"/>
                  <a:gd name="T5" fmla="*/ 83 h 131"/>
                  <a:gd name="T6" fmla="*/ 0 w 393"/>
                  <a:gd name="T7" fmla="*/ 55 h 131"/>
                  <a:gd name="T8" fmla="*/ 51 w 393"/>
                  <a:gd name="T9" fmla="*/ 131 h 131"/>
                  <a:gd name="T10" fmla="*/ 306 w 393"/>
                  <a:gd name="T11" fmla="*/ 131 h 131"/>
                  <a:gd name="T12" fmla="*/ 196 w 393"/>
                  <a:gd name="T13" fmla="*/ 104 h 131"/>
                  <a:gd name="T14" fmla="*/ 393 w 393"/>
                  <a:gd name="T15" fmla="*/ 28 h 13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31">
                    <a:moveTo>
                      <a:pt x="393" y="28"/>
                    </a:moveTo>
                    <a:lnTo>
                      <a:pt x="306" y="0"/>
                    </a:lnTo>
                    <a:lnTo>
                      <a:pt x="102" y="83"/>
                    </a:lnTo>
                    <a:lnTo>
                      <a:pt x="0" y="55"/>
                    </a:lnTo>
                    <a:lnTo>
                      <a:pt x="51" y="131"/>
                    </a:lnTo>
                    <a:lnTo>
                      <a:pt x="306" y="131"/>
                    </a:lnTo>
                    <a:lnTo>
                      <a:pt x="196" y="104"/>
                    </a:lnTo>
                    <a:lnTo>
                      <a:pt x="393" y="2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4945" name="Freeform 284">
                <a:extLst>
                  <a:ext uri="{FF2B5EF4-FFF2-40B4-BE49-F238E27FC236}">
                    <a16:creationId xmlns:a16="http://schemas.microsoft.com/office/drawing/2014/main" id="{1F99E984-152A-0240-A0D6-8A104EB1493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51" y="1639"/>
                <a:ext cx="393" cy="125"/>
              </a:xfrm>
              <a:custGeom>
                <a:avLst/>
                <a:gdLst>
                  <a:gd name="T0" fmla="*/ 0 w 393"/>
                  <a:gd name="T1" fmla="*/ 28 h 125"/>
                  <a:gd name="T2" fmla="*/ 87 w 393"/>
                  <a:gd name="T3" fmla="*/ 0 h 125"/>
                  <a:gd name="T4" fmla="*/ 298 w 393"/>
                  <a:gd name="T5" fmla="*/ 77 h 125"/>
                  <a:gd name="T6" fmla="*/ 393 w 393"/>
                  <a:gd name="T7" fmla="*/ 56 h 125"/>
                  <a:gd name="T8" fmla="*/ 342 w 393"/>
                  <a:gd name="T9" fmla="*/ 125 h 125"/>
                  <a:gd name="T10" fmla="*/ 94 w 393"/>
                  <a:gd name="T11" fmla="*/ 125 h 125"/>
                  <a:gd name="T12" fmla="*/ 196 w 393"/>
                  <a:gd name="T13" fmla="*/ 104 h 125"/>
                  <a:gd name="T14" fmla="*/ 0 w 393"/>
                  <a:gd name="T15" fmla="*/ 28 h 12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25">
                    <a:moveTo>
                      <a:pt x="0" y="28"/>
                    </a:moveTo>
                    <a:lnTo>
                      <a:pt x="87" y="0"/>
                    </a:lnTo>
                    <a:lnTo>
                      <a:pt x="298" y="77"/>
                    </a:lnTo>
                    <a:lnTo>
                      <a:pt x="393" y="56"/>
                    </a:lnTo>
                    <a:lnTo>
                      <a:pt x="342" y="125"/>
                    </a:lnTo>
                    <a:lnTo>
                      <a:pt x="94" y="125"/>
                    </a:lnTo>
                    <a:lnTo>
                      <a:pt x="196" y="104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4946" name="Freeform 285">
                <a:extLst>
                  <a:ext uri="{FF2B5EF4-FFF2-40B4-BE49-F238E27FC236}">
                    <a16:creationId xmlns:a16="http://schemas.microsoft.com/office/drawing/2014/main" id="{8E4643E8-54BF-1497-5CEC-956D9BD02EB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51" y="1639"/>
                <a:ext cx="393" cy="125"/>
              </a:xfrm>
              <a:custGeom>
                <a:avLst/>
                <a:gdLst>
                  <a:gd name="T0" fmla="*/ 0 w 393"/>
                  <a:gd name="T1" fmla="*/ 28 h 125"/>
                  <a:gd name="T2" fmla="*/ 87 w 393"/>
                  <a:gd name="T3" fmla="*/ 0 h 125"/>
                  <a:gd name="T4" fmla="*/ 298 w 393"/>
                  <a:gd name="T5" fmla="*/ 77 h 125"/>
                  <a:gd name="T6" fmla="*/ 393 w 393"/>
                  <a:gd name="T7" fmla="*/ 56 h 125"/>
                  <a:gd name="T8" fmla="*/ 342 w 393"/>
                  <a:gd name="T9" fmla="*/ 125 h 125"/>
                  <a:gd name="T10" fmla="*/ 94 w 393"/>
                  <a:gd name="T11" fmla="*/ 125 h 125"/>
                  <a:gd name="T12" fmla="*/ 196 w 393"/>
                  <a:gd name="T13" fmla="*/ 104 h 125"/>
                  <a:gd name="T14" fmla="*/ 0 w 393"/>
                  <a:gd name="T15" fmla="*/ 28 h 12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25">
                    <a:moveTo>
                      <a:pt x="0" y="28"/>
                    </a:moveTo>
                    <a:lnTo>
                      <a:pt x="87" y="0"/>
                    </a:lnTo>
                    <a:lnTo>
                      <a:pt x="298" y="77"/>
                    </a:lnTo>
                    <a:lnTo>
                      <a:pt x="393" y="56"/>
                    </a:lnTo>
                    <a:lnTo>
                      <a:pt x="342" y="125"/>
                    </a:lnTo>
                    <a:lnTo>
                      <a:pt x="94" y="125"/>
                    </a:lnTo>
                    <a:lnTo>
                      <a:pt x="196" y="104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4947" name="Freeform 286">
                <a:extLst>
                  <a:ext uri="{FF2B5EF4-FFF2-40B4-BE49-F238E27FC236}">
                    <a16:creationId xmlns:a16="http://schemas.microsoft.com/office/drawing/2014/main" id="{52B93609-7243-9938-C259-55637A032B7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44" y="1806"/>
                <a:ext cx="392" cy="124"/>
              </a:xfrm>
              <a:custGeom>
                <a:avLst/>
                <a:gdLst>
                  <a:gd name="T0" fmla="*/ 392 w 392"/>
                  <a:gd name="T1" fmla="*/ 97 h 124"/>
                  <a:gd name="T2" fmla="*/ 305 w 392"/>
                  <a:gd name="T3" fmla="*/ 124 h 124"/>
                  <a:gd name="T4" fmla="*/ 101 w 392"/>
                  <a:gd name="T5" fmla="*/ 41 h 124"/>
                  <a:gd name="T6" fmla="*/ 0 w 392"/>
                  <a:gd name="T7" fmla="*/ 69 h 124"/>
                  <a:gd name="T8" fmla="*/ 51 w 392"/>
                  <a:gd name="T9" fmla="*/ 0 h 124"/>
                  <a:gd name="T10" fmla="*/ 305 w 392"/>
                  <a:gd name="T11" fmla="*/ 0 h 124"/>
                  <a:gd name="T12" fmla="*/ 196 w 392"/>
                  <a:gd name="T13" fmla="*/ 20 h 124"/>
                  <a:gd name="T14" fmla="*/ 392 w 392"/>
                  <a:gd name="T15" fmla="*/ 97 h 12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2" h="124">
                    <a:moveTo>
                      <a:pt x="392" y="97"/>
                    </a:moveTo>
                    <a:lnTo>
                      <a:pt x="305" y="124"/>
                    </a:lnTo>
                    <a:lnTo>
                      <a:pt x="101" y="41"/>
                    </a:lnTo>
                    <a:lnTo>
                      <a:pt x="0" y="69"/>
                    </a:lnTo>
                    <a:lnTo>
                      <a:pt x="51" y="0"/>
                    </a:lnTo>
                    <a:lnTo>
                      <a:pt x="305" y="0"/>
                    </a:lnTo>
                    <a:lnTo>
                      <a:pt x="196" y="20"/>
                    </a:lnTo>
                    <a:lnTo>
                      <a:pt x="392" y="9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4948" name="Freeform 287">
                <a:extLst>
                  <a:ext uri="{FF2B5EF4-FFF2-40B4-BE49-F238E27FC236}">
                    <a16:creationId xmlns:a16="http://schemas.microsoft.com/office/drawing/2014/main" id="{620818C7-9CF2-FD4E-7A7B-FD9FE259436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44" y="1806"/>
                <a:ext cx="392" cy="124"/>
              </a:xfrm>
              <a:custGeom>
                <a:avLst/>
                <a:gdLst>
                  <a:gd name="T0" fmla="*/ 392 w 392"/>
                  <a:gd name="T1" fmla="*/ 97 h 124"/>
                  <a:gd name="T2" fmla="*/ 305 w 392"/>
                  <a:gd name="T3" fmla="*/ 124 h 124"/>
                  <a:gd name="T4" fmla="*/ 101 w 392"/>
                  <a:gd name="T5" fmla="*/ 41 h 124"/>
                  <a:gd name="T6" fmla="*/ 0 w 392"/>
                  <a:gd name="T7" fmla="*/ 69 h 124"/>
                  <a:gd name="T8" fmla="*/ 51 w 392"/>
                  <a:gd name="T9" fmla="*/ 0 h 124"/>
                  <a:gd name="T10" fmla="*/ 305 w 392"/>
                  <a:gd name="T11" fmla="*/ 0 h 124"/>
                  <a:gd name="T12" fmla="*/ 196 w 392"/>
                  <a:gd name="T13" fmla="*/ 20 h 124"/>
                  <a:gd name="T14" fmla="*/ 392 w 392"/>
                  <a:gd name="T15" fmla="*/ 97 h 12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2" h="124">
                    <a:moveTo>
                      <a:pt x="392" y="97"/>
                    </a:moveTo>
                    <a:lnTo>
                      <a:pt x="305" y="124"/>
                    </a:lnTo>
                    <a:lnTo>
                      <a:pt x="101" y="41"/>
                    </a:lnTo>
                    <a:lnTo>
                      <a:pt x="0" y="69"/>
                    </a:lnTo>
                    <a:lnTo>
                      <a:pt x="51" y="0"/>
                    </a:lnTo>
                    <a:lnTo>
                      <a:pt x="305" y="0"/>
                    </a:lnTo>
                    <a:lnTo>
                      <a:pt x="196" y="20"/>
                    </a:lnTo>
                    <a:lnTo>
                      <a:pt x="392" y="9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</p:grpSp>
      <p:sp>
        <p:nvSpPr>
          <p:cNvPr id="34835" name="WordArt 288">
            <a:extLst>
              <a:ext uri="{FF2B5EF4-FFF2-40B4-BE49-F238E27FC236}">
                <a16:creationId xmlns:a16="http://schemas.microsoft.com/office/drawing/2014/main" id="{0F001E6C-EB67-FAD3-CD4F-39E05AF376ED}"/>
              </a:ext>
            </a:extLst>
          </p:cNvPr>
          <p:cNvSpPr>
            <a:spLocks noChangeAspect="1" noChangeArrowheads="1" noChangeShapeType="1" noTextEdit="1"/>
          </p:cNvSpPr>
          <p:nvPr/>
        </p:nvSpPr>
        <p:spPr bwMode="auto">
          <a:xfrm>
            <a:off x="6599239" y="4478339"/>
            <a:ext cx="663575" cy="198437"/>
          </a:xfrm>
          <a:prstGeom prst="rect">
            <a:avLst/>
          </a:prstGeom>
        </p:spPr>
        <p:txBody>
          <a:bodyPr wrap="none" fromWordArt="1">
            <a:prstTxWarp prst="textCanDown">
              <a:avLst>
                <a:gd name="adj" fmla="val 33333"/>
              </a:avLst>
            </a:prstTxWarp>
          </a:bodyPr>
          <a:lstStyle/>
          <a:p>
            <a:pPr algn="ctr"/>
            <a:r>
              <a:rPr lang="en-GB" sz="1400" kern="10">
                <a:ln w="9525">
                  <a:solidFill>
                    <a:srgbClr val="FFFFFF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r4  </a:t>
            </a:r>
          </a:p>
        </p:txBody>
      </p:sp>
      <p:grpSp>
        <p:nvGrpSpPr>
          <p:cNvPr id="34836" name="Group 292">
            <a:extLst>
              <a:ext uri="{FF2B5EF4-FFF2-40B4-BE49-F238E27FC236}">
                <a16:creationId xmlns:a16="http://schemas.microsoft.com/office/drawing/2014/main" id="{197B987E-38C0-F963-644A-7B13A2989A8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727575" y="3500439"/>
            <a:ext cx="554038" cy="460375"/>
            <a:chOff x="144" y="3264"/>
            <a:chExt cx="288" cy="240"/>
          </a:xfrm>
        </p:grpSpPr>
        <p:sp>
          <p:nvSpPr>
            <p:cNvPr id="34937" name="Rectangle 293">
              <a:extLst>
                <a:ext uri="{FF2B5EF4-FFF2-40B4-BE49-F238E27FC236}">
                  <a16:creationId xmlns:a16="http://schemas.microsoft.com/office/drawing/2014/main" id="{FF74993F-58C8-60BF-0081-CE9B6D5ACE4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400" b="1">
                  <a:latin typeface="Courier New" panose="02070309020205020404" pitchFamily="49" charset="0"/>
                </a:rPr>
                <a:t>eth1</a:t>
              </a:r>
            </a:p>
          </p:txBody>
        </p:sp>
        <p:sp>
          <p:nvSpPr>
            <p:cNvPr id="34938" name="Rectangle 294">
              <a:extLst>
                <a:ext uri="{FF2B5EF4-FFF2-40B4-BE49-F238E27FC236}">
                  <a16:creationId xmlns:a16="http://schemas.microsoft.com/office/drawing/2014/main" id="{55591D96-7C09-2349-D5EF-79DFE5CBA47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400" b="1">
                  <a:solidFill>
                    <a:srgbClr val="5F5F5F"/>
                  </a:solidFill>
                  <a:latin typeface="Courier New" panose="02070309020205020404" pitchFamily="49" charset="0"/>
                </a:rPr>
                <a:t>9</a:t>
              </a:r>
            </a:p>
          </p:txBody>
        </p:sp>
      </p:grpSp>
      <p:grpSp>
        <p:nvGrpSpPr>
          <p:cNvPr id="34837" name="Group 301">
            <a:extLst>
              <a:ext uri="{FF2B5EF4-FFF2-40B4-BE49-F238E27FC236}">
                <a16:creationId xmlns:a16="http://schemas.microsoft.com/office/drawing/2014/main" id="{28E46B40-72FB-E73D-EDA6-B7B587EAF0E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727575" y="5622926"/>
            <a:ext cx="554038" cy="460375"/>
            <a:chOff x="144" y="3264"/>
            <a:chExt cx="288" cy="240"/>
          </a:xfrm>
        </p:grpSpPr>
        <p:sp>
          <p:nvSpPr>
            <p:cNvPr id="34935" name="Rectangle 302">
              <a:extLst>
                <a:ext uri="{FF2B5EF4-FFF2-40B4-BE49-F238E27FC236}">
                  <a16:creationId xmlns:a16="http://schemas.microsoft.com/office/drawing/2014/main" id="{C3B96A0B-6991-22C9-DD76-A3D6C7179E5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400" b="1">
                  <a:latin typeface="Courier New" panose="02070309020205020404" pitchFamily="49" charset="0"/>
                </a:rPr>
                <a:t>eth1</a:t>
              </a:r>
            </a:p>
          </p:txBody>
        </p:sp>
        <p:sp>
          <p:nvSpPr>
            <p:cNvPr id="34936" name="Rectangle 303">
              <a:extLst>
                <a:ext uri="{FF2B5EF4-FFF2-40B4-BE49-F238E27FC236}">
                  <a16:creationId xmlns:a16="http://schemas.microsoft.com/office/drawing/2014/main" id="{F5A01D77-76B7-869C-3A8C-8312B9ADBE0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400" b="1">
                  <a:solidFill>
                    <a:srgbClr val="5F5F5F"/>
                  </a:solidFill>
                  <a:latin typeface="Courier New" panose="02070309020205020404" pitchFamily="49" charset="0"/>
                </a:rPr>
                <a:t>10</a:t>
              </a:r>
            </a:p>
          </p:txBody>
        </p:sp>
      </p:grpSp>
      <p:sp>
        <p:nvSpPr>
          <p:cNvPr id="34838" name="Arc 304">
            <a:extLst>
              <a:ext uri="{FF2B5EF4-FFF2-40B4-BE49-F238E27FC236}">
                <a16:creationId xmlns:a16="http://schemas.microsoft.com/office/drawing/2014/main" id="{9894C1B5-FCCB-6755-B37D-75197E8F9B15}"/>
              </a:ext>
            </a:extLst>
          </p:cNvPr>
          <p:cNvSpPr>
            <a:spLocks/>
          </p:cNvSpPr>
          <p:nvPr/>
        </p:nvSpPr>
        <p:spPr bwMode="auto">
          <a:xfrm flipH="1">
            <a:off x="3143251" y="3171309"/>
            <a:ext cx="1368425" cy="369332"/>
          </a:xfrm>
          <a:custGeom>
            <a:avLst/>
            <a:gdLst>
              <a:gd name="T0" fmla="*/ 0 w 21600"/>
              <a:gd name="T1" fmla="*/ 0 h 21600"/>
              <a:gd name="T2" fmla="*/ 1368425 w 21600"/>
              <a:gd name="T3" fmla="*/ 431800 h 21600"/>
              <a:gd name="T4" fmla="*/ 0 w 21600"/>
              <a:gd name="T5" fmla="*/ 43180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grpSp>
        <p:nvGrpSpPr>
          <p:cNvPr id="34839" name="Group 305">
            <a:extLst>
              <a:ext uri="{FF2B5EF4-FFF2-40B4-BE49-F238E27FC236}">
                <a16:creationId xmlns:a16="http://schemas.microsoft.com/office/drawing/2014/main" id="{6F244606-E08E-9EA2-B25C-9A2A7F8E8E8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511675" y="2924176"/>
            <a:ext cx="738188" cy="404813"/>
            <a:chOff x="816" y="2496"/>
            <a:chExt cx="384" cy="211"/>
          </a:xfrm>
        </p:grpSpPr>
        <p:sp>
          <p:nvSpPr>
            <p:cNvPr id="34914" name="AutoShape 306">
              <a:extLst>
                <a:ext uri="{FF2B5EF4-FFF2-40B4-BE49-F238E27FC236}">
                  <a16:creationId xmlns:a16="http://schemas.microsoft.com/office/drawing/2014/main" id="{FACE2C5F-53AE-49E7-CD10-99FA8613D38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816" y="2496"/>
              <a:ext cx="384" cy="211"/>
            </a:xfrm>
            <a:prstGeom prst="can">
              <a:avLst>
                <a:gd name="adj" fmla="val 50000"/>
              </a:avLst>
            </a:prstGeom>
            <a:gradFill rotWithShape="0">
              <a:gsLst>
                <a:gs pos="0">
                  <a:srgbClr val="002F5E"/>
                </a:gs>
                <a:gs pos="50000">
                  <a:srgbClr val="0066CC"/>
                </a:gs>
                <a:gs pos="100000">
                  <a:srgbClr val="002F5E"/>
                </a:gs>
              </a:gsLst>
              <a:lin ang="0" scaled="1"/>
            </a:gradFill>
            <a:ln w="9525">
              <a:solidFill>
                <a:srgbClr val="819F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73025" tIns="36512" rIns="73025" bIns="36512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it-IT" altLang="en-IT"/>
            </a:p>
          </p:txBody>
        </p:sp>
        <p:grpSp>
          <p:nvGrpSpPr>
            <p:cNvPr id="34915" name="Group 307">
              <a:extLst>
                <a:ext uri="{FF2B5EF4-FFF2-40B4-BE49-F238E27FC236}">
                  <a16:creationId xmlns:a16="http://schemas.microsoft.com/office/drawing/2014/main" id="{B8D06A2E-E37D-E835-5FE5-2DD63EDAE20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87" y="2509"/>
              <a:ext cx="239" cy="83"/>
              <a:chOff x="422" y="1632"/>
              <a:chExt cx="829" cy="298"/>
            </a:xfrm>
          </p:grpSpPr>
          <p:grpSp>
            <p:nvGrpSpPr>
              <p:cNvPr id="34917" name="Group 308">
                <a:extLst>
                  <a:ext uri="{FF2B5EF4-FFF2-40B4-BE49-F238E27FC236}">
                    <a16:creationId xmlns:a16="http://schemas.microsoft.com/office/drawing/2014/main" id="{960CC56E-2C07-BAEA-2949-234C9F54A151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22" y="1632"/>
                <a:ext cx="822" cy="291"/>
                <a:chOff x="422" y="1632"/>
                <a:chExt cx="822" cy="291"/>
              </a:xfrm>
            </p:grpSpPr>
            <p:sp>
              <p:nvSpPr>
                <p:cNvPr id="34927" name="Freeform 309">
                  <a:extLst>
                    <a:ext uri="{FF2B5EF4-FFF2-40B4-BE49-F238E27FC236}">
                      <a16:creationId xmlns:a16="http://schemas.microsoft.com/office/drawing/2014/main" id="{CCEC46BE-2A6E-EC95-0C5F-ED39168C0CB3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1" y="1639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4 w 393"/>
                    <a:gd name="T11" fmla="*/ 0 h 125"/>
                    <a:gd name="T12" fmla="*/ 196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4" y="0"/>
                      </a:lnTo>
                      <a:lnTo>
                        <a:pt x="196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4928" name="Freeform 310">
                  <a:extLst>
                    <a:ext uri="{FF2B5EF4-FFF2-40B4-BE49-F238E27FC236}">
                      <a16:creationId xmlns:a16="http://schemas.microsoft.com/office/drawing/2014/main" id="{C82584BB-C8A1-7C4E-0AAF-111A9EAD4F82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1" y="1639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4 w 393"/>
                    <a:gd name="T11" fmla="*/ 0 h 125"/>
                    <a:gd name="T12" fmla="*/ 196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4" y="0"/>
                      </a:lnTo>
                      <a:lnTo>
                        <a:pt x="196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4929" name="Freeform 311">
                  <a:extLst>
                    <a:ext uri="{FF2B5EF4-FFF2-40B4-BE49-F238E27FC236}">
                      <a16:creationId xmlns:a16="http://schemas.microsoft.com/office/drawing/2014/main" id="{DDA10CA5-D48B-48D0-E40D-E162161EA41A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2" y="1785"/>
                  <a:ext cx="393" cy="132"/>
                </a:xfrm>
                <a:custGeom>
                  <a:avLst/>
                  <a:gdLst>
                    <a:gd name="T0" fmla="*/ 393 w 393"/>
                    <a:gd name="T1" fmla="*/ 28 h 132"/>
                    <a:gd name="T2" fmla="*/ 305 w 393"/>
                    <a:gd name="T3" fmla="*/ 0 h 132"/>
                    <a:gd name="T4" fmla="*/ 102 w 393"/>
                    <a:gd name="T5" fmla="*/ 83 h 132"/>
                    <a:gd name="T6" fmla="*/ 0 w 393"/>
                    <a:gd name="T7" fmla="*/ 55 h 132"/>
                    <a:gd name="T8" fmla="*/ 51 w 393"/>
                    <a:gd name="T9" fmla="*/ 132 h 132"/>
                    <a:gd name="T10" fmla="*/ 305 w 393"/>
                    <a:gd name="T11" fmla="*/ 132 h 132"/>
                    <a:gd name="T12" fmla="*/ 196 w 393"/>
                    <a:gd name="T13" fmla="*/ 104 h 132"/>
                    <a:gd name="T14" fmla="*/ 393 w 393"/>
                    <a:gd name="T15" fmla="*/ 28 h 13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2">
                      <a:moveTo>
                        <a:pt x="393" y="28"/>
                      </a:moveTo>
                      <a:lnTo>
                        <a:pt x="305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2"/>
                      </a:lnTo>
                      <a:lnTo>
                        <a:pt x="305" y="132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4930" name="Freeform 312">
                  <a:extLst>
                    <a:ext uri="{FF2B5EF4-FFF2-40B4-BE49-F238E27FC236}">
                      <a16:creationId xmlns:a16="http://schemas.microsoft.com/office/drawing/2014/main" id="{9B9C4E1E-3162-6C2D-1619-7D9C5DF32906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2" y="1785"/>
                  <a:ext cx="393" cy="132"/>
                </a:xfrm>
                <a:custGeom>
                  <a:avLst/>
                  <a:gdLst>
                    <a:gd name="T0" fmla="*/ 393 w 393"/>
                    <a:gd name="T1" fmla="*/ 28 h 132"/>
                    <a:gd name="T2" fmla="*/ 305 w 393"/>
                    <a:gd name="T3" fmla="*/ 0 h 132"/>
                    <a:gd name="T4" fmla="*/ 102 w 393"/>
                    <a:gd name="T5" fmla="*/ 83 h 132"/>
                    <a:gd name="T6" fmla="*/ 0 w 393"/>
                    <a:gd name="T7" fmla="*/ 55 h 132"/>
                    <a:gd name="T8" fmla="*/ 51 w 393"/>
                    <a:gd name="T9" fmla="*/ 132 h 132"/>
                    <a:gd name="T10" fmla="*/ 305 w 393"/>
                    <a:gd name="T11" fmla="*/ 132 h 132"/>
                    <a:gd name="T12" fmla="*/ 196 w 393"/>
                    <a:gd name="T13" fmla="*/ 104 h 132"/>
                    <a:gd name="T14" fmla="*/ 393 w 393"/>
                    <a:gd name="T15" fmla="*/ 28 h 13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2">
                      <a:moveTo>
                        <a:pt x="393" y="28"/>
                      </a:moveTo>
                      <a:lnTo>
                        <a:pt x="305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2"/>
                      </a:lnTo>
                      <a:lnTo>
                        <a:pt x="305" y="132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4931" name="Freeform 313">
                  <a:extLst>
                    <a:ext uri="{FF2B5EF4-FFF2-40B4-BE49-F238E27FC236}">
                      <a16:creationId xmlns:a16="http://schemas.microsoft.com/office/drawing/2014/main" id="{CBB4BEED-BD34-1BCA-18B1-17A5BCE592AE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44" y="1632"/>
                  <a:ext cx="392" cy="125"/>
                </a:xfrm>
                <a:custGeom>
                  <a:avLst/>
                  <a:gdLst>
                    <a:gd name="T0" fmla="*/ 0 w 392"/>
                    <a:gd name="T1" fmla="*/ 28 h 125"/>
                    <a:gd name="T2" fmla="*/ 87 w 392"/>
                    <a:gd name="T3" fmla="*/ 0 h 125"/>
                    <a:gd name="T4" fmla="*/ 298 w 392"/>
                    <a:gd name="T5" fmla="*/ 77 h 125"/>
                    <a:gd name="T6" fmla="*/ 392 w 392"/>
                    <a:gd name="T7" fmla="*/ 56 h 125"/>
                    <a:gd name="T8" fmla="*/ 341 w 392"/>
                    <a:gd name="T9" fmla="*/ 125 h 125"/>
                    <a:gd name="T10" fmla="*/ 94 w 392"/>
                    <a:gd name="T11" fmla="*/ 125 h 125"/>
                    <a:gd name="T12" fmla="*/ 196 w 392"/>
                    <a:gd name="T13" fmla="*/ 104 h 125"/>
                    <a:gd name="T14" fmla="*/ 0 w 392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2" y="56"/>
                      </a:lnTo>
                      <a:lnTo>
                        <a:pt x="341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4932" name="Freeform 314">
                  <a:extLst>
                    <a:ext uri="{FF2B5EF4-FFF2-40B4-BE49-F238E27FC236}">
                      <a16:creationId xmlns:a16="http://schemas.microsoft.com/office/drawing/2014/main" id="{ED0447A9-9CE0-6131-C378-23DBDEFFA88D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44" y="1632"/>
                  <a:ext cx="392" cy="125"/>
                </a:xfrm>
                <a:custGeom>
                  <a:avLst/>
                  <a:gdLst>
                    <a:gd name="T0" fmla="*/ 0 w 392"/>
                    <a:gd name="T1" fmla="*/ 28 h 125"/>
                    <a:gd name="T2" fmla="*/ 87 w 392"/>
                    <a:gd name="T3" fmla="*/ 0 h 125"/>
                    <a:gd name="T4" fmla="*/ 298 w 392"/>
                    <a:gd name="T5" fmla="*/ 77 h 125"/>
                    <a:gd name="T6" fmla="*/ 392 w 392"/>
                    <a:gd name="T7" fmla="*/ 56 h 125"/>
                    <a:gd name="T8" fmla="*/ 341 w 392"/>
                    <a:gd name="T9" fmla="*/ 125 h 125"/>
                    <a:gd name="T10" fmla="*/ 94 w 392"/>
                    <a:gd name="T11" fmla="*/ 125 h 125"/>
                    <a:gd name="T12" fmla="*/ 196 w 392"/>
                    <a:gd name="T13" fmla="*/ 104 h 125"/>
                    <a:gd name="T14" fmla="*/ 0 w 392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2" y="56"/>
                      </a:lnTo>
                      <a:lnTo>
                        <a:pt x="341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4933" name="Freeform 315">
                  <a:extLst>
                    <a:ext uri="{FF2B5EF4-FFF2-40B4-BE49-F238E27FC236}">
                      <a16:creationId xmlns:a16="http://schemas.microsoft.com/office/drawing/2014/main" id="{CED56118-4B20-5C36-01FC-709275652A3D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36" y="1799"/>
                  <a:ext cx="393" cy="124"/>
                </a:xfrm>
                <a:custGeom>
                  <a:avLst/>
                  <a:gdLst>
                    <a:gd name="T0" fmla="*/ 393 w 393"/>
                    <a:gd name="T1" fmla="*/ 97 h 124"/>
                    <a:gd name="T2" fmla="*/ 306 w 393"/>
                    <a:gd name="T3" fmla="*/ 124 h 124"/>
                    <a:gd name="T4" fmla="*/ 102 w 393"/>
                    <a:gd name="T5" fmla="*/ 41 h 124"/>
                    <a:gd name="T6" fmla="*/ 0 w 393"/>
                    <a:gd name="T7" fmla="*/ 69 h 124"/>
                    <a:gd name="T8" fmla="*/ 51 w 393"/>
                    <a:gd name="T9" fmla="*/ 0 h 124"/>
                    <a:gd name="T10" fmla="*/ 306 w 393"/>
                    <a:gd name="T11" fmla="*/ 0 h 124"/>
                    <a:gd name="T12" fmla="*/ 197 w 393"/>
                    <a:gd name="T13" fmla="*/ 21 h 124"/>
                    <a:gd name="T14" fmla="*/ 393 w 393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4">
                      <a:moveTo>
                        <a:pt x="393" y="97"/>
                      </a:moveTo>
                      <a:lnTo>
                        <a:pt x="306" y="124"/>
                      </a:lnTo>
                      <a:lnTo>
                        <a:pt x="102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6" y="0"/>
                      </a:lnTo>
                      <a:lnTo>
                        <a:pt x="197" y="21"/>
                      </a:lnTo>
                      <a:lnTo>
                        <a:pt x="393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4934" name="Freeform 316">
                  <a:extLst>
                    <a:ext uri="{FF2B5EF4-FFF2-40B4-BE49-F238E27FC236}">
                      <a16:creationId xmlns:a16="http://schemas.microsoft.com/office/drawing/2014/main" id="{0790CF22-A455-8070-7C0D-93C4AC40F2FC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36" y="1799"/>
                  <a:ext cx="393" cy="124"/>
                </a:xfrm>
                <a:custGeom>
                  <a:avLst/>
                  <a:gdLst>
                    <a:gd name="T0" fmla="*/ 393 w 393"/>
                    <a:gd name="T1" fmla="*/ 97 h 124"/>
                    <a:gd name="T2" fmla="*/ 306 w 393"/>
                    <a:gd name="T3" fmla="*/ 124 h 124"/>
                    <a:gd name="T4" fmla="*/ 102 w 393"/>
                    <a:gd name="T5" fmla="*/ 41 h 124"/>
                    <a:gd name="T6" fmla="*/ 0 w 393"/>
                    <a:gd name="T7" fmla="*/ 69 h 124"/>
                    <a:gd name="T8" fmla="*/ 51 w 393"/>
                    <a:gd name="T9" fmla="*/ 0 h 124"/>
                    <a:gd name="T10" fmla="*/ 306 w 393"/>
                    <a:gd name="T11" fmla="*/ 0 h 124"/>
                    <a:gd name="T12" fmla="*/ 197 w 393"/>
                    <a:gd name="T13" fmla="*/ 21 h 124"/>
                    <a:gd name="T14" fmla="*/ 393 w 393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4">
                      <a:moveTo>
                        <a:pt x="393" y="97"/>
                      </a:moveTo>
                      <a:lnTo>
                        <a:pt x="306" y="124"/>
                      </a:lnTo>
                      <a:lnTo>
                        <a:pt x="102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6" y="0"/>
                      </a:lnTo>
                      <a:lnTo>
                        <a:pt x="197" y="21"/>
                      </a:lnTo>
                      <a:lnTo>
                        <a:pt x="393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34918" name="Group 317">
                <a:extLst>
                  <a:ext uri="{FF2B5EF4-FFF2-40B4-BE49-F238E27FC236}">
                    <a16:creationId xmlns:a16="http://schemas.microsoft.com/office/drawing/2014/main" id="{5DBB513B-8A57-73A9-55A9-EB9C02987E37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29" y="1639"/>
                <a:ext cx="822" cy="291"/>
                <a:chOff x="429" y="1639"/>
                <a:chExt cx="822" cy="291"/>
              </a:xfrm>
            </p:grpSpPr>
            <p:sp>
              <p:nvSpPr>
                <p:cNvPr id="34919" name="Freeform 318">
                  <a:extLst>
                    <a:ext uri="{FF2B5EF4-FFF2-40B4-BE49-F238E27FC236}">
                      <a16:creationId xmlns:a16="http://schemas.microsoft.com/office/drawing/2014/main" id="{8D927E86-21C7-5A11-DFCB-7AE0D8F9BFD6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8" y="1646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5 w 393"/>
                    <a:gd name="T11" fmla="*/ 0 h 125"/>
                    <a:gd name="T12" fmla="*/ 197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5" y="0"/>
                      </a:lnTo>
                      <a:lnTo>
                        <a:pt x="197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4920" name="Freeform 319">
                  <a:extLst>
                    <a:ext uri="{FF2B5EF4-FFF2-40B4-BE49-F238E27FC236}">
                      <a16:creationId xmlns:a16="http://schemas.microsoft.com/office/drawing/2014/main" id="{9AA56ACF-0585-4FFA-D148-50BA4B879E62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8" y="1646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5 w 393"/>
                    <a:gd name="T11" fmla="*/ 0 h 125"/>
                    <a:gd name="T12" fmla="*/ 197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5" y="0"/>
                      </a:lnTo>
                      <a:lnTo>
                        <a:pt x="197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4921" name="Freeform 320">
                  <a:extLst>
                    <a:ext uri="{FF2B5EF4-FFF2-40B4-BE49-F238E27FC236}">
                      <a16:creationId xmlns:a16="http://schemas.microsoft.com/office/drawing/2014/main" id="{EF3F31C7-BDFF-8807-0E9B-99093A371298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9" y="1792"/>
                  <a:ext cx="393" cy="131"/>
                </a:xfrm>
                <a:custGeom>
                  <a:avLst/>
                  <a:gdLst>
                    <a:gd name="T0" fmla="*/ 393 w 393"/>
                    <a:gd name="T1" fmla="*/ 28 h 131"/>
                    <a:gd name="T2" fmla="*/ 306 w 393"/>
                    <a:gd name="T3" fmla="*/ 0 h 131"/>
                    <a:gd name="T4" fmla="*/ 102 w 393"/>
                    <a:gd name="T5" fmla="*/ 83 h 131"/>
                    <a:gd name="T6" fmla="*/ 0 w 393"/>
                    <a:gd name="T7" fmla="*/ 55 h 131"/>
                    <a:gd name="T8" fmla="*/ 51 w 393"/>
                    <a:gd name="T9" fmla="*/ 131 h 131"/>
                    <a:gd name="T10" fmla="*/ 306 w 393"/>
                    <a:gd name="T11" fmla="*/ 131 h 131"/>
                    <a:gd name="T12" fmla="*/ 196 w 393"/>
                    <a:gd name="T13" fmla="*/ 104 h 131"/>
                    <a:gd name="T14" fmla="*/ 393 w 393"/>
                    <a:gd name="T15" fmla="*/ 28 h 13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1">
                      <a:moveTo>
                        <a:pt x="393" y="28"/>
                      </a:moveTo>
                      <a:lnTo>
                        <a:pt x="306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1"/>
                      </a:lnTo>
                      <a:lnTo>
                        <a:pt x="306" y="131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4922" name="Freeform 321">
                  <a:extLst>
                    <a:ext uri="{FF2B5EF4-FFF2-40B4-BE49-F238E27FC236}">
                      <a16:creationId xmlns:a16="http://schemas.microsoft.com/office/drawing/2014/main" id="{67B6F3D3-DF59-9C10-1344-FB136179BB43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9" y="1792"/>
                  <a:ext cx="393" cy="131"/>
                </a:xfrm>
                <a:custGeom>
                  <a:avLst/>
                  <a:gdLst>
                    <a:gd name="T0" fmla="*/ 393 w 393"/>
                    <a:gd name="T1" fmla="*/ 28 h 131"/>
                    <a:gd name="T2" fmla="*/ 306 w 393"/>
                    <a:gd name="T3" fmla="*/ 0 h 131"/>
                    <a:gd name="T4" fmla="*/ 102 w 393"/>
                    <a:gd name="T5" fmla="*/ 83 h 131"/>
                    <a:gd name="T6" fmla="*/ 0 w 393"/>
                    <a:gd name="T7" fmla="*/ 55 h 131"/>
                    <a:gd name="T8" fmla="*/ 51 w 393"/>
                    <a:gd name="T9" fmla="*/ 131 h 131"/>
                    <a:gd name="T10" fmla="*/ 306 w 393"/>
                    <a:gd name="T11" fmla="*/ 131 h 131"/>
                    <a:gd name="T12" fmla="*/ 196 w 393"/>
                    <a:gd name="T13" fmla="*/ 104 h 131"/>
                    <a:gd name="T14" fmla="*/ 393 w 393"/>
                    <a:gd name="T15" fmla="*/ 28 h 13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1">
                      <a:moveTo>
                        <a:pt x="393" y="28"/>
                      </a:moveTo>
                      <a:lnTo>
                        <a:pt x="306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1"/>
                      </a:lnTo>
                      <a:lnTo>
                        <a:pt x="306" y="131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4923" name="Freeform 322">
                  <a:extLst>
                    <a:ext uri="{FF2B5EF4-FFF2-40B4-BE49-F238E27FC236}">
                      <a16:creationId xmlns:a16="http://schemas.microsoft.com/office/drawing/2014/main" id="{B8736578-F3B8-2213-144F-4F354AE02DD2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51" y="1639"/>
                  <a:ext cx="393" cy="125"/>
                </a:xfrm>
                <a:custGeom>
                  <a:avLst/>
                  <a:gdLst>
                    <a:gd name="T0" fmla="*/ 0 w 393"/>
                    <a:gd name="T1" fmla="*/ 28 h 125"/>
                    <a:gd name="T2" fmla="*/ 87 w 393"/>
                    <a:gd name="T3" fmla="*/ 0 h 125"/>
                    <a:gd name="T4" fmla="*/ 298 w 393"/>
                    <a:gd name="T5" fmla="*/ 77 h 125"/>
                    <a:gd name="T6" fmla="*/ 393 w 393"/>
                    <a:gd name="T7" fmla="*/ 56 h 125"/>
                    <a:gd name="T8" fmla="*/ 342 w 393"/>
                    <a:gd name="T9" fmla="*/ 125 h 125"/>
                    <a:gd name="T10" fmla="*/ 94 w 393"/>
                    <a:gd name="T11" fmla="*/ 125 h 125"/>
                    <a:gd name="T12" fmla="*/ 196 w 393"/>
                    <a:gd name="T13" fmla="*/ 104 h 125"/>
                    <a:gd name="T14" fmla="*/ 0 w 393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3" y="56"/>
                      </a:lnTo>
                      <a:lnTo>
                        <a:pt x="342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4924" name="Freeform 323">
                  <a:extLst>
                    <a:ext uri="{FF2B5EF4-FFF2-40B4-BE49-F238E27FC236}">
                      <a16:creationId xmlns:a16="http://schemas.microsoft.com/office/drawing/2014/main" id="{078E3F9A-F7D7-AD0A-F33E-7A3B630CF175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51" y="1639"/>
                  <a:ext cx="393" cy="125"/>
                </a:xfrm>
                <a:custGeom>
                  <a:avLst/>
                  <a:gdLst>
                    <a:gd name="T0" fmla="*/ 0 w 393"/>
                    <a:gd name="T1" fmla="*/ 28 h 125"/>
                    <a:gd name="T2" fmla="*/ 87 w 393"/>
                    <a:gd name="T3" fmla="*/ 0 h 125"/>
                    <a:gd name="T4" fmla="*/ 298 w 393"/>
                    <a:gd name="T5" fmla="*/ 77 h 125"/>
                    <a:gd name="T6" fmla="*/ 393 w 393"/>
                    <a:gd name="T7" fmla="*/ 56 h 125"/>
                    <a:gd name="T8" fmla="*/ 342 w 393"/>
                    <a:gd name="T9" fmla="*/ 125 h 125"/>
                    <a:gd name="T10" fmla="*/ 94 w 393"/>
                    <a:gd name="T11" fmla="*/ 125 h 125"/>
                    <a:gd name="T12" fmla="*/ 196 w 393"/>
                    <a:gd name="T13" fmla="*/ 104 h 125"/>
                    <a:gd name="T14" fmla="*/ 0 w 393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3" y="56"/>
                      </a:lnTo>
                      <a:lnTo>
                        <a:pt x="342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4925" name="Freeform 324">
                  <a:extLst>
                    <a:ext uri="{FF2B5EF4-FFF2-40B4-BE49-F238E27FC236}">
                      <a16:creationId xmlns:a16="http://schemas.microsoft.com/office/drawing/2014/main" id="{AB0CD84A-EAC9-881E-7E67-D9C26064CF5F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44" y="1806"/>
                  <a:ext cx="392" cy="124"/>
                </a:xfrm>
                <a:custGeom>
                  <a:avLst/>
                  <a:gdLst>
                    <a:gd name="T0" fmla="*/ 392 w 392"/>
                    <a:gd name="T1" fmla="*/ 97 h 124"/>
                    <a:gd name="T2" fmla="*/ 305 w 392"/>
                    <a:gd name="T3" fmla="*/ 124 h 124"/>
                    <a:gd name="T4" fmla="*/ 101 w 392"/>
                    <a:gd name="T5" fmla="*/ 41 h 124"/>
                    <a:gd name="T6" fmla="*/ 0 w 392"/>
                    <a:gd name="T7" fmla="*/ 69 h 124"/>
                    <a:gd name="T8" fmla="*/ 51 w 392"/>
                    <a:gd name="T9" fmla="*/ 0 h 124"/>
                    <a:gd name="T10" fmla="*/ 305 w 392"/>
                    <a:gd name="T11" fmla="*/ 0 h 124"/>
                    <a:gd name="T12" fmla="*/ 196 w 392"/>
                    <a:gd name="T13" fmla="*/ 20 h 124"/>
                    <a:gd name="T14" fmla="*/ 392 w 392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4">
                      <a:moveTo>
                        <a:pt x="392" y="97"/>
                      </a:moveTo>
                      <a:lnTo>
                        <a:pt x="305" y="124"/>
                      </a:lnTo>
                      <a:lnTo>
                        <a:pt x="101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5" y="0"/>
                      </a:lnTo>
                      <a:lnTo>
                        <a:pt x="196" y="20"/>
                      </a:lnTo>
                      <a:lnTo>
                        <a:pt x="392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4926" name="Freeform 325">
                  <a:extLst>
                    <a:ext uri="{FF2B5EF4-FFF2-40B4-BE49-F238E27FC236}">
                      <a16:creationId xmlns:a16="http://schemas.microsoft.com/office/drawing/2014/main" id="{9A85361A-DEF6-E25F-BB59-DA2672D26076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44" y="1806"/>
                  <a:ext cx="392" cy="124"/>
                </a:xfrm>
                <a:custGeom>
                  <a:avLst/>
                  <a:gdLst>
                    <a:gd name="T0" fmla="*/ 392 w 392"/>
                    <a:gd name="T1" fmla="*/ 97 h 124"/>
                    <a:gd name="T2" fmla="*/ 305 w 392"/>
                    <a:gd name="T3" fmla="*/ 124 h 124"/>
                    <a:gd name="T4" fmla="*/ 101 w 392"/>
                    <a:gd name="T5" fmla="*/ 41 h 124"/>
                    <a:gd name="T6" fmla="*/ 0 w 392"/>
                    <a:gd name="T7" fmla="*/ 69 h 124"/>
                    <a:gd name="T8" fmla="*/ 51 w 392"/>
                    <a:gd name="T9" fmla="*/ 0 h 124"/>
                    <a:gd name="T10" fmla="*/ 305 w 392"/>
                    <a:gd name="T11" fmla="*/ 0 h 124"/>
                    <a:gd name="T12" fmla="*/ 196 w 392"/>
                    <a:gd name="T13" fmla="*/ 20 h 124"/>
                    <a:gd name="T14" fmla="*/ 392 w 392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4">
                      <a:moveTo>
                        <a:pt x="392" y="97"/>
                      </a:moveTo>
                      <a:lnTo>
                        <a:pt x="305" y="124"/>
                      </a:lnTo>
                      <a:lnTo>
                        <a:pt x="101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5" y="0"/>
                      </a:lnTo>
                      <a:lnTo>
                        <a:pt x="196" y="20"/>
                      </a:lnTo>
                      <a:lnTo>
                        <a:pt x="392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</p:grpSp>
        <p:sp>
          <p:nvSpPr>
            <p:cNvPr id="34916" name="WordArt 326">
              <a:extLst>
                <a:ext uri="{FF2B5EF4-FFF2-40B4-BE49-F238E27FC236}">
                  <a16:creationId xmlns:a16="http://schemas.microsoft.com/office/drawing/2014/main" id="{0C1A219D-F208-EECE-D0FC-FA2D10B6DD24}"/>
                </a:ext>
              </a:extLst>
            </p:cNvPr>
            <p:cNvSpPr>
              <a:spLocks noChangeAspect="1" noChangeArrowheads="1" noChangeShapeType="1" noTextEdit="1"/>
            </p:cNvSpPr>
            <p:nvPr/>
          </p:nvSpPr>
          <p:spPr bwMode="auto">
            <a:xfrm>
              <a:off x="835" y="2582"/>
              <a:ext cx="346" cy="104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r1  </a:t>
              </a:r>
            </a:p>
          </p:txBody>
        </p:sp>
      </p:grpSp>
      <p:sp>
        <p:nvSpPr>
          <p:cNvPr id="34840" name="AutoShape 328">
            <a:extLst>
              <a:ext uri="{FF2B5EF4-FFF2-40B4-BE49-F238E27FC236}">
                <a16:creationId xmlns:a16="http://schemas.microsoft.com/office/drawing/2014/main" id="{EABD5F49-5857-8010-DCD5-1F6EBF1A440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56139" y="6226176"/>
            <a:ext cx="738187" cy="404813"/>
          </a:xfrm>
          <a:prstGeom prst="can">
            <a:avLst>
              <a:gd name="adj" fmla="val 50000"/>
            </a:avLst>
          </a:prstGeom>
          <a:gradFill rotWithShape="0">
            <a:gsLst>
              <a:gs pos="0">
                <a:srgbClr val="002F5E"/>
              </a:gs>
              <a:gs pos="50000">
                <a:srgbClr val="0066CC"/>
              </a:gs>
              <a:gs pos="100000">
                <a:srgbClr val="002F5E"/>
              </a:gs>
            </a:gsLst>
            <a:lin ang="0" scaled="1"/>
          </a:gradFill>
          <a:ln w="9525">
            <a:solidFill>
              <a:srgbClr val="819F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73025" tIns="36512" rIns="73025" bIns="3651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it-IT" altLang="en-IT"/>
          </a:p>
        </p:txBody>
      </p:sp>
      <p:grpSp>
        <p:nvGrpSpPr>
          <p:cNvPr id="34841" name="Group 329">
            <a:extLst>
              <a:ext uri="{FF2B5EF4-FFF2-40B4-BE49-F238E27FC236}">
                <a16:creationId xmlns:a16="http://schemas.microsoft.com/office/drawing/2014/main" id="{F85D90B7-C1CF-AED1-CE41-6AF5DED0A1D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792664" y="6251575"/>
            <a:ext cx="458787" cy="158750"/>
            <a:chOff x="422" y="1632"/>
            <a:chExt cx="829" cy="298"/>
          </a:xfrm>
        </p:grpSpPr>
        <p:grpSp>
          <p:nvGrpSpPr>
            <p:cNvPr id="34896" name="Group 330">
              <a:extLst>
                <a:ext uri="{FF2B5EF4-FFF2-40B4-BE49-F238E27FC236}">
                  <a16:creationId xmlns:a16="http://schemas.microsoft.com/office/drawing/2014/main" id="{5091610E-853D-BC81-D8CE-7CFA6D7E8D4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22" y="1632"/>
              <a:ext cx="822" cy="291"/>
              <a:chOff x="422" y="1632"/>
              <a:chExt cx="822" cy="291"/>
            </a:xfrm>
          </p:grpSpPr>
          <p:sp>
            <p:nvSpPr>
              <p:cNvPr id="34906" name="Freeform 331">
                <a:extLst>
                  <a:ext uri="{FF2B5EF4-FFF2-40B4-BE49-F238E27FC236}">
                    <a16:creationId xmlns:a16="http://schemas.microsoft.com/office/drawing/2014/main" id="{3E07920F-BE5A-47D9-0CFD-18A23EFE4A8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51" y="1639"/>
                <a:ext cx="393" cy="125"/>
              </a:xfrm>
              <a:custGeom>
                <a:avLst/>
                <a:gdLst>
                  <a:gd name="T0" fmla="*/ 0 w 393"/>
                  <a:gd name="T1" fmla="*/ 97 h 125"/>
                  <a:gd name="T2" fmla="*/ 87 w 393"/>
                  <a:gd name="T3" fmla="*/ 125 h 125"/>
                  <a:gd name="T4" fmla="*/ 298 w 393"/>
                  <a:gd name="T5" fmla="*/ 42 h 125"/>
                  <a:gd name="T6" fmla="*/ 393 w 393"/>
                  <a:gd name="T7" fmla="*/ 70 h 125"/>
                  <a:gd name="T8" fmla="*/ 342 w 393"/>
                  <a:gd name="T9" fmla="*/ 0 h 125"/>
                  <a:gd name="T10" fmla="*/ 94 w 393"/>
                  <a:gd name="T11" fmla="*/ 0 h 125"/>
                  <a:gd name="T12" fmla="*/ 196 w 393"/>
                  <a:gd name="T13" fmla="*/ 21 h 125"/>
                  <a:gd name="T14" fmla="*/ 0 w 393"/>
                  <a:gd name="T15" fmla="*/ 97 h 12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25">
                    <a:moveTo>
                      <a:pt x="0" y="97"/>
                    </a:moveTo>
                    <a:lnTo>
                      <a:pt x="87" y="125"/>
                    </a:lnTo>
                    <a:lnTo>
                      <a:pt x="298" y="42"/>
                    </a:lnTo>
                    <a:lnTo>
                      <a:pt x="393" y="70"/>
                    </a:lnTo>
                    <a:lnTo>
                      <a:pt x="342" y="0"/>
                    </a:lnTo>
                    <a:lnTo>
                      <a:pt x="94" y="0"/>
                    </a:lnTo>
                    <a:lnTo>
                      <a:pt x="196" y="21"/>
                    </a:lnTo>
                    <a:lnTo>
                      <a:pt x="0" y="9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4907" name="Freeform 332">
                <a:extLst>
                  <a:ext uri="{FF2B5EF4-FFF2-40B4-BE49-F238E27FC236}">
                    <a16:creationId xmlns:a16="http://schemas.microsoft.com/office/drawing/2014/main" id="{1CA9CD3A-7B6C-093F-7983-2AC28EB9420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51" y="1639"/>
                <a:ext cx="393" cy="125"/>
              </a:xfrm>
              <a:custGeom>
                <a:avLst/>
                <a:gdLst>
                  <a:gd name="T0" fmla="*/ 0 w 393"/>
                  <a:gd name="T1" fmla="*/ 97 h 125"/>
                  <a:gd name="T2" fmla="*/ 87 w 393"/>
                  <a:gd name="T3" fmla="*/ 125 h 125"/>
                  <a:gd name="T4" fmla="*/ 298 w 393"/>
                  <a:gd name="T5" fmla="*/ 42 h 125"/>
                  <a:gd name="T6" fmla="*/ 393 w 393"/>
                  <a:gd name="T7" fmla="*/ 70 h 125"/>
                  <a:gd name="T8" fmla="*/ 342 w 393"/>
                  <a:gd name="T9" fmla="*/ 0 h 125"/>
                  <a:gd name="T10" fmla="*/ 94 w 393"/>
                  <a:gd name="T11" fmla="*/ 0 h 125"/>
                  <a:gd name="T12" fmla="*/ 196 w 393"/>
                  <a:gd name="T13" fmla="*/ 21 h 125"/>
                  <a:gd name="T14" fmla="*/ 0 w 393"/>
                  <a:gd name="T15" fmla="*/ 97 h 12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25">
                    <a:moveTo>
                      <a:pt x="0" y="97"/>
                    </a:moveTo>
                    <a:lnTo>
                      <a:pt x="87" y="125"/>
                    </a:lnTo>
                    <a:lnTo>
                      <a:pt x="298" y="42"/>
                    </a:lnTo>
                    <a:lnTo>
                      <a:pt x="393" y="70"/>
                    </a:lnTo>
                    <a:lnTo>
                      <a:pt x="342" y="0"/>
                    </a:lnTo>
                    <a:lnTo>
                      <a:pt x="94" y="0"/>
                    </a:lnTo>
                    <a:lnTo>
                      <a:pt x="196" y="21"/>
                    </a:lnTo>
                    <a:lnTo>
                      <a:pt x="0" y="9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4908" name="Freeform 333">
                <a:extLst>
                  <a:ext uri="{FF2B5EF4-FFF2-40B4-BE49-F238E27FC236}">
                    <a16:creationId xmlns:a16="http://schemas.microsoft.com/office/drawing/2014/main" id="{0F841702-781A-0C9B-DBDC-C31DF9D8103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22" y="1785"/>
                <a:ext cx="393" cy="132"/>
              </a:xfrm>
              <a:custGeom>
                <a:avLst/>
                <a:gdLst>
                  <a:gd name="T0" fmla="*/ 393 w 393"/>
                  <a:gd name="T1" fmla="*/ 28 h 132"/>
                  <a:gd name="T2" fmla="*/ 305 w 393"/>
                  <a:gd name="T3" fmla="*/ 0 h 132"/>
                  <a:gd name="T4" fmla="*/ 102 w 393"/>
                  <a:gd name="T5" fmla="*/ 83 h 132"/>
                  <a:gd name="T6" fmla="*/ 0 w 393"/>
                  <a:gd name="T7" fmla="*/ 55 h 132"/>
                  <a:gd name="T8" fmla="*/ 51 w 393"/>
                  <a:gd name="T9" fmla="*/ 132 h 132"/>
                  <a:gd name="T10" fmla="*/ 305 w 393"/>
                  <a:gd name="T11" fmla="*/ 132 h 132"/>
                  <a:gd name="T12" fmla="*/ 196 w 393"/>
                  <a:gd name="T13" fmla="*/ 104 h 132"/>
                  <a:gd name="T14" fmla="*/ 393 w 393"/>
                  <a:gd name="T15" fmla="*/ 28 h 1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32">
                    <a:moveTo>
                      <a:pt x="393" y="28"/>
                    </a:moveTo>
                    <a:lnTo>
                      <a:pt x="305" y="0"/>
                    </a:lnTo>
                    <a:lnTo>
                      <a:pt x="102" y="83"/>
                    </a:lnTo>
                    <a:lnTo>
                      <a:pt x="0" y="55"/>
                    </a:lnTo>
                    <a:lnTo>
                      <a:pt x="51" y="132"/>
                    </a:lnTo>
                    <a:lnTo>
                      <a:pt x="305" y="132"/>
                    </a:lnTo>
                    <a:lnTo>
                      <a:pt x="196" y="104"/>
                    </a:lnTo>
                    <a:lnTo>
                      <a:pt x="393" y="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4909" name="Freeform 334">
                <a:extLst>
                  <a:ext uri="{FF2B5EF4-FFF2-40B4-BE49-F238E27FC236}">
                    <a16:creationId xmlns:a16="http://schemas.microsoft.com/office/drawing/2014/main" id="{68BB91DB-5FB9-BAF3-67A7-BBC5545AE87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22" y="1785"/>
                <a:ext cx="393" cy="132"/>
              </a:xfrm>
              <a:custGeom>
                <a:avLst/>
                <a:gdLst>
                  <a:gd name="T0" fmla="*/ 393 w 393"/>
                  <a:gd name="T1" fmla="*/ 28 h 132"/>
                  <a:gd name="T2" fmla="*/ 305 w 393"/>
                  <a:gd name="T3" fmla="*/ 0 h 132"/>
                  <a:gd name="T4" fmla="*/ 102 w 393"/>
                  <a:gd name="T5" fmla="*/ 83 h 132"/>
                  <a:gd name="T6" fmla="*/ 0 w 393"/>
                  <a:gd name="T7" fmla="*/ 55 h 132"/>
                  <a:gd name="T8" fmla="*/ 51 w 393"/>
                  <a:gd name="T9" fmla="*/ 132 h 132"/>
                  <a:gd name="T10" fmla="*/ 305 w 393"/>
                  <a:gd name="T11" fmla="*/ 132 h 132"/>
                  <a:gd name="T12" fmla="*/ 196 w 393"/>
                  <a:gd name="T13" fmla="*/ 104 h 132"/>
                  <a:gd name="T14" fmla="*/ 393 w 393"/>
                  <a:gd name="T15" fmla="*/ 28 h 1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32">
                    <a:moveTo>
                      <a:pt x="393" y="28"/>
                    </a:moveTo>
                    <a:lnTo>
                      <a:pt x="305" y="0"/>
                    </a:lnTo>
                    <a:lnTo>
                      <a:pt x="102" y="83"/>
                    </a:lnTo>
                    <a:lnTo>
                      <a:pt x="0" y="55"/>
                    </a:lnTo>
                    <a:lnTo>
                      <a:pt x="51" y="132"/>
                    </a:lnTo>
                    <a:lnTo>
                      <a:pt x="305" y="132"/>
                    </a:lnTo>
                    <a:lnTo>
                      <a:pt x="196" y="104"/>
                    </a:lnTo>
                    <a:lnTo>
                      <a:pt x="393" y="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4910" name="Freeform 335">
                <a:extLst>
                  <a:ext uri="{FF2B5EF4-FFF2-40B4-BE49-F238E27FC236}">
                    <a16:creationId xmlns:a16="http://schemas.microsoft.com/office/drawing/2014/main" id="{78DD3650-840B-F09A-3D71-A62546EB05A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44" y="1632"/>
                <a:ext cx="392" cy="125"/>
              </a:xfrm>
              <a:custGeom>
                <a:avLst/>
                <a:gdLst>
                  <a:gd name="T0" fmla="*/ 0 w 392"/>
                  <a:gd name="T1" fmla="*/ 28 h 125"/>
                  <a:gd name="T2" fmla="*/ 87 w 392"/>
                  <a:gd name="T3" fmla="*/ 0 h 125"/>
                  <a:gd name="T4" fmla="*/ 298 w 392"/>
                  <a:gd name="T5" fmla="*/ 77 h 125"/>
                  <a:gd name="T6" fmla="*/ 392 w 392"/>
                  <a:gd name="T7" fmla="*/ 56 h 125"/>
                  <a:gd name="T8" fmla="*/ 341 w 392"/>
                  <a:gd name="T9" fmla="*/ 125 h 125"/>
                  <a:gd name="T10" fmla="*/ 94 w 392"/>
                  <a:gd name="T11" fmla="*/ 125 h 125"/>
                  <a:gd name="T12" fmla="*/ 196 w 392"/>
                  <a:gd name="T13" fmla="*/ 104 h 125"/>
                  <a:gd name="T14" fmla="*/ 0 w 392"/>
                  <a:gd name="T15" fmla="*/ 28 h 12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2" h="125">
                    <a:moveTo>
                      <a:pt x="0" y="28"/>
                    </a:moveTo>
                    <a:lnTo>
                      <a:pt x="87" y="0"/>
                    </a:lnTo>
                    <a:lnTo>
                      <a:pt x="298" y="77"/>
                    </a:lnTo>
                    <a:lnTo>
                      <a:pt x="392" y="56"/>
                    </a:lnTo>
                    <a:lnTo>
                      <a:pt x="341" y="125"/>
                    </a:lnTo>
                    <a:lnTo>
                      <a:pt x="94" y="125"/>
                    </a:lnTo>
                    <a:lnTo>
                      <a:pt x="196" y="104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4911" name="Freeform 336">
                <a:extLst>
                  <a:ext uri="{FF2B5EF4-FFF2-40B4-BE49-F238E27FC236}">
                    <a16:creationId xmlns:a16="http://schemas.microsoft.com/office/drawing/2014/main" id="{E4D76156-3415-AD56-9409-5E765875A66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44" y="1632"/>
                <a:ext cx="392" cy="125"/>
              </a:xfrm>
              <a:custGeom>
                <a:avLst/>
                <a:gdLst>
                  <a:gd name="T0" fmla="*/ 0 w 392"/>
                  <a:gd name="T1" fmla="*/ 28 h 125"/>
                  <a:gd name="T2" fmla="*/ 87 w 392"/>
                  <a:gd name="T3" fmla="*/ 0 h 125"/>
                  <a:gd name="T4" fmla="*/ 298 w 392"/>
                  <a:gd name="T5" fmla="*/ 77 h 125"/>
                  <a:gd name="T6" fmla="*/ 392 w 392"/>
                  <a:gd name="T7" fmla="*/ 56 h 125"/>
                  <a:gd name="T8" fmla="*/ 341 w 392"/>
                  <a:gd name="T9" fmla="*/ 125 h 125"/>
                  <a:gd name="T10" fmla="*/ 94 w 392"/>
                  <a:gd name="T11" fmla="*/ 125 h 125"/>
                  <a:gd name="T12" fmla="*/ 196 w 392"/>
                  <a:gd name="T13" fmla="*/ 104 h 125"/>
                  <a:gd name="T14" fmla="*/ 0 w 392"/>
                  <a:gd name="T15" fmla="*/ 28 h 12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2" h="125">
                    <a:moveTo>
                      <a:pt x="0" y="28"/>
                    </a:moveTo>
                    <a:lnTo>
                      <a:pt x="87" y="0"/>
                    </a:lnTo>
                    <a:lnTo>
                      <a:pt x="298" y="77"/>
                    </a:lnTo>
                    <a:lnTo>
                      <a:pt x="392" y="56"/>
                    </a:lnTo>
                    <a:lnTo>
                      <a:pt x="341" y="125"/>
                    </a:lnTo>
                    <a:lnTo>
                      <a:pt x="94" y="125"/>
                    </a:lnTo>
                    <a:lnTo>
                      <a:pt x="196" y="104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4912" name="Freeform 337">
                <a:extLst>
                  <a:ext uri="{FF2B5EF4-FFF2-40B4-BE49-F238E27FC236}">
                    <a16:creationId xmlns:a16="http://schemas.microsoft.com/office/drawing/2014/main" id="{CECB36D2-FFCC-901E-D9C2-DD51DA1C603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36" y="1799"/>
                <a:ext cx="393" cy="124"/>
              </a:xfrm>
              <a:custGeom>
                <a:avLst/>
                <a:gdLst>
                  <a:gd name="T0" fmla="*/ 393 w 393"/>
                  <a:gd name="T1" fmla="*/ 97 h 124"/>
                  <a:gd name="T2" fmla="*/ 306 w 393"/>
                  <a:gd name="T3" fmla="*/ 124 h 124"/>
                  <a:gd name="T4" fmla="*/ 102 w 393"/>
                  <a:gd name="T5" fmla="*/ 41 h 124"/>
                  <a:gd name="T6" fmla="*/ 0 w 393"/>
                  <a:gd name="T7" fmla="*/ 69 h 124"/>
                  <a:gd name="T8" fmla="*/ 51 w 393"/>
                  <a:gd name="T9" fmla="*/ 0 h 124"/>
                  <a:gd name="T10" fmla="*/ 306 w 393"/>
                  <a:gd name="T11" fmla="*/ 0 h 124"/>
                  <a:gd name="T12" fmla="*/ 197 w 393"/>
                  <a:gd name="T13" fmla="*/ 21 h 124"/>
                  <a:gd name="T14" fmla="*/ 393 w 393"/>
                  <a:gd name="T15" fmla="*/ 97 h 12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24">
                    <a:moveTo>
                      <a:pt x="393" y="97"/>
                    </a:moveTo>
                    <a:lnTo>
                      <a:pt x="306" y="124"/>
                    </a:lnTo>
                    <a:lnTo>
                      <a:pt x="102" y="41"/>
                    </a:lnTo>
                    <a:lnTo>
                      <a:pt x="0" y="69"/>
                    </a:lnTo>
                    <a:lnTo>
                      <a:pt x="51" y="0"/>
                    </a:lnTo>
                    <a:lnTo>
                      <a:pt x="306" y="0"/>
                    </a:lnTo>
                    <a:lnTo>
                      <a:pt x="197" y="21"/>
                    </a:lnTo>
                    <a:lnTo>
                      <a:pt x="393" y="9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4913" name="Freeform 338">
                <a:extLst>
                  <a:ext uri="{FF2B5EF4-FFF2-40B4-BE49-F238E27FC236}">
                    <a16:creationId xmlns:a16="http://schemas.microsoft.com/office/drawing/2014/main" id="{27B5432F-5D99-ECB8-BFFE-F3811604B05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36" y="1799"/>
                <a:ext cx="393" cy="124"/>
              </a:xfrm>
              <a:custGeom>
                <a:avLst/>
                <a:gdLst>
                  <a:gd name="T0" fmla="*/ 393 w 393"/>
                  <a:gd name="T1" fmla="*/ 97 h 124"/>
                  <a:gd name="T2" fmla="*/ 306 w 393"/>
                  <a:gd name="T3" fmla="*/ 124 h 124"/>
                  <a:gd name="T4" fmla="*/ 102 w 393"/>
                  <a:gd name="T5" fmla="*/ 41 h 124"/>
                  <a:gd name="T6" fmla="*/ 0 w 393"/>
                  <a:gd name="T7" fmla="*/ 69 h 124"/>
                  <a:gd name="T8" fmla="*/ 51 w 393"/>
                  <a:gd name="T9" fmla="*/ 0 h 124"/>
                  <a:gd name="T10" fmla="*/ 306 w 393"/>
                  <a:gd name="T11" fmla="*/ 0 h 124"/>
                  <a:gd name="T12" fmla="*/ 197 w 393"/>
                  <a:gd name="T13" fmla="*/ 21 h 124"/>
                  <a:gd name="T14" fmla="*/ 393 w 393"/>
                  <a:gd name="T15" fmla="*/ 97 h 12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24">
                    <a:moveTo>
                      <a:pt x="393" y="97"/>
                    </a:moveTo>
                    <a:lnTo>
                      <a:pt x="306" y="124"/>
                    </a:lnTo>
                    <a:lnTo>
                      <a:pt x="102" y="41"/>
                    </a:lnTo>
                    <a:lnTo>
                      <a:pt x="0" y="69"/>
                    </a:lnTo>
                    <a:lnTo>
                      <a:pt x="51" y="0"/>
                    </a:lnTo>
                    <a:lnTo>
                      <a:pt x="306" y="0"/>
                    </a:lnTo>
                    <a:lnTo>
                      <a:pt x="197" y="21"/>
                    </a:lnTo>
                    <a:lnTo>
                      <a:pt x="393" y="9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34897" name="Group 339">
              <a:extLst>
                <a:ext uri="{FF2B5EF4-FFF2-40B4-BE49-F238E27FC236}">
                  <a16:creationId xmlns:a16="http://schemas.microsoft.com/office/drawing/2014/main" id="{136ADCF8-426F-4B61-3F57-F37C8D8F890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29" y="1639"/>
              <a:ext cx="822" cy="291"/>
              <a:chOff x="429" y="1639"/>
              <a:chExt cx="822" cy="291"/>
            </a:xfrm>
          </p:grpSpPr>
          <p:sp>
            <p:nvSpPr>
              <p:cNvPr id="34898" name="Freeform 340">
                <a:extLst>
                  <a:ext uri="{FF2B5EF4-FFF2-40B4-BE49-F238E27FC236}">
                    <a16:creationId xmlns:a16="http://schemas.microsoft.com/office/drawing/2014/main" id="{A2249CE2-DE5E-CC34-82E9-D1D343C5F23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58" y="1646"/>
                <a:ext cx="393" cy="125"/>
              </a:xfrm>
              <a:custGeom>
                <a:avLst/>
                <a:gdLst>
                  <a:gd name="T0" fmla="*/ 0 w 393"/>
                  <a:gd name="T1" fmla="*/ 97 h 125"/>
                  <a:gd name="T2" fmla="*/ 87 w 393"/>
                  <a:gd name="T3" fmla="*/ 125 h 125"/>
                  <a:gd name="T4" fmla="*/ 298 w 393"/>
                  <a:gd name="T5" fmla="*/ 42 h 125"/>
                  <a:gd name="T6" fmla="*/ 393 w 393"/>
                  <a:gd name="T7" fmla="*/ 70 h 125"/>
                  <a:gd name="T8" fmla="*/ 342 w 393"/>
                  <a:gd name="T9" fmla="*/ 0 h 125"/>
                  <a:gd name="T10" fmla="*/ 95 w 393"/>
                  <a:gd name="T11" fmla="*/ 0 h 125"/>
                  <a:gd name="T12" fmla="*/ 197 w 393"/>
                  <a:gd name="T13" fmla="*/ 21 h 125"/>
                  <a:gd name="T14" fmla="*/ 0 w 393"/>
                  <a:gd name="T15" fmla="*/ 97 h 12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25">
                    <a:moveTo>
                      <a:pt x="0" y="97"/>
                    </a:moveTo>
                    <a:lnTo>
                      <a:pt x="87" y="125"/>
                    </a:lnTo>
                    <a:lnTo>
                      <a:pt x="298" y="42"/>
                    </a:lnTo>
                    <a:lnTo>
                      <a:pt x="393" y="70"/>
                    </a:lnTo>
                    <a:lnTo>
                      <a:pt x="342" y="0"/>
                    </a:lnTo>
                    <a:lnTo>
                      <a:pt x="95" y="0"/>
                    </a:lnTo>
                    <a:lnTo>
                      <a:pt x="197" y="21"/>
                    </a:lnTo>
                    <a:lnTo>
                      <a:pt x="0" y="9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4899" name="Freeform 341">
                <a:extLst>
                  <a:ext uri="{FF2B5EF4-FFF2-40B4-BE49-F238E27FC236}">
                    <a16:creationId xmlns:a16="http://schemas.microsoft.com/office/drawing/2014/main" id="{222D9085-90F2-DFFD-8487-C89A56475DF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58" y="1646"/>
                <a:ext cx="393" cy="125"/>
              </a:xfrm>
              <a:custGeom>
                <a:avLst/>
                <a:gdLst>
                  <a:gd name="T0" fmla="*/ 0 w 393"/>
                  <a:gd name="T1" fmla="*/ 97 h 125"/>
                  <a:gd name="T2" fmla="*/ 87 w 393"/>
                  <a:gd name="T3" fmla="*/ 125 h 125"/>
                  <a:gd name="T4" fmla="*/ 298 w 393"/>
                  <a:gd name="T5" fmla="*/ 42 h 125"/>
                  <a:gd name="T6" fmla="*/ 393 w 393"/>
                  <a:gd name="T7" fmla="*/ 70 h 125"/>
                  <a:gd name="T8" fmla="*/ 342 w 393"/>
                  <a:gd name="T9" fmla="*/ 0 h 125"/>
                  <a:gd name="T10" fmla="*/ 95 w 393"/>
                  <a:gd name="T11" fmla="*/ 0 h 125"/>
                  <a:gd name="T12" fmla="*/ 197 w 393"/>
                  <a:gd name="T13" fmla="*/ 21 h 125"/>
                  <a:gd name="T14" fmla="*/ 0 w 393"/>
                  <a:gd name="T15" fmla="*/ 97 h 12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25">
                    <a:moveTo>
                      <a:pt x="0" y="97"/>
                    </a:moveTo>
                    <a:lnTo>
                      <a:pt x="87" y="125"/>
                    </a:lnTo>
                    <a:lnTo>
                      <a:pt x="298" y="42"/>
                    </a:lnTo>
                    <a:lnTo>
                      <a:pt x="393" y="70"/>
                    </a:lnTo>
                    <a:lnTo>
                      <a:pt x="342" y="0"/>
                    </a:lnTo>
                    <a:lnTo>
                      <a:pt x="95" y="0"/>
                    </a:lnTo>
                    <a:lnTo>
                      <a:pt x="197" y="21"/>
                    </a:lnTo>
                    <a:lnTo>
                      <a:pt x="0" y="9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4900" name="Freeform 342">
                <a:extLst>
                  <a:ext uri="{FF2B5EF4-FFF2-40B4-BE49-F238E27FC236}">
                    <a16:creationId xmlns:a16="http://schemas.microsoft.com/office/drawing/2014/main" id="{0F6E71A4-6CAB-35E3-E09D-4BEE473D510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29" y="1792"/>
                <a:ext cx="393" cy="131"/>
              </a:xfrm>
              <a:custGeom>
                <a:avLst/>
                <a:gdLst>
                  <a:gd name="T0" fmla="*/ 393 w 393"/>
                  <a:gd name="T1" fmla="*/ 28 h 131"/>
                  <a:gd name="T2" fmla="*/ 306 w 393"/>
                  <a:gd name="T3" fmla="*/ 0 h 131"/>
                  <a:gd name="T4" fmla="*/ 102 w 393"/>
                  <a:gd name="T5" fmla="*/ 83 h 131"/>
                  <a:gd name="T6" fmla="*/ 0 w 393"/>
                  <a:gd name="T7" fmla="*/ 55 h 131"/>
                  <a:gd name="T8" fmla="*/ 51 w 393"/>
                  <a:gd name="T9" fmla="*/ 131 h 131"/>
                  <a:gd name="T10" fmla="*/ 306 w 393"/>
                  <a:gd name="T11" fmla="*/ 131 h 131"/>
                  <a:gd name="T12" fmla="*/ 196 w 393"/>
                  <a:gd name="T13" fmla="*/ 104 h 131"/>
                  <a:gd name="T14" fmla="*/ 393 w 393"/>
                  <a:gd name="T15" fmla="*/ 28 h 13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31">
                    <a:moveTo>
                      <a:pt x="393" y="28"/>
                    </a:moveTo>
                    <a:lnTo>
                      <a:pt x="306" y="0"/>
                    </a:lnTo>
                    <a:lnTo>
                      <a:pt x="102" y="83"/>
                    </a:lnTo>
                    <a:lnTo>
                      <a:pt x="0" y="55"/>
                    </a:lnTo>
                    <a:lnTo>
                      <a:pt x="51" y="131"/>
                    </a:lnTo>
                    <a:lnTo>
                      <a:pt x="306" y="131"/>
                    </a:lnTo>
                    <a:lnTo>
                      <a:pt x="196" y="104"/>
                    </a:lnTo>
                    <a:lnTo>
                      <a:pt x="393" y="2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4901" name="Freeform 343">
                <a:extLst>
                  <a:ext uri="{FF2B5EF4-FFF2-40B4-BE49-F238E27FC236}">
                    <a16:creationId xmlns:a16="http://schemas.microsoft.com/office/drawing/2014/main" id="{800A5CE4-0696-3F34-1DB4-33BAE5F981B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29" y="1792"/>
                <a:ext cx="393" cy="131"/>
              </a:xfrm>
              <a:custGeom>
                <a:avLst/>
                <a:gdLst>
                  <a:gd name="T0" fmla="*/ 393 w 393"/>
                  <a:gd name="T1" fmla="*/ 28 h 131"/>
                  <a:gd name="T2" fmla="*/ 306 w 393"/>
                  <a:gd name="T3" fmla="*/ 0 h 131"/>
                  <a:gd name="T4" fmla="*/ 102 w 393"/>
                  <a:gd name="T5" fmla="*/ 83 h 131"/>
                  <a:gd name="T6" fmla="*/ 0 w 393"/>
                  <a:gd name="T7" fmla="*/ 55 h 131"/>
                  <a:gd name="T8" fmla="*/ 51 w 393"/>
                  <a:gd name="T9" fmla="*/ 131 h 131"/>
                  <a:gd name="T10" fmla="*/ 306 w 393"/>
                  <a:gd name="T11" fmla="*/ 131 h 131"/>
                  <a:gd name="T12" fmla="*/ 196 w 393"/>
                  <a:gd name="T13" fmla="*/ 104 h 131"/>
                  <a:gd name="T14" fmla="*/ 393 w 393"/>
                  <a:gd name="T15" fmla="*/ 28 h 13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31">
                    <a:moveTo>
                      <a:pt x="393" y="28"/>
                    </a:moveTo>
                    <a:lnTo>
                      <a:pt x="306" y="0"/>
                    </a:lnTo>
                    <a:lnTo>
                      <a:pt x="102" y="83"/>
                    </a:lnTo>
                    <a:lnTo>
                      <a:pt x="0" y="55"/>
                    </a:lnTo>
                    <a:lnTo>
                      <a:pt x="51" y="131"/>
                    </a:lnTo>
                    <a:lnTo>
                      <a:pt x="306" y="131"/>
                    </a:lnTo>
                    <a:lnTo>
                      <a:pt x="196" y="104"/>
                    </a:lnTo>
                    <a:lnTo>
                      <a:pt x="393" y="2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4902" name="Freeform 344">
                <a:extLst>
                  <a:ext uri="{FF2B5EF4-FFF2-40B4-BE49-F238E27FC236}">
                    <a16:creationId xmlns:a16="http://schemas.microsoft.com/office/drawing/2014/main" id="{2F8BAE37-0211-AB4D-3845-224C4131F92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51" y="1639"/>
                <a:ext cx="393" cy="125"/>
              </a:xfrm>
              <a:custGeom>
                <a:avLst/>
                <a:gdLst>
                  <a:gd name="T0" fmla="*/ 0 w 393"/>
                  <a:gd name="T1" fmla="*/ 28 h 125"/>
                  <a:gd name="T2" fmla="*/ 87 w 393"/>
                  <a:gd name="T3" fmla="*/ 0 h 125"/>
                  <a:gd name="T4" fmla="*/ 298 w 393"/>
                  <a:gd name="T5" fmla="*/ 77 h 125"/>
                  <a:gd name="T6" fmla="*/ 393 w 393"/>
                  <a:gd name="T7" fmla="*/ 56 h 125"/>
                  <a:gd name="T8" fmla="*/ 342 w 393"/>
                  <a:gd name="T9" fmla="*/ 125 h 125"/>
                  <a:gd name="T10" fmla="*/ 94 w 393"/>
                  <a:gd name="T11" fmla="*/ 125 h 125"/>
                  <a:gd name="T12" fmla="*/ 196 w 393"/>
                  <a:gd name="T13" fmla="*/ 104 h 125"/>
                  <a:gd name="T14" fmla="*/ 0 w 393"/>
                  <a:gd name="T15" fmla="*/ 28 h 12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25">
                    <a:moveTo>
                      <a:pt x="0" y="28"/>
                    </a:moveTo>
                    <a:lnTo>
                      <a:pt x="87" y="0"/>
                    </a:lnTo>
                    <a:lnTo>
                      <a:pt x="298" y="77"/>
                    </a:lnTo>
                    <a:lnTo>
                      <a:pt x="393" y="56"/>
                    </a:lnTo>
                    <a:lnTo>
                      <a:pt x="342" y="125"/>
                    </a:lnTo>
                    <a:lnTo>
                      <a:pt x="94" y="125"/>
                    </a:lnTo>
                    <a:lnTo>
                      <a:pt x="196" y="104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4903" name="Freeform 345">
                <a:extLst>
                  <a:ext uri="{FF2B5EF4-FFF2-40B4-BE49-F238E27FC236}">
                    <a16:creationId xmlns:a16="http://schemas.microsoft.com/office/drawing/2014/main" id="{F7382C6A-D91B-FA6C-3E0A-1EE0B69E61E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51" y="1639"/>
                <a:ext cx="393" cy="125"/>
              </a:xfrm>
              <a:custGeom>
                <a:avLst/>
                <a:gdLst>
                  <a:gd name="T0" fmla="*/ 0 w 393"/>
                  <a:gd name="T1" fmla="*/ 28 h 125"/>
                  <a:gd name="T2" fmla="*/ 87 w 393"/>
                  <a:gd name="T3" fmla="*/ 0 h 125"/>
                  <a:gd name="T4" fmla="*/ 298 w 393"/>
                  <a:gd name="T5" fmla="*/ 77 h 125"/>
                  <a:gd name="T6" fmla="*/ 393 w 393"/>
                  <a:gd name="T7" fmla="*/ 56 h 125"/>
                  <a:gd name="T8" fmla="*/ 342 w 393"/>
                  <a:gd name="T9" fmla="*/ 125 h 125"/>
                  <a:gd name="T10" fmla="*/ 94 w 393"/>
                  <a:gd name="T11" fmla="*/ 125 h 125"/>
                  <a:gd name="T12" fmla="*/ 196 w 393"/>
                  <a:gd name="T13" fmla="*/ 104 h 125"/>
                  <a:gd name="T14" fmla="*/ 0 w 393"/>
                  <a:gd name="T15" fmla="*/ 28 h 12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25">
                    <a:moveTo>
                      <a:pt x="0" y="28"/>
                    </a:moveTo>
                    <a:lnTo>
                      <a:pt x="87" y="0"/>
                    </a:lnTo>
                    <a:lnTo>
                      <a:pt x="298" y="77"/>
                    </a:lnTo>
                    <a:lnTo>
                      <a:pt x="393" y="56"/>
                    </a:lnTo>
                    <a:lnTo>
                      <a:pt x="342" y="125"/>
                    </a:lnTo>
                    <a:lnTo>
                      <a:pt x="94" y="125"/>
                    </a:lnTo>
                    <a:lnTo>
                      <a:pt x="196" y="104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4904" name="Freeform 346">
                <a:extLst>
                  <a:ext uri="{FF2B5EF4-FFF2-40B4-BE49-F238E27FC236}">
                    <a16:creationId xmlns:a16="http://schemas.microsoft.com/office/drawing/2014/main" id="{F516F28C-2568-965A-BA4A-AA4E500494E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44" y="1806"/>
                <a:ext cx="392" cy="124"/>
              </a:xfrm>
              <a:custGeom>
                <a:avLst/>
                <a:gdLst>
                  <a:gd name="T0" fmla="*/ 392 w 392"/>
                  <a:gd name="T1" fmla="*/ 97 h 124"/>
                  <a:gd name="T2" fmla="*/ 305 w 392"/>
                  <a:gd name="T3" fmla="*/ 124 h 124"/>
                  <a:gd name="T4" fmla="*/ 101 w 392"/>
                  <a:gd name="T5" fmla="*/ 41 h 124"/>
                  <a:gd name="T6" fmla="*/ 0 w 392"/>
                  <a:gd name="T7" fmla="*/ 69 h 124"/>
                  <a:gd name="T8" fmla="*/ 51 w 392"/>
                  <a:gd name="T9" fmla="*/ 0 h 124"/>
                  <a:gd name="T10" fmla="*/ 305 w 392"/>
                  <a:gd name="T11" fmla="*/ 0 h 124"/>
                  <a:gd name="T12" fmla="*/ 196 w 392"/>
                  <a:gd name="T13" fmla="*/ 20 h 124"/>
                  <a:gd name="T14" fmla="*/ 392 w 392"/>
                  <a:gd name="T15" fmla="*/ 97 h 12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2" h="124">
                    <a:moveTo>
                      <a:pt x="392" y="97"/>
                    </a:moveTo>
                    <a:lnTo>
                      <a:pt x="305" y="124"/>
                    </a:lnTo>
                    <a:lnTo>
                      <a:pt x="101" y="41"/>
                    </a:lnTo>
                    <a:lnTo>
                      <a:pt x="0" y="69"/>
                    </a:lnTo>
                    <a:lnTo>
                      <a:pt x="51" y="0"/>
                    </a:lnTo>
                    <a:lnTo>
                      <a:pt x="305" y="0"/>
                    </a:lnTo>
                    <a:lnTo>
                      <a:pt x="196" y="20"/>
                    </a:lnTo>
                    <a:lnTo>
                      <a:pt x="392" y="9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4905" name="Freeform 347">
                <a:extLst>
                  <a:ext uri="{FF2B5EF4-FFF2-40B4-BE49-F238E27FC236}">
                    <a16:creationId xmlns:a16="http://schemas.microsoft.com/office/drawing/2014/main" id="{6FEE7960-C00A-BD01-317D-E42C25894F8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44" y="1806"/>
                <a:ext cx="392" cy="124"/>
              </a:xfrm>
              <a:custGeom>
                <a:avLst/>
                <a:gdLst>
                  <a:gd name="T0" fmla="*/ 392 w 392"/>
                  <a:gd name="T1" fmla="*/ 97 h 124"/>
                  <a:gd name="T2" fmla="*/ 305 w 392"/>
                  <a:gd name="T3" fmla="*/ 124 h 124"/>
                  <a:gd name="T4" fmla="*/ 101 w 392"/>
                  <a:gd name="T5" fmla="*/ 41 h 124"/>
                  <a:gd name="T6" fmla="*/ 0 w 392"/>
                  <a:gd name="T7" fmla="*/ 69 h 124"/>
                  <a:gd name="T8" fmla="*/ 51 w 392"/>
                  <a:gd name="T9" fmla="*/ 0 h 124"/>
                  <a:gd name="T10" fmla="*/ 305 w 392"/>
                  <a:gd name="T11" fmla="*/ 0 h 124"/>
                  <a:gd name="T12" fmla="*/ 196 w 392"/>
                  <a:gd name="T13" fmla="*/ 20 h 124"/>
                  <a:gd name="T14" fmla="*/ 392 w 392"/>
                  <a:gd name="T15" fmla="*/ 97 h 12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2" h="124">
                    <a:moveTo>
                      <a:pt x="392" y="97"/>
                    </a:moveTo>
                    <a:lnTo>
                      <a:pt x="305" y="124"/>
                    </a:lnTo>
                    <a:lnTo>
                      <a:pt x="101" y="41"/>
                    </a:lnTo>
                    <a:lnTo>
                      <a:pt x="0" y="69"/>
                    </a:lnTo>
                    <a:lnTo>
                      <a:pt x="51" y="0"/>
                    </a:lnTo>
                    <a:lnTo>
                      <a:pt x="305" y="0"/>
                    </a:lnTo>
                    <a:lnTo>
                      <a:pt x="196" y="20"/>
                    </a:lnTo>
                    <a:lnTo>
                      <a:pt x="392" y="9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</p:grpSp>
      <p:sp>
        <p:nvSpPr>
          <p:cNvPr id="34842" name="WordArt 348">
            <a:extLst>
              <a:ext uri="{FF2B5EF4-FFF2-40B4-BE49-F238E27FC236}">
                <a16:creationId xmlns:a16="http://schemas.microsoft.com/office/drawing/2014/main" id="{F70D0817-C18A-5A0D-F6FF-BA27DF01F74B}"/>
              </a:ext>
            </a:extLst>
          </p:cNvPr>
          <p:cNvSpPr>
            <a:spLocks noChangeAspect="1" noChangeArrowheads="1" noChangeShapeType="1" noTextEdit="1"/>
          </p:cNvSpPr>
          <p:nvPr/>
        </p:nvSpPr>
        <p:spPr bwMode="auto">
          <a:xfrm>
            <a:off x="4692651" y="6391276"/>
            <a:ext cx="665163" cy="200025"/>
          </a:xfrm>
          <a:prstGeom prst="rect">
            <a:avLst/>
          </a:prstGeom>
        </p:spPr>
        <p:txBody>
          <a:bodyPr wrap="none" fromWordArt="1">
            <a:prstTxWarp prst="textCanDown">
              <a:avLst>
                <a:gd name="adj" fmla="val 33333"/>
              </a:avLst>
            </a:prstTxWarp>
          </a:bodyPr>
          <a:lstStyle/>
          <a:p>
            <a:pPr algn="ctr"/>
            <a:r>
              <a:rPr lang="en-GB" sz="1400" kern="10">
                <a:ln w="9525">
                  <a:solidFill>
                    <a:srgbClr val="FFFFFF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r3  </a:t>
            </a:r>
          </a:p>
        </p:txBody>
      </p:sp>
      <p:sp>
        <p:nvSpPr>
          <p:cNvPr id="34843" name="Line 357">
            <a:extLst>
              <a:ext uri="{FF2B5EF4-FFF2-40B4-BE49-F238E27FC236}">
                <a16:creationId xmlns:a16="http://schemas.microsoft.com/office/drawing/2014/main" id="{FCB8F9B2-F580-5131-B046-E32172EC6A1F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2430464" y="5957888"/>
            <a:ext cx="1106487" cy="0"/>
          </a:xfrm>
          <a:prstGeom prst="line">
            <a:avLst/>
          </a:prstGeom>
          <a:noFill/>
          <a:ln w="38100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34844" name="Line 362">
            <a:extLst>
              <a:ext uri="{FF2B5EF4-FFF2-40B4-BE49-F238E27FC236}">
                <a16:creationId xmlns:a16="http://schemas.microsoft.com/office/drawing/2014/main" id="{8F403959-FECC-7FB0-4AE9-3118A1D28C4E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2541589" y="3600450"/>
            <a:ext cx="1106487" cy="0"/>
          </a:xfrm>
          <a:prstGeom prst="line">
            <a:avLst/>
          </a:prstGeom>
          <a:noFill/>
          <a:ln w="38100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34845" name="AutoShape 373">
            <a:extLst>
              <a:ext uri="{FF2B5EF4-FFF2-40B4-BE49-F238E27FC236}">
                <a16:creationId xmlns:a16="http://schemas.microsoft.com/office/drawing/2014/main" id="{EA71C194-63B7-EE86-0E11-2E7512F822F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66989" y="4641851"/>
            <a:ext cx="738187" cy="404813"/>
          </a:xfrm>
          <a:prstGeom prst="can">
            <a:avLst>
              <a:gd name="adj" fmla="val 50000"/>
            </a:avLst>
          </a:prstGeom>
          <a:solidFill>
            <a:srgbClr val="B2B2B2"/>
          </a:solidFill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73025" tIns="36512" rIns="73025" bIns="3651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it-IT" altLang="en-IT"/>
          </a:p>
        </p:txBody>
      </p:sp>
      <p:grpSp>
        <p:nvGrpSpPr>
          <p:cNvPr id="34846" name="Group 374">
            <a:extLst>
              <a:ext uri="{FF2B5EF4-FFF2-40B4-BE49-F238E27FC236}">
                <a16:creationId xmlns:a16="http://schemas.microsoft.com/office/drawing/2014/main" id="{C2D5C09D-2679-2735-FF17-836994AC3B1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703514" y="4667250"/>
            <a:ext cx="458787" cy="158750"/>
            <a:chOff x="422" y="1632"/>
            <a:chExt cx="829" cy="298"/>
          </a:xfrm>
        </p:grpSpPr>
        <p:grpSp>
          <p:nvGrpSpPr>
            <p:cNvPr id="34878" name="Group 375">
              <a:extLst>
                <a:ext uri="{FF2B5EF4-FFF2-40B4-BE49-F238E27FC236}">
                  <a16:creationId xmlns:a16="http://schemas.microsoft.com/office/drawing/2014/main" id="{BD578CB4-3AC7-255F-6B2A-26B7D144DCD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22" y="1632"/>
              <a:ext cx="822" cy="291"/>
              <a:chOff x="422" y="1632"/>
              <a:chExt cx="822" cy="291"/>
            </a:xfrm>
          </p:grpSpPr>
          <p:sp>
            <p:nvSpPr>
              <p:cNvPr id="34888" name="Freeform 376">
                <a:extLst>
                  <a:ext uri="{FF2B5EF4-FFF2-40B4-BE49-F238E27FC236}">
                    <a16:creationId xmlns:a16="http://schemas.microsoft.com/office/drawing/2014/main" id="{B129E123-3320-34AA-ECC5-B0849A7CEFD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51" y="1639"/>
                <a:ext cx="393" cy="125"/>
              </a:xfrm>
              <a:custGeom>
                <a:avLst/>
                <a:gdLst>
                  <a:gd name="T0" fmla="*/ 0 w 393"/>
                  <a:gd name="T1" fmla="*/ 97 h 125"/>
                  <a:gd name="T2" fmla="*/ 87 w 393"/>
                  <a:gd name="T3" fmla="*/ 125 h 125"/>
                  <a:gd name="T4" fmla="*/ 298 w 393"/>
                  <a:gd name="T5" fmla="*/ 42 h 125"/>
                  <a:gd name="T6" fmla="*/ 393 w 393"/>
                  <a:gd name="T7" fmla="*/ 70 h 125"/>
                  <a:gd name="T8" fmla="*/ 342 w 393"/>
                  <a:gd name="T9" fmla="*/ 0 h 125"/>
                  <a:gd name="T10" fmla="*/ 94 w 393"/>
                  <a:gd name="T11" fmla="*/ 0 h 125"/>
                  <a:gd name="T12" fmla="*/ 196 w 393"/>
                  <a:gd name="T13" fmla="*/ 21 h 125"/>
                  <a:gd name="T14" fmla="*/ 0 w 393"/>
                  <a:gd name="T15" fmla="*/ 97 h 12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25">
                    <a:moveTo>
                      <a:pt x="0" y="97"/>
                    </a:moveTo>
                    <a:lnTo>
                      <a:pt x="87" y="125"/>
                    </a:lnTo>
                    <a:lnTo>
                      <a:pt x="298" y="42"/>
                    </a:lnTo>
                    <a:lnTo>
                      <a:pt x="393" y="70"/>
                    </a:lnTo>
                    <a:lnTo>
                      <a:pt x="342" y="0"/>
                    </a:lnTo>
                    <a:lnTo>
                      <a:pt x="94" y="0"/>
                    </a:lnTo>
                    <a:lnTo>
                      <a:pt x="196" y="21"/>
                    </a:lnTo>
                    <a:lnTo>
                      <a:pt x="0" y="9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4889" name="Freeform 377">
                <a:extLst>
                  <a:ext uri="{FF2B5EF4-FFF2-40B4-BE49-F238E27FC236}">
                    <a16:creationId xmlns:a16="http://schemas.microsoft.com/office/drawing/2014/main" id="{3A592F21-7FFA-2C34-2625-66800693998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51" y="1639"/>
                <a:ext cx="393" cy="125"/>
              </a:xfrm>
              <a:custGeom>
                <a:avLst/>
                <a:gdLst>
                  <a:gd name="T0" fmla="*/ 0 w 393"/>
                  <a:gd name="T1" fmla="*/ 97 h 125"/>
                  <a:gd name="T2" fmla="*/ 87 w 393"/>
                  <a:gd name="T3" fmla="*/ 125 h 125"/>
                  <a:gd name="T4" fmla="*/ 298 w 393"/>
                  <a:gd name="T5" fmla="*/ 42 h 125"/>
                  <a:gd name="T6" fmla="*/ 393 w 393"/>
                  <a:gd name="T7" fmla="*/ 70 h 125"/>
                  <a:gd name="T8" fmla="*/ 342 w 393"/>
                  <a:gd name="T9" fmla="*/ 0 h 125"/>
                  <a:gd name="T10" fmla="*/ 94 w 393"/>
                  <a:gd name="T11" fmla="*/ 0 h 125"/>
                  <a:gd name="T12" fmla="*/ 196 w 393"/>
                  <a:gd name="T13" fmla="*/ 21 h 125"/>
                  <a:gd name="T14" fmla="*/ 0 w 393"/>
                  <a:gd name="T15" fmla="*/ 97 h 12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25">
                    <a:moveTo>
                      <a:pt x="0" y="97"/>
                    </a:moveTo>
                    <a:lnTo>
                      <a:pt x="87" y="125"/>
                    </a:lnTo>
                    <a:lnTo>
                      <a:pt x="298" y="42"/>
                    </a:lnTo>
                    <a:lnTo>
                      <a:pt x="393" y="70"/>
                    </a:lnTo>
                    <a:lnTo>
                      <a:pt x="342" y="0"/>
                    </a:lnTo>
                    <a:lnTo>
                      <a:pt x="94" y="0"/>
                    </a:lnTo>
                    <a:lnTo>
                      <a:pt x="196" y="21"/>
                    </a:lnTo>
                    <a:lnTo>
                      <a:pt x="0" y="9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4890" name="Freeform 378">
                <a:extLst>
                  <a:ext uri="{FF2B5EF4-FFF2-40B4-BE49-F238E27FC236}">
                    <a16:creationId xmlns:a16="http://schemas.microsoft.com/office/drawing/2014/main" id="{09B5B43E-3971-FAAF-F8D7-C52A9EA2FDE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22" y="1785"/>
                <a:ext cx="393" cy="132"/>
              </a:xfrm>
              <a:custGeom>
                <a:avLst/>
                <a:gdLst>
                  <a:gd name="T0" fmla="*/ 393 w 393"/>
                  <a:gd name="T1" fmla="*/ 28 h 132"/>
                  <a:gd name="T2" fmla="*/ 305 w 393"/>
                  <a:gd name="T3" fmla="*/ 0 h 132"/>
                  <a:gd name="T4" fmla="*/ 102 w 393"/>
                  <a:gd name="T5" fmla="*/ 83 h 132"/>
                  <a:gd name="T6" fmla="*/ 0 w 393"/>
                  <a:gd name="T7" fmla="*/ 55 h 132"/>
                  <a:gd name="T8" fmla="*/ 51 w 393"/>
                  <a:gd name="T9" fmla="*/ 132 h 132"/>
                  <a:gd name="T10" fmla="*/ 305 w 393"/>
                  <a:gd name="T11" fmla="*/ 132 h 132"/>
                  <a:gd name="T12" fmla="*/ 196 w 393"/>
                  <a:gd name="T13" fmla="*/ 104 h 132"/>
                  <a:gd name="T14" fmla="*/ 393 w 393"/>
                  <a:gd name="T15" fmla="*/ 28 h 1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32">
                    <a:moveTo>
                      <a:pt x="393" y="28"/>
                    </a:moveTo>
                    <a:lnTo>
                      <a:pt x="305" y="0"/>
                    </a:lnTo>
                    <a:lnTo>
                      <a:pt x="102" y="83"/>
                    </a:lnTo>
                    <a:lnTo>
                      <a:pt x="0" y="55"/>
                    </a:lnTo>
                    <a:lnTo>
                      <a:pt x="51" y="132"/>
                    </a:lnTo>
                    <a:lnTo>
                      <a:pt x="305" y="132"/>
                    </a:lnTo>
                    <a:lnTo>
                      <a:pt x="196" y="104"/>
                    </a:lnTo>
                    <a:lnTo>
                      <a:pt x="393" y="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4891" name="Freeform 379">
                <a:extLst>
                  <a:ext uri="{FF2B5EF4-FFF2-40B4-BE49-F238E27FC236}">
                    <a16:creationId xmlns:a16="http://schemas.microsoft.com/office/drawing/2014/main" id="{2C13AD18-B3AB-993D-1064-EE492EFE9F1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22" y="1785"/>
                <a:ext cx="393" cy="132"/>
              </a:xfrm>
              <a:custGeom>
                <a:avLst/>
                <a:gdLst>
                  <a:gd name="T0" fmla="*/ 393 w 393"/>
                  <a:gd name="T1" fmla="*/ 28 h 132"/>
                  <a:gd name="T2" fmla="*/ 305 w 393"/>
                  <a:gd name="T3" fmla="*/ 0 h 132"/>
                  <a:gd name="T4" fmla="*/ 102 w 393"/>
                  <a:gd name="T5" fmla="*/ 83 h 132"/>
                  <a:gd name="T6" fmla="*/ 0 w 393"/>
                  <a:gd name="T7" fmla="*/ 55 h 132"/>
                  <a:gd name="T8" fmla="*/ 51 w 393"/>
                  <a:gd name="T9" fmla="*/ 132 h 132"/>
                  <a:gd name="T10" fmla="*/ 305 w 393"/>
                  <a:gd name="T11" fmla="*/ 132 h 132"/>
                  <a:gd name="T12" fmla="*/ 196 w 393"/>
                  <a:gd name="T13" fmla="*/ 104 h 132"/>
                  <a:gd name="T14" fmla="*/ 393 w 393"/>
                  <a:gd name="T15" fmla="*/ 28 h 1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32">
                    <a:moveTo>
                      <a:pt x="393" y="28"/>
                    </a:moveTo>
                    <a:lnTo>
                      <a:pt x="305" y="0"/>
                    </a:lnTo>
                    <a:lnTo>
                      <a:pt x="102" y="83"/>
                    </a:lnTo>
                    <a:lnTo>
                      <a:pt x="0" y="55"/>
                    </a:lnTo>
                    <a:lnTo>
                      <a:pt x="51" y="132"/>
                    </a:lnTo>
                    <a:lnTo>
                      <a:pt x="305" y="132"/>
                    </a:lnTo>
                    <a:lnTo>
                      <a:pt x="196" y="104"/>
                    </a:lnTo>
                    <a:lnTo>
                      <a:pt x="393" y="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4892" name="Freeform 380">
                <a:extLst>
                  <a:ext uri="{FF2B5EF4-FFF2-40B4-BE49-F238E27FC236}">
                    <a16:creationId xmlns:a16="http://schemas.microsoft.com/office/drawing/2014/main" id="{113D4762-63B9-B0F6-7619-FB15E51DDCB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44" y="1632"/>
                <a:ext cx="392" cy="125"/>
              </a:xfrm>
              <a:custGeom>
                <a:avLst/>
                <a:gdLst>
                  <a:gd name="T0" fmla="*/ 0 w 392"/>
                  <a:gd name="T1" fmla="*/ 28 h 125"/>
                  <a:gd name="T2" fmla="*/ 87 w 392"/>
                  <a:gd name="T3" fmla="*/ 0 h 125"/>
                  <a:gd name="T4" fmla="*/ 298 w 392"/>
                  <a:gd name="T5" fmla="*/ 77 h 125"/>
                  <a:gd name="T6" fmla="*/ 392 w 392"/>
                  <a:gd name="T7" fmla="*/ 56 h 125"/>
                  <a:gd name="T8" fmla="*/ 341 w 392"/>
                  <a:gd name="T9" fmla="*/ 125 h 125"/>
                  <a:gd name="T10" fmla="*/ 94 w 392"/>
                  <a:gd name="T11" fmla="*/ 125 h 125"/>
                  <a:gd name="T12" fmla="*/ 196 w 392"/>
                  <a:gd name="T13" fmla="*/ 104 h 125"/>
                  <a:gd name="T14" fmla="*/ 0 w 392"/>
                  <a:gd name="T15" fmla="*/ 28 h 12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2" h="125">
                    <a:moveTo>
                      <a:pt x="0" y="28"/>
                    </a:moveTo>
                    <a:lnTo>
                      <a:pt x="87" y="0"/>
                    </a:lnTo>
                    <a:lnTo>
                      <a:pt x="298" y="77"/>
                    </a:lnTo>
                    <a:lnTo>
                      <a:pt x="392" y="56"/>
                    </a:lnTo>
                    <a:lnTo>
                      <a:pt x="341" y="125"/>
                    </a:lnTo>
                    <a:lnTo>
                      <a:pt x="94" y="125"/>
                    </a:lnTo>
                    <a:lnTo>
                      <a:pt x="196" y="104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4893" name="Freeform 381">
                <a:extLst>
                  <a:ext uri="{FF2B5EF4-FFF2-40B4-BE49-F238E27FC236}">
                    <a16:creationId xmlns:a16="http://schemas.microsoft.com/office/drawing/2014/main" id="{3CA05DA2-95BC-4A94-CCA3-A6048012C2F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44" y="1632"/>
                <a:ext cx="392" cy="125"/>
              </a:xfrm>
              <a:custGeom>
                <a:avLst/>
                <a:gdLst>
                  <a:gd name="T0" fmla="*/ 0 w 392"/>
                  <a:gd name="T1" fmla="*/ 28 h 125"/>
                  <a:gd name="T2" fmla="*/ 87 w 392"/>
                  <a:gd name="T3" fmla="*/ 0 h 125"/>
                  <a:gd name="T4" fmla="*/ 298 w 392"/>
                  <a:gd name="T5" fmla="*/ 77 h 125"/>
                  <a:gd name="T6" fmla="*/ 392 w 392"/>
                  <a:gd name="T7" fmla="*/ 56 h 125"/>
                  <a:gd name="T8" fmla="*/ 341 w 392"/>
                  <a:gd name="T9" fmla="*/ 125 h 125"/>
                  <a:gd name="T10" fmla="*/ 94 w 392"/>
                  <a:gd name="T11" fmla="*/ 125 h 125"/>
                  <a:gd name="T12" fmla="*/ 196 w 392"/>
                  <a:gd name="T13" fmla="*/ 104 h 125"/>
                  <a:gd name="T14" fmla="*/ 0 w 392"/>
                  <a:gd name="T15" fmla="*/ 28 h 12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2" h="125">
                    <a:moveTo>
                      <a:pt x="0" y="28"/>
                    </a:moveTo>
                    <a:lnTo>
                      <a:pt x="87" y="0"/>
                    </a:lnTo>
                    <a:lnTo>
                      <a:pt x="298" y="77"/>
                    </a:lnTo>
                    <a:lnTo>
                      <a:pt x="392" y="56"/>
                    </a:lnTo>
                    <a:lnTo>
                      <a:pt x="341" y="125"/>
                    </a:lnTo>
                    <a:lnTo>
                      <a:pt x="94" y="125"/>
                    </a:lnTo>
                    <a:lnTo>
                      <a:pt x="196" y="104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4894" name="Freeform 382">
                <a:extLst>
                  <a:ext uri="{FF2B5EF4-FFF2-40B4-BE49-F238E27FC236}">
                    <a16:creationId xmlns:a16="http://schemas.microsoft.com/office/drawing/2014/main" id="{BFDF51A8-9820-C408-2B6B-FD57DAD572B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36" y="1799"/>
                <a:ext cx="393" cy="124"/>
              </a:xfrm>
              <a:custGeom>
                <a:avLst/>
                <a:gdLst>
                  <a:gd name="T0" fmla="*/ 393 w 393"/>
                  <a:gd name="T1" fmla="*/ 97 h 124"/>
                  <a:gd name="T2" fmla="*/ 306 w 393"/>
                  <a:gd name="T3" fmla="*/ 124 h 124"/>
                  <a:gd name="T4" fmla="*/ 102 w 393"/>
                  <a:gd name="T5" fmla="*/ 41 h 124"/>
                  <a:gd name="T6" fmla="*/ 0 w 393"/>
                  <a:gd name="T7" fmla="*/ 69 h 124"/>
                  <a:gd name="T8" fmla="*/ 51 w 393"/>
                  <a:gd name="T9" fmla="*/ 0 h 124"/>
                  <a:gd name="T10" fmla="*/ 306 w 393"/>
                  <a:gd name="T11" fmla="*/ 0 h 124"/>
                  <a:gd name="T12" fmla="*/ 197 w 393"/>
                  <a:gd name="T13" fmla="*/ 21 h 124"/>
                  <a:gd name="T14" fmla="*/ 393 w 393"/>
                  <a:gd name="T15" fmla="*/ 97 h 12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24">
                    <a:moveTo>
                      <a:pt x="393" y="97"/>
                    </a:moveTo>
                    <a:lnTo>
                      <a:pt x="306" y="124"/>
                    </a:lnTo>
                    <a:lnTo>
                      <a:pt x="102" y="41"/>
                    </a:lnTo>
                    <a:lnTo>
                      <a:pt x="0" y="69"/>
                    </a:lnTo>
                    <a:lnTo>
                      <a:pt x="51" y="0"/>
                    </a:lnTo>
                    <a:lnTo>
                      <a:pt x="306" y="0"/>
                    </a:lnTo>
                    <a:lnTo>
                      <a:pt x="197" y="21"/>
                    </a:lnTo>
                    <a:lnTo>
                      <a:pt x="393" y="9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4895" name="Freeform 383">
                <a:extLst>
                  <a:ext uri="{FF2B5EF4-FFF2-40B4-BE49-F238E27FC236}">
                    <a16:creationId xmlns:a16="http://schemas.microsoft.com/office/drawing/2014/main" id="{74E3E8F5-FF5E-2D4B-4CFE-F7D1611E629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36" y="1799"/>
                <a:ext cx="393" cy="124"/>
              </a:xfrm>
              <a:custGeom>
                <a:avLst/>
                <a:gdLst>
                  <a:gd name="T0" fmla="*/ 393 w 393"/>
                  <a:gd name="T1" fmla="*/ 97 h 124"/>
                  <a:gd name="T2" fmla="*/ 306 w 393"/>
                  <a:gd name="T3" fmla="*/ 124 h 124"/>
                  <a:gd name="T4" fmla="*/ 102 w 393"/>
                  <a:gd name="T5" fmla="*/ 41 h 124"/>
                  <a:gd name="T6" fmla="*/ 0 w 393"/>
                  <a:gd name="T7" fmla="*/ 69 h 124"/>
                  <a:gd name="T8" fmla="*/ 51 w 393"/>
                  <a:gd name="T9" fmla="*/ 0 h 124"/>
                  <a:gd name="T10" fmla="*/ 306 w 393"/>
                  <a:gd name="T11" fmla="*/ 0 h 124"/>
                  <a:gd name="T12" fmla="*/ 197 w 393"/>
                  <a:gd name="T13" fmla="*/ 21 h 124"/>
                  <a:gd name="T14" fmla="*/ 393 w 393"/>
                  <a:gd name="T15" fmla="*/ 97 h 12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24">
                    <a:moveTo>
                      <a:pt x="393" y="97"/>
                    </a:moveTo>
                    <a:lnTo>
                      <a:pt x="306" y="124"/>
                    </a:lnTo>
                    <a:lnTo>
                      <a:pt x="102" y="41"/>
                    </a:lnTo>
                    <a:lnTo>
                      <a:pt x="0" y="69"/>
                    </a:lnTo>
                    <a:lnTo>
                      <a:pt x="51" y="0"/>
                    </a:lnTo>
                    <a:lnTo>
                      <a:pt x="306" y="0"/>
                    </a:lnTo>
                    <a:lnTo>
                      <a:pt x="197" y="21"/>
                    </a:lnTo>
                    <a:lnTo>
                      <a:pt x="393" y="9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34879" name="Group 384">
              <a:extLst>
                <a:ext uri="{FF2B5EF4-FFF2-40B4-BE49-F238E27FC236}">
                  <a16:creationId xmlns:a16="http://schemas.microsoft.com/office/drawing/2014/main" id="{CDB075BA-83B2-69D0-CF15-A659BDA3B33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29" y="1639"/>
              <a:ext cx="822" cy="291"/>
              <a:chOff x="429" y="1639"/>
              <a:chExt cx="822" cy="291"/>
            </a:xfrm>
          </p:grpSpPr>
          <p:sp>
            <p:nvSpPr>
              <p:cNvPr id="34880" name="Freeform 385">
                <a:extLst>
                  <a:ext uri="{FF2B5EF4-FFF2-40B4-BE49-F238E27FC236}">
                    <a16:creationId xmlns:a16="http://schemas.microsoft.com/office/drawing/2014/main" id="{F52BCD18-1E4D-8D9D-A10B-C6BC4084B8D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58" y="1646"/>
                <a:ext cx="393" cy="125"/>
              </a:xfrm>
              <a:custGeom>
                <a:avLst/>
                <a:gdLst>
                  <a:gd name="T0" fmla="*/ 0 w 393"/>
                  <a:gd name="T1" fmla="*/ 97 h 125"/>
                  <a:gd name="T2" fmla="*/ 87 w 393"/>
                  <a:gd name="T3" fmla="*/ 125 h 125"/>
                  <a:gd name="T4" fmla="*/ 298 w 393"/>
                  <a:gd name="T5" fmla="*/ 42 h 125"/>
                  <a:gd name="T6" fmla="*/ 393 w 393"/>
                  <a:gd name="T7" fmla="*/ 70 h 125"/>
                  <a:gd name="T8" fmla="*/ 342 w 393"/>
                  <a:gd name="T9" fmla="*/ 0 h 125"/>
                  <a:gd name="T10" fmla="*/ 95 w 393"/>
                  <a:gd name="T11" fmla="*/ 0 h 125"/>
                  <a:gd name="T12" fmla="*/ 197 w 393"/>
                  <a:gd name="T13" fmla="*/ 21 h 125"/>
                  <a:gd name="T14" fmla="*/ 0 w 393"/>
                  <a:gd name="T15" fmla="*/ 97 h 12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25">
                    <a:moveTo>
                      <a:pt x="0" y="97"/>
                    </a:moveTo>
                    <a:lnTo>
                      <a:pt x="87" y="125"/>
                    </a:lnTo>
                    <a:lnTo>
                      <a:pt x="298" y="42"/>
                    </a:lnTo>
                    <a:lnTo>
                      <a:pt x="393" y="70"/>
                    </a:lnTo>
                    <a:lnTo>
                      <a:pt x="342" y="0"/>
                    </a:lnTo>
                    <a:lnTo>
                      <a:pt x="95" y="0"/>
                    </a:lnTo>
                    <a:lnTo>
                      <a:pt x="197" y="21"/>
                    </a:lnTo>
                    <a:lnTo>
                      <a:pt x="0" y="9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4881" name="Freeform 386">
                <a:extLst>
                  <a:ext uri="{FF2B5EF4-FFF2-40B4-BE49-F238E27FC236}">
                    <a16:creationId xmlns:a16="http://schemas.microsoft.com/office/drawing/2014/main" id="{2DEA577B-6CA9-B3F9-1FF0-D112BCC6E6F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58" y="1646"/>
                <a:ext cx="393" cy="125"/>
              </a:xfrm>
              <a:custGeom>
                <a:avLst/>
                <a:gdLst>
                  <a:gd name="T0" fmla="*/ 0 w 393"/>
                  <a:gd name="T1" fmla="*/ 97 h 125"/>
                  <a:gd name="T2" fmla="*/ 87 w 393"/>
                  <a:gd name="T3" fmla="*/ 125 h 125"/>
                  <a:gd name="T4" fmla="*/ 298 w 393"/>
                  <a:gd name="T5" fmla="*/ 42 h 125"/>
                  <a:gd name="T6" fmla="*/ 393 w 393"/>
                  <a:gd name="T7" fmla="*/ 70 h 125"/>
                  <a:gd name="T8" fmla="*/ 342 w 393"/>
                  <a:gd name="T9" fmla="*/ 0 h 125"/>
                  <a:gd name="T10" fmla="*/ 95 w 393"/>
                  <a:gd name="T11" fmla="*/ 0 h 125"/>
                  <a:gd name="T12" fmla="*/ 197 w 393"/>
                  <a:gd name="T13" fmla="*/ 21 h 125"/>
                  <a:gd name="T14" fmla="*/ 0 w 393"/>
                  <a:gd name="T15" fmla="*/ 97 h 12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25">
                    <a:moveTo>
                      <a:pt x="0" y="97"/>
                    </a:moveTo>
                    <a:lnTo>
                      <a:pt x="87" y="125"/>
                    </a:lnTo>
                    <a:lnTo>
                      <a:pt x="298" y="42"/>
                    </a:lnTo>
                    <a:lnTo>
                      <a:pt x="393" y="70"/>
                    </a:lnTo>
                    <a:lnTo>
                      <a:pt x="342" y="0"/>
                    </a:lnTo>
                    <a:lnTo>
                      <a:pt x="95" y="0"/>
                    </a:lnTo>
                    <a:lnTo>
                      <a:pt x="197" y="21"/>
                    </a:lnTo>
                    <a:lnTo>
                      <a:pt x="0" y="9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4882" name="Freeform 387">
                <a:extLst>
                  <a:ext uri="{FF2B5EF4-FFF2-40B4-BE49-F238E27FC236}">
                    <a16:creationId xmlns:a16="http://schemas.microsoft.com/office/drawing/2014/main" id="{DC8F60EB-28B2-8082-57FC-26A40028CCA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29" y="1792"/>
                <a:ext cx="393" cy="131"/>
              </a:xfrm>
              <a:custGeom>
                <a:avLst/>
                <a:gdLst>
                  <a:gd name="T0" fmla="*/ 393 w 393"/>
                  <a:gd name="T1" fmla="*/ 28 h 131"/>
                  <a:gd name="T2" fmla="*/ 306 w 393"/>
                  <a:gd name="T3" fmla="*/ 0 h 131"/>
                  <a:gd name="T4" fmla="*/ 102 w 393"/>
                  <a:gd name="T5" fmla="*/ 83 h 131"/>
                  <a:gd name="T6" fmla="*/ 0 w 393"/>
                  <a:gd name="T7" fmla="*/ 55 h 131"/>
                  <a:gd name="T8" fmla="*/ 51 w 393"/>
                  <a:gd name="T9" fmla="*/ 131 h 131"/>
                  <a:gd name="T10" fmla="*/ 306 w 393"/>
                  <a:gd name="T11" fmla="*/ 131 h 131"/>
                  <a:gd name="T12" fmla="*/ 196 w 393"/>
                  <a:gd name="T13" fmla="*/ 104 h 131"/>
                  <a:gd name="T14" fmla="*/ 393 w 393"/>
                  <a:gd name="T15" fmla="*/ 28 h 13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31">
                    <a:moveTo>
                      <a:pt x="393" y="28"/>
                    </a:moveTo>
                    <a:lnTo>
                      <a:pt x="306" y="0"/>
                    </a:lnTo>
                    <a:lnTo>
                      <a:pt x="102" y="83"/>
                    </a:lnTo>
                    <a:lnTo>
                      <a:pt x="0" y="55"/>
                    </a:lnTo>
                    <a:lnTo>
                      <a:pt x="51" y="131"/>
                    </a:lnTo>
                    <a:lnTo>
                      <a:pt x="306" y="131"/>
                    </a:lnTo>
                    <a:lnTo>
                      <a:pt x="196" y="104"/>
                    </a:lnTo>
                    <a:lnTo>
                      <a:pt x="393" y="2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4883" name="Freeform 388">
                <a:extLst>
                  <a:ext uri="{FF2B5EF4-FFF2-40B4-BE49-F238E27FC236}">
                    <a16:creationId xmlns:a16="http://schemas.microsoft.com/office/drawing/2014/main" id="{97591F62-3186-95C8-2E54-E10962132B7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29" y="1792"/>
                <a:ext cx="393" cy="131"/>
              </a:xfrm>
              <a:custGeom>
                <a:avLst/>
                <a:gdLst>
                  <a:gd name="T0" fmla="*/ 393 w 393"/>
                  <a:gd name="T1" fmla="*/ 28 h 131"/>
                  <a:gd name="T2" fmla="*/ 306 w 393"/>
                  <a:gd name="T3" fmla="*/ 0 h 131"/>
                  <a:gd name="T4" fmla="*/ 102 w 393"/>
                  <a:gd name="T5" fmla="*/ 83 h 131"/>
                  <a:gd name="T6" fmla="*/ 0 w 393"/>
                  <a:gd name="T7" fmla="*/ 55 h 131"/>
                  <a:gd name="T8" fmla="*/ 51 w 393"/>
                  <a:gd name="T9" fmla="*/ 131 h 131"/>
                  <a:gd name="T10" fmla="*/ 306 w 393"/>
                  <a:gd name="T11" fmla="*/ 131 h 131"/>
                  <a:gd name="T12" fmla="*/ 196 w 393"/>
                  <a:gd name="T13" fmla="*/ 104 h 131"/>
                  <a:gd name="T14" fmla="*/ 393 w 393"/>
                  <a:gd name="T15" fmla="*/ 28 h 13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31">
                    <a:moveTo>
                      <a:pt x="393" y="28"/>
                    </a:moveTo>
                    <a:lnTo>
                      <a:pt x="306" y="0"/>
                    </a:lnTo>
                    <a:lnTo>
                      <a:pt x="102" y="83"/>
                    </a:lnTo>
                    <a:lnTo>
                      <a:pt x="0" y="55"/>
                    </a:lnTo>
                    <a:lnTo>
                      <a:pt x="51" y="131"/>
                    </a:lnTo>
                    <a:lnTo>
                      <a:pt x="306" y="131"/>
                    </a:lnTo>
                    <a:lnTo>
                      <a:pt x="196" y="104"/>
                    </a:lnTo>
                    <a:lnTo>
                      <a:pt x="393" y="2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4884" name="Freeform 389">
                <a:extLst>
                  <a:ext uri="{FF2B5EF4-FFF2-40B4-BE49-F238E27FC236}">
                    <a16:creationId xmlns:a16="http://schemas.microsoft.com/office/drawing/2014/main" id="{541FE3FA-F8E5-BAF4-8A3C-23C8247E90C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51" y="1639"/>
                <a:ext cx="393" cy="125"/>
              </a:xfrm>
              <a:custGeom>
                <a:avLst/>
                <a:gdLst>
                  <a:gd name="T0" fmla="*/ 0 w 393"/>
                  <a:gd name="T1" fmla="*/ 28 h 125"/>
                  <a:gd name="T2" fmla="*/ 87 w 393"/>
                  <a:gd name="T3" fmla="*/ 0 h 125"/>
                  <a:gd name="T4" fmla="*/ 298 w 393"/>
                  <a:gd name="T5" fmla="*/ 77 h 125"/>
                  <a:gd name="T6" fmla="*/ 393 w 393"/>
                  <a:gd name="T7" fmla="*/ 56 h 125"/>
                  <a:gd name="T8" fmla="*/ 342 w 393"/>
                  <a:gd name="T9" fmla="*/ 125 h 125"/>
                  <a:gd name="T10" fmla="*/ 94 w 393"/>
                  <a:gd name="T11" fmla="*/ 125 h 125"/>
                  <a:gd name="T12" fmla="*/ 196 w 393"/>
                  <a:gd name="T13" fmla="*/ 104 h 125"/>
                  <a:gd name="T14" fmla="*/ 0 w 393"/>
                  <a:gd name="T15" fmla="*/ 28 h 12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25">
                    <a:moveTo>
                      <a:pt x="0" y="28"/>
                    </a:moveTo>
                    <a:lnTo>
                      <a:pt x="87" y="0"/>
                    </a:lnTo>
                    <a:lnTo>
                      <a:pt x="298" y="77"/>
                    </a:lnTo>
                    <a:lnTo>
                      <a:pt x="393" y="56"/>
                    </a:lnTo>
                    <a:lnTo>
                      <a:pt x="342" y="125"/>
                    </a:lnTo>
                    <a:lnTo>
                      <a:pt x="94" y="125"/>
                    </a:lnTo>
                    <a:lnTo>
                      <a:pt x="196" y="104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4885" name="Freeform 390">
                <a:extLst>
                  <a:ext uri="{FF2B5EF4-FFF2-40B4-BE49-F238E27FC236}">
                    <a16:creationId xmlns:a16="http://schemas.microsoft.com/office/drawing/2014/main" id="{C3363E72-DE86-8C06-0815-5811160CDB0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51" y="1639"/>
                <a:ext cx="393" cy="125"/>
              </a:xfrm>
              <a:custGeom>
                <a:avLst/>
                <a:gdLst>
                  <a:gd name="T0" fmla="*/ 0 w 393"/>
                  <a:gd name="T1" fmla="*/ 28 h 125"/>
                  <a:gd name="T2" fmla="*/ 87 w 393"/>
                  <a:gd name="T3" fmla="*/ 0 h 125"/>
                  <a:gd name="T4" fmla="*/ 298 w 393"/>
                  <a:gd name="T5" fmla="*/ 77 h 125"/>
                  <a:gd name="T6" fmla="*/ 393 w 393"/>
                  <a:gd name="T7" fmla="*/ 56 h 125"/>
                  <a:gd name="T8" fmla="*/ 342 w 393"/>
                  <a:gd name="T9" fmla="*/ 125 h 125"/>
                  <a:gd name="T10" fmla="*/ 94 w 393"/>
                  <a:gd name="T11" fmla="*/ 125 h 125"/>
                  <a:gd name="T12" fmla="*/ 196 w 393"/>
                  <a:gd name="T13" fmla="*/ 104 h 125"/>
                  <a:gd name="T14" fmla="*/ 0 w 393"/>
                  <a:gd name="T15" fmla="*/ 28 h 12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25">
                    <a:moveTo>
                      <a:pt x="0" y="28"/>
                    </a:moveTo>
                    <a:lnTo>
                      <a:pt x="87" y="0"/>
                    </a:lnTo>
                    <a:lnTo>
                      <a:pt x="298" y="77"/>
                    </a:lnTo>
                    <a:lnTo>
                      <a:pt x="393" y="56"/>
                    </a:lnTo>
                    <a:lnTo>
                      <a:pt x="342" y="125"/>
                    </a:lnTo>
                    <a:lnTo>
                      <a:pt x="94" y="125"/>
                    </a:lnTo>
                    <a:lnTo>
                      <a:pt x="196" y="104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4886" name="Freeform 391">
                <a:extLst>
                  <a:ext uri="{FF2B5EF4-FFF2-40B4-BE49-F238E27FC236}">
                    <a16:creationId xmlns:a16="http://schemas.microsoft.com/office/drawing/2014/main" id="{7E128D86-89DD-4C66-3C6B-972E6094D9D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44" y="1806"/>
                <a:ext cx="392" cy="124"/>
              </a:xfrm>
              <a:custGeom>
                <a:avLst/>
                <a:gdLst>
                  <a:gd name="T0" fmla="*/ 392 w 392"/>
                  <a:gd name="T1" fmla="*/ 97 h 124"/>
                  <a:gd name="T2" fmla="*/ 305 w 392"/>
                  <a:gd name="T3" fmla="*/ 124 h 124"/>
                  <a:gd name="T4" fmla="*/ 101 w 392"/>
                  <a:gd name="T5" fmla="*/ 41 h 124"/>
                  <a:gd name="T6" fmla="*/ 0 w 392"/>
                  <a:gd name="T7" fmla="*/ 69 h 124"/>
                  <a:gd name="T8" fmla="*/ 51 w 392"/>
                  <a:gd name="T9" fmla="*/ 0 h 124"/>
                  <a:gd name="T10" fmla="*/ 305 w 392"/>
                  <a:gd name="T11" fmla="*/ 0 h 124"/>
                  <a:gd name="T12" fmla="*/ 196 w 392"/>
                  <a:gd name="T13" fmla="*/ 20 h 124"/>
                  <a:gd name="T14" fmla="*/ 392 w 392"/>
                  <a:gd name="T15" fmla="*/ 97 h 12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2" h="124">
                    <a:moveTo>
                      <a:pt x="392" y="97"/>
                    </a:moveTo>
                    <a:lnTo>
                      <a:pt x="305" y="124"/>
                    </a:lnTo>
                    <a:lnTo>
                      <a:pt x="101" y="41"/>
                    </a:lnTo>
                    <a:lnTo>
                      <a:pt x="0" y="69"/>
                    </a:lnTo>
                    <a:lnTo>
                      <a:pt x="51" y="0"/>
                    </a:lnTo>
                    <a:lnTo>
                      <a:pt x="305" y="0"/>
                    </a:lnTo>
                    <a:lnTo>
                      <a:pt x="196" y="20"/>
                    </a:lnTo>
                    <a:lnTo>
                      <a:pt x="392" y="9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4887" name="Freeform 392">
                <a:extLst>
                  <a:ext uri="{FF2B5EF4-FFF2-40B4-BE49-F238E27FC236}">
                    <a16:creationId xmlns:a16="http://schemas.microsoft.com/office/drawing/2014/main" id="{205DFE63-10F5-EA92-109D-136155ADE8F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44" y="1806"/>
                <a:ext cx="392" cy="124"/>
              </a:xfrm>
              <a:custGeom>
                <a:avLst/>
                <a:gdLst>
                  <a:gd name="T0" fmla="*/ 392 w 392"/>
                  <a:gd name="T1" fmla="*/ 97 h 124"/>
                  <a:gd name="T2" fmla="*/ 305 w 392"/>
                  <a:gd name="T3" fmla="*/ 124 h 124"/>
                  <a:gd name="T4" fmla="*/ 101 w 392"/>
                  <a:gd name="T5" fmla="*/ 41 h 124"/>
                  <a:gd name="T6" fmla="*/ 0 w 392"/>
                  <a:gd name="T7" fmla="*/ 69 h 124"/>
                  <a:gd name="T8" fmla="*/ 51 w 392"/>
                  <a:gd name="T9" fmla="*/ 0 h 124"/>
                  <a:gd name="T10" fmla="*/ 305 w 392"/>
                  <a:gd name="T11" fmla="*/ 0 h 124"/>
                  <a:gd name="T12" fmla="*/ 196 w 392"/>
                  <a:gd name="T13" fmla="*/ 20 h 124"/>
                  <a:gd name="T14" fmla="*/ 392 w 392"/>
                  <a:gd name="T15" fmla="*/ 97 h 12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2" h="124">
                    <a:moveTo>
                      <a:pt x="392" y="97"/>
                    </a:moveTo>
                    <a:lnTo>
                      <a:pt x="305" y="124"/>
                    </a:lnTo>
                    <a:lnTo>
                      <a:pt x="101" y="41"/>
                    </a:lnTo>
                    <a:lnTo>
                      <a:pt x="0" y="69"/>
                    </a:lnTo>
                    <a:lnTo>
                      <a:pt x="51" y="0"/>
                    </a:lnTo>
                    <a:lnTo>
                      <a:pt x="305" y="0"/>
                    </a:lnTo>
                    <a:lnTo>
                      <a:pt x="196" y="20"/>
                    </a:lnTo>
                    <a:lnTo>
                      <a:pt x="392" y="9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</p:grpSp>
      <p:sp>
        <p:nvSpPr>
          <p:cNvPr id="34847" name="WordArt 393">
            <a:extLst>
              <a:ext uri="{FF2B5EF4-FFF2-40B4-BE49-F238E27FC236}">
                <a16:creationId xmlns:a16="http://schemas.microsoft.com/office/drawing/2014/main" id="{B50221DB-E93F-E590-DC28-6DE8B9CF155B}"/>
              </a:ext>
            </a:extLst>
          </p:cNvPr>
          <p:cNvSpPr>
            <a:spLocks noChangeAspect="1" noChangeArrowheads="1" noChangeShapeType="1" noTextEdit="1"/>
          </p:cNvSpPr>
          <p:nvPr/>
        </p:nvSpPr>
        <p:spPr bwMode="auto">
          <a:xfrm>
            <a:off x="2603501" y="4806951"/>
            <a:ext cx="665163" cy="200025"/>
          </a:xfrm>
          <a:prstGeom prst="rect">
            <a:avLst/>
          </a:prstGeom>
        </p:spPr>
        <p:txBody>
          <a:bodyPr wrap="none" fromWordArt="1">
            <a:prstTxWarp prst="textCanDown">
              <a:avLst>
                <a:gd name="adj" fmla="val 33333"/>
              </a:avLst>
            </a:prstTxWarp>
          </a:bodyPr>
          <a:lstStyle/>
          <a:p>
            <a:pPr algn="ctr"/>
            <a:r>
              <a:rPr lang="en-GB" sz="1400" kern="10">
                <a:ln w="9525">
                  <a:solidFill>
                    <a:srgbClr val="FFFFFF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r2  </a:t>
            </a:r>
          </a:p>
        </p:txBody>
      </p:sp>
      <p:sp>
        <p:nvSpPr>
          <p:cNvPr id="34848" name="Line 399">
            <a:extLst>
              <a:ext uri="{FF2B5EF4-FFF2-40B4-BE49-F238E27FC236}">
                <a16:creationId xmlns:a16="http://schemas.microsoft.com/office/drawing/2014/main" id="{C9D674C7-3F56-3DA6-5AB2-6A2D57A329A7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5973764" y="6742113"/>
            <a:ext cx="1106487" cy="0"/>
          </a:xfrm>
          <a:prstGeom prst="line">
            <a:avLst/>
          </a:prstGeom>
          <a:noFill/>
          <a:ln w="38100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34849" name="Line 407">
            <a:extLst>
              <a:ext uri="{FF2B5EF4-FFF2-40B4-BE49-F238E27FC236}">
                <a16:creationId xmlns:a16="http://schemas.microsoft.com/office/drawing/2014/main" id="{2117140A-DEFE-9401-A5DA-408F5CE9C636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7572375" y="5095875"/>
            <a:ext cx="1104900" cy="0"/>
          </a:xfrm>
          <a:prstGeom prst="line">
            <a:avLst/>
          </a:prstGeom>
          <a:noFill/>
          <a:ln w="38100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34850" name="Oval 413">
            <a:extLst>
              <a:ext uri="{FF2B5EF4-FFF2-40B4-BE49-F238E27FC236}">
                <a16:creationId xmlns:a16="http://schemas.microsoft.com/office/drawing/2014/main" id="{2724EFCA-B76A-99DC-3135-D2FBEEF23EA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00600" y="4354513"/>
            <a:ext cx="368300" cy="36830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2000">
                <a:latin typeface="Tahoma" panose="020B0604030504040204" pitchFamily="34" charset="0"/>
              </a:rPr>
              <a:t>G</a:t>
            </a:r>
          </a:p>
        </p:txBody>
      </p:sp>
      <p:sp>
        <p:nvSpPr>
          <p:cNvPr id="34858" name="Line 460">
            <a:extLst>
              <a:ext uri="{FF2B5EF4-FFF2-40B4-BE49-F238E27FC236}">
                <a16:creationId xmlns:a16="http://schemas.microsoft.com/office/drawing/2014/main" id="{4C333407-E2DB-FB57-F2F4-EFF6F212E1CD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3114" y="3429001"/>
            <a:ext cx="73025" cy="2447925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en-GB"/>
          </a:p>
        </p:txBody>
      </p:sp>
      <p:sp>
        <p:nvSpPr>
          <p:cNvPr id="34859" name="AutoShape 427">
            <a:extLst>
              <a:ext uri="{FF2B5EF4-FFF2-40B4-BE49-F238E27FC236}">
                <a16:creationId xmlns:a16="http://schemas.microsoft.com/office/drawing/2014/main" id="{8DCC5A3D-BE61-AD40-63B8-C6F95B45A16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213226" y="4916488"/>
            <a:ext cx="1497013" cy="341312"/>
          </a:xfrm>
          <a:prstGeom prst="flowChartAlternateProcess">
            <a:avLst/>
          </a:prstGeom>
          <a:solidFill>
            <a:schemeClr val="bg1"/>
          </a:solidFill>
          <a:ln w="19050">
            <a:solidFill>
              <a:srgbClr val="5F5F5F"/>
            </a:solidFill>
            <a:prstDash val="sys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it-IT" altLang="it-IT" sz="1400" b="1">
                <a:solidFill>
                  <a:srgbClr val="5F5F5F"/>
                </a:solidFill>
                <a:latin typeface="Courier New" panose="02070309020205020404" pitchFamily="49" charset="0"/>
              </a:rPr>
              <a:t>100.1.0.8/30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8DF460B-FD9A-DA96-633F-2F037D193F2E}"/>
              </a:ext>
            </a:extLst>
          </p:cNvPr>
          <p:cNvGrpSpPr/>
          <p:nvPr/>
        </p:nvGrpSpPr>
        <p:grpSpPr>
          <a:xfrm>
            <a:off x="1075813" y="1093662"/>
            <a:ext cx="10022912" cy="1697860"/>
            <a:chOff x="1557370" y="2378845"/>
            <a:chExt cx="10022912" cy="169786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678570D-B8AD-1521-0FB5-234981D51180}"/>
                </a:ext>
              </a:extLst>
            </p:cNvPr>
            <p:cNvSpPr/>
            <p:nvPr/>
          </p:nvSpPr>
          <p:spPr>
            <a:xfrm>
              <a:off x="1557373" y="2632079"/>
              <a:ext cx="10022909" cy="1444626"/>
            </a:xfrm>
            <a:prstGeom prst="rect">
              <a:avLst/>
            </a:prstGeom>
            <a:solidFill>
              <a:sysClr val="windowText" lastClr="000000"/>
            </a:solidFill>
            <a:ln w="57150" cap="flat" cmpd="sng" algn="ctr">
              <a:solidFill>
                <a:srgbClr val="4472C4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t"/>
            <a:lstStyle/>
            <a:p>
              <a:pPr eaLnBrk="1" hangingPunct="1"/>
              <a:r>
                <a: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root@</a:t>
              </a:r>
              <a:r>
                <a:rPr lang="it-IT" kern="0" dirty="0">
                  <a:solidFill>
                    <a:prstClr val="white">
                      <a:lumMod val="65000"/>
                    </a:prstClr>
                  </a:solidFill>
                  <a:latin typeface="Consolas" panose="020B0609020204030204" pitchFamily="49" charset="0"/>
                </a:rPr>
                <a:t>r1</a:t>
              </a:r>
              <a:r>
                <a: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:~$</a:t>
              </a:r>
              <a:r>
                <a: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 </a:t>
              </a:r>
              <a:r>
                <a:rPr lang="en-US" altLang="it-IT" sz="1800" b="1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traceroute 100.1.0.10</a:t>
              </a:r>
            </a:p>
            <a:p>
              <a:pPr eaLnBrk="1" hangingPunct="1"/>
              <a:r>
                <a:rPr lang="en-US" altLang="it-IT" sz="1800" b="1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traceroute to 100.1.0.10 (100.1.0.10), 64 hops max, 40 byte packets</a:t>
              </a:r>
            </a:p>
            <a:p>
              <a:pPr eaLnBrk="1" hangingPunct="1"/>
              <a:r>
                <a:rPr lang="en-US" altLang="it-IT" sz="1800" b="1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1  100.1.0.10 (100.1.0.10)  24 </a:t>
              </a:r>
              <a:r>
                <a:rPr lang="en-US" altLang="it-IT" sz="1800" b="1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ms</a:t>
              </a:r>
              <a:r>
                <a:rPr lang="en-US" altLang="it-IT" sz="1800" b="1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 1 </a:t>
              </a:r>
              <a:r>
                <a:rPr lang="en-US" altLang="it-IT" sz="1800" b="1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ms</a:t>
              </a:r>
              <a:r>
                <a:rPr lang="en-US" altLang="it-IT" sz="1800" b="1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 1 </a:t>
              </a:r>
              <a:r>
                <a:rPr lang="en-US" altLang="it-IT" sz="1800" b="1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ms</a:t>
              </a:r>
              <a:endParaRPr lang="en-US" altLang="it-IT" sz="1800" b="1" dirty="0">
                <a:solidFill>
                  <a:schemeClr val="bg1"/>
                </a:solidFill>
                <a:latin typeface="Lucida Console" panose="020B0609040504020204" pitchFamily="49" charset="0"/>
              </a:endParaRPr>
            </a:p>
            <a:p>
              <a:pPr eaLnBrk="1" hangingPunct="1"/>
              <a:r>
                <a: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root@</a:t>
              </a:r>
              <a:r>
                <a:rPr lang="it-IT" kern="0" dirty="0">
                  <a:solidFill>
                    <a:prstClr val="white">
                      <a:lumMod val="65000"/>
                    </a:prstClr>
                  </a:solidFill>
                  <a:latin typeface="Consolas" panose="020B0609020204030204" pitchFamily="49" charset="0"/>
                </a:rPr>
                <a:t>r1</a:t>
              </a:r>
              <a:r>
                <a: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:~$</a:t>
              </a:r>
              <a:r>
                <a: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 </a:t>
              </a:r>
              <a:r>
                <a:rPr kumimoji="0" lang="en-US" b="1" i="0" u="none" strike="noStrike" kern="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ip</a:t>
              </a:r>
              <a:r>
                <a:rPr kumimoji="0" lang="en-US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ucida Console" panose="020B0609040504020204" pitchFamily="49" charset="0"/>
                  <a:ea typeface="+mn-ea"/>
                  <a:cs typeface="+mn-cs"/>
                </a:rPr>
                <a:t> link set eth1 down</a:t>
              </a:r>
              <a:endParaRPr lang="en-US" altLang="it-IT" sz="1800" b="1" dirty="0">
                <a:solidFill>
                  <a:schemeClr val="bg1"/>
                </a:solidFill>
                <a:latin typeface="Lucida Console" panose="020B0609040504020204" pitchFamily="49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16E3EE1-1616-78EB-95DE-C2CC90C1FA3F}"/>
                </a:ext>
              </a:extLst>
            </p:cNvPr>
            <p:cNvSpPr/>
            <p:nvPr/>
          </p:nvSpPr>
          <p:spPr>
            <a:xfrm>
              <a:off x="1557370" y="2378845"/>
              <a:ext cx="10022909" cy="286249"/>
            </a:xfrm>
            <a:prstGeom prst="rect">
              <a:avLst/>
            </a:prstGeom>
            <a:solidFill>
              <a:srgbClr val="4472C4"/>
            </a:solidFill>
            <a:ln w="57150" cap="flat" cmpd="sng" algn="ctr">
              <a:solidFill>
                <a:srgbClr val="4472C4"/>
              </a:solidFill>
              <a:prstDash val="solid"/>
              <a:miter lim="800000"/>
            </a:ln>
            <a:effectLst>
              <a:outerShdw blurRad="50800" dist="25400" algn="l" rotWithShape="0">
                <a:prstClr val="black">
                  <a:alpha val="32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F803AA1-82FD-BBFF-403F-874F3D10D6C2}"/>
                </a:ext>
              </a:extLst>
            </p:cNvPr>
            <p:cNvGrpSpPr/>
            <p:nvPr/>
          </p:nvGrpSpPr>
          <p:grpSpPr>
            <a:xfrm>
              <a:off x="10920536" y="2466851"/>
              <a:ext cx="581348" cy="126235"/>
              <a:chOff x="8092857" y="2115830"/>
              <a:chExt cx="581348" cy="126235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7230148A-97CA-143C-A7F4-137EDA1C4F7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548205" y="2116065"/>
                <a:ext cx="126000" cy="126000"/>
              </a:xfrm>
              <a:prstGeom prst="rect">
                <a:avLst/>
              </a:prstGeom>
              <a:solidFill>
                <a:srgbClr val="FF0000">
                  <a:alpha val="50196"/>
                </a:srgbClr>
              </a:solidFill>
              <a:ln w="12700" cap="flat" cmpd="sng" algn="ctr">
                <a:solidFill>
                  <a:srgbClr val="4472C4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0F5D1E8B-2979-4E1A-C16C-6C773C00439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92857" y="2115830"/>
                <a:ext cx="126235" cy="126235"/>
              </a:xfrm>
              <a:prstGeom prst="rect">
                <a:avLst/>
              </a:prstGeom>
              <a:solidFill>
                <a:srgbClr val="4472C4">
                  <a:lumMod val="60000"/>
                  <a:lumOff val="40000"/>
                </a:srgbClr>
              </a:solidFill>
              <a:ln w="12700" cap="flat" cmpd="sng" algn="ctr">
                <a:solidFill>
                  <a:srgbClr val="4472C4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7164C2A-ABE5-0AE7-3958-50E5381A132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320531" y="2115830"/>
                <a:ext cx="126235" cy="126235"/>
              </a:xfrm>
              <a:prstGeom prst="rect">
                <a:avLst/>
              </a:prstGeom>
              <a:solidFill>
                <a:srgbClr val="4472C4">
                  <a:lumMod val="60000"/>
                  <a:lumOff val="40000"/>
                </a:srgbClr>
              </a:solidFill>
              <a:ln w="12700" cap="flat" cmpd="sng" algn="ctr">
                <a:solidFill>
                  <a:srgbClr val="4472C4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5" name="Rectangle 2">
            <a:extLst>
              <a:ext uri="{FF2B5EF4-FFF2-40B4-BE49-F238E27FC236}">
                <a16:creationId xmlns:a16="http://schemas.microsoft.com/office/drawing/2014/main" id="{AC96A70D-481C-8DE1-C3F6-A43A53DEAC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/>
              <a:t>shutting down an interface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B524B2A5-539B-6EE0-0A08-AFB8FDCEE41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/>
          <a:p>
            <a:r>
              <a:rPr lang="it-IT" altLang="it-IT"/>
              <a:t>last update: Oct 2023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4F77821-BA09-5885-8AC3-D953CCDEFE1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/>
          <a:p>
            <a:r>
              <a:rPr lang="it-IT" altLang="it-IT"/>
              <a:t>kathara – [ lab: rip_frr ]</a:t>
            </a:r>
          </a:p>
        </p:txBody>
      </p:sp>
      <p:sp>
        <p:nvSpPr>
          <p:cNvPr id="186" name="Segnaposto piè di pagina 4">
            <a:extLst>
              <a:ext uri="{FF2B5EF4-FFF2-40B4-BE49-F238E27FC236}">
                <a16:creationId xmlns:a16="http://schemas.microsoft.com/office/drawing/2014/main" id="{11194DD1-35A2-4578-8047-0280E39338D5}"/>
              </a:ext>
            </a:extLst>
          </p:cNvPr>
          <p:cNvSpPr txBox="1">
            <a:spLocks noGrp="1"/>
          </p:cNvSpPr>
          <p:nvPr/>
        </p:nvSpPr>
        <p:spPr bwMode="auto">
          <a:xfrm>
            <a:off x="3678239" y="6453189"/>
            <a:ext cx="4835525" cy="333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1" hangingPunct="1">
              <a:defRPr/>
            </a:pPr>
            <a:r>
              <a:rPr lang="it-IT" altLang="it-IT" sz="1400" dirty="0" err="1">
                <a:latin typeface="+mn-lt"/>
              </a:rPr>
              <a:t>kathara</a:t>
            </a:r>
            <a:r>
              <a:rPr lang="it-IT" altLang="it-IT" sz="1400" dirty="0">
                <a:latin typeface="+mn-lt"/>
              </a:rPr>
              <a:t> – [ lab: </a:t>
            </a:r>
            <a:r>
              <a:rPr lang="it-IT" altLang="it-IT" sz="1400" dirty="0" err="1">
                <a:latin typeface="+mn-lt"/>
              </a:rPr>
              <a:t>rip</a:t>
            </a:r>
            <a:r>
              <a:rPr lang="it-IT" altLang="it-IT" sz="1400" dirty="0">
                <a:latin typeface="+mn-lt"/>
              </a:rPr>
              <a:t> ]</a:t>
            </a:r>
          </a:p>
        </p:txBody>
      </p:sp>
      <p:sp>
        <p:nvSpPr>
          <p:cNvPr id="35844" name="Rectangle 229">
            <a:extLst>
              <a:ext uri="{FF2B5EF4-FFF2-40B4-BE49-F238E27FC236}">
                <a16:creationId xmlns:a16="http://schemas.microsoft.com/office/drawing/2014/main" id="{514B4A07-AB8D-439C-9239-200B7960E1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0375" y="6308726"/>
            <a:ext cx="5183188" cy="5492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it-IT" altLang="en-IT"/>
          </a:p>
        </p:txBody>
      </p:sp>
      <p:sp>
        <p:nvSpPr>
          <p:cNvPr id="35846" name="Line 4">
            <a:extLst>
              <a:ext uri="{FF2B5EF4-FFF2-40B4-BE49-F238E27FC236}">
                <a16:creationId xmlns:a16="http://schemas.microsoft.com/office/drawing/2014/main" id="{8F313EE7-95BD-9511-09FF-2D8FA50E0D99}"/>
              </a:ext>
            </a:extLst>
          </p:cNvPr>
          <p:cNvSpPr>
            <a:spLocks noChangeShapeType="1"/>
          </p:cNvSpPr>
          <p:nvPr/>
        </p:nvSpPr>
        <p:spPr bwMode="auto">
          <a:xfrm>
            <a:off x="5580063" y="5540375"/>
            <a:ext cx="1014412" cy="0"/>
          </a:xfrm>
          <a:prstGeom prst="line">
            <a:avLst/>
          </a:prstGeom>
          <a:noFill/>
          <a:ln w="19050">
            <a:solidFill>
              <a:srgbClr val="5F5F5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35847" name="Arc 6">
            <a:extLst>
              <a:ext uri="{FF2B5EF4-FFF2-40B4-BE49-F238E27FC236}">
                <a16:creationId xmlns:a16="http://schemas.microsoft.com/office/drawing/2014/main" id="{CFA053F9-0AE8-246E-A98E-6D1BDC0F9656}"/>
              </a:ext>
            </a:extLst>
          </p:cNvPr>
          <p:cNvSpPr>
            <a:spLocks/>
          </p:cNvSpPr>
          <p:nvPr/>
        </p:nvSpPr>
        <p:spPr bwMode="auto">
          <a:xfrm>
            <a:off x="6810375" y="4671497"/>
            <a:ext cx="1079500" cy="369332"/>
          </a:xfrm>
          <a:custGeom>
            <a:avLst/>
            <a:gdLst>
              <a:gd name="T0" fmla="*/ 0 w 21600"/>
              <a:gd name="T1" fmla="*/ 0 h 21600"/>
              <a:gd name="T2" fmla="*/ 1079500 w 21600"/>
              <a:gd name="T3" fmla="*/ 504825 h 21600"/>
              <a:gd name="T4" fmla="*/ 0 w 21600"/>
              <a:gd name="T5" fmla="*/ 504825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35848" name="Line 7">
            <a:extLst>
              <a:ext uri="{FF2B5EF4-FFF2-40B4-BE49-F238E27FC236}">
                <a16:creationId xmlns:a16="http://schemas.microsoft.com/office/drawing/2014/main" id="{D9AF2D8F-5B1F-E7D4-874A-4F84022046B6}"/>
              </a:ext>
            </a:extLst>
          </p:cNvPr>
          <p:cNvSpPr>
            <a:spLocks noChangeShapeType="1"/>
          </p:cNvSpPr>
          <p:nvPr/>
        </p:nvSpPr>
        <p:spPr bwMode="auto">
          <a:xfrm>
            <a:off x="2490788" y="4964113"/>
            <a:ext cx="0" cy="1008062"/>
          </a:xfrm>
          <a:prstGeom prst="line">
            <a:avLst/>
          </a:prstGeom>
          <a:noFill/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5849" name="Arc 8">
            <a:extLst>
              <a:ext uri="{FF2B5EF4-FFF2-40B4-BE49-F238E27FC236}">
                <a16:creationId xmlns:a16="http://schemas.microsoft.com/office/drawing/2014/main" id="{004FBA64-FFCB-453B-3119-E6C84F7BBE84}"/>
              </a:ext>
            </a:extLst>
          </p:cNvPr>
          <p:cNvSpPr>
            <a:spLocks/>
          </p:cNvSpPr>
          <p:nvPr/>
        </p:nvSpPr>
        <p:spPr bwMode="auto">
          <a:xfrm>
            <a:off x="4937126" y="6440767"/>
            <a:ext cx="1152525" cy="369332"/>
          </a:xfrm>
          <a:custGeom>
            <a:avLst/>
            <a:gdLst>
              <a:gd name="T0" fmla="*/ 0 w 21600"/>
              <a:gd name="T1" fmla="*/ 0 h 21600"/>
              <a:gd name="T2" fmla="*/ 1152525 w 21600"/>
              <a:gd name="T3" fmla="*/ 300037 h 21600"/>
              <a:gd name="T4" fmla="*/ 0 w 21600"/>
              <a:gd name="T5" fmla="*/ 300037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35850" name="Line 9">
            <a:extLst>
              <a:ext uri="{FF2B5EF4-FFF2-40B4-BE49-F238E27FC236}">
                <a16:creationId xmlns:a16="http://schemas.microsoft.com/office/drawing/2014/main" id="{5DACE022-85FA-7E54-8385-6B0CDAA29761}"/>
              </a:ext>
            </a:extLst>
          </p:cNvPr>
          <p:cNvSpPr>
            <a:spLocks noChangeShapeType="1"/>
          </p:cNvSpPr>
          <p:nvPr/>
        </p:nvSpPr>
        <p:spPr bwMode="auto">
          <a:xfrm>
            <a:off x="2705101" y="4964113"/>
            <a:ext cx="1730375" cy="1439862"/>
          </a:xfrm>
          <a:prstGeom prst="line">
            <a:avLst/>
          </a:prstGeom>
          <a:noFill/>
          <a:ln w="28575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5851" name="Line 10">
            <a:extLst>
              <a:ext uri="{FF2B5EF4-FFF2-40B4-BE49-F238E27FC236}">
                <a16:creationId xmlns:a16="http://schemas.microsoft.com/office/drawing/2014/main" id="{EBA47E2A-054C-6B4C-2251-27B1598990D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62226" y="3092451"/>
            <a:ext cx="1679575" cy="1800225"/>
          </a:xfrm>
          <a:prstGeom prst="line">
            <a:avLst/>
          </a:prstGeom>
          <a:noFill/>
          <a:ln w="28575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5852" name="Line 11">
            <a:extLst>
              <a:ext uri="{FF2B5EF4-FFF2-40B4-BE49-F238E27FC236}">
                <a16:creationId xmlns:a16="http://schemas.microsoft.com/office/drawing/2014/main" id="{8E448126-BDA2-7C98-CA44-C994F037586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03989" y="3275013"/>
            <a:ext cx="2682875" cy="1217612"/>
          </a:xfrm>
          <a:prstGeom prst="line">
            <a:avLst/>
          </a:prstGeom>
          <a:noFill/>
          <a:ln w="28575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5853" name="AutoShape 15">
            <a:extLst>
              <a:ext uri="{FF2B5EF4-FFF2-40B4-BE49-F238E27FC236}">
                <a16:creationId xmlns:a16="http://schemas.microsoft.com/office/drawing/2014/main" id="{57F03C02-148A-CA85-A929-0D686792E1F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042400" y="3086101"/>
            <a:ext cx="738188" cy="404813"/>
          </a:xfrm>
          <a:prstGeom prst="can">
            <a:avLst>
              <a:gd name="adj" fmla="val 50000"/>
            </a:avLst>
          </a:prstGeom>
          <a:solidFill>
            <a:srgbClr val="B2B2B2"/>
          </a:solidFill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73025" tIns="36512" rIns="73025" bIns="3651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it-IT" altLang="en-IT"/>
          </a:p>
        </p:txBody>
      </p:sp>
      <p:grpSp>
        <p:nvGrpSpPr>
          <p:cNvPr id="35854" name="Group 16">
            <a:extLst>
              <a:ext uri="{FF2B5EF4-FFF2-40B4-BE49-F238E27FC236}">
                <a16:creationId xmlns:a16="http://schemas.microsoft.com/office/drawing/2014/main" id="{2D5ED36A-6766-1B4D-2799-43425EB1FDA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177339" y="3111500"/>
            <a:ext cx="460375" cy="158750"/>
            <a:chOff x="422" y="1632"/>
            <a:chExt cx="829" cy="298"/>
          </a:xfrm>
        </p:grpSpPr>
        <p:grpSp>
          <p:nvGrpSpPr>
            <p:cNvPr id="36009" name="Group 17">
              <a:extLst>
                <a:ext uri="{FF2B5EF4-FFF2-40B4-BE49-F238E27FC236}">
                  <a16:creationId xmlns:a16="http://schemas.microsoft.com/office/drawing/2014/main" id="{7F3F9189-98AA-4F5D-5EF5-E0DF1AA74A5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22" y="1632"/>
              <a:ext cx="822" cy="291"/>
              <a:chOff x="422" y="1632"/>
              <a:chExt cx="822" cy="291"/>
            </a:xfrm>
          </p:grpSpPr>
          <p:sp>
            <p:nvSpPr>
              <p:cNvPr id="36019" name="Freeform 18">
                <a:extLst>
                  <a:ext uri="{FF2B5EF4-FFF2-40B4-BE49-F238E27FC236}">
                    <a16:creationId xmlns:a16="http://schemas.microsoft.com/office/drawing/2014/main" id="{F039C5BF-94CB-C536-5352-B763D9991C0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51" y="1639"/>
                <a:ext cx="393" cy="125"/>
              </a:xfrm>
              <a:custGeom>
                <a:avLst/>
                <a:gdLst>
                  <a:gd name="T0" fmla="*/ 0 w 393"/>
                  <a:gd name="T1" fmla="*/ 97 h 125"/>
                  <a:gd name="T2" fmla="*/ 87 w 393"/>
                  <a:gd name="T3" fmla="*/ 125 h 125"/>
                  <a:gd name="T4" fmla="*/ 298 w 393"/>
                  <a:gd name="T5" fmla="*/ 42 h 125"/>
                  <a:gd name="T6" fmla="*/ 393 w 393"/>
                  <a:gd name="T7" fmla="*/ 70 h 125"/>
                  <a:gd name="T8" fmla="*/ 342 w 393"/>
                  <a:gd name="T9" fmla="*/ 0 h 125"/>
                  <a:gd name="T10" fmla="*/ 94 w 393"/>
                  <a:gd name="T11" fmla="*/ 0 h 125"/>
                  <a:gd name="T12" fmla="*/ 196 w 393"/>
                  <a:gd name="T13" fmla="*/ 21 h 125"/>
                  <a:gd name="T14" fmla="*/ 0 w 393"/>
                  <a:gd name="T15" fmla="*/ 97 h 12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25">
                    <a:moveTo>
                      <a:pt x="0" y="97"/>
                    </a:moveTo>
                    <a:lnTo>
                      <a:pt x="87" y="125"/>
                    </a:lnTo>
                    <a:lnTo>
                      <a:pt x="298" y="42"/>
                    </a:lnTo>
                    <a:lnTo>
                      <a:pt x="393" y="70"/>
                    </a:lnTo>
                    <a:lnTo>
                      <a:pt x="342" y="0"/>
                    </a:lnTo>
                    <a:lnTo>
                      <a:pt x="94" y="0"/>
                    </a:lnTo>
                    <a:lnTo>
                      <a:pt x="196" y="21"/>
                    </a:lnTo>
                    <a:lnTo>
                      <a:pt x="0" y="9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6020" name="Freeform 19">
                <a:extLst>
                  <a:ext uri="{FF2B5EF4-FFF2-40B4-BE49-F238E27FC236}">
                    <a16:creationId xmlns:a16="http://schemas.microsoft.com/office/drawing/2014/main" id="{570921E6-A16D-CF72-627F-9E4F2111947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51" y="1639"/>
                <a:ext cx="393" cy="125"/>
              </a:xfrm>
              <a:custGeom>
                <a:avLst/>
                <a:gdLst>
                  <a:gd name="T0" fmla="*/ 0 w 393"/>
                  <a:gd name="T1" fmla="*/ 97 h 125"/>
                  <a:gd name="T2" fmla="*/ 87 w 393"/>
                  <a:gd name="T3" fmla="*/ 125 h 125"/>
                  <a:gd name="T4" fmla="*/ 298 w 393"/>
                  <a:gd name="T5" fmla="*/ 42 h 125"/>
                  <a:gd name="T6" fmla="*/ 393 w 393"/>
                  <a:gd name="T7" fmla="*/ 70 h 125"/>
                  <a:gd name="T8" fmla="*/ 342 w 393"/>
                  <a:gd name="T9" fmla="*/ 0 h 125"/>
                  <a:gd name="T10" fmla="*/ 94 w 393"/>
                  <a:gd name="T11" fmla="*/ 0 h 125"/>
                  <a:gd name="T12" fmla="*/ 196 w 393"/>
                  <a:gd name="T13" fmla="*/ 21 h 125"/>
                  <a:gd name="T14" fmla="*/ 0 w 393"/>
                  <a:gd name="T15" fmla="*/ 97 h 12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25">
                    <a:moveTo>
                      <a:pt x="0" y="97"/>
                    </a:moveTo>
                    <a:lnTo>
                      <a:pt x="87" y="125"/>
                    </a:lnTo>
                    <a:lnTo>
                      <a:pt x="298" y="42"/>
                    </a:lnTo>
                    <a:lnTo>
                      <a:pt x="393" y="70"/>
                    </a:lnTo>
                    <a:lnTo>
                      <a:pt x="342" y="0"/>
                    </a:lnTo>
                    <a:lnTo>
                      <a:pt x="94" y="0"/>
                    </a:lnTo>
                    <a:lnTo>
                      <a:pt x="196" y="21"/>
                    </a:lnTo>
                    <a:lnTo>
                      <a:pt x="0" y="9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6021" name="Freeform 20">
                <a:extLst>
                  <a:ext uri="{FF2B5EF4-FFF2-40B4-BE49-F238E27FC236}">
                    <a16:creationId xmlns:a16="http://schemas.microsoft.com/office/drawing/2014/main" id="{12300AF7-B95B-A822-248E-B988A298481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22" y="1785"/>
                <a:ext cx="393" cy="132"/>
              </a:xfrm>
              <a:custGeom>
                <a:avLst/>
                <a:gdLst>
                  <a:gd name="T0" fmla="*/ 393 w 393"/>
                  <a:gd name="T1" fmla="*/ 28 h 132"/>
                  <a:gd name="T2" fmla="*/ 305 w 393"/>
                  <a:gd name="T3" fmla="*/ 0 h 132"/>
                  <a:gd name="T4" fmla="*/ 102 w 393"/>
                  <a:gd name="T5" fmla="*/ 83 h 132"/>
                  <a:gd name="T6" fmla="*/ 0 w 393"/>
                  <a:gd name="T7" fmla="*/ 55 h 132"/>
                  <a:gd name="T8" fmla="*/ 51 w 393"/>
                  <a:gd name="T9" fmla="*/ 132 h 132"/>
                  <a:gd name="T10" fmla="*/ 305 w 393"/>
                  <a:gd name="T11" fmla="*/ 132 h 132"/>
                  <a:gd name="T12" fmla="*/ 196 w 393"/>
                  <a:gd name="T13" fmla="*/ 104 h 132"/>
                  <a:gd name="T14" fmla="*/ 393 w 393"/>
                  <a:gd name="T15" fmla="*/ 28 h 1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32">
                    <a:moveTo>
                      <a:pt x="393" y="28"/>
                    </a:moveTo>
                    <a:lnTo>
                      <a:pt x="305" y="0"/>
                    </a:lnTo>
                    <a:lnTo>
                      <a:pt x="102" y="83"/>
                    </a:lnTo>
                    <a:lnTo>
                      <a:pt x="0" y="55"/>
                    </a:lnTo>
                    <a:lnTo>
                      <a:pt x="51" y="132"/>
                    </a:lnTo>
                    <a:lnTo>
                      <a:pt x="305" y="132"/>
                    </a:lnTo>
                    <a:lnTo>
                      <a:pt x="196" y="104"/>
                    </a:lnTo>
                    <a:lnTo>
                      <a:pt x="393" y="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6022" name="Freeform 21">
                <a:extLst>
                  <a:ext uri="{FF2B5EF4-FFF2-40B4-BE49-F238E27FC236}">
                    <a16:creationId xmlns:a16="http://schemas.microsoft.com/office/drawing/2014/main" id="{4BFFA6D7-498B-D7A4-24D3-E2DBE5EB3E3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22" y="1785"/>
                <a:ext cx="393" cy="132"/>
              </a:xfrm>
              <a:custGeom>
                <a:avLst/>
                <a:gdLst>
                  <a:gd name="T0" fmla="*/ 393 w 393"/>
                  <a:gd name="T1" fmla="*/ 28 h 132"/>
                  <a:gd name="T2" fmla="*/ 305 w 393"/>
                  <a:gd name="T3" fmla="*/ 0 h 132"/>
                  <a:gd name="T4" fmla="*/ 102 w 393"/>
                  <a:gd name="T5" fmla="*/ 83 h 132"/>
                  <a:gd name="T6" fmla="*/ 0 w 393"/>
                  <a:gd name="T7" fmla="*/ 55 h 132"/>
                  <a:gd name="T8" fmla="*/ 51 w 393"/>
                  <a:gd name="T9" fmla="*/ 132 h 132"/>
                  <a:gd name="T10" fmla="*/ 305 w 393"/>
                  <a:gd name="T11" fmla="*/ 132 h 132"/>
                  <a:gd name="T12" fmla="*/ 196 w 393"/>
                  <a:gd name="T13" fmla="*/ 104 h 132"/>
                  <a:gd name="T14" fmla="*/ 393 w 393"/>
                  <a:gd name="T15" fmla="*/ 28 h 1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32">
                    <a:moveTo>
                      <a:pt x="393" y="28"/>
                    </a:moveTo>
                    <a:lnTo>
                      <a:pt x="305" y="0"/>
                    </a:lnTo>
                    <a:lnTo>
                      <a:pt x="102" y="83"/>
                    </a:lnTo>
                    <a:lnTo>
                      <a:pt x="0" y="55"/>
                    </a:lnTo>
                    <a:lnTo>
                      <a:pt x="51" y="132"/>
                    </a:lnTo>
                    <a:lnTo>
                      <a:pt x="305" y="132"/>
                    </a:lnTo>
                    <a:lnTo>
                      <a:pt x="196" y="104"/>
                    </a:lnTo>
                    <a:lnTo>
                      <a:pt x="393" y="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6023" name="Freeform 22">
                <a:extLst>
                  <a:ext uri="{FF2B5EF4-FFF2-40B4-BE49-F238E27FC236}">
                    <a16:creationId xmlns:a16="http://schemas.microsoft.com/office/drawing/2014/main" id="{3BDD3BFA-DE3E-9396-53C4-3E51AFF591D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44" y="1632"/>
                <a:ext cx="392" cy="125"/>
              </a:xfrm>
              <a:custGeom>
                <a:avLst/>
                <a:gdLst>
                  <a:gd name="T0" fmla="*/ 0 w 392"/>
                  <a:gd name="T1" fmla="*/ 28 h 125"/>
                  <a:gd name="T2" fmla="*/ 87 w 392"/>
                  <a:gd name="T3" fmla="*/ 0 h 125"/>
                  <a:gd name="T4" fmla="*/ 298 w 392"/>
                  <a:gd name="T5" fmla="*/ 77 h 125"/>
                  <a:gd name="T6" fmla="*/ 392 w 392"/>
                  <a:gd name="T7" fmla="*/ 56 h 125"/>
                  <a:gd name="T8" fmla="*/ 341 w 392"/>
                  <a:gd name="T9" fmla="*/ 125 h 125"/>
                  <a:gd name="T10" fmla="*/ 94 w 392"/>
                  <a:gd name="T11" fmla="*/ 125 h 125"/>
                  <a:gd name="T12" fmla="*/ 196 w 392"/>
                  <a:gd name="T13" fmla="*/ 104 h 125"/>
                  <a:gd name="T14" fmla="*/ 0 w 392"/>
                  <a:gd name="T15" fmla="*/ 28 h 12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2" h="125">
                    <a:moveTo>
                      <a:pt x="0" y="28"/>
                    </a:moveTo>
                    <a:lnTo>
                      <a:pt x="87" y="0"/>
                    </a:lnTo>
                    <a:lnTo>
                      <a:pt x="298" y="77"/>
                    </a:lnTo>
                    <a:lnTo>
                      <a:pt x="392" y="56"/>
                    </a:lnTo>
                    <a:lnTo>
                      <a:pt x="341" y="125"/>
                    </a:lnTo>
                    <a:lnTo>
                      <a:pt x="94" y="125"/>
                    </a:lnTo>
                    <a:lnTo>
                      <a:pt x="196" y="104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6024" name="Freeform 23">
                <a:extLst>
                  <a:ext uri="{FF2B5EF4-FFF2-40B4-BE49-F238E27FC236}">
                    <a16:creationId xmlns:a16="http://schemas.microsoft.com/office/drawing/2014/main" id="{50444CA1-6CA5-608C-334B-08FB3FF7589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44" y="1632"/>
                <a:ext cx="392" cy="125"/>
              </a:xfrm>
              <a:custGeom>
                <a:avLst/>
                <a:gdLst>
                  <a:gd name="T0" fmla="*/ 0 w 392"/>
                  <a:gd name="T1" fmla="*/ 28 h 125"/>
                  <a:gd name="T2" fmla="*/ 87 w 392"/>
                  <a:gd name="T3" fmla="*/ 0 h 125"/>
                  <a:gd name="T4" fmla="*/ 298 w 392"/>
                  <a:gd name="T5" fmla="*/ 77 h 125"/>
                  <a:gd name="T6" fmla="*/ 392 w 392"/>
                  <a:gd name="T7" fmla="*/ 56 h 125"/>
                  <a:gd name="T8" fmla="*/ 341 w 392"/>
                  <a:gd name="T9" fmla="*/ 125 h 125"/>
                  <a:gd name="T10" fmla="*/ 94 w 392"/>
                  <a:gd name="T11" fmla="*/ 125 h 125"/>
                  <a:gd name="T12" fmla="*/ 196 w 392"/>
                  <a:gd name="T13" fmla="*/ 104 h 125"/>
                  <a:gd name="T14" fmla="*/ 0 w 392"/>
                  <a:gd name="T15" fmla="*/ 28 h 12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2" h="125">
                    <a:moveTo>
                      <a:pt x="0" y="28"/>
                    </a:moveTo>
                    <a:lnTo>
                      <a:pt x="87" y="0"/>
                    </a:lnTo>
                    <a:lnTo>
                      <a:pt x="298" y="77"/>
                    </a:lnTo>
                    <a:lnTo>
                      <a:pt x="392" y="56"/>
                    </a:lnTo>
                    <a:lnTo>
                      <a:pt x="341" y="125"/>
                    </a:lnTo>
                    <a:lnTo>
                      <a:pt x="94" y="125"/>
                    </a:lnTo>
                    <a:lnTo>
                      <a:pt x="196" y="104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6025" name="Freeform 24">
                <a:extLst>
                  <a:ext uri="{FF2B5EF4-FFF2-40B4-BE49-F238E27FC236}">
                    <a16:creationId xmlns:a16="http://schemas.microsoft.com/office/drawing/2014/main" id="{B9726886-5DFA-0340-990B-0DF2BD4F531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36" y="1799"/>
                <a:ext cx="393" cy="124"/>
              </a:xfrm>
              <a:custGeom>
                <a:avLst/>
                <a:gdLst>
                  <a:gd name="T0" fmla="*/ 393 w 393"/>
                  <a:gd name="T1" fmla="*/ 97 h 124"/>
                  <a:gd name="T2" fmla="*/ 306 w 393"/>
                  <a:gd name="T3" fmla="*/ 124 h 124"/>
                  <a:gd name="T4" fmla="*/ 102 w 393"/>
                  <a:gd name="T5" fmla="*/ 41 h 124"/>
                  <a:gd name="T6" fmla="*/ 0 w 393"/>
                  <a:gd name="T7" fmla="*/ 69 h 124"/>
                  <a:gd name="T8" fmla="*/ 51 w 393"/>
                  <a:gd name="T9" fmla="*/ 0 h 124"/>
                  <a:gd name="T10" fmla="*/ 306 w 393"/>
                  <a:gd name="T11" fmla="*/ 0 h 124"/>
                  <a:gd name="T12" fmla="*/ 197 w 393"/>
                  <a:gd name="T13" fmla="*/ 21 h 124"/>
                  <a:gd name="T14" fmla="*/ 393 w 393"/>
                  <a:gd name="T15" fmla="*/ 97 h 12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24">
                    <a:moveTo>
                      <a:pt x="393" y="97"/>
                    </a:moveTo>
                    <a:lnTo>
                      <a:pt x="306" y="124"/>
                    </a:lnTo>
                    <a:lnTo>
                      <a:pt x="102" y="41"/>
                    </a:lnTo>
                    <a:lnTo>
                      <a:pt x="0" y="69"/>
                    </a:lnTo>
                    <a:lnTo>
                      <a:pt x="51" y="0"/>
                    </a:lnTo>
                    <a:lnTo>
                      <a:pt x="306" y="0"/>
                    </a:lnTo>
                    <a:lnTo>
                      <a:pt x="197" y="21"/>
                    </a:lnTo>
                    <a:lnTo>
                      <a:pt x="393" y="9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6026" name="Freeform 25">
                <a:extLst>
                  <a:ext uri="{FF2B5EF4-FFF2-40B4-BE49-F238E27FC236}">
                    <a16:creationId xmlns:a16="http://schemas.microsoft.com/office/drawing/2014/main" id="{0FDCEFBE-6EAD-E235-5C04-BFA02D8003B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36" y="1799"/>
                <a:ext cx="393" cy="124"/>
              </a:xfrm>
              <a:custGeom>
                <a:avLst/>
                <a:gdLst>
                  <a:gd name="T0" fmla="*/ 393 w 393"/>
                  <a:gd name="T1" fmla="*/ 97 h 124"/>
                  <a:gd name="T2" fmla="*/ 306 w 393"/>
                  <a:gd name="T3" fmla="*/ 124 h 124"/>
                  <a:gd name="T4" fmla="*/ 102 w 393"/>
                  <a:gd name="T5" fmla="*/ 41 h 124"/>
                  <a:gd name="T6" fmla="*/ 0 w 393"/>
                  <a:gd name="T7" fmla="*/ 69 h 124"/>
                  <a:gd name="T8" fmla="*/ 51 w 393"/>
                  <a:gd name="T9" fmla="*/ 0 h 124"/>
                  <a:gd name="T10" fmla="*/ 306 w 393"/>
                  <a:gd name="T11" fmla="*/ 0 h 124"/>
                  <a:gd name="T12" fmla="*/ 197 w 393"/>
                  <a:gd name="T13" fmla="*/ 21 h 124"/>
                  <a:gd name="T14" fmla="*/ 393 w 393"/>
                  <a:gd name="T15" fmla="*/ 97 h 12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24">
                    <a:moveTo>
                      <a:pt x="393" y="97"/>
                    </a:moveTo>
                    <a:lnTo>
                      <a:pt x="306" y="124"/>
                    </a:lnTo>
                    <a:lnTo>
                      <a:pt x="102" y="41"/>
                    </a:lnTo>
                    <a:lnTo>
                      <a:pt x="0" y="69"/>
                    </a:lnTo>
                    <a:lnTo>
                      <a:pt x="51" y="0"/>
                    </a:lnTo>
                    <a:lnTo>
                      <a:pt x="306" y="0"/>
                    </a:lnTo>
                    <a:lnTo>
                      <a:pt x="197" y="21"/>
                    </a:lnTo>
                    <a:lnTo>
                      <a:pt x="393" y="9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36010" name="Group 26">
              <a:extLst>
                <a:ext uri="{FF2B5EF4-FFF2-40B4-BE49-F238E27FC236}">
                  <a16:creationId xmlns:a16="http://schemas.microsoft.com/office/drawing/2014/main" id="{EB5BCB11-F40F-696D-DCE3-58D4E8FDEEA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29" y="1639"/>
              <a:ext cx="822" cy="291"/>
              <a:chOff x="429" y="1639"/>
              <a:chExt cx="822" cy="291"/>
            </a:xfrm>
          </p:grpSpPr>
          <p:sp>
            <p:nvSpPr>
              <p:cNvPr id="36011" name="Freeform 27">
                <a:extLst>
                  <a:ext uri="{FF2B5EF4-FFF2-40B4-BE49-F238E27FC236}">
                    <a16:creationId xmlns:a16="http://schemas.microsoft.com/office/drawing/2014/main" id="{8F9D06F0-1B75-AB3A-DD37-EB24CA2B7C8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58" y="1646"/>
                <a:ext cx="393" cy="125"/>
              </a:xfrm>
              <a:custGeom>
                <a:avLst/>
                <a:gdLst>
                  <a:gd name="T0" fmla="*/ 0 w 393"/>
                  <a:gd name="T1" fmla="*/ 97 h 125"/>
                  <a:gd name="T2" fmla="*/ 87 w 393"/>
                  <a:gd name="T3" fmla="*/ 125 h 125"/>
                  <a:gd name="T4" fmla="*/ 298 w 393"/>
                  <a:gd name="T5" fmla="*/ 42 h 125"/>
                  <a:gd name="T6" fmla="*/ 393 w 393"/>
                  <a:gd name="T7" fmla="*/ 70 h 125"/>
                  <a:gd name="T8" fmla="*/ 342 w 393"/>
                  <a:gd name="T9" fmla="*/ 0 h 125"/>
                  <a:gd name="T10" fmla="*/ 95 w 393"/>
                  <a:gd name="T11" fmla="*/ 0 h 125"/>
                  <a:gd name="T12" fmla="*/ 197 w 393"/>
                  <a:gd name="T13" fmla="*/ 21 h 125"/>
                  <a:gd name="T14" fmla="*/ 0 w 393"/>
                  <a:gd name="T15" fmla="*/ 97 h 12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25">
                    <a:moveTo>
                      <a:pt x="0" y="97"/>
                    </a:moveTo>
                    <a:lnTo>
                      <a:pt x="87" y="125"/>
                    </a:lnTo>
                    <a:lnTo>
                      <a:pt x="298" y="42"/>
                    </a:lnTo>
                    <a:lnTo>
                      <a:pt x="393" y="70"/>
                    </a:lnTo>
                    <a:lnTo>
                      <a:pt x="342" y="0"/>
                    </a:lnTo>
                    <a:lnTo>
                      <a:pt x="95" y="0"/>
                    </a:lnTo>
                    <a:lnTo>
                      <a:pt x="197" y="21"/>
                    </a:lnTo>
                    <a:lnTo>
                      <a:pt x="0" y="9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6012" name="Freeform 28">
                <a:extLst>
                  <a:ext uri="{FF2B5EF4-FFF2-40B4-BE49-F238E27FC236}">
                    <a16:creationId xmlns:a16="http://schemas.microsoft.com/office/drawing/2014/main" id="{2A0B915C-E125-640F-61D5-E1695A409C2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58" y="1646"/>
                <a:ext cx="393" cy="125"/>
              </a:xfrm>
              <a:custGeom>
                <a:avLst/>
                <a:gdLst>
                  <a:gd name="T0" fmla="*/ 0 w 393"/>
                  <a:gd name="T1" fmla="*/ 97 h 125"/>
                  <a:gd name="T2" fmla="*/ 87 w 393"/>
                  <a:gd name="T3" fmla="*/ 125 h 125"/>
                  <a:gd name="T4" fmla="*/ 298 w 393"/>
                  <a:gd name="T5" fmla="*/ 42 h 125"/>
                  <a:gd name="T6" fmla="*/ 393 w 393"/>
                  <a:gd name="T7" fmla="*/ 70 h 125"/>
                  <a:gd name="T8" fmla="*/ 342 w 393"/>
                  <a:gd name="T9" fmla="*/ 0 h 125"/>
                  <a:gd name="T10" fmla="*/ 95 w 393"/>
                  <a:gd name="T11" fmla="*/ 0 h 125"/>
                  <a:gd name="T12" fmla="*/ 197 w 393"/>
                  <a:gd name="T13" fmla="*/ 21 h 125"/>
                  <a:gd name="T14" fmla="*/ 0 w 393"/>
                  <a:gd name="T15" fmla="*/ 97 h 12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25">
                    <a:moveTo>
                      <a:pt x="0" y="97"/>
                    </a:moveTo>
                    <a:lnTo>
                      <a:pt x="87" y="125"/>
                    </a:lnTo>
                    <a:lnTo>
                      <a:pt x="298" y="42"/>
                    </a:lnTo>
                    <a:lnTo>
                      <a:pt x="393" y="70"/>
                    </a:lnTo>
                    <a:lnTo>
                      <a:pt x="342" y="0"/>
                    </a:lnTo>
                    <a:lnTo>
                      <a:pt x="95" y="0"/>
                    </a:lnTo>
                    <a:lnTo>
                      <a:pt x="197" y="21"/>
                    </a:lnTo>
                    <a:lnTo>
                      <a:pt x="0" y="9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6013" name="Freeform 29">
                <a:extLst>
                  <a:ext uri="{FF2B5EF4-FFF2-40B4-BE49-F238E27FC236}">
                    <a16:creationId xmlns:a16="http://schemas.microsoft.com/office/drawing/2014/main" id="{529007D1-CB1C-F916-8128-7E8A78D7664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29" y="1792"/>
                <a:ext cx="393" cy="131"/>
              </a:xfrm>
              <a:custGeom>
                <a:avLst/>
                <a:gdLst>
                  <a:gd name="T0" fmla="*/ 393 w 393"/>
                  <a:gd name="T1" fmla="*/ 28 h 131"/>
                  <a:gd name="T2" fmla="*/ 306 w 393"/>
                  <a:gd name="T3" fmla="*/ 0 h 131"/>
                  <a:gd name="T4" fmla="*/ 102 w 393"/>
                  <a:gd name="T5" fmla="*/ 83 h 131"/>
                  <a:gd name="T6" fmla="*/ 0 w 393"/>
                  <a:gd name="T7" fmla="*/ 55 h 131"/>
                  <a:gd name="T8" fmla="*/ 51 w 393"/>
                  <a:gd name="T9" fmla="*/ 131 h 131"/>
                  <a:gd name="T10" fmla="*/ 306 w 393"/>
                  <a:gd name="T11" fmla="*/ 131 h 131"/>
                  <a:gd name="T12" fmla="*/ 196 w 393"/>
                  <a:gd name="T13" fmla="*/ 104 h 131"/>
                  <a:gd name="T14" fmla="*/ 393 w 393"/>
                  <a:gd name="T15" fmla="*/ 28 h 13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31">
                    <a:moveTo>
                      <a:pt x="393" y="28"/>
                    </a:moveTo>
                    <a:lnTo>
                      <a:pt x="306" y="0"/>
                    </a:lnTo>
                    <a:lnTo>
                      <a:pt x="102" y="83"/>
                    </a:lnTo>
                    <a:lnTo>
                      <a:pt x="0" y="55"/>
                    </a:lnTo>
                    <a:lnTo>
                      <a:pt x="51" y="131"/>
                    </a:lnTo>
                    <a:lnTo>
                      <a:pt x="306" y="131"/>
                    </a:lnTo>
                    <a:lnTo>
                      <a:pt x="196" y="104"/>
                    </a:lnTo>
                    <a:lnTo>
                      <a:pt x="393" y="2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6014" name="Freeform 30">
                <a:extLst>
                  <a:ext uri="{FF2B5EF4-FFF2-40B4-BE49-F238E27FC236}">
                    <a16:creationId xmlns:a16="http://schemas.microsoft.com/office/drawing/2014/main" id="{A36D55F8-832A-02E8-7A05-15F482A49A2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29" y="1792"/>
                <a:ext cx="393" cy="131"/>
              </a:xfrm>
              <a:custGeom>
                <a:avLst/>
                <a:gdLst>
                  <a:gd name="T0" fmla="*/ 393 w 393"/>
                  <a:gd name="T1" fmla="*/ 28 h 131"/>
                  <a:gd name="T2" fmla="*/ 306 w 393"/>
                  <a:gd name="T3" fmla="*/ 0 h 131"/>
                  <a:gd name="T4" fmla="*/ 102 w 393"/>
                  <a:gd name="T5" fmla="*/ 83 h 131"/>
                  <a:gd name="T6" fmla="*/ 0 w 393"/>
                  <a:gd name="T7" fmla="*/ 55 h 131"/>
                  <a:gd name="T8" fmla="*/ 51 w 393"/>
                  <a:gd name="T9" fmla="*/ 131 h 131"/>
                  <a:gd name="T10" fmla="*/ 306 w 393"/>
                  <a:gd name="T11" fmla="*/ 131 h 131"/>
                  <a:gd name="T12" fmla="*/ 196 w 393"/>
                  <a:gd name="T13" fmla="*/ 104 h 131"/>
                  <a:gd name="T14" fmla="*/ 393 w 393"/>
                  <a:gd name="T15" fmla="*/ 28 h 13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31">
                    <a:moveTo>
                      <a:pt x="393" y="28"/>
                    </a:moveTo>
                    <a:lnTo>
                      <a:pt x="306" y="0"/>
                    </a:lnTo>
                    <a:lnTo>
                      <a:pt x="102" y="83"/>
                    </a:lnTo>
                    <a:lnTo>
                      <a:pt x="0" y="55"/>
                    </a:lnTo>
                    <a:lnTo>
                      <a:pt x="51" y="131"/>
                    </a:lnTo>
                    <a:lnTo>
                      <a:pt x="306" y="131"/>
                    </a:lnTo>
                    <a:lnTo>
                      <a:pt x="196" y="104"/>
                    </a:lnTo>
                    <a:lnTo>
                      <a:pt x="393" y="2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6015" name="Freeform 31">
                <a:extLst>
                  <a:ext uri="{FF2B5EF4-FFF2-40B4-BE49-F238E27FC236}">
                    <a16:creationId xmlns:a16="http://schemas.microsoft.com/office/drawing/2014/main" id="{D5D319C8-43F0-DAF0-1A9A-46756963D2E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51" y="1639"/>
                <a:ext cx="393" cy="125"/>
              </a:xfrm>
              <a:custGeom>
                <a:avLst/>
                <a:gdLst>
                  <a:gd name="T0" fmla="*/ 0 w 393"/>
                  <a:gd name="T1" fmla="*/ 28 h 125"/>
                  <a:gd name="T2" fmla="*/ 87 w 393"/>
                  <a:gd name="T3" fmla="*/ 0 h 125"/>
                  <a:gd name="T4" fmla="*/ 298 w 393"/>
                  <a:gd name="T5" fmla="*/ 77 h 125"/>
                  <a:gd name="T6" fmla="*/ 393 w 393"/>
                  <a:gd name="T7" fmla="*/ 56 h 125"/>
                  <a:gd name="T8" fmla="*/ 342 w 393"/>
                  <a:gd name="T9" fmla="*/ 125 h 125"/>
                  <a:gd name="T10" fmla="*/ 94 w 393"/>
                  <a:gd name="T11" fmla="*/ 125 h 125"/>
                  <a:gd name="T12" fmla="*/ 196 w 393"/>
                  <a:gd name="T13" fmla="*/ 104 h 125"/>
                  <a:gd name="T14" fmla="*/ 0 w 393"/>
                  <a:gd name="T15" fmla="*/ 28 h 12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25">
                    <a:moveTo>
                      <a:pt x="0" y="28"/>
                    </a:moveTo>
                    <a:lnTo>
                      <a:pt x="87" y="0"/>
                    </a:lnTo>
                    <a:lnTo>
                      <a:pt x="298" y="77"/>
                    </a:lnTo>
                    <a:lnTo>
                      <a:pt x="393" y="56"/>
                    </a:lnTo>
                    <a:lnTo>
                      <a:pt x="342" y="125"/>
                    </a:lnTo>
                    <a:lnTo>
                      <a:pt x="94" y="125"/>
                    </a:lnTo>
                    <a:lnTo>
                      <a:pt x="196" y="104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6016" name="Freeform 32">
                <a:extLst>
                  <a:ext uri="{FF2B5EF4-FFF2-40B4-BE49-F238E27FC236}">
                    <a16:creationId xmlns:a16="http://schemas.microsoft.com/office/drawing/2014/main" id="{53A5D4B4-F999-1C96-428C-8496D51D764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51" y="1639"/>
                <a:ext cx="393" cy="125"/>
              </a:xfrm>
              <a:custGeom>
                <a:avLst/>
                <a:gdLst>
                  <a:gd name="T0" fmla="*/ 0 w 393"/>
                  <a:gd name="T1" fmla="*/ 28 h 125"/>
                  <a:gd name="T2" fmla="*/ 87 w 393"/>
                  <a:gd name="T3" fmla="*/ 0 h 125"/>
                  <a:gd name="T4" fmla="*/ 298 w 393"/>
                  <a:gd name="T5" fmla="*/ 77 h 125"/>
                  <a:gd name="T6" fmla="*/ 393 w 393"/>
                  <a:gd name="T7" fmla="*/ 56 h 125"/>
                  <a:gd name="T8" fmla="*/ 342 w 393"/>
                  <a:gd name="T9" fmla="*/ 125 h 125"/>
                  <a:gd name="T10" fmla="*/ 94 w 393"/>
                  <a:gd name="T11" fmla="*/ 125 h 125"/>
                  <a:gd name="T12" fmla="*/ 196 w 393"/>
                  <a:gd name="T13" fmla="*/ 104 h 125"/>
                  <a:gd name="T14" fmla="*/ 0 w 393"/>
                  <a:gd name="T15" fmla="*/ 28 h 12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25">
                    <a:moveTo>
                      <a:pt x="0" y="28"/>
                    </a:moveTo>
                    <a:lnTo>
                      <a:pt x="87" y="0"/>
                    </a:lnTo>
                    <a:lnTo>
                      <a:pt x="298" y="77"/>
                    </a:lnTo>
                    <a:lnTo>
                      <a:pt x="393" y="56"/>
                    </a:lnTo>
                    <a:lnTo>
                      <a:pt x="342" y="125"/>
                    </a:lnTo>
                    <a:lnTo>
                      <a:pt x="94" y="125"/>
                    </a:lnTo>
                    <a:lnTo>
                      <a:pt x="196" y="104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6017" name="Freeform 33">
                <a:extLst>
                  <a:ext uri="{FF2B5EF4-FFF2-40B4-BE49-F238E27FC236}">
                    <a16:creationId xmlns:a16="http://schemas.microsoft.com/office/drawing/2014/main" id="{4569FF05-C9DC-10D0-D824-E41AD66ADCC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44" y="1806"/>
                <a:ext cx="392" cy="124"/>
              </a:xfrm>
              <a:custGeom>
                <a:avLst/>
                <a:gdLst>
                  <a:gd name="T0" fmla="*/ 392 w 392"/>
                  <a:gd name="T1" fmla="*/ 97 h 124"/>
                  <a:gd name="T2" fmla="*/ 305 w 392"/>
                  <a:gd name="T3" fmla="*/ 124 h 124"/>
                  <a:gd name="T4" fmla="*/ 101 w 392"/>
                  <a:gd name="T5" fmla="*/ 41 h 124"/>
                  <a:gd name="T6" fmla="*/ 0 w 392"/>
                  <a:gd name="T7" fmla="*/ 69 h 124"/>
                  <a:gd name="T8" fmla="*/ 51 w 392"/>
                  <a:gd name="T9" fmla="*/ 0 h 124"/>
                  <a:gd name="T10" fmla="*/ 305 w 392"/>
                  <a:gd name="T11" fmla="*/ 0 h 124"/>
                  <a:gd name="T12" fmla="*/ 196 w 392"/>
                  <a:gd name="T13" fmla="*/ 20 h 124"/>
                  <a:gd name="T14" fmla="*/ 392 w 392"/>
                  <a:gd name="T15" fmla="*/ 97 h 12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2" h="124">
                    <a:moveTo>
                      <a:pt x="392" y="97"/>
                    </a:moveTo>
                    <a:lnTo>
                      <a:pt x="305" y="124"/>
                    </a:lnTo>
                    <a:lnTo>
                      <a:pt x="101" y="41"/>
                    </a:lnTo>
                    <a:lnTo>
                      <a:pt x="0" y="69"/>
                    </a:lnTo>
                    <a:lnTo>
                      <a:pt x="51" y="0"/>
                    </a:lnTo>
                    <a:lnTo>
                      <a:pt x="305" y="0"/>
                    </a:lnTo>
                    <a:lnTo>
                      <a:pt x="196" y="20"/>
                    </a:lnTo>
                    <a:lnTo>
                      <a:pt x="392" y="9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6018" name="Freeform 34">
                <a:extLst>
                  <a:ext uri="{FF2B5EF4-FFF2-40B4-BE49-F238E27FC236}">
                    <a16:creationId xmlns:a16="http://schemas.microsoft.com/office/drawing/2014/main" id="{D670B651-4E0B-2903-7224-7CAB1C9956A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44" y="1806"/>
                <a:ext cx="392" cy="124"/>
              </a:xfrm>
              <a:custGeom>
                <a:avLst/>
                <a:gdLst>
                  <a:gd name="T0" fmla="*/ 392 w 392"/>
                  <a:gd name="T1" fmla="*/ 97 h 124"/>
                  <a:gd name="T2" fmla="*/ 305 w 392"/>
                  <a:gd name="T3" fmla="*/ 124 h 124"/>
                  <a:gd name="T4" fmla="*/ 101 w 392"/>
                  <a:gd name="T5" fmla="*/ 41 h 124"/>
                  <a:gd name="T6" fmla="*/ 0 w 392"/>
                  <a:gd name="T7" fmla="*/ 69 h 124"/>
                  <a:gd name="T8" fmla="*/ 51 w 392"/>
                  <a:gd name="T9" fmla="*/ 0 h 124"/>
                  <a:gd name="T10" fmla="*/ 305 w 392"/>
                  <a:gd name="T11" fmla="*/ 0 h 124"/>
                  <a:gd name="T12" fmla="*/ 196 w 392"/>
                  <a:gd name="T13" fmla="*/ 20 h 124"/>
                  <a:gd name="T14" fmla="*/ 392 w 392"/>
                  <a:gd name="T15" fmla="*/ 97 h 12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2" h="124">
                    <a:moveTo>
                      <a:pt x="392" y="97"/>
                    </a:moveTo>
                    <a:lnTo>
                      <a:pt x="305" y="124"/>
                    </a:lnTo>
                    <a:lnTo>
                      <a:pt x="101" y="41"/>
                    </a:lnTo>
                    <a:lnTo>
                      <a:pt x="0" y="69"/>
                    </a:lnTo>
                    <a:lnTo>
                      <a:pt x="51" y="0"/>
                    </a:lnTo>
                    <a:lnTo>
                      <a:pt x="305" y="0"/>
                    </a:lnTo>
                    <a:lnTo>
                      <a:pt x="196" y="20"/>
                    </a:lnTo>
                    <a:lnTo>
                      <a:pt x="392" y="9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</p:grpSp>
      <p:sp>
        <p:nvSpPr>
          <p:cNvPr id="35855" name="WordArt 35">
            <a:extLst>
              <a:ext uri="{FF2B5EF4-FFF2-40B4-BE49-F238E27FC236}">
                <a16:creationId xmlns:a16="http://schemas.microsoft.com/office/drawing/2014/main" id="{E493F2A6-772D-B7A4-3345-60EFF24F8925}"/>
              </a:ext>
            </a:extLst>
          </p:cNvPr>
          <p:cNvSpPr>
            <a:spLocks noChangeAspect="1" noChangeArrowheads="1" noChangeShapeType="1" noTextEdit="1"/>
          </p:cNvSpPr>
          <p:nvPr/>
        </p:nvSpPr>
        <p:spPr bwMode="auto">
          <a:xfrm>
            <a:off x="9078914" y="3252788"/>
            <a:ext cx="663575" cy="196850"/>
          </a:xfrm>
          <a:prstGeom prst="rect">
            <a:avLst/>
          </a:prstGeom>
        </p:spPr>
        <p:txBody>
          <a:bodyPr wrap="none" fromWordArt="1">
            <a:prstTxWarp prst="textCanDown">
              <a:avLst>
                <a:gd name="adj" fmla="val 33333"/>
              </a:avLst>
            </a:prstTxWarp>
          </a:bodyPr>
          <a:lstStyle/>
          <a:p>
            <a:pPr algn="ctr"/>
            <a:r>
              <a:rPr lang="en-GB" sz="1400" kern="10">
                <a:ln w="9525">
                  <a:solidFill>
                    <a:srgbClr val="FFFFFF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r5  </a:t>
            </a:r>
          </a:p>
        </p:txBody>
      </p:sp>
      <p:sp>
        <p:nvSpPr>
          <p:cNvPr id="35856" name="Line 43">
            <a:extLst>
              <a:ext uri="{FF2B5EF4-FFF2-40B4-BE49-F238E27FC236}">
                <a16:creationId xmlns:a16="http://schemas.microsoft.com/office/drawing/2014/main" id="{498A4C12-E292-B45E-3A36-5DD9E372C5C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21226" y="4584701"/>
            <a:ext cx="1679575" cy="1890713"/>
          </a:xfrm>
          <a:prstGeom prst="line">
            <a:avLst/>
          </a:prstGeom>
          <a:noFill/>
          <a:ln w="28575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5857" name="Line 44">
            <a:extLst>
              <a:ext uri="{FF2B5EF4-FFF2-40B4-BE49-F238E27FC236}">
                <a16:creationId xmlns:a16="http://schemas.microsoft.com/office/drawing/2014/main" id="{E8C34EE3-DA94-473E-E4B5-B4C6AF03BD7A}"/>
              </a:ext>
            </a:extLst>
          </p:cNvPr>
          <p:cNvSpPr>
            <a:spLocks noChangeShapeType="1"/>
          </p:cNvSpPr>
          <p:nvPr/>
        </p:nvSpPr>
        <p:spPr bwMode="auto">
          <a:xfrm>
            <a:off x="4505326" y="3163889"/>
            <a:ext cx="144463" cy="3240087"/>
          </a:xfrm>
          <a:prstGeom prst="line">
            <a:avLst/>
          </a:prstGeom>
          <a:noFill/>
          <a:ln w="28575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5858" name="Line 45">
            <a:extLst>
              <a:ext uri="{FF2B5EF4-FFF2-40B4-BE49-F238E27FC236}">
                <a16:creationId xmlns:a16="http://schemas.microsoft.com/office/drawing/2014/main" id="{C0BE8AE0-CEAE-95E8-2CEF-73CED5EDD8BF}"/>
              </a:ext>
            </a:extLst>
          </p:cNvPr>
          <p:cNvSpPr>
            <a:spLocks noChangeShapeType="1"/>
          </p:cNvSpPr>
          <p:nvPr/>
        </p:nvSpPr>
        <p:spPr bwMode="auto">
          <a:xfrm>
            <a:off x="4505325" y="3019426"/>
            <a:ext cx="1989138" cy="14446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35859" name="Group 46">
            <a:extLst>
              <a:ext uri="{FF2B5EF4-FFF2-40B4-BE49-F238E27FC236}">
                <a16:creationId xmlns:a16="http://schemas.microsoft.com/office/drawing/2014/main" id="{E153938A-C06E-A01D-2892-08810AAFEB7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753100" y="4819651"/>
            <a:ext cx="552450" cy="460375"/>
            <a:chOff x="144" y="3264"/>
            <a:chExt cx="288" cy="240"/>
          </a:xfrm>
        </p:grpSpPr>
        <p:sp>
          <p:nvSpPr>
            <p:cNvPr id="36007" name="Rectangle 47">
              <a:extLst>
                <a:ext uri="{FF2B5EF4-FFF2-40B4-BE49-F238E27FC236}">
                  <a16:creationId xmlns:a16="http://schemas.microsoft.com/office/drawing/2014/main" id="{768BA36E-923F-12FD-F484-AC28B958871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400" b="1">
                  <a:latin typeface="Courier New" panose="02070309020205020404" pitchFamily="49" charset="0"/>
                </a:rPr>
                <a:t>eth2</a:t>
              </a:r>
            </a:p>
          </p:txBody>
        </p:sp>
        <p:sp>
          <p:nvSpPr>
            <p:cNvPr id="36008" name="Rectangle 48">
              <a:extLst>
                <a:ext uri="{FF2B5EF4-FFF2-40B4-BE49-F238E27FC236}">
                  <a16:creationId xmlns:a16="http://schemas.microsoft.com/office/drawing/2014/main" id="{66543E7F-E9AC-71B0-2710-247954C6BD3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400" b="1">
                  <a:solidFill>
                    <a:srgbClr val="5F5F5F"/>
                  </a:solidFill>
                  <a:latin typeface="Courier New" panose="02070309020205020404" pitchFamily="49" charset="0"/>
                </a:rPr>
                <a:t>18</a:t>
              </a:r>
            </a:p>
          </p:txBody>
        </p:sp>
      </p:grpSp>
      <p:grpSp>
        <p:nvGrpSpPr>
          <p:cNvPr id="35860" name="Group 49">
            <a:extLst>
              <a:ext uri="{FF2B5EF4-FFF2-40B4-BE49-F238E27FC236}">
                <a16:creationId xmlns:a16="http://schemas.microsoft.com/office/drawing/2014/main" id="{CB8905DD-496B-CF9B-9A3A-1953C3DC032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124575" y="4346576"/>
            <a:ext cx="736600" cy="404813"/>
            <a:chOff x="3264" y="912"/>
            <a:chExt cx="576" cy="316"/>
          </a:xfrm>
        </p:grpSpPr>
        <p:sp>
          <p:nvSpPr>
            <p:cNvPr id="35986" name="AutoShape 50">
              <a:extLst>
                <a:ext uri="{FF2B5EF4-FFF2-40B4-BE49-F238E27FC236}">
                  <a16:creationId xmlns:a16="http://schemas.microsoft.com/office/drawing/2014/main" id="{3C407648-338C-2E91-B625-988A4055E30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264" y="912"/>
              <a:ext cx="576" cy="316"/>
            </a:xfrm>
            <a:prstGeom prst="can">
              <a:avLst>
                <a:gd name="adj" fmla="val 50000"/>
              </a:avLst>
            </a:prstGeom>
            <a:gradFill rotWithShape="0">
              <a:gsLst>
                <a:gs pos="0">
                  <a:srgbClr val="002F5E"/>
                </a:gs>
                <a:gs pos="50000">
                  <a:srgbClr val="0066CC"/>
                </a:gs>
                <a:gs pos="100000">
                  <a:srgbClr val="002F5E"/>
                </a:gs>
              </a:gsLst>
              <a:lin ang="0" scaled="1"/>
            </a:gradFill>
            <a:ln w="9525">
              <a:solidFill>
                <a:srgbClr val="819F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73025" tIns="36512" rIns="73025" bIns="36512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it-IT" altLang="en-IT"/>
            </a:p>
          </p:txBody>
        </p:sp>
        <p:grpSp>
          <p:nvGrpSpPr>
            <p:cNvPr id="35987" name="Group 51">
              <a:extLst>
                <a:ext uri="{FF2B5EF4-FFF2-40B4-BE49-F238E27FC236}">
                  <a16:creationId xmlns:a16="http://schemas.microsoft.com/office/drawing/2014/main" id="{5A8D9912-AE02-406E-4991-249262BCFAC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370" y="932"/>
              <a:ext cx="359" cy="124"/>
              <a:chOff x="422" y="1632"/>
              <a:chExt cx="829" cy="298"/>
            </a:xfrm>
          </p:grpSpPr>
          <p:grpSp>
            <p:nvGrpSpPr>
              <p:cNvPr id="35989" name="Group 52">
                <a:extLst>
                  <a:ext uri="{FF2B5EF4-FFF2-40B4-BE49-F238E27FC236}">
                    <a16:creationId xmlns:a16="http://schemas.microsoft.com/office/drawing/2014/main" id="{0611DD9C-9B16-B8B6-8A3B-6378703C804D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22" y="1632"/>
                <a:ext cx="822" cy="291"/>
                <a:chOff x="422" y="1632"/>
                <a:chExt cx="822" cy="291"/>
              </a:xfrm>
            </p:grpSpPr>
            <p:sp>
              <p:nvSpPr>
                <p:cNvPr id="35999" name="Freeform 53">
                  <a:extLst>
                    <a:ext uri="{FF2B5EF4-FFF2-40B4-BE49-F238E27FC236}">
                      <a16:creationId xmlns:a16="http://schemas.microsoft.com/office/drawing/2014/main" id="{2AD4C04C-615F-FF48-0C07-9154BA2467D8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1" y="1639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4 w 393"/>
                    <a:gd name="T11" fmla="*/ 0 h 125"/>
                    <a:gd name="T12" fmla="*/ 196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4" y="0"/>
                      </a:lnTo>
                      <a:lnTo>
                        <a:pt x="196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6000" name="Freeform 54">
                  <a:extLst>
                    <a:ext uri="{FF2B5EF4-FFF2-40B4-BE49-F238E27FC236}">
                      <a16:creationId xmlns:a16="http://schemas.microsoft.com/office/drawing/2014/main" id="{E9431D1F-6544-E3ED-F482-F03F836AAA7D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1" y="1639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4 w 393"/>
                    <a:gd name="T11" fmla="*/ 0 h 125"/>
                    <a:gd name="T12" fmla="*/ 196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4" y="0"/>
                      </a:lnTo>
                      <a:lnTo>
                        <a:pt x="196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6001" name="Freeform 55">
                  <a:extLst>
                    <a:ext uri="{FF2B5EF4-FFF2-40B4-BE49-F238E27FC236}">
                      <a16:creationId xmlns:a16="http://schemas.microsoft.com/office/drawing/2014/main" id="{DFC723D8-1311-B583-ED53-1A65AD8671D5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2" y="1785"/>
                  <a:ext cx="393" cy="132"/>
                </a:xfrm>
                <a:custGeom>
                  <a:avLst/>
                  <a:gdLst>
                    <a:gd name="T0" fmla="*/ 393 w 393"/>
                    <a:gd name="T1" fmla="*/ 28 h 132"/>
                    <a:gd name="T2" fmla="*/ 305 w 393"/>
                    <a:gd name="T3" fmla="*/ 0 h 132"/>
                    <a:gd name="T4" fmla="*/ 102 w 393"/>
                    <a:gd name="T5" fmla="*/ 83 h 132"/>
                    <a:gd name="T6" fmla="*/ 0 w 393"/>
                    <a:gd name="T7" fmla="*/ 55 h 132"/>
                    <a:gd name="T8" fmla="*/ 51 w 393"/>
                    <a:gd name="T9" fmla="*/ 132 h 132"/>
                    <a:gd name="T10" fmla="*/ 305 w 393"/>
                    <a:gd name="T11" fmla="*/ 132 h 132"/>
                    <a:gd name="T12" fmla="*/ 196 w 393"/>
                    <a:gd name="T13" fmla="*/ 104 h 132"/>
                    <a:gd name="T14" fmla="*/ 393 w 393"/>
                    <a:gd name="T15" fmla="*/ 28 h 13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2">
                      <a:moveTo>
                        <a:pt x="393" y="28"/>
                      </a:moveTo>
                      <a:lnTo>
                        <a:pt x="305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2"/>
                      </a:lnTo>
                      <a:lnTo>
                        <a:pt x="305" y="132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6002" name="Freeform 56">
                  <a:extLst>
                    <a:ext uri="{FF2B5EF4-FFF2-40B4-BE49-F238E27FC236}">
                      <a16:creationId xmlns:a16="http://schemas.microsoft.com/office/drawing/2014/main" id="{8C9C7D2F-3EBB-4F1C-DF23-6FB53D657D35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2" y="1785"/>
                  <a:ext cx="393" cy="132"/>
                </a:xfrm>
                <a:custGeom>
                  <a:avLst/>
                  <a:gdLst>
                    <a:gd name="T0" fmla="*/ 393 w 393"/>
                    <a:gd name="T1" fmla="*/ 28 h 132"/>
                    <a:gd name="T2" fmla="*/ 305 w 393"/>
                    <a:gd name="T3" fmla="*/ 0 h 132"/>
                    <a:gd name="T4" fmla="*/ 102 w 393"/>
                    <a:gd name="T5" fmla="*/ 83 h 132"/>
                    <a:gd name="T6" fmla="*/ 0 w 393"/>
                    <a:gd name="T7" fmla="*/ 55 h 132"/>
                    <a:gd name="T8" fmla="*/ 51 w 393"/>
                    <a:gd name="T9" fmla="*/ 132 h 132"/>
                    <a:gd name="T10" fmla="*/ 305 w 393"/>
                    <a:gd name="T11" fmla="*/ 132 h 132"/>
                    <a:gd name="T12" fmla="*/ 196 w 393"/>
                    <a:gd name="T13" fmla="*/ 104 h 132"/>
                    <a:gd name="T14" fmla="*/ 393 w 393"/>
                    <a:gd name="T15" fmla="*/ 28 h 13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2">
                      <a:moveTo>
                        <a:pt x="393" y="28"/>
                      </a:moveTo>
                      <a:lnTo>
                        <a:pt x="305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2"/>
                      </a:lnTo>
                      <a:lnTo>
                        <a:pt x="305" y="132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6003" name="Freeform 57">
                  <a:extLst>
                    <a:ext uri="{FF2B5EF4-FFF2-40B4-BE49-F238E27FC236}">
                      <a16:creationId xmlns:a16="http://schemas.microsoft.com/office/drawing/2014/main" id="{6F9A353D-1C65-0351-7948-4F9A28ABA36E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44" y="1632"/>
                  <a:ext cx="392" cy="125"/>
                </a:xfrm>
                <a:custGeom>
                  <a:avLst/>
                  <a:gdLst>
                    <a:gd name="T0" fmla="*/ 0 w 392"/>
                    <a:gd name="T1" fmla="*/ 28 h 125"/>
                    <a:gd name="T2" fmla="*/ 87 w 392"/>
                    <a:gd name="T3" fmla="*/ 0 h 125"/>
                    <a:gd name="T4" fmla="*/ 298 w 392"/>
                    <a:gd name="T5" fmla="*/ 77 h 125"/>
                    <a:gd name="T6" fmla="*/ 392 w 392"/>
                    <a:gd name="T7" fmla="*/ 56 h 125"/>
                    <a:gd name="T8" fmla="*/ 341 w 392"/>
                    <a:gd name="T9" fmla="*/ 125 h 125"/>
                    <a:gd name="T10" fmla="*/ 94 w 392"/>
                    <a:gd name="T11" fmla="*/ 125 h 125"/>
                    <a:gd name="T12" fmla="*/ 196 w 392"/>
                    <a:gd name="T13" fmla="*/ 104 h 125"/>
                    <a:gd name="T14" fmla="*/ 0 w 392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2" y="56"/>
                      </a:lnTo>
                      <a:lnTo>
                        <a:pt x="341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6004" name="Freeform 58">
                  <a:extLst>
                    <a:ext uri="{FF2B5EF4-FFF2-40B4-BE49-F238E27FC236}">
                      <a16:creationId xmlns:a16="http://schemas.microsoft.com/office/drawing/2014/main" id="{59001C69-C755-181E-25A6-0B13B47A44B8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44" y="1632"/>
                  <a:ext cx="392" cy="125"/>
                </a:xfrm>
                <a:custGeom>
                  <a:avLst/>
                  <a:gdLst>
                    <a:gd name="T0" fmla="*/ 0 w 392"/>
                    <a:gd name="T1" fmla="*/ 28 h 125"/>
                    <a:gd name="T2" fmla="*/ 87 w 392"/>
                    <a:gd name="T3" fmla="*/ 0 h 125"/>
                    <a:gd name="T4" fmla="*/ 298 w 392"/>
                    <a:gd name="T5" fmla="*/ 77 h 125"/>
                    <a:gd name="T6" fmla="*/ 392 w 392"/>
                    <a:gd name="T7" fmla="*/ 56 h 125"/>
                    <a:gd name="T8" fmla="*/ 341 w 392"/>
                    <a:gd name="T9" fmla="*/ 125 h 125"/>
                    <a:gd name="T10" fmla="*/ 94 w 392"/>
                    <a:gd name="T11" fmla="*/ 125 h 125"/>
                    <a:gd name="T12" fmla="*/ 196 w 392"/>
                    <a:gd name="T13" fmla="*/ 104 h 125"/>
                    <a:gd name="T14" fmla="*/ 0 w 392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2" y="56"/>
                      </a:lnTo>
                      <a:lnTo>
                        <a:pt x="341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6005" name="Freeform 59">
                  <a:extLst>
                    <a:ext uri="{FF2B5EF4-FFF2-40B4-BE49-F238E27FC236}">
                      <a16:creationId xmlns:a16="http://schemas.microsoft.com/office/drawing/2014/main" id="{907890E4-427E-88CC-E589-3C38861AFACC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36" y="1799"/>
                  <a:ext cx="393" cy="124"/>
                </a:xfrm>
                <a:custGeom>
                  <a:avLst/>
                  <a:gdLst>
                    <a:gd name="T0" fmla="*/ 393 w 393"/>
                    <a:gd name="T1" fmla="*/ 97 h 124"/>
                    <a:gd name="T2" fmla="*/ 306 w 393"/>
                    <a:gd name="T3" fmla="*/ 124 h 124"/>
                    <a:gd name="T4" fmla="*/ 102 w 393"/>
                    <a:gd name="T5" fmla="*/ 41 h 124"/>
                    <a:gd name="T6" fmla="*/ 0 w 393"/>
                    <a:gd name="T7" fmla="*/ 69 h 124"/>
                    <a:gd name="T8" fmla="*/ 51 w 393"/>
                    <a:gd name="T9" fmla="*/ 0 h 124"/>
                    <a:gd name="T10" fmla="*/ 306 w 393"/>
                    <a:gd name="T11" fmla="*/ 0 h 124"/>
                    <a:gd name="T12" fmla="*/ 197 w 393"/>
                    <a:gd name="T13" fmla="*/ 21 h 124"/>
                    <a:gd name="T14" fmla="*/ 393 w 393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4">
                      <a:moveTo>
                        <a:pt x="393" y="97"/>
                      </a:moveTo>
                      <a:lnTo>
                        <a:pt x="306" y="124"/>
                      </a:lnTo>
                      <a:lnTo>
                        <a:pt x="102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6" y="0"/>
                      </a:lnTo>
                      <a:lnTo>
                        <a:pt x="197" y="21"/>
                      </a:lnTo>
                      <a:lnTo>
                        <a:pt x="393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6006" name="Freeform 60">
                  <a:extLst>
                    <a:ext uri="{FF2B5EF4-FFF2-40B4-BE49-F238E27FC236}">
                      <a16:creationId xmlns:a16="http://schemas.microsoft.com/office/drawing/2014/main" id="{4C459EFF-61B9-0FD8-F0A6-153CD28406CA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36" y="1799"/>
                  <a:ext cx="393" cy="124"/>
                </a:xfrm>
                <a:custGeom>
                  <a:avLst/>
                  <a:gdLst>
                    <a:gd name="T0" fmla="*/ 393 w 393"/>
                    <a:gd name="T1" fmla="*/ 97 h 124"/>
                    <a:gd name="T2" fmla="*/ 306 w 393"/>
                    <a:gd name="T3" fmla="*/ 124 h 124"/>
                    <a:gd name="T4" fmla="*/ 102 w 393"/>
                    <a:gd name="T5" fmla="*/ 41 h 124"/>
                    <a:gd name="T6" fmla="*/ 0 w 393"/>
                    <a:gd name="T7" fmla="*/ 69 h 124"/>
                    <a:gd name="T8" fmla="*/ 51 w 393"/>
                    <a:gd name="T9" fmla="*/ 0 h 124"/>
                    <a:gd name="T10" fmla="*/ 306 w 393"/>
                    <a:gd name="T11" fmla="*/ 0 h 124"/>
                    <a:gd name="T12" fmla="*/ 197 w 393"/>
                    <a:gd name="T13" fmla="*/ 21 h 124"/>
                    <a:gd name="T14" fmla="*/ 393 w 393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4">
                      <a:moveTo>
                        <a:pt x="393" y="97"/>
                      </a:moveTo>
                      <a:lnTo>
                        <a:pt x="306" y="124"/>
                      </a:lnTo>
                      <a:lnTo>
                        <a:pt x="102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6" y="0"/>
                      </a:lnTo>
                      <a:lnTo>
                        <a:pt x="197" y="21"/>
                      </a:lnTo>
                      <a:lnTo>
                        <a:pt x="393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35990" name="Group 61">
                <a:extLst>
                  <a:ext uri="{FF2B5EF4-FFF2-40B4-BE49-F238E27FC236}">
                    <a16:creationId xmlns:a16="http://schemas.microsoft.com/office/drawing/2014/main" id="{56B82845-9CE6-E7EC-2198-BFF947797B7D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29" y="1639"/>
                <a:ext cx="822" cy="291"/>
                <a:chOff x="429" y="1639"/>
                <a:chExt cx="822" cy="291"/>
              </a:xfrm>
            </p:grpSpPr>
            <p:sp>
              <p:nvSpPr>
                <p:cNvPr id="35991" name="Freeform 62">
                  <a:extLst>
                    <a:ext uri="{FF2B5EF4-FFF2-40B4-BE49-F238E27FC236}">
                      <a16:creationId xmlns:a16="http://schemas.microsoft.com/office/drawing/2014/main" id="{6E1DE591-634C-A2CB-434B-DB5085E71870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8" y="1646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5 w 393"/>
                    <a:gd name="T11" fmla="*/ 0 h 125"/>
                    <a:gd name="T12" fmla="*/ 197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5" y="0"/>
                      </a:lnTo>
                      <a:lnTo>
                        <a:pt x="197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5992" name="Freeform 63">
                  <a:extLst>
                    <a:ext uri="{FF2B5EF4-FFF2-40B4-BE49-F238E27FC236}">
                      <a16:creationId xmlns:a16="http://schemas.microsoft.com/office/drawing/2014/main" id="{F1F5513A-6263-1032-F403-C304F6810701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8" y="1646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5 w 393"/>
                    <a:gd name="T11" fmla="*/ 0 h 125"/>
                    <a:gd name="T12" fmla="*/ 197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5" y="0"/>
                      </a:lnTo>
                      <a:lnTo>
                        <a:pt x="197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5993" name="Freeform 64">
                  <a:extLst>
                    <a:ext uri="{FF2B5EF4-FFF2-40B4-BE49-F238E27FC236}">
                      <a16:creationId xmlns:a16="http://schemas.microsoft.com/office/drawing/2014/main" id="{381B6AE9-8953-EEB3-F95D-1814EF39737C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9" y="1792"/>
                  <a:ext cx="393" cy="131"/>
                </a:xfrm>
                <a:custGeom>
                  <a:avLst/>
                  <a:gdLst>
                    <a:gd name="T0" fmla="*/ 393 w 393"/>
                    <a:gd name="T1" fmla="*/ 28 h 131"/>
                    <a:gd name="T2" fmla="*/ 306 w 393"/>
                    <a:gd name="T3" fmla="*/ 0 h 131"/>
                    <a:gd name="T4" fmla="*/ 102 w 393"/>
                    <a:gd name="T5" fmla="*/ 83 h 131"/>
                    <a:gd name="T6" fmla="*/ 0 w 393"/>
                    <a:gd name="T7" fmla="*/ 55 h 131"/>
                    <a:gd name="T8" fmla="*/ 51 w 393"/>
                    <a:gd name="T9" fmla="*/ 131 h 131"/>
                    <a:gd name="T10" fmla="*/ 306 w 393"/>
                    <a:gd name="T11" fmla="*/ 131 h 131"/>
                    <a:gd name="T12" fmla="*/ 196 w 393"/>
                    <a:gd name="T13" fmla="*/ 104 h 131"/>
                    <a:gd name="T14" fmla="*/ 393 w 393"/>
                    <a:gd name="T15" fmla="*/ 28 h 13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1">
                      <a:moveTo>
                        <a:pt x="393" y="28"/>
                      </a:moveTo>
                      <a:lnTo>
                        <a:pt x="306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1"/>
                      </a:lnTo>
                      <a:lnTo>
                        <a:pt x="306" y="131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5994" name="Freeform 65">
                  <a:extLst>
                    <a:ext uri="{FF2B5EF4-FFF2-40B4-BE49-F238E27FC236}">
                      <a16:creationId xmlns:a16="http://schemas.microsoft.com/office/drawing/2014/main" id="{4D24D503-DCEC-6AEE-3DEB-45A7A4A3D156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9" y="1792"/>
                  <a:ext cx="393" cy="131"/>
                </a:xfrm>
                <a:custGeom>
                  <a:avLst/>
                  <a:gdLst>
                    <a:gd name="T0" fmla="*/ 393 w 393"/>
                    <a:gd name="T1" fmla="*/ 28 h 131"/>
                    <a:gd name="T2" fmla="*/ 306 w 393"/>
                    <a:gd name="T3" fmla="*/ 0 h 131"/>
                    <a:gd name="T4" fmla="*/ 102 w 393"/>
                    <a:gd name="T5" fmla="*/ 83 h 131"/>
                    <a:gd name="T6" fmla="*/ 0 w 393"/>
                    <a:gd name="T7" fmla="*/ 55 h 131"/>
                    <a:gd name="T8" fmla="*/ 51 w 393"/>
                    <a:gd name="T9" fmla="*/ 131 h 131"/>
                    <a:gd name="T10" fmla="*/ 306 w 393"/>
                    <a:gd name="T11" fmla="*/ 131 h 131"/>
                    <a:gd name="T12" fmla="*/ 196 w 393"/>
                    <a:gd name="T13" fmla="*/ 104 h 131"/>
                    <a:gd name="T14" fmla="*/ 393 w 393"/>
                    <a:gd name="T15" fmla="*/ 28 h 13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1">
                      <a:moveTo>
                        <a:pt x="393" y="28"/>
                      </a:moveTo>
                      <a:lnTo>
                        <a:pt x="306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1"/>
                      </a:lnTo>
                      <a:lnTo>
                        <a:pt x="306" y="131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5995" name="Freeform 66">
                  <a:extLst>
                    <a:ext uri="{FF2B5EF4-FFF2-40B4-BE49-F238E27FC236}">
                      <a16:creationId xmlns:a16="http://schemas.microsoft.com/office/drawing/2014/main" id="{F714CE11-3934-6737-38EF-B7B6E0BDFD80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51" y="1639"/>
                  <a:ext cx="393" cy="125"/>
                </a:xfrm>
                <a:custGeom>
                  <a:avLst/>
                  <a:gdLst>
                    <a:gd name="T0" fmla="*/ 0 w 393"/>
                    <a:gd name="T1" fmla="*/ 28 h 125"/>
                    <a:gd name="T2" fmla="*/ 87 w 393"/>
                    <a:gd name="T3" fmla="*/ 0 h 125"/>
                    <a:gd name="T4" fmla="*/ 298 w 393"/>
                    <a:gd name="T5" fmla="*/ 77 h 125"/>
                    <a:gd name="T6" fmla="*/ 393 w 393"/>
                    <a:gd name="T7" fmla="*/ 56 h 125"/>
                    <a:gd name="T8" fmla="*/ 342 w 393"/>
                    <a:gd name="T9" fmla="*/ 125 h 125"/>
                    <a:gd name="T10" fmla="*/ 94 w 393"/>
                    <a:gd name="T11" fmla="*/ 125 h 125"/>
                    <a:gd name="T12" fmla="*/ 196 w 393"/>
                    <a:gd name="T13" fmla="*/ 104 h 125"/>
                    <a:gd name="T14" fmla="*/ 0 w 393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3" y="56"/>
                      </a:lnTo>
                      <a:lnTo>
                        <a:pt x="342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5996" name="Freeform 67">
                  <a:extLst>
                    <a:ext uri="{FF2B5EF4-FFF2-40B4-BE49-F238E27FC236}">
                      <a16:creationId xmlns:a16="http://schemas.microsoft.com/office/drawing/2014/main" id="{B2BD1380-D5BF-7CCB-7296-637E716A95BD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51" y="1639"/>
                  <a:ext cx="393" cy="125"/>
                </a:xfrm>
                <a:custGeom>
                  <a:avLst/>
                  <a:gdLst>
                    <a:gd name="T0" fmla="*/ 0 w 393"/>
                    <a:gd name="T1" fmla="*/ 28 h 125"/>
                    <a:gd name="T2" fmla="*/ 87 w 393"/>
                    <a:gd name="T3" fmla="*/ 0 h 125"/>
                    <a:gd name="T4" fmla="*/ 298 w 393"/>
                    <a:gd name="T5" fmla="*/ 77 h 125"/>
                    <a:gd name="T6" fmla="*/ 393 w 393"/>
                    <a:gd name="T7" fmla="*/ 56 h 125"/>
                    <a:gd name="T8" fmla="*/ 342 w 393"/>
                    <a:gd name="T9" fmla="*/ 125 h 125"/>
                    <a:gd name="T10" fmla="*/ 94 w 393"/>
                    <a:gd name="T11" fmla="*/ 125 h 125"/>
                    <a:gd name="T12" fmla="*/ 196 w 393"/>
                    <a:gd name="T13" fmla="*/ 104 h 125"/>
                    <a:gd name="T14" fmla="*/ 0 w 393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3" y="56"/>
                      </a:lnTo>
                      <a:lnTo>
                        <a:pt x="342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5997" name="Freeform 68">
                  <a:extLst>
                    <a:ext uri="{FF2B5EF4-FFF2-40B4-BE49-F238E27FC236}">
                      <a16:creationId xmlns:a16="http://schemas.microsoft.com/office/drawing/2014/main" id="{69016DB4-6583-77A4-3285-DA7D7B53814D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44" y="1806"/>
                  <a:ext cx="392" cy="124"/>
                </a:xfrm>
                <a:custGeom>
                  <a:avLst/>
                  <a:gdLst>
                    <a:gd name="T0" fmla="*/ 392 w 392"/>
                    <a:gd name="T1" fmla="*/ 97 h 124"/>
                    <a:gd name="T2" fmla="*/ 305 w 392"/>
                    <a:gd name="T3" fmla="*/ 124 h 124"/>
                    <a:gd name="T4" fmla="*/ 101 w 392"/>
                    <a:gd name="T5" fmla="*/ 41 h 124"/>
                    <a:gd name="T6" fmla="*/ 0 w 392"/>
                    <a:gd name="T7" fmla="*/ 69 h 124"/>
                    <a:gd name="T8" fmla="*/ 51 w 392"/>
                    <a:gd name="T9" fmla="*/ 0 h 124"/>
                    <a:gd name="T10" fmla="*/ 305 w 392"/>
                    <a:gd name="T11" fmla="*/ 0 h 124"/>
                    <a:gd name="T12" fmla="*/ 196 w 392"/>
                    <a:gd name="T13" fmla="*/ 20 h 124"/>
                    <a:gd name="T14" fmla="*/ 392 w 392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4">
                      <a:moveTo>
                        <a:pt x="392" y="97"/>
                      </a:moveTo>
                      <a:lnTo>
                        <a:pt x="305" y="124"/>
                      </a:lnTo>
                      <a:lnTo>
                        <a:pt x="101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5" y="0"/>
                      </a:lnTo>
                      <a:lnTo>
                        <a:pt x="196" y="20"/>
                      </a:lnTo>
                      <a:lnTo>
                        <a:pt x="392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5998" name="Freeform 69">
                  <a:extLst>
                    <a:ext uri="{FF2B5EF4-FFF2-40B4-BE49-F238E27FC236}">
                      <a16:creationId xmlns:a16="http://schemas.microsoft.com/office/drawing/2014/main" id="{A95DA1AC-C871-D205-054C-0E8969E37564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44" y="1806"/>
                  <a:ext cx="392" cy="124"/>
                </a:xfrm>
                <a:custGeom>
                  <a:avLst/>
                  <a:gdLst>
                    <a:gd name="T0" fmla="*/ 392 w 392"/>
                    <a:gd name="T1" fmla="*/ 97 h 124"/>
                    <a:gd name="T2" fmla="*/ 305 w 392"/>
                    <a:gd name="T3" fmla="*/ 124 h 124"/>
                    <a:gd name="T4" fmla="*/ 101 w 392"/>
                    <a:gd name="T5" fmla="*/ 41 h 124"/>
                    <a:gd name="T6" fmla="*/ 0 w 392"/>
                    <a:gd name="T7" fmla="*/ 69 h 124"/>
                    <a:gd name="T8" fmla="*/ 51 w 392"/>
                    <a:gd name="T9" fmla="*/ 0 h 124"/>
                    <a:gd name="T10" fmla="*/ 305 w 392"/>
                    <a:gd name="T11" fmla="*/ 0 h 124"/>
                    <a:gd name="T12" fmla="*/ 196 w 392"/>
                    <a:gd name="T13" fmla="*/ 20 h 124"/>
                    <a:gd name="T14" fmla="*/ 392 w 392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4">
                      <a:moveTo>
                        <a:pt x="392" y="97"/>
                      </a:moveTo>
                      <a:lnTo>
                        <a:pt x="305" y="124"/>
                      </a:lnTo>
                      <a:lnTo>
                        <a:pt x="101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5" y="0"/>
                      </a:lnTo>
                      <a:lnTo>
                        <a:pt x="196" y="20"/>
                      </a:lnTo>
                      <a:lnTo>
                        <a:pt x="392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</p:grpSp>
        <p:sp>
          <p:nvSpPr>
            <p:cNvPr id="35988" name="WordArt 70">
              <a:extLst>
                <a:ext uri="{FF2B5EF4-FFF2-40B4-BE49-F238E27FC236}">
                  <a16:creationId xmlns:a16="http://schemas.microsoft.com/office/drawing/2014/main" id="{C311DEAE-A821-F654-0133-ADFB78002352}"/>
                </a:ext>
              </a:extLst>
            </p:cNvPr>
            <p:cNvSpPr>
              <a:spLocks noChangeAspect="1" noChangeArrowheads="1" noChangeShapeType="1" noTextEdit="1"/>
            </p:cNvSpPr>
            <p:nvPr/>
          </p:nvSpPr>
          <p:spPr bwMode="auto">
            <a:xfrm>
              <a:off x="3293" y="1041"/>
              <a:ext cx="518" cy="15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r4  </a:t>
              </a:r>
            </a:p>
          </p:txBody>
        </p:sp>
      </p:grpSp>
      <p:grpSp>
        <p:nvGrpSpPr>
          <p:cNvPr id="35861" name="Group 71">
            <a:extLst>
              <a:ext uri="{FF2B5EF4-FFF2-40B4-BE49-F238E27FC236}">
                <a16:creationId xmlns:a16="http://schemas.microsoft.com/office/drawing/2014/main" id="{E29B3E38-BAB7-45F5-D934-156D1EB4380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969000" y="3851276"/>
            <a:ext cx="552450" cy="460375"/>
            <a:chOff x="144" y="3264"/>
            <a:chExt cx="288" cy="240"/>
          </a:xfrm>
        </p:grpSpPr>
        <p:sp>
          <p:nvSpPr>
            <p:cNvPr id="35984" name="Rectangle 72">
              <a:extLst>
                <a:ext uri="{FF2B5EF4-FFF2-40B4-BE49-F238E27FC236}">
                  <a16:creationId xmlns:a16="http://schemas.microsoft.com/office/drawing/2014/main" id="{C6F8A71B-BD09-2FD0-49D2-AF1B889AC78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400" b="1">
                  <a:latin typeface="Courier New" panose="02070309020205020404" pitchFamily="49" charset="0"/>
                </a:rPr>
                <a:t>eth3</a:t>
              </a:r>
            </a:p>
          </p:txBody>
        </p:sp>
        <p:sp>
          <p:nvSpPr>
            <p:cNvPr id="35985" name="Rectangle 73">
              <a:extLst>
                <a:ext uri="{FF2B5EF4-FFF2-40B4-BE49-F238E27FC236}">
                  <a16:creationId xmlns:a16="http://schemas.microsoft.com/office/drawing/2014/main" id="{0A8D8997-ED10-BB89-4CB4-2C66C48A05D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400" b="1">
                  <a:solidFill>
                    <a:srgbClr val="5F5F5F"/>
                  </a:solidFill>
                  <a:latin typeface="Courier New" panose="02070309020205020404" pitchFamily="49" charset="0"/>
                </a:rPr>
                <a:t>14</a:t>
              </a:r>
            </a:p>
          </p:txBody>
        </p:sp>
      </p:grpSp>
      <p:grpSp>
        <p:nvGrpSpPr>
          <p:cNvPr id="35862" name="Group 74">
            <a:extLst>
              <a:ext uri="{FF2B5EF4-FFF2-40B4-BE49-F238E27FC236}">
                <a16:creationId xmlns:a16="http://schemas.microsoft.com/office/drawing/2014/main" id="{A819A663-5F76-D6E1-4CA5-5B5F5573451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217989" y="3633789"/>
            <a:ext cx="554037" cy="460375"/>
            <a:chOff x="144" y="3264"/>
            <a:chExt cx="288" cy="240"/>
          </a:xfrm>
        </p:grpSpPr>
        <p:sp>
          <p:nvSpPr>
            <p:cNvPr id="35982" name="Rectangle 75">
              <a:extLst>
                <a:ext uri="{FF2B5EF4-FFF2-40B4-BE49-F238E27FC236}">
                  <a16:creationId xmlns:a16="http://schemas.microsoft.com/office/drawing/2014/main" id="{4930C507-37EB-4291-F527-550DAFD1D34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400" b="1">
                  <a:latin typeface="Courier New" panose="02070309020205020404" pitchFamily="49" charset="0"/>
                </a:rPr>
                <a:t>eth1</a:t>
              </a:r>
            </a:p>
          </p:txBody>
        </p:sp>
        <p:sp>
          <p:nvSpPr>
            <p:cNvPr id="35983" name="Rectangle 76">
              <a:extLst>
                <a:ext uri="{FF2B5EF4-FFF2-40B4-BE49-F238E27FC236}">
                  <a16:creationId xmlns:a16="http://schemas.microsoft.com/office/drawing/2014/main" id="{4C27CF0B-65DA-C466-14FE-9428AB99377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400" b="1">
                  <a:solidFill>
                    <a:srgbClr val="5F5F5F"/>
                  </a:solidFill>
                  <a:latin typeface="Courier New" panose="02070309020205020404" pitchFamily="49" charset="0"/>
                </a:rPr>
                <a:t>9</a:t>
              </a:r>
            </a:p>
          </p:txBody>
        </p:sp>
      </p:grpSp>
      <p:grpSp>
        <p:nvGrpSpPr>
          <p:cNvPr id="35863" name="Group 77">
            <a:extLst>
              <a:ext uri="{FF2B5EF4-FFF2-40B4-BE49-F238E27FC236}">
                <a16:creationId xmlns:a16="http://schemas.microsoft.com/office/drawing/2014/main" id="{1A5C91D2-1D2F-D09C-583F-2F3782ED6B7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281364" y="3633789"/>
            <a:ext cx="555625" cy="460375"/>
            <a:chOff x="144" y="3264"/>
            <a:chExt cx="288" cy="240"/>
          </a:xfrm>
        </p:grpSpPr>
        <p:sp>
          <p:nvSpPr>
            <p:cNvPr id="35980" name="Rectangle 78">
              <a:extLst>
                <a:ext uri="{FF2B5EF4-FFF2-40B4-BE49-F238E27FC236}">
                  <a16:creationId xmlns:a16="http://schemas.microsoft.com/office/drawing/2014/main" id="{A6112DB7-2964-C501-0584-EDC5D82E70E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400" b="1">
                  <a:latin typeface="Courier New" panose="02070309020205020404" pitchFamily="49" charset="0"/>
                </a:rPr>
                <a:t>eth2</a:t>
              </a:r>
            </a:p>
          </p:txBody>
        </p:sp>
        <p:sp>
          <p:nvSpPr>
            <p:cNvPr id="35981" name="Rectangle 79">
              <a:extLst>
                <a:ext uri="{FF2B5EF4-FFF2-40B4-BE49-F238E27FC236}">
                  <a16:creationId xmlns:a16="http://schemas.microsoft.com/office/drawing/2014/main" id="{6204CAB9-C05F-FBB8-5EBA-94FEE130F16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400" b="1">
                  <a:solidFill>
                    <a:srgbClr val="5F5F5F"/>
                  </a:solidFill>
                  <a:latin typeface="Courier New" panose="02070309020205020404" pitchFamily="49" charset="0"/>
                </a:rPr>
                <a:t>1</a:t>
              </a:r>
            </a:p>
          </p:txBody>
        </p:sp>
      </p:grpSp>
      <p:grpSp>
        <p:nvGrpSpPr>
          <p:cNvPr id="35864" name="Group 83">
            <a:extLst>
              <a:ext uri="{FF2B5EF4-FFF2-40B4-BE49-F238E27FC236}">
                <a16:creationId xmlns:a16="http://schemas.microsoft.com/office/drawing/2014/main" id="{D579A0BB-B99D-837B-B67E-8951AEE64C1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291013" y="5656264"/>
            <a:ext cx="552450" cy="460375"/>
            <a:chOff x="144" y="3264"/>
            <a:chExt cx="288" cy="240"/>
          </a:xfrm>
        </p:grpSpPr>
        <p:sp>
          <p:nvSpPr>
            <p:cNvPr id="35978" name="Rectangle 84">
              <a:extLst>
                <a:ext uri="{FF2B5EF4-FFF2-40B4-BE49-F238E27FC236}">
                  <a16:creationId xmlns:a16="http://schemas.microsoft.com/office/drawing/2014/main" id="{E914A7A0-2076-802E-D256-549D42892D6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400" b="1">
                  <a:latin typeface="Courier New" panose="02070309020205020404" pitchFamily="49" charset="0"/>
                </a:rPr>
                <a:t>eth1</a:t>
              </a:r>
            </a:p>
          </p:txBody>
        </p:sp>
        <p:sp>
          <p:nvSpPr>
            <p:cNvPr id="35979" name="Rectangle 85">
              <a:extLst>
                <a:ext uri="{FF2B5EF4-FFF2-40B4-BE49-F238E27FC236}">
                  <a16:creationId xmlns:a16="http://schemas.microsoft.com/office/drawing/2014/main" id="{F6DB8A5D-2B92-8881-8531-0CC17EA0FD0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400" b="1">
                  <a:solidFill>
                    <a:srgbClr val="5F5F5F"/>
                  </a:solidFill>
                  <a:latin typeface="Courier New" panose="02070309020205020404" pitchFamily="49" charset="0"/>
                </a:rPr>
                <a:t>10</a:t>
              </a:r>
            </a:p>
          </p:txBody>
        </p:sp>
      </p:grpSp>
      <p:sp>
        <p:nvSpPr>
          <p:cNvPr id="35865" name="Arc 86">
            <a:extLst>
              <a:ext uri="{FF2B5EF4-FFF2-40B4-BE49-F238E27FC236}">
                <a16:creationId xmlns:a16="http://schemas.microsoft.com/office/drawing/2014/main" id="{B417FE26-E94D-F28D-F0B4-8B996FC356E8}"/>
              </a:ext>
            </a:extLst>
          </p:cNvPr>
          <p:cNvSpPr>
            <a:spLocks/>
          </p:cNvSpPr>
          <p:nvPr/>
        </p:nvSpPr>
        <p:spPr bwMode="auto">
          <a:xfrm flipH="1">
            <a:off x="2705101" y="3204647"/>
            <a:ext cx="1368425" cy="369332"/>
          </a:xfrm>
          <a:custGeom>
            <a:avLst/>
            <a:gdLst>
              <a:gd name="T0" fmla="*/ 0 w 21600"/>
              <a:gd name="T1" fmla="*/ 0 h 21600"/>
              <a:gd name="T2" fmla="*/ 1368425 w 21600"/>
              <a:gd name="T3" fmla="*/ 431800 h 21600"/>
              <a:gd name="T4" fmla="*/ 0 w 21600"/>
              <a:gd name="T5" fmla="*/ 43180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grpSp>
        <p:nvGrpSpPr>
          <p:cNvPr id="35866" name="Group 87">
            <a:extLst>
              <a:ext uri="{FF2B5EF4-FFF2-40B4-BE49-F238E27FC236}">
                <a16:creationId xmlns:a16="http://schemas.microsoft.com/office/drawing/2014/main" id="{43E0ABAB-21BC-A15F-F8AF-E86474CA2F7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073525" y="2986088"/>
            <a:ext cx="738188" cy="404812"/>
            <a:chOff x="816" y="2496"/>
            <a:chExt cx="384" cy="211"/>
          </a:xfrm>
        </p:grpSpPr>
        <p:sp>
          <p:nvSpPr>
            <p:cNvPr id="35957" name="AutoShape 88">
              <a:extLst>
                <a:ext uri="{FF2B5EF4-FFF2-40B4-BE49-F238E27FC236}">
                  <a16:creationId xmlns:a16="http://schemas.microsoft.com/office/drawing/2014/main" id="{193D1320-CAA4-843C-EEF9-450CCA32B5B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816" y="2496"/>
              <a:ext cx="384" cy="211"/>
            </a:xfrm>
            <a:prstGeom prst="can">
              <a:avLst>
                <a:gd name="adj" fmla="val 50000"/>
              </a:avLst>
            </a:prstGeom>
            <a:gradFill rotWithShape="0">
              <a:gsLst>
                <a:gs pos="0">
                  <a:srgbClr val="002F5E"/>
                </a:gs>
                <a:gs pos="50000">
                  <a:srgbClr val="0066CC"/>
                </a:gs>
                <a:gs pos="100000">
                  <a:srgbClr val="002F5E"/>
                </a:gs>
              </a:gsLst>
              <a:lin ang="0" scaled="1"/>
            </a:gradFill>
            <a:ln w="9525">
              <a:solidFill>
                <a:srgbClr val="819F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73025" tIns="36512" rIns="73025" bIns="36512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it-IT" altLang="en-IT"/>
            </a:p>
          </p:txBody>
        </p:sp>
        <p:grpSp>
          <p:nvGrpSpPr>
            <p:cNvPr id="35958" name="Group 89">
              <a:extLst>
                <a:ext uri="{FF2B5EF4-FFF2-40B4-BE49-F238E27FC236}">
                  <a16:creationId xmlns:a16="http://schemas.microsoft.com/office/drawing/2014/main" id="{BA931ABD-E67C-8AAF-5537-37DF535B797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87" y="2509"/>
              <a:ext cx="239" cy="83"/>
              <a:chOff x="422" y="1632"/>
              <a:chExt cx="829" cy="298"/>
            </a:xfrm>
          </p:grpSpPr>
          <p:grpSp>
            <p:nvGrpSpPr>
              <p:cNvPr id="35960" name="Group 90">
                <a:extLst>
                  <a:ext uri="{FF2B5EF4-FFF2-40B4-BE49-F238E27FC236}">
                    <a16:creationId xmlns:a16="http://schemas.microsoft.com/office/drawing/2014/main" id="{086C043E-1EDB-4AF8-310D-B63B53BCA933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22" y="1632"/>
                <a:ext cx="822" cy="291"/>
                <a:chOff x="422" y="1632"/>
                <a:chExt cx="822" cy="291"/>
              </a:xfrm>
            </p:grpSpPr>
            <p:sp>
              <p:nvSpPr>
                <p:cNvPr id="35970" name="Freeform 91">
                  <a:extLst>
                    <a:ext uri="{FF2B5EF4-FFF2-40B4-BE49-F238E27FC236}">
                      <a16:creationId xmlns:a16="http://schemas.microsoft.com/office/drawing/2014/main" id="{19F8C28B-D958-83FE-D796-A0FB1A1A466F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1" y="1639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4 w 393"/>
                    <a:gd name="T11" fmla="*/ 0 h 125"/>
                    <a:gd name="T12" fmla="*/ 196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4" y="0"/>
                      </a:lnTo>
                      <a:lnTo>
                        <a:pt x="196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5971" name="Freeform 92">
                  <a:extLst>
                    <a:ext uri="{FF2B5EF4-FFF2-40B4-BE49-F238E27FC236}">
                      <a16:creationId xmlns:a16="http://schemas.microsoft.com/office/drawing/2014/main" id="{77864241-0A51-8893-54DC-D1392BE14306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1" y="1639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4 w 393"/>
                    <a:gd name="T11" fmla="*/ 0 h 125"/>
                    <a:gd name="T12" fmla="*/ 196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4" y="0"/>
                      </a:lnTo>
                      <a:lnTo>
                        <a:pt x="196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5972" name="Freeform 93">
                  <a:extLst>
                    <a:ext uri="{FF2B5EF4-FFF2-40B4-BE49-F238E27FC236}">
                      <a16:creationId xmlns:a16="http://schemas.microsoft.com/office/drawing/2014/main" id="{BEF688D8-666B-0A5D-A8E4-57769E445389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2" y="1785"/>
                  <a:ext cx="393" cy="132"/>
                </a:xfrm>
                <a:custGeom>
                  <a:avLst/>
                  <a:gdLst>
                    <a:gd name="T0" fmla="*/ 393 w 393"/>
                    <a:gd name="T1" fmla="*/ 28 h 132"/>
                    <a:gd name="T2" fmla="*/ 305 w 393"/>
                    <a:gd name="T3" fmla="*/ 0 h 132"/>
                    <a:gd name="T4" fmla="*/ 102 w 393"/>
                    <a:gd name="T5" fmla="*/ 83 h 132"/>
                    <a:gd name="T6" fmla="*/ 0 w 393"/>
                    <a:gd name="T7" fmla="*/ 55 h 132"/>
                    <a:gd name="T8" fmla="*/ 51 w 393"/>
                    <a:gd name="T9" fmla="*/ 132 h 132"/>
                    <a:gd name="T10" fmla="*/ 305 w 393"/>
                    <a:gd name="T11" fmla="*/ 132 h 132"/>
                    <a:gd name="T12" fmla="*/ 196 w 393"/>
                    <a:gd name="T13" fmla="*/ 104 h 132"/>
                    <a:gd name="T14" fmla="*/ 393 w 393"/>
                    <a:gd name="T15" fmla="*/ 28 h 13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2">
                      <a:moveTo>
                        <a:pt x="393" y="28"/>
                      </a:moveTo>
                      <a:lnTo>
                        <a:pt x="305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2"/>
                      </a:lnTo>
                      <a:lnTo>
                        <a:pt x="305" y="132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5973" name="Freeform 94">
                  <a:extLst>
                    <a:ext uri="{FF2B5EF4-FFF2-40B4-BE49-F238E27FC236}">
                      <a16:creationId xmlns:a16="http://schemas.microsoft.com/office/drawing/2014/main" id="{E5345AF6-44F4-04C9-4E11-73633A63C057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2" y="1785"/>
                  <a:ext cx="393" cy="132"/>
                </a:xfrm>
                <a:custGeom>
                  <a:avLst/>
                  <a:gdLst>
                    <a:gd name="T0" fmla="*/ 393 w 393"/>
                    <a:gd name="T1" fmla="*/ 28 h 132"/>
                    <a:gd name="T2" fmla="*/ 305 w 393"/>
                    <a:gd name="T3" fmla="*/ 0 h 132"/>
                    <a:gd name="T4" fmla="*/ 102 w 393"/>
                    <a:gd name="T5" fmla="*/ 83 h 132"/>
                    <a:gd name="T6" fmla="*/ 0 w 393"/>
                    <a:gd name="T7" fmla="*/ 55 h 132"/>
                    <a:gd name="T8" fmla="*/ 51 w 393"/>
                    <a:gd name="T9" fmla="*/ 132 h 132"/>
                    <a:gd name="T10" fmla="*/ 305 w 393"/>
                    <a:gd name="T11" fmla="*/ 132 h 132"/>
                    <a:gd name="T12" fmla="*/ 196 w 393"/>
                    <a:gd name="T13" fmla="*/ 104 h 132"/>
                    <a:gd name="T14" fmla="*/ 393 w 393"/>
                    <a:gd name="T15" fmla="*/ 28 h 13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2">
                      <a:moveTo>
                        <a:pt x="393" y="28"/>
                      </a:moveTo>
                      <a:lnTo>
                        <a:pt x="305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2"/>
                      </a:lnTo>
                      <a:lnTo>
                        <a:pt x="305" y="132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5974" name="Freeform 95">
                  <a:extLst>
                    <a:ext uri="{FF2B5EF4-FFF2-40B4-BE49-F238E27FC236}">
                      <a16:creationId xmlns:a16="http://schemas.microsoft.com/office/drawing/2014/main" id="{791670BB-AA45-1B25-CAC5-D31A159BE01F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44" y="1632"/>
                  <a:ext cx="392" cy="125"/>
                </a:xfrm>
                <a:custGeom>
                  <a:avLst/>
                  <a:gdLst>
                    <a:gd name="T0" fmla="*/ 0 w 392"/>
                    <a:gd name="T1" fmla="*/ 28 h 125"/>
                    <a:gd name="T2" fmla="*/ 87 w 392"/>
                    <a:gd name="T3" fmla="*/ 0 h 125"/>
                    <a:gd name="T4" fmla="*/ 298 w 392"/>
                    <a:gd name="T5" fmla="*/ 77 h 125"/>
                    <a:gd name="T6" fmla="*/ 392 w 392"/>
                    <a:gd name="T7" fmla="*/ 56 h 125"/>
                    <a:gd name="T8" fmla="*/ 341 w 392"/>
                    <a:gd name="T9" fmla="*/ 125 h 125"/>
                    <a:gd name="T10" fmla="*/ 94 w 392"/>
                    <a:gd name="T11" fmla="*/ 125 h 125"/>
                    <a:gd name="T12" fmla="*/ 196 w 392"/>
                    <a:gd name="T13" fmla="*/ 104 h 125"/>
                    <a:gd name="T14" fmla="*/ 0 w 392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2" y="56"/>
                      </a:lnTo>
                      <a:lnTo>
                        <a:pt x="341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5975" name="Freeform 96">
                  <a:extLst>
                    <a:ext uri="{FF2B5EF4-FFF2-40B4-BE49-F238E27FC236}">
                      <a16:creationId xmlns:a16="http://schemas.microsoft.com/office/drawing/2014/main" id="{0F9D2C5A-7807-7710-19D4-287B84A7AA03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44" y="1632"/>
                  <a:ext cx="392" cy="125"/>
                </a:xfrm>
                <a:custGeom>
                  <a:avLst/>
                  <a:gdLst>
                    <a:gd name="T0" fmla="*/ 0 w 392"/>
                    <a:gd name="T1" fmla="*/ 28 h 125"/>
                    <a:gd name="T2" fmla="*/ 87 w 392"/>
                    <a:gd name="T3" fmla="*/ 0 h 125"/>
                    <a:gd name="T4" fmla="*/ 298 w 392"/>
                    <a:gd name="T5" fmla="*/ 77 h 125"/>
                    <a:gd name="T6" fmla="*/ 392 w 392"/>
                    <a:gd name="T7" fmla="*/ 56 h 125"/>
                    <a:gd name="T8" fmla="*/ 341 w 392"/>
                    <a:gd name="T9" fmla="*/ 125 h 125"/>
                    <a:gd name="T10" fmla="*/ 94 w 392"/>
                    <a:gd name="T11" fmla="*/ 125 h 125"/>
                    <a:gd name="T12" fmla="*/ 196 w 392"/>
                    <a:gd name="T13" fmla="*/ 104 h 125"/>
                    <a:gd name="T14" fmla="*/ 0 w 392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2" y="56"/>
                      </a:lnTo>
                      <a:lnTo>
                        <a:pt x="341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5976" name="Freeform 97">
                  <a:extLst>
                    <a:ext uri="{FF2B5EF4-FFF2-40B4-BE49-F238E27FC236}">
                      <a16:creationId xmlns:a16="http://schemas.microsoft.com/office/drawing/2014/main" id="{A7E09B5C-FA1A-CEC2-9258-E270CDF02A11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36" y="1799"/>
                  <a:ext cx="393" cy="124"/>
                </a:xfrm>
                <a:custGeom>
                  <a:avLst/>
                  <a:gdLst>
                    <a:gd name="T0" fmla="*/ 393 w 393"/>
                    <a:gd name="T1" fmla="*/ 97 h 124"/>
                    <a:gd name="T2" fmla="*/ 306 w 393"/>
                    <a:gd name="T3" fmla="*/ 124 h 124"/>
                    <a:gd name="T4" fmla="*/ 102 w 393"/>
                    <a:gd name="T5" fmla="*/ 41 h 124"/>
                    <a:gd name="T6" fmla="*/ 0 w 393"/>
                    <a:gd name="T7" fmla="*/ 69 h 124"/>
                    <a:gd name="T8" fmla="*/ 51 w 393"/>
                    <a:gd name="T9" fmla="*/ 0 h 124"/>
                    <a:gd name="T10" fmla="*/ 306 w 393"/>
                    <a:gd name="T11" fmla="*/ 0 h 124"/>
                    <a:gd name="T12" fmla="*/ 197 w 393"/>
                    <a:gd name="T13" fmla="*/ 21 h 124"/>
                    <a:gd name="T14" fmla="*/ 393 w 393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4">
                      <a:moveTo>
                        <a:pt x="393" y="97"/>
                      </a:moveTo>
                      <a:lnTo>
                        <a:pt x="306" y="124"/>
                      </a:lnTo>
                      <a:lnTo>
                        <a:pt x="102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6" y="0"/>
                      </a:lnTo>
                      <a:lnTo>
                        <a:pt x="197" y="21"/>
                      </a:lnTo>
                      <a:lnTo>
                        <a:pt x="393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5977" name="Freeform 98">
                  <a:extLst>
                    <a:ext uri="{FF2B5EF4-FFF2-40B4-BE49-F238E27FC236}">
                      <a16:creationId xmlns:a16="http://schemas.microsoft.com/office/drawing/2014/main" id="{9F43076D-47F8-5DB2-492F-A001ABD0605A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36" y="1799"/>
                  <a:ext cx="393" cy="124"/>
                </a:xfrm>
                <a:custGeom>
                  <a:avLst/>
                  <a:gdLst>
                    <a:gd name="T0" fmla="*/ 393 w 393"/>
                    <a:gd name="T1" fmla="*/ 97 h 124"/>
                    <a:gd name="T2" fmla="*/ 306 w 393"/>
                    <a:gd name="T3" fmla="*/ 124 h 124"/>
                    <a:gd name="T4" fmla="*/ 102 w 393"/>
                    <a:gd name="T5" fmla="*/ 41 h 124"/>
                    <a:gd name="T6" fmla="*/ 0 w 393"/>
                    <a:gd name="T7" fmla="*/ 69 h 124"/>
                    <a:gd name="T8" fmla="*/ 51 w 393"/>
                    <a:gd name="T9" fmla="*/ 0 h 124"/>
                    <a:gd name="T10" fmla="*/ 306 w 393"/>
                    <a:gd name="T11" fmla="*/ 0 h 124"/>
                    <a:gd name="T12" fmla="*/ 197 w 393"/>
                    <a:gd name="T13" fmla="*/ 21 h 124"/>
                    <a:gd name="T14" fmla="*/ 393 w 393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4">
                      <a:moveTo>
                        <a:pt x="393" y="97"/>
                      </a:moveTo>
                      <a:lnTo>
                        <a:pt x="306" y="124"/>
                      </a:lnTo>
                      <a:lnTo>
                        <a:pt x="102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6" y="0"/>
                      </a:lnTo>
                      <a:lnTo>
                        <a:pt x="197" y="21"/>
                      </a:lnTo>
                      <a:lnTo>
                        <a:pt x="393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35961" name="Group 99">
                <a:extLst>
                  <a:ext uri="{FF2B5EF4-FFF2-40B4-BE49-F238E27FC236}">
                    <a16:creationId xmlns:a16="http://schemas.microsoft.com/office/drawing/2014/main" id="{88B63FD3-03F8-B131-BD5E-BF986742B014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29" y="1639"/>
                <a:ext cx="822" cy="291"/>
                <a:chOff x="429" y="1639"/>
                <a:chExt cx="822" cy="291"/>
              </a:xfrm>
            </p:grpSpPr>
            <p:sp>
              <p:nvSpPr>
                <p:cNvPr id="35962" name="Freeform 100">
                  <a:extLst>
                    <a:ext uri="{FF2B5EF4-FFF2-40B4-BE49-F238E27FC236}">
                      <a16:creationId xmlns:a16="http://schemas.microsoft.com/office/drawing/2014/main" id="{D97D761E-8D5C-4473-5639-FD3529142121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8" y="1646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5 w 393"/>
                    <a:gd name="T11" fmla="*/ 0 h 125"/>
                    <a:gd name="T12" fmla="*/ 197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5" y="0"/>
                      </a:lnTo>
                      <a:lnTo>
                        <a:pt x="197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5963" name="Freeform 101">
                  <a:extLst>
                    <a:ext uri="{FF2B5EF4-FFF2-40B4-BE49-F238E27FC236}">
                      <a16:creationId xmlns:a16="http://schemas.microsoft.com/office/drawing/2014/main" id="{D5F4FC83-AFCC-67FF-EC72-15BE4729AF23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8" y="1646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5 w 393"/>
                    <a:gd name="T11" fmla="*/ 0 h 125"/>
                    <a:gd name="T12" fmla="*/ 197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5" y="0"/>
                      </a:lnTo>
                      <a:lnTo>
                        <a:pt x="197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5964" name="Freeform 102">
                  <a:extLst>
                    <a:ext uri="{FF2B5EF4-FFF2-40B4-BE49-F238E27FC236}">
                      <a16:creationId xmlns:a16="http://schemas.microsoft.com/office/drawing/2014/main" id="{67510D11-7BDA-A813-F5DD-8F1D15F65E5D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9" y="1792"/>
                  <a:ext cx="393" cy="131"/>
                </a:xfrm>
                <a:custGeom>
                  <a:avLst/>
                  <a:gdLst>
                    <a:gd name="T0" fmla="*/ 393 w 393"/>
                    <a:gd name="T1" fmla="*/ 28 h 131"/>
                    <a:gd name="T2" fmla="*/ 306 w 393"/>
                    <a:gd name="T3" fmla="*/ 0 h 131"/>
                    <a:gd name="T4" fmla="*/ 102 w 393"/>
                    <a:gd name="T5" fmla="*/ 83 h 131"/>
                    <a:gd name="T6" fmla="*/ 0 w 393"/>
                    <a:gd name="T7" fmla="*/ 55 h 131"/>
                    <a:gd name="T8" fmla="*/ 51 w 393"/>
                    <a:gd name="T9" fmla="*/ 131 h 131"/>
                    <a:gd name="T10" fmla="*/ 306 w 393"/>
                    <a:gd name="T11" fmla="*/ 131 h 131"/>
                    <a:gd name="T12" fmla="*/ 196 w 393"/>
                    <a:gd name="T13" fmla="*/ 104 h 131"/>
                    <a:gd name="T14" fmla="*/ 393 w 393"/>
                    <a:gd name="T15" fmla="*/ 28 h 13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1">
                      <a:moveTo>
                        <a:pt x="393" y="28"/>
                      </a:moveTo>
                      <a:lnTo>
                        <a:pt x="306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1"/>
                      </a:lnTo>
                      <a:lnTo>
                        <a:pt x="306" y="131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5965" name="Freeform 103">
                  <a:extLst>
                    <a:ext uri="{FF2B5EF4-FFF2-40B4-BE49-F238E27FC236}">
                      <a16:creationId xmlns:a16="http://schemas.microsoft.com/office/drawing/2014/main" id="{D7710CB6-0818-874A-F54B-4B221431D9FA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9" y="1792"/>
                  <a:ext cx="393" cy="131"/>
                </a:xfrm>
                <a:custGeom>
                  <a:avLst/>
                  <a:gdLst>
                    <a:gd name="T0" fmla="*/ 393 w 393"/>
                    <a:gd name="T1" fmla="*/ 28 h 131"/>
                    <a:gd name="T2" fmla="*/ 306 w 393"/>
                    <a:gd name="T3" fmla="*/ 0 h 131"/>
                    <a:gd name="T4" fmla="*/ 102 w 393"/>
                    <a:gd name="T5" fmla="*/ 83 h 131"/>
                    <a:gd name="T6" fmla="*/ 0 w 393"/>
                    <a:gd name="T7" fmla="*/ 55 h 131"/>
                    <a:gd name="T8" fmla="*/ 51 w 393"/>
                    <a:gd name="T9" fmla="*/ 131 h 131"/>
                    <a:gd name="T10" fmla="*/ 306 w 393"/>
                    <a:gd name="T11" fmla="*/ 131 h 131"/>
                    <a:gd name="T12" fmla="*/ 196 w 393"/>
                    <a:gd name="T13" fmla="*/ 104 h 131"/>
                    <a:gd name="T14" fmla="*/ 393 w 393"/>
                    <a:gd name="T15" fmla="*/ 28 h 13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1">
                      <a:moveTo>
                        <a:pt x="393" y="28"/>
                      </a:moveTo>
                      <a:lnTo>
                        <a:pt x="306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1"/>
                      </a:lnTo>
                      <a:lnTo>
                        <a:pt x="306" y="131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5966" name="Freeform 104">
                  <a:extLst>
                    <a:ext uri="{FF2B5EF4-FFF2-40B4-BE49-F238E27FC236}">
                      <a16:creationId xmlns:a16="http://schemas.microsoft.com/office/drawing/2014/main" id="{91D58009-CECC-F85F-3598-FF98B0C965D0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51" y="1639"/>
                  <a:ext cx="393" cy="125"/>
                </a:xfrm>
                <a:custGeom>
                  <a:avLst/>
                  <a:gdLst>
                    <a:gd name="T0" fmla="*/ 0 w 393"/>
                    <a:gd name="T1" fmla="*/ 28 h 125"/>
                    <a:gd name="T2" fmla="*/ 87 w 393"/>
                    <a:gd name="T3" fmla="*/ 0 h 125"/>
                    <a:gd name="T4" fmla="*/ 298 w 393"/>
                    <a:gd name="T5" fmla="*/ 77 h 125"/>
                    <a:gd name="T6" fmla="*/ 393 w 393"/>
                    <a:gd name="T7" fmla="*/ 56 h 125"/>
                    <a:gd name="T8" fmla="*/ 342 w 393"/>
                    <a:gd name="T9" fmla="*/ 125 h 125"/>
                    <a:gd name="T10" fmla="*/ 94 w 393"/>
                    <a:gd name="T11" fmla="*/ 125 h 125"/>
                    <a:gd name="T12" fmla="*/ 196 w 393"/>
                    <a:gd name="T13" fmla="*/ 104 h 125"/>
                    <a:gd name="T14" fmla="*/ 0 w 393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3" y="56"/>
                      </a:lnTo>
                      <a:lnTo>
                        <a:pt x="342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5967" name="Freeform 105">
                  <a:extLst>
                    <a:ext uri="{FF2B5EF4-FFF2-40B4-BE49-F238E27FC236}">
                      <a16:creationId xmlns:a16="http://schemas.microsoft.com/office/drawing/2014/main" id="{B5783284-1251-F26E-2680-4E083093480D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51" y="1639"/>
                  <a:ext cx="393" cy="125"/>
                </a:xfrm>
                <a:custGeom>
                  <a:avLst/>
                  <a:gdLst>
                    <a:gd name="T0" fmla="*/ 0 w 393"/>
                    <a:gd name="T1" fmla="*/ 28 h 125"/>
                    <a:gd name="T2" fmla="*/ 87 w 393"/>
                    <a:gd name="T3" fmla="*/ 0 h 125"/>
                    <a:gd name="T4" fmla="*/ 298 w 393"/>
                    <a:gd name="T5" fmla="*/ 77 h 125"/>
                    <a:gd name="T6" fmla="*/ 393 w 393"/>
                    <a:gd name="T7" fmla="*/ 56 h 125"/>
                    <a:gd name="T8" fmla="*/ 342 w 393"/>
                    <a:gd name="T9" fmla="*/ 125 h 125"/>
                    <a:gd name="T10" fmla="*/ 94 w 393"/>
                    <a:gd name="T11" fmla="*/ 125 h 125"/>
                    <a:gd name="T12" fmla="*/ 196 w 393"/>
                    <a:gd name="T13" fmla="*/ 104 h 125"/>
                    <a:gd name="T14" fmla="*/ 0 w 393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3" y="56"/>
                      </a:lnTo>
                      <a:lnTo>
                        <a:pt x="342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5968" name="Freeform 106">
                  <a:extLst>
                    <a:ext uri="{FF2B5EF4-FFF2-40B4-BE49-F238E27FC236}">
                      <a16:creationId xmlns:a16="http://schemas.microsoft.com/office/drawing/2014/main" id="{ECF7EF0C-2850-9595-F996-1B65587D67BD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44" y="1806"/>
                  <a:ext cx="392" cy="124"/>
                </a:xfrm>
                <a:custGeom>
                  <a:avLst/>
                  <a:gdLst>
                    <a:gd name="T0" fmla="*/ 392 w 392"/>
                    <a:gd name="T1" fmla="*/ 97 h 124"/>
                    <a:gd name="T2" fmla="*/ 305 w 392"/>
                    <a:gd name="T3" fmla="*/ 124 h 124"/>
                    <a:gd name="T4" fmla="*/ 101 w 392"/>
                    <a:gd name="T5" fmla="*/ 41 h 124"/>
                    <a:gd name="T6" fmla="*/ 0 w 392"/>
                    <a:gd name="T7" fmla="*/ 69 h 124"/>
                    <a:gd name="T8" fmla="*/ 51 w 392"/>
                    <a:gd name="T9" fmla="*/ 0 h 124"/>
                    <a:gd name="T10" fmla="*/ 305 w 392"/>
                    <a:gd name="T11" fmla="*/ 0 h 124"/>
                    <a:gd name="T12" fmla="*/ 196 w 392"/>
                    <a:gd name="T13" fmla="*/ 20 h 124"/>
                    <a:gd name="T14" fmla="*/ 392 w 392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4">
                      <a:moveTo>
                        <a:pt x="392" y="97"/>
                      </a:moveTo>
                      <a:lnTo>
                        <a:pt x="305" y="124"/>
                      </a:lnTo>
                      <a:lnTo>
                        <a:pt x="101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5" y="0"/>
                      </a:lnTo>
                      <a:lnTo>
                        <a:pt x="196" y="20"/>
                      </a:lnTo>
                      <a:lnTo>
                        <a:pt x="392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5969" name="Freeform 107">
                  <a:extLst>
                    <a:ext uri="{FF2B5EF4-FFF2-40B4-BE49-F238E27FC236}">
                      <a16:creationId xmlns:a16="http://schemas.microsoft.com/office/drawing/2014/main" id="{7F3D0325-31F0-DB79-423E-DB16FF1E11B2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44" y="1806"/>
                  <a:ext cx="392" cy="124"/>
                </a:xfrm>
                <a:custGeom>
                  <a:avLst/>
                  <a:gdLst>
                    <a:gd name="T0" fmla="*/ 392 w 392"/>
                    <a:gd name="T1" fmla="*/ 97 h 124"/>
                    <a:gd name="T2" fmla="*/ 305 w 392"/>
                    <a:gd name="T3" fmla="*/ 124 h 124"/>
                    <a:gd name="T4" fmla="*/ 101 w 392"/>
                    <a:gd name="T5" fmla="*/ 41 h 124"/>
                    <a:gd name="T6" fmla="*/ 0 w 392"/>
                    <a:gd name="T7" fmla="*/ 69 h 124"/>
                    <a:gd name="T8" fmla="*/ 51 w 392"/>
                    <a:gd name="T9" fmla="*/ 0 h 124"/>
                    <a:gd name="T10" fmla="*/ 305 w 392"/>
                    <a:gd name="T11" fmla="*/ 0 h 124"/>
                    <a:gd name="T12" fmla="*/ 196 w 392"/>
                    <a:gd name="T13" fmla="*/ 20 h 124"/>
                    <a:gd name="T14" fmla="*/ 392 w 392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4">
                      <a:moveTo>
                        <a:pt x="392" y="97"/>
                      </a:moveTo>
                      <a:lnTo>
                        <a:pt x="305" y="124"/>
                      </a:lnTo>
                      <a:lnTo>
                        <a:pt x="101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5" y="0"/>
                      </a:lnTo>
                      <a:lnTo>
                        <a:pt x="196" y="20"/>
                      </a:lnTo>
                      <a:lnTo>
                        <a:pt x="392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</p:grpSp>
        <p:sp>
          <p:nvSpPr>
            <p:cNvPr id="35959" name="WordArt 108">
              <a:extLst>
                <a:ext uri="{FF2B5EF4-FFF2-40B4-BE49-F238E27FC236}">
                  <a16:creationId xmlns:a16="http://schemas.microsoft.com/office/drawing/2014/main" id="{235E26D5-9C35-E93F-DEB1-894E59B5418B}"/>
                </a:ext>
              </a:extLst>
            </p:cNvPr>
            <p:cNvSpPr>
              <a:spLocks noChangeAspect="1" noChangeArrowheads="1" noChangeShapeType="1" noTextEdit="1"/>
            </p:cNvSpPr>
            <p:nvPr/>
          </p:nvSpPr>
          <p:spPr bwMode="auto">
            <a:xfrm>
              <a:off x="835" y="2582"/>
              <a:ext cx="346" cy="104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r1  </a:t>
              </a:r>
            </a:p>
          </p:txBody>
        </p:sp>
      </p:grpSp>
      <p:sp>
        <p:nvSpPr>
          <p:cNvPr id="35867" name="AutoShape 110">
            <a:extLst>
              <a:ext uri="{FF2B5EF4-FFF2-40B4-BE49-F238E27FC236}">
                <a16:creationId xmlns:a16="http://schemas.microsoft.com/office/drawing/2014/main" id="{644F18E8-0074-EB4A-F272-D174DBC6555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217989" y="6259513"/>
            <a:ext cx="738187" cy="404812"/>
          </a:xfrm>
          <a:prstGeom prst="can">
            <a:avLst>
              <a:gd name="adj" fmla="val 50000"/>
            </a:avLst>
          </a:prstGeom>
          <a:solidFill>
            <a:srgbClr val="B2B2B2"/>
          </a:solidFill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73025" tIns="36512" rIns="73025" bIns="3651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it-IT" altLang="en-IT"/>
          </a:p>
        </p:txBody>
      </p:sp>
      <p:grpSp>
        <p:nvGrpSpPr>
          <p:cNvPr id="35868" name="Group 111">
            <a:extLst>
              <a:ext uri="{FF2B5EF4-FFF2-40B4-BE49-F238E27FC236}">
                <a16:creationId xmlns:a16="http://schemas.microsoft.com/office/drawing/2014/main" id="{FBC5F6E6-6ED8-CEF1-DD0E-99F945FFBBD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354514" y="6284913"/>
            <a:ext cx="458787" cy="158750"/>
            <a:chOff x="422" y="1632"/>
            <a:chExt cx="829" cy="298"/>
          </a:xfrm>
        </p:grpSpPr>
        <p:grpSp>
          <p:nvGrpSpPr>
            <p:cNvPr id="35939" name="Group 112">
              <a:extLst>
                <a:ext uri="{FF2B5EF4-FFF2-40B4-BE49-F238E27FC236}">
                  <a16:creationId xmlns:a16="http://schemas.microsoft.com/office/drawing/2014/main" id="{B066EEB9-0440-B67A-3C7D-C65DCC69611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22" y="1632"/>
              <a:ext cx="822" cy="291"/>
              <a:chOff x="422" y="1632"/>
              <a:chExt cx="822" cy="291"/>
            </a:xfrm>
          </p:grpSpPr>
          <p:sp>
            <p:nvSpPr>
              <p:cNvPr id="35949" name="Freeform 113">
                <a:extLst>
                  <a:ext uri="{FF2B5EF4-FFF2-40B4-BE49-F238E27FC236}">
                    <a16:creationId xmlns:a16="http://schemas.microsoft.com/office/drawing/2014/main" id="{0C544C9A-F3DF-883A-1DB5-3C9558927DE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51" y="1639"/>
                <a:ext cx="393" cy="125"/>
              </a:xfrm>
              <a:custGeom>
                <a:avLst/>
                <a:gdLst>
                  <a:gd name="T0" fmla="*/ 0 w 393"/>
                  <a:gd name="T1" fmla="*/ 97 h 125"/>
                  <a:gd name="T2" fmla="*/ 87 w 393"/>
                  <a:gd name="T3" fmla="*/ 125 h 125"/>
                  <a:gd name="T4" fmla="*/ 298 w 393"/>
                  <a:gd name="T5" fmla="*/ 42 h 125"/>
                  <a:gd name="T6" fmla="*/ 393 w 393"/>
                  <a:gd name="T7" fmla="*/ 70 h 125"/>
                  <a:gd name="T8" fmla="*/ 342 w 393"/>
                  <a:gd name="T9" fmla="*/ 0 h 125"/>
                  <a:gd name="T10" fmla="*/ 94 w 393"/>
                  <a:gd name="T11" fmla="*/ 0 h 125"/>
                  <a:gd name="T12" fmla="*/ 196 w 393"/>
                  <a:gd name="T13" fmla="*/ 21 h 125"/>
                  <a:gd name="T14" fmla="*/ 0 w 393"/>
                  <a:gd name="T15" fmla="*/ 97 h 12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25">
                    <a:moveTo>
                      <a:pt x="0" y="97"/>
                    </a:moveTo>
                    <a:lnTo>
                      <a:pt x="87" y="125"/>
                    </a:lnTo>
                    <a:lnTo>
                      <a:pt x="298" y="42"/>
                    </a:lnTo>
                    <a:lnTo>
                      <a:pt x="393" y="70"/>
                    </a:lnTo>
                    <a:lnTo>
                      <a:pt x="342" y="0"/>
                    </a:lnTo>
                    <a:lnTo>
                      <a:pt x="94" y="0"/>
                    </a:lnTo>
                    <a:lnTo>
                      <a:pt x="196" y="21"/>
                    </a:lnTo>
                    <a:lnTo>
                      <a:pt x="0" y="9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5950" name="Freeform 114">
                <a:extLst>
                  <a:ext uri="{FF2B5EF4-FFF2-40B4-BE49-F238E27FC236}">
                    <a16:creationId xmlns:a16="http://schemas.microsoft.com/office/drawing/2014/main" id="{699FCAE4-4131-3370-0132-FA98B4BD263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51" y="1639"/>
                <a:ext cx="393" cy="125"/>
              </a:xfrm>
              <a:custGeom>
                <a:avLst/>
                <a:gdLst>
                  <a:gd name="T0" fmla="*/ 0 w 393"/>
                  <a:gd name="T1" fmla="*/ 97 h 125"/>
                  <a:gd name="T2" fmla="*/ 87 w 393"/>
                  <a:gd name="T3" fmla="*/ 125 h 125"/>
                  <a:gd name="T4" fmla="*/ 298 w 393"/>
                  <a:gd name="T5" fmla="*/ 42 h 125"/>
                  <a:gd name="T6" fmla="*/ 393 w 393"/>
                  <a:gd name="T7" fmla="*/ 70 h 125"/>
                  <a:gd name="T8" fmla="*/ 342 w 393"/>
                  <a:gd name="T9" fmla="*/ 0 h 125"/>
                  <a:gd name="T10" fmla="*/ 94 w 393"/>
                  <a:gd name="T11" fmla="*/ 0 h 125"/>
                  <a:gd name="T12" fmla="*/ 196 w 393"/>
                  <a:gd name="T13" fmla="*/ 21 h 125"/>
                  <a:gd name="T14" fmla="*/ 0 w 393"/>
                  <a:gd name="T15" fmla="*/ 97 h 12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25">
                    <a:moveTo>
                      <a:pt x="0" y="97"/>
                    </a:moveTo>
                    <a:lnTo>
                      <a:pt x="87" y="125"/>
                    </a:lnTo>
                    <a:lnTo>
                      <a:pt x="298" y="42"/>
                    </a:lnTo>
                    <a:lnTo>
                      <a:pt x="393" y="70"/>
                    </a:lnTo>
                    <a:lnTo>
                      <a:pt x="342" y="0"/>
                    </a:lnTo>
                    <a:lnTo>
                      <a:pt x="94" y="0"/>
                    </a:lnTo>
                    <a:lnTo>
                      <a:pt x="196" y="21"/>
                    </a:lnTo>
                    <a:lnTo>
                      <a:pt x="0" y="9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5951" name="Freeform 115">
                <a:extLst>
                  <a:ext uri="{FF2B5EF4-FFF2-40B4-BE49-F238E27FC236}">
                    <a16:creationId xmlns:a16="http://schemas.microsoft.com/office/drawing/2014/main" id="{15E54668-52A6-1D66-EAE0-03B4E2DE75C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22" y="1785"/>
                <a:ext cx="393" cy="132"/>
              </a:xfrm>
              <a:custGeom>
                <a:avLst/>
                <a:gdLst>
                  <a:gd name="T0" fmla="*/ 393 w 393"/>
                  <a:gd name="T1" fmla="*/ 28 h 132"/>
                  <a:gd name="T2" fmla="*/ 305 w 393"/>
                  <a:gd name="T3" fmla="*/ 0 h 132"/>
                  <a:gd name="T4" fmla="*/ 102 w 393"/>
                  <a:gd name="T5" fmla="*/ 83 h 132"/>
                  <a:gd name="T6" fmla="*/ 0 w 393"/>
                  <a:gd name="T7" fmla="*/ 55 h 132"/>
                  <a:gd name="T8" fmla="*/ 51 w 393"/>
                  <a:gd name="T9" fmla="*/ 132 h 132"/>
                  <a:gd name="T10" fmla="*/ 305 w 393"/>
                  <a:gd name="T11" fmla="*/ 132 h 132"/>
                  <a:gd name="T12" fmla="*/ 196 w 393"/>
                  <a:gd name="T13" fmla="*/ 104 h 132"/>
                  <a:gd name="T14" fmla="*/ 393 w 393"/>
                  <a:gd name="T15" fmla="*/ 28 h 1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32">
                    <a:moveTo>
                      <a:pt x="393" y="28"/>
                    </a:moveTo>
                    <a:lnTo>
                      <a:pt x="305" y="0"/>
                    </a:lnTo>
                    <a:lnTo>
                      <a:pt x="102" y="83"/>
                    </a:lnTo>
                    <a:lnTo>
                      <a:pt x="0" y="55"/>
                    </a:lnTo>
                    <a:lnTo>
                      <a:pt x="51" y="132"/>
                    </a:lnTo>
                    <a:lnTo>
                      <a:pt x="305" y="132"/>
                    </a:lnTo>
                    <a:lnTo>
                      <a:pt x="196" y="104"/>
                    </a:lnTo>
                    <a:lnTo>
                      <a:pt x="393" y="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5952" name="Freeform 116">
                <a:extLst>
                  <a:ext uri="{FF2B5EF4-FFF2-40B4-BE49-F238E27FC236}">
                    <a16:creationId xmlns:a16="http://schemas.microsoft.com/office/drawing/2014/main" id="{CB5ECC43-2D1B-37D3-C257-E6AA98C4829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22" y="1785"/>
                <a:ext cx="393" cy="132"/>
              </a:xfrm>
              <a:custGeom>
                <a:avLst/>
                <a:gdLst>
                  <a:gd name="T0" fmla="*/ 393 w 393"/>
                  <a:gd name="T1" fmla="*/ 28 h 132"/>
                  <a:gd name="T2" fmla="*/ 305 w 393"/>
                  <a:gd name="T3" fmla="*/ 0 h 132"/>
                  <a:gd name="T4" fmla="*/ 102 w 393"/>
                  <a:gd name="T5" fmla="*/ 83 h 132"/>
                  <a:gd name="T6" fmla="*/ 0 w 393"/>
                  <a:gd name="T7" fmla="*/ 55 h 132"/>
                  <a:gd name="T8" fmla="*/ 51 w 393"/>
                  <a:gd name="T9" fmla="*/ 132 h 132"/>
                  <a:gd name="T10" fmla="*/ 305 w 393"/>
                  <a:gd name="T11" fmla="*/ 132 h 132"/>
                  <a:gd name="T12" fmla="*/ 196 w 393"/>
                  <a:gd name="T13" fmla="*/ 104 h 132"/>
                  <a:gd name="T14" fmla="*/ 393 w 393"/>
                  <a:gd name="T15" fmla="*/ 28 h 1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32">
                    <a:moveTo>
                      <a:pt x="393" y="28"/>
                    </a:moveTo>
                    <a:lnTo>
                      <a:pt x="305" y="0"/>
                    </a:lnTo>
                    <a:lnTo>
                      <a:pt x="102" y="83"/>
                    </a:lnTo>
                    <a:lnTo>
                      <a:pt x="0" y="55"/>
                    </a:lnTo>
                    <a:lnTo>
                      <a:pt x="51" y="132"/>
                    </a:lnTo>
                    <a:lnTo>
                      <a:pt x="305" y="132"/>
                    </a:lnTo>
                    <a:lnTo>
                      <a:pt x="196" y="104"/>
                    </a:lnTo>
                    <a:lnTo>
                      <a:pt x="393" y="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5953" name="Freeform 117">
                <a:extLst>
                  <a:ext uri="{FF2B5EF4-FFF2-40B4-BE49-F238E27FC236}">
                    <a16:creationId xmlns:a16="http://schemas.microsoft.com/office/drawing/2014/main" id="{FC55A359-D756-6402-A4BE-6E881545FFE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44" y="1632"/>
                <a:ext cx="392" cy="125"/>
              </a:xfrm>
              <a:custGeom>
                <a:avLst/>
                <a:gdLst>
                  <a:gd name="T0" fmla="*/ 0 w 392"/>
                  <a:gd name="T1" fmla="*/ 28 h 125"/>
                  <a:gd name="T2" fmla="*/ 87 w 392"/>
                  <a:gd name="T3" fmla="*/ 0 h 125"/>
                  <a:gd name="T4" fmla="*/ 298 w 392"/>
                  <a:gd name="T5" fmla="*/ 77 h 125"/>
                  <a:gd name="T6" fmla="*/ 392 w 392"/>
                  <a:gd name="T7" fmla="*/ 56 h 125"/>
                  <a:gd name="T8" fmla="*/ 341 w 392"/>
                  <a:gd name="T9" fmla="*/ 125 h 125"/>
                  <a:gd name="T10" fmla="*/ 94 w 392"/>
                  <a:gd name="T11" fmla="*/ 125 h 125"/>
                  <a:gd name="T12" fmla="*/ 196 w 392"/>
                  <a:gd name="T13" fmla="*/ 104 h 125"/>
                  <a:gd name="T14" fmla="*/ 0 w 392"/>
                  <a:gd name="T15" fmla="*/ 28 h 12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2" h="125">
                    <a:moveTo>
                      <a:pt x="0" y="28"/>
                    </a:moveTo>
                    <a:lnTo>
                      <a:pt x="87" y="0"/>
                    </a:lnTo>
                    <a:lnTo>
                      <a:pt x="298" y="77"/>
                    </a:lnTo>
                    <a:lnTo>
                      <a:pt x="392" y="56"/>
                    </a:lnTo>
                    <a:lnTo>
                      <a:pt x="341" y="125"/>
                    </a:lnTo>
                    <a:lnTo>
                      <a:pt x="94" y="125"/>
                    </a:lnTo>
                    <a:lnTo>
                      <a:pt x="196" y="104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5954" name="Freeform 118">
                <a:extLst>
                  <a:ext uri="{FF2B5EF4-FFF2-40B4-BE49-F238E27FC236}">
                    <a16:creationId xmlns:a16="http://schemas.microsoft.com/office/drawing/2014/main" id="{F4D28D7A-CBDB-6DB5-F0FE-0B59197DBDD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44" y="1632"/>
                <a:ext cx="392" cy="125"/>
              </a:xfrm>
              <a:custGeom>
                <a:avLst/>
                <a:gdLst>
                  <a:gd name="T0" fmla="*/ 0 w 392"/>
                  <a:gd name="T1" fmla="*/ 28 h 125"/>
                  <a:gd name="T2" fmla="*/ 87 w 392"/>
                  <a:gd name="T3" fmla="*/ 0 h 125"/>
                  <a:gd name="T4" fmla="*/ 298 w 392"/>
                  <a:gd name="T5" fmla="*/ 77 h 125"/>
                  <a:gd name="T6" fmla="*/ 392 w 392"/>
                  <a:gd name="T7" fmla="*/ 56 h 125"/>
                  <a:gd name="T8" fmla="*/ 341 w 392"/>
                  <a:gd name="T9" fmla="*/ 125 h 125"/>
                  <a:gd name="T10" fmla="*/ 94 w 392"/>
                  <a:gd name="T11" fmla="*/ 125 h 125"/>
                  <a:gd name="T12" fmla="*/ 196 w 392"/>
                  <a:gd name="T13" fmla="*/ 104 h 125"/>
                  <a:gd name="T14" fmla="*/ 0 w 392"/>
                  <a:gd name="T15" fmla="*/ 28 h 12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2" h="125">
                    <a:moveTo>
                      <a:pt x="0" y="28"/>
                    </a:moveTo>
                    <a:lnTo>
                      <a:pt x="87" y="0"/>
                    </a:lnTo>
                    <a:lnTo>
                      <a:pt x="298" y="77"/>
                    </a:lnTo>
                    <a:lnTo>
                      <a:pt x="392" y="56"/>
                    </a:lnTo>
                    <a:lnTo>
                      <a:pt x="341" y="125"/>
                    </a:lnTo>
                    <a:lnTo>
                      <a:pt x="94" y="125"/>
                    </a:lnTo>
                    <a:lnTo>
                      <a:pt x="196" y="104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5955" name="Freeform 119">
                <a:extLst>
                  <a:ext uri="{FF2B5EF4-FFF2-40B4-BE49-F238E27FC236}">
                    <a16:creationId xmlns:a16="http://schemas.microsoft.com/office/drawing/2014/main" id="{59B208D2-ADA3-6937-3963-89B53E34E88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36" y="1799"/>
                <a:ext cx="393" cy="124"/>
              </a:xfrm>
              <a:custGeom>
                <a:avLst/>
                <a:gdLst>
                  <a:gd name="T0" fmla="*/ 393 w 393"/>
                  <a:gd name="T1" fmla="*/ 97 h 124"/>
                  <a:gd name="T2" fmla="*/ 306 w 393"/>
                  <a:gd name="T3" fmla="*/ 124 h 124"/>
                  <a:gd name="T4" fmla="*/ 102 w 393"/>
                  <a:gd name="T5" fmla="*/ 41 h 124"/>
                  <a:gd name="T6" fmla="*/ 0 w 393"/>
                  <a:gd name="T7" fmla="*/ 69 h 124"/>
                  <a:gd name="T8" fmla="*/ 51 w 393"/>
                  <a:gd name="T9" fmla="*/ 0 h 124"/>
                  <a:gd name="T10" fmla="*/ 306 w 393"/>
                  <a:gd name="T11" fmla="*/ 0 h 124"/>
                  <a:gd name="T12" fmla="*/ 197 w 393"/>
                  <a:gd name="T13" fmla="*/ 21 h 124"/>
                  <a:gd name="T14" fmla="*/ 393 w 393"/>
                  <a:gd name="T15" fmla="*/ 97 h 12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24">
                    <a:moveTo>
                      <a:pt x="393" y="97"/>
                    </a:moveTo>
                    <a:lnTo>
                      <a:pt x="306" y="124"/>
                    </a:lnTo>
                    <a:lnTo>
                      <a:pt x="102" y="41"/>
                    </a:lnTo>
                    <a:lnTo>
                      <a:pt x="0" y="69"/>
                    </a:lnTo>
                    <a:lnTo>
                      <a:pt x="51" y="0"/>
                    </a:lnTo>
                    <a:lnTo>
                      <a:pt x="306" y="0"/>
                    </a:lnTo>
                    <a:lnTo>
                      <a:pt x="197" y="21"/>
                    </a:lnTo>
                    <a:lnTo>
                      <a:pt x="393" y="9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5956" name="Freeform 120">
                <a:extLst>
                  <a:ext uri="{FF2B5EF4-FFF2-40B4-BE49-F238E27FC236}">
                    <a16:creationId xmlns:a16="http://schemas.microsoft.com/office/drawing/2014/main" id="{DF4E995C-13AB-5673-2632-11B91E127AB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36" y="1799"/>
                <a:ext cx="393" cy="124"/>
              </a:xfrm>
              <a:custGeom>
                <a:avLst/>
                <a:gdLst>
                  <a:gd name="T0" fmla="*/ 393 w 393"/>
                  <a:gd name="T1" fmla="*/ 97 h 124"/>
                  <a:gd name="T2" fmla="*/ 306 w 393"/>
                  <a:gd name="T3" fmla="*/ 124 h 124"/>
                  <a:gd name="T4" fmla="*/ 102 w 393"/>
                  <a:gd name="T5" fmla="*/ 41 h 124"/>
                  <a:gd name="T6" fmla="*/ 0 w 393"/>
                  <a:gd name="T7" fmla="*/ 69 h 124"/>
                  <a:gd name="T8" fmla="*/ 51 w 393"/>
                  <a:gd name="T9" fmla="*/ 0 h 124"/>
                  <a:gd name="T10" fmla="*/ 306 w 393"/>
                  <a:gd name="T11" fmla="*/ 0 h 124"/>
                  <a:gd name="T12" fmla="*/ 197 w 393"/>
                  <a:gd name="T13" fmla="*/ 21 h 124"/>
                  <a:gd name="T14" fmla="*/ 393 w 393"/>
                  <a:gd name="T15" fmla="*/ 97 h 12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24">
                    <a:moveTo>
                      <a:pt x="393" y="97"/>
                    </a:moveTo>
                    <a:lnTo>
                      <a:pt x="306" y="124"/>
                    </a:lnTo>
                    <a:lnTo>
                      <a:pt x="102" y="41"/>
                    </a:lnTo>
                    <a:lnTo>
                      <a:pt x="0" y="69"/>
                    </a:lnTo>
                    <a:lnTo>
                      <a:pt x="51" y="0"/>
                    </a:lnTo>
                    <a:lnTo>
                      <a:pt x="306" y="0"/>
                    </a:lnTo>
                    <a:lnTo>
                      <a:pt x="197" y="21"/>
                    </a:lnTo>
                    <a:lnTo>
                      <a:pt x="393" y="9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35940" name="Group 121">
              <a:extLst>
                <a:ext uri="{FF2B5EF4-FFF2-40B4-BE49-F238E27FC236}">
                  <a16:creationId xmlns:a16="http://schemas.microsoft.com/office/drawing/2014/main" id="{873D61B6-C9D8-3C5D-7390-C60AB3C50F4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29" y="1639"/>
              <a:ext cx="822" cy="291"/>
              <a:chOff x="429" y="1639"/>
              <a:chExt cx="822" cy="291"/>
            </a:xfrm>
          </p:grpSpPr>
          <p:sp>
            <p:nvSpPr>
              <p:cNvPr id="35941" name="Freeform 122">
                <a:extLst>
                  <a:ext uri="{FF2B5EF4-FFF2-40B4-BE49-F238E27FC236}">
                    <a16:creationId xmlns:a16="http://schemas.microsoft.com/office/drawing/2014/main" id="{597533BC-6B53-DF3F-66E6-7FAA4EF5299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58" y="1646"/>
                <a:ext cx="393" cy="125"/>
              </a:xfrm>
              <a:custGeom>
                <a:avLst/>
                <a:gdLst>
                  <a:gd name="T0" fmla="*/ 0 w 393"/>
                  <a:gd name="T1" fmla="*/ 97 h 125"/>
                  <a:gd name="T2" fmla="*/ 87 w 393"/>
                  <a:gd name="T3" fmla="*/ 125 h 125"/>
                  <a:gd name="T4" fmla="*/ 298 w 393"/>
                  <a:gd name="T5" fmla="*/ 42 h 125"/>
                  <a:gd name="T6" fmla="*/ 393 w 393"/>
                  <a:gd name="T7" fmla="*/ 70 h 125"/>
                  <a:gd name="T8" fmla="*/ 342 w 393"/>
                  <a:gd name="T9" fmla="*/ 0 h 125"/>
                  <a:gd name="T10" fmla="*/ 95 w 393"/>
                  <a:gd name="T11" fmla="*/ 0 h 125"/>
                  <a:gd name="T12" fmla="*/ 197 w 393"/>
                  <a:gd name="T13" fmla="*/ 21 h 125"/>
                  <a:gd name="T14" fmla="*/ 0 w 393"/>
                  <a:gd name="T15" fmla="*/ 97 h 12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25">
                    <a:moveTo>
                      <a:pt x="0" y="97"/>
                    </a:moveTo>
                    <a:lnTo>
                      <a:pt x="87" y="125"/>
                    </a:lnTo>
                    <a:lnTo>
                      <a:pt x="298" y="42"/>
                    </a:lnTo>
                    <a:lnTo>
                      <a:pt x="393" y="70"/>
                    </a:lnTo>
                    <a:lnTo>
                      <a:pt x="342" y="0"/>
                    </a:lnTo>
                    <a:lnTo>
                      <a:pt x="95" y="0"/>
                    </a:lnTo>
                    <a:lnTo>
                      <a:pt x="197" y="21"/>
                    </a:lnTo>
                    <a:lnTo>
                      <a:pt x="0" y="9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5942" name="Freeform 123">
                <a:extLst>
                  <a:ext uri="{FF2B5EF4-FFF2-40B4-BE49-F238E27FC236}">
                    <a16:creationId xmlns:a16="http://schemas.microsoft.com/office/drawing/2014/main" id="{288D7270-67F6-19F0-7A98-5942FDF042A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58" y="1646"/>
                <a:ext cx="393" cy="125"/>
              </a:xfrm>
              <a:custGeom>
                <a:avLst/>
                <a:gdLst>
                  <a:gd name="T0" fmla="*/ 0 w 393"/>
                  <a:gd name="T1" fmla="*/ 97 h 125"/>
                  <a:gd name="T2" fmla="*/ 87 w 393"/>
                  <a:gd name="T3" fmla="*/ 125 h 125"/>
                  <a:gd name="T4" fmla="*/ 298 w 393"/>
                  <a:gd name="T5" fmla="*/ 42 h 125"/>
                  <a:gd name="T6" fmla="*/ 393 w 393"/>
                  <a:gd name="T7" fmla="*/ 70 h 125"/>
                  <a:gd name="T8" fmla="*/ 342 w 393"/>
                  <a:gd name="T9" fmla="*/ 0 h 125"/>
                  <a:gd name="T10" fmla="*/ 95 w 393"/>
                  <a:gd name="T11" fmla="*/ 0 h 125"/>
                  <a:gd name="T12" fmla="*/ 197 w 393"/>
                  <a:gd name="T13" fmla="*/ 21 h 125"/>
                  <a:gd name="T14" fmla="*/ 0 w 393"/>
                  <a:gd name="T15" fmla="*/ 97 h 12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25">
                    <a:moveTo>
                      <a:pt x="0" y="97"/>
                    </a:moveTo>
                    <a:lnTo>
                      <a:pt x="87" y="125"/>
                    </a:lnTo>
                    <a:lnTo>
                      <a:pt x="298" y="42"/>
                    </a:lnTo>
                    <a:lnTo>
                      <a:pt x="393" y="70"/>
                    </a:lnTo>
                    <a:lnTo>
                      <a:pt x="342" y="0"/>
                    </a:lnTo>
                    <a:lnTo>
                      <a:pt x="95" y="0"/>
                    </a:lnTo>
                    <a:lnTo>
                      <a:pt x="197" y="21"/>
                    </a:lnTo>
                    <a:lnTo>
                      <a:pt x="0" y="9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5943" name="Freeform 124">
                <a:extLst>
                  <a:ext uri="{FF2B5EF4-FFF2-40B4-BE49-F238E27FC236}">
                    <a16:creationId xmlns:a16="http://schemas.microsoft.com/office/drawing/2014/main" id="{910E21FB-B381-76C6-D9D3-36A30F183D4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29" y="1792"/>
                <a:ext cx="393" cy="131"/>
              </a:xfrm>
              <a:custGeom>
                <a:avLst/>
                <a:gdLst>
                  <a:gd name="T0" fmla="*/ 393 w 393"/>
                  <a:gd name="T1" fmla="*/ 28 h 131"/>
                  <a:gd name="T2" fmla="*/ 306 w 393"/>
                  <a:gd name="T3" fmla="*/ 0 h 131"/>
                  <a:gd name="T4" fmla="*/ 102 w 393"/>
                  <a:gd name="T5" fmla="*/ 83 h 131"/>
                  <a:gd name="T6" fmla="*/ 0 w 393"/>
                  <a:gd name="T7" fmla="*/ 55 h 131"/>
                  <a:gd name="T8" fmla="*/ 51 w 393"/>
                  <a:gd name="T9" fmla="*/ 131 h 131"/>
                  <a:gd name="T10" fmla="*/ 306 w 393"/>
                  <a:gd name="T11" fmla="*/ 131 h 131"/>
                  <a:gd name="T12" fmla="*/ 196 w 393"/>
                  <a:gd name="T13" fmla="*/ 104 h 131"/>
                  <a:gd name="T14" fmla="*/ 393 w 393"/>
                  <a:gd name="T15" fmla="*/ 28 h 13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31">
                    <a:moveTo>
                      <a:pt x="393" y="28"/>
                    </a:moveTo>
                    <a:lnTo>
                      <a:pt x="306" y="0"/>
                    </a:lnTo>
                    <a:lnTo>
                      <a:pt x="102" y="83"/>
                    </a:lnTo>
                    <a:lnTo>
                      <a:pt x="0" y="55"/>
                    </a:lnTo>
                    <a:lnTo>
                      <a:pt x="51" y="131"/>
                    </a:lnTo>
                    <a:lnTo>
                      <a:pt x="306" y="131"/>
                    </a:lnTo>
                    <a:lnTo>
                      <a:pt x="196" y="104"/>
                    </a:lnTo>
                    <a:lnTo>
                      <a:pt x="393" y="2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5944" name="Freeform 125">
                <a:extLst>
                  <a:ext uri="{FF2B5EF4-FFF2-40B4-BE49-F238E27FC236}">
                    <a16:creationId xmlns:a16="http://schemas.microsoft.com/office/drawing/2014/main" id="{BDB22D2E-E275-76E4-4BAA-5833A20D778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29" y="1792"/>
                <a:ext cx="393" cy="131"/>
              </a:xfrm>
              <a:custGeom>
                <a:avLst/>
                <a:gdLst>
                  <a:gd name="T0" fmla="*/ 393 w 393"/>
                  <a:gd name="T1" fmla="*/ 28 h 131"/>
                  <a:gd name="T2" fmla="*/ 306 w 393"/>
                  <a:gd name="T3" fmla="*/ 0 h 131"/>
                  <a:gd name="T4" fmla="*/ 102 w 393"/>
                  <a:gd name="T5" fmla="*/ 83 h 131"/>
                  <a:gd name="T6" fmla="*/ 0 w 393"/>
                  <a:gd name="T7" fmla="*/ 55 h 131"/>
                  <a:gd name="T8" fmla="*/ 51 w 393"/>
                  <a:gd name="T9" fmla="*/ 131 h 131"/>
                  <a:gd name="T10" fmla="*/ 306 w 393"/>
                  <a:gd name="T11" fmla="*/ 131 h 131"/>
                  <a:gd name="T12" fmla="*/ 196 w 393"/>
                  <a:gd name="T13" fmla="*/ 104 h 131"/>
                  <a:gd name="T14" fmla="*/ 393 w 393"/>
                  <a:gd name="T15" fmla="*/ 28 h 13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31">
                    <a:moveTo>
                      <a:pt x="393" y="28"/>
                    </a:moveTo>
                    <a:lnTo>
                      <a:pt x="306" y="0"/>
                    </a:lnTo>
                    <a:lnTo>
                      <a:pt x="102" y="83"/>
                    </a:lnTo>
                    <a:lnTo>
                      <a:pt x="0" y="55"/>
                    </a:lnTo>
                    <a:lnTo>
                      <a:pt x="51" y="131"/>
                    </a:lnTo>
                    <a:lnTo>
                      <a:pt x="306" y="131"/>
                    </a:lnTo>
                    <a:lnTo>
                      <a:pt x="196" y="104"/>
                    </a:lnTo>
                    <a:lnTo>
                      <a:pt x="393" y="2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5945" name="Freeform 126">
                <a:extLst>
                  <a:ext uri="{FF2B5EF4-FFF2-40B4-BE49-F238E27FC236}">
                    <a16:creationId xmlns:a16="http://schemas.microsoft.com/office/drawing/2014/main" id="{B0C8D483-A89A-79B6-2483-6FC1511452F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51" y="1639"/>
                <a:ext cx="393" cy="125"/>
              </a:xfrm>
              <a:custGeom>
                <a:avLst/>
                <a:gdLst>
                  <a:gd name="T0" fmla="*/ 0 w 393"/>
                  <a:gd name="T1" fmla="*/ 28 h 125"/>
                  <a:gd name="T2" fmla="*/ 87 w 393"/>
                  <a:gd name="T3" fmla="*/ 0 h 125"/>
                  <a:gd name="T4" fmla="*/ 298 w 393"/>
                  <a:gd name="T5" fmla="*/ 77 h 125"/>
                  <a:gd name="T6" fmla="*/ 393 w 393"/>
                  <a:gd name="T7" fmla="*/ 56 h 125"/>
                  <a:gd name="T8" fmla="*/ 342 w 393"/>
                  <a:gd name="T9" fmla="*/ 125 h 125"/>
                  <a:gd name="T10" fmla="*/ 94 w 393"/>
                  <a:gd name="T11" fmla="*/ 125 h 125"/>
                  <a:gd name="T12" fmla="*/ 196 w 393"/>
                  <a:gd name="T13" fmla="*/ 104 h 125"/>
                  <a:gd name="T14" fmla="*/ 0 w 393"/>
                  <a:gd name="T15" fmla="*/ 28 h 12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25">
                    <a:moveTo>
                      <a:pt x="0" y="28"/>
                    </a:moveTo>
                    <a:lnTo>
                      <a:pt x="87" y="0"/>
                    </a:lnTo>
                    <a:lnTo>
                      <a:pt x="298" y="77"/>
                    </a:lnTo>
                    <a:lnTo>
                      <a:pt x="393" y="56"/>
                    </a:lnTo>
                    <a:lnTo>
                      <a:pt x="342" y="125"/>
                    </a:lnTo>
                    <a:lnTo>
                      <a:pt x="94" y="125"/>
                    </a:lnTo>
                    <a:lnTo>
                      <a:pt x="196" y="104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5946" name="Freeform 127">
                <a:extLst>
                  <a:ext uri="{FF2B5EF4-FFF2-40B4-BE49-F238E27FC236}">
                    <a16:creationId xmlns:a16="http://schemas.microsoft.com/office/drawing/2014/main" id="{06947268-D6D2-3289-E953-289C001627F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51" y="1639"/>
                <a:ext cx="393" cy="125"/>
              </a:xfrm>
              <a:custGeom>
                <a:avLst/>
                <a:gdLst>
                  <a:gd name="T0" fmla="*/ 0 w 393"/>
                  <a:gd name="T1" fmla="*/ 28 h 125"/>
                  <a:gd name="T2" fmla="*/ 87 w 393"/>
                  <a:gd name="T3" fmla="*/ 0 h 125"/>
                  <a:gd name="T4" fmla="*/ 298 w 393"/>
                  <a:gd name="T5" fmla="*/ 77 h 125"/>
                  <a:gd name="T6" fmla="*/ 393 w 393"/>
                  <a:gd name="T7" fmla="*/ 56 h 125"/>
                  <a:gd name="T8" fmla="*/ 342 w 393"/>
                  <a:gd name="T9" fmla="*/ 125 h 125"/>
                  <a:gd name="T10" fmla="*/ 94 w 393"/>
                  <a:gd name="T11" fmla="*/ 125 h 125"/>
                  <a:gd name="T12" fmla="*/ 196 w 393"/>
                  <a:gd name="T13" fmla="*/ 104 h 125"/>
                  <a:gd name="T14" fmla="*/ 0 w 393"/>
                  <a:gd name="T15" fmla="*/ 28 h 12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25">
                    <a:moveTo>
                      <a:pt x="0" y="28"/>
                    </a:moveTo>
                    <a:lnTo>
                      <a:pt x="87" y="0"/>
                    </a:lnTo>
                    <a:lnTo>
                      <a:pt x="298" y="77"/>
                    </a:lnTo>
                    <a:lnTo>
                      <a:pt x="393" y="56"/>
                    </a:lnTo>
                    <a:lnTo>
                      <a:pt x="342" y="125"/>
                    </a:lnTo>
                    <a:lnTo>
                      <a:pt x="94" y="125"/>
                    </a:lnTo>
                    <a:lnTo>
                      <a:pt x="196" y="104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5947" name="Freeform 128">
                <a:extLst>
                  <a:ext uri="{FF2B5EF4-FFF2-40B4-BE49-F238E27FC236}">
                    <a16:creationId xmlns:a16="http://schemas.microsoft.com/office/drawing/2014/main" id="{B2C6DFD5-DA6E-F8D3-2A18-F51CA6273FA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44" y="1806"/>
                <a:ext cx="392" cy="124"/>
              </a:xfrm>
              <a:custGeom>
                <a:avLst/>
                <a:gdLst>
                  <a:gd name="T0" fmla="*/ 392 w 392"/>
                  <a:gd name="T1" fmla="*/ 97 h 124"/>
                  <a:gd name="T2" fmla="*/ 305 w 392"/>
                  <a:gd name="T3" fmla="*/ 124 h 124"/>
                  <a:gd name="T4" fmla="*/ 101 w 392"/>
                  <a:gd name="T5" fmla="*/ 41 h 124"/>
                  <a:gd name="T6" fmla="*/ 0 w 392"/>
                  <a:gd name="T7" fmla="*/ 69 h 124"/>
                  <a:gd name="T8" fmla="*/ 51 w 392"/>
                  <a:gd name="T9" fmla="*/ 0 h 124"/>
                  <a:gd name="T10" fmla="*/ 305 w 392"/>
                  <a:gd name="T11" fmla="*/ 0 h 124"/>
                  <a:gd name="T12" fmla="*/ 196 w 392"/>
                  <a:gd name="T13" fmla="*/ 20 h 124"/>
                  <a:gd name="T14" fmla="*/ 392 w 392"/>
                  <a:gd name="T15" fmla="*/ 97 h 12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2" h="124">
                    <a:moveTo>
                      <a:pt x="392" y="97"/>
                    </a:moveTo>
                    <a:lnTo>
                      <a:pt x="305" y="124"/>
                    </a:lnTo>
                    <a:lnTo>
                      <a:pt x="101" y="41"/>
                    </a:lnTo>
                    <a:lnTo>
                      <a:pt x="0" y="69"/>
                    </a:lnTo>
                    <a:lnTo>
                      <a:pt x="51" y="0"/>
                    </a:lnTo>
                    <a:lnTo>
                      <a:pt x="305" y="0"/>
                    </a:lnTo>
                    <a:lnTo>
                      <a:pt x="196" y="20"/>
                    </a:lnTo>
                    <a:lnTo>
                      <a:pt x="392" y="9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5948" name="Freeform 129">
                <a:extLst>
                  <a:ext uri="{FF2B5EF4-FFF2-40B4-BE49-F238E27FC236}">
                    <a16:creationId xmlns:a16="http://schemas.microsoft.com/office/drawing/2014/main" id="{93DE225D-1179-B81F-C7A0-8D3B5E583EF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44" y="1806"/>
                <a:ext cx="392" cy="124"/>
              </a:xfrm>
              <a:custGeom>
                <a:avLst/>
                <a:gdLst>
                  <a:gd name="T0" fmla="*/ 392 w 392"/>
                  <a:gd name="T1" fmla="*/ 97 h 124"/>
                  <a:gd name="T2" fmla="*/ 305 w 392"/>
                  <a:gd name="T3" fmla="*/ 124 h 124"/>
                  <a:gd name="T4" fmla="*/ 101 w 392"/>
                  <a:gd name="T5" fmla="*/ 41 h 124"/>
                  <a:gd name="T6" fmla="*/ 0 w 392"/>
                  <a:gd name="T7" fmla="*/ 69 h 124"/>
                  <a:gd name="T8" fmla="*/ 51 w 392"/>
                  <a:gd name="T9" fmla="*/ 0 h 124"/>
                  <a:gd name="T10" fmla="*/ 305 w 392"/>
                  <a:gd name="T11" fmla="*/ 0 h 124"/>
                  <a:gd name="T12" fmla="*/ 196 w 392"/>
                  <a:gd name="T13" fmla="*/ 20 h 124"/>
                  <a:gd name="T14" fmla="*/ 392 w 392"/>
                  <a:gd name="T15" fmla="*/ 97 h 12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2" h="124">
                    <a:moveTo>
                      <a:pt x="392" y="97"/>
                    </a:moveTo>
                    <a:lnTo>
                      <a:pt x="305" y="124"/>
                    </a:lnTo>
                    <a:lnTo>
                      <a:pt x="101" y="41"/>
                    </a:lnTo>
                    <a:lnTo>
                      <a:pt x="0" y="69"/>
                    </a:lnTo>
                    <a:lnTo>
                      <a:pt x="51" y="0"/>
                    </a:lnTo>
                    <a:lnTo>
                      <a:pt x="305" y="0"/>
                    </a:lnTo>
                    <a:lnTo>
                      <a:pt x="196" y="20"/>
                    </a:lnTo>
                    <a:lnTo>
                      <a:pt x="392" y="9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</p:grpSp>
      <p:sp>
        <p:nvSpPr>
          <p:cNvPr id="35869" name="WordArt 130">
            <a:extLst>
              <a:ext uri="{FF2B5EF4-FFF2-40B4-BE49-F238E27FC236}">
                <a16:creationId xmlns:a16="http://schemas.microsoft.com/office/drawing/2014/main" id="{47B4071D-8955-4AB5-D4E9-3091CBFF27C5}"/>
              </a:ext>
            </a:extLst>
          </p:cNvPr>
          <p:cNvSpPr>
            <a:spLocks noChangeAspect="1" noChangeArrowheads="1" noChangeShapeType="1" noTextEdit="1"/>
          </p:cNvSpPr>
          <p:nvPr/>
        </p:nvSpPr>
        <p:spPr bwMode="auto">
          <a:xfrm>
            <a:off x="4254501" y="6424614"/>
            <a:ext cx="665163" cy="200025"/>
          </a:xfrm>
          <a:prstGeom prst="rect">
            <a:avLst/>
          </a:prstGeom>
        </p:spPr>
        <p:txBody>
          <a:bodyPr wrap="none" fromWordArt="1">
            <a:prstTxWarp prst="textCanDown">
              <a:avLst>
                <a:gd name="adj" fmla="val 33333"/>
              </a:avLst>
            </a:prstTxWarp>
          </a:bodyPr>
          <a:lstStyle/>
          <a:p>
            <a:pPr algn="ctr"/>
            <a:r>
              <a:rPr lang="en-GB" sz="1400" kern="10">
                <a:ln w="9525">
                  <a:solidFill>
                    <a:srgbClr val="FFFFFF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r3  </a:t>
            </a:r>
          </a:p>
        </p:txBody>
      </p:sp>
      <p:sp>
        <p:nvSpPr>
          <p:cNvPr id="35870" name="Line 136">
            <a:extLst>
              <a:ext uri="{FF2B5EF4-FFF2-40B4-BE49-F238E27FC236}">
                <a16:creationId xmlns:a16="http://schemas.microsoft.com/office/drawing/2014/main" id="{8E6B141E-F882-5D77-843B-B1496FFD839D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1992314" y="5991225"/>
            <a:ext cx="1106487" cy="0"/>
          </a:xfrm>
          <a:prstGeom prst="line">
            <a:avLst/>
          </a:prstGeom>
          <a:noFill/>
          <a:ln w="38100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35871" name="Line 140">
            <a:extLst>
              <a:ext uri="{FF2B5EF4-FFF2-40B4-BE49-F238E27FC236}">
                <a16:creationId xmlns:a16="http://schemas.microsoft.com/office/drawing/2014/main" id="{5D0425B5-B9B1-EC59-D4B0-FCF7192DFBCD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2103439" y="3633788"/>
            <a:ext cx="1106487" cy="0"/>
          </a:xfrm>
          <a:prstGeom prst="line">
            <a:avLst/>
          </a:prstGeom>
          <a:noFill/>
          <a:ln w="38100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35872" name="Line 142">
            <a:extLst>
              <a:ext uri="{FF2B5EF4-FFF2-40B4-BE49-F238E27FC236}">
                <a16:creationId xmlns:a16="http://schemas.microsoft.com/office/drawing/2014/main" id="{5ED612B8-9091-F3C4-8D0C-E9AA7BB2CA85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5653088" y="3051176"/>
            <a:ext cx="0" cy="815975"/>
          </a:xfrm>
          <a:prstGeom prst="line">
            <a:avLst/>
          </a:prstGeom>
          <a:noFill/>
          <a:ln w="19050">
            <a:solidFill>
              <a:srgbClr val="5F5F5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35873" name="Oval 143">
            <a:extLst>
              <a:ext uri="{FF2B5EF4-FFF2-40B4-BE49-F238E27FC236}">
                <a16:creationId xmlns:a16="http://schemas.microsoft.com/office/drawing/2014/main" id="{EF241A37-F771-5976-A2B8-7FC39A7323F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99100" y="3698875"/>
            <a:ext cx="368300" cy="36830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2000">
                <a:latin typeface="Tahoma" panose="020B0604030504040204" pitchFamily="34" charset="0"/>
              </a:rPr>
              <a:t>H</a:t>
            </a:r>
          </a:p>
        </p:txBody>
      </p:sp>
      <p:sp>
        <p:nvSpPr>
          <p:cNvPr id="35874" name="AutoShape 144">
            <a:extLst>
              <a:ext uri="{FF2B5EF4-FFF2-40B4-BE49-F238E27FC236}">
                <a16:creationId xmlns:a16="http://schemas.microsoft.com/office/drawing/2014/main" id="{E44BF57B-83FB-96CB-0178-D6C85388071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349876" y="2852738"/>
            <a:ext cx="1603375" cy="341312"/>
          </a:xfrm>
          <a:prstGeom prst="flowChartAlternateProcess">
            <a:avLst/>
          </a:prstGeom>
          <a:solidFill>
            <a:schemeClr val="bg1"/>
          </a:solidFill>
          <a:ln w="19050">
            <a:solidFill>
              <a:srgbClr val="5F5F5F"/>
            </a:solidFill>
            <a:prstDash val="sys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it-IT" altLang="it-IT" sz="1400" b="1">
                <a:solidFill>
                  <a:srgbClr val="5F5F5F"/>
                </a:solidFill>
                <a:latin typeface="Courier New" panose="02070309020205020404" pitchFamily="49" charset="0"/>
              </a:rPr>
              <a:t>100.1.0.12/30</a:t>
            </a:r>
          </a:p>
        </p:txBody>
      </p:sp>
      <p:sp>
        <p:nvSpPr>
          <p:cNvPr id="35875" name="AutoShape 148">
            <a:extLst>
              <a:ext uri="{FF2B5EF4-FFF2-40B4-BE49-F238E27FC236}">
                <a16:creationId xmlns:a16="http://schemas.microsoft.com/office/drawing/2014/main" id="{9631932A-158D-7217-B18F-B2DBB37500C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28839" y="4675188"/>
            <a:ext cx="738187" cy="404812"/>
          </a:xfrm>
          <a:prstGeom prst="can">
            <a:avLst>
              <a:gd name="adj" fmla="val 50000"/>
            </a:avLst>
          </a:prstGeom>
          <a:solidFill>
            <a:srgbClr val="B2B2B2"/>
          </a:solidFill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73025" tIns="36512" rIns="73025" bIns="3651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it-IT" altLang="en-IT"/>
          </a:p>
        </p:txBody>
      </p:sp>
      <p:grpSp>
        <p:nvGrpSpPr>
          <p:cNvPr id="35876" name="Group 149">
            <a:extLst>
              <a:ext uri="{FF2B5EF4-FFF2-40B4-BE49-F238E27FC236}">
                <a16:creationId xmlns:a16="http://schemas.microsoft.com/office/drawing/2014/main" id="{7265424D-633E-5FC4-2BDE-763793E0A49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265364" y="4700588"/>
            <a:ext cx="458787" cy="158750"/>
            <a:chOff x="422" y="1632"/>
            <a:chExt cx="829" cy="298"/>
          </a:xfrm>
        </p:grpSpPr>
        <p:grpSp>
          <p:nvGrpSpPr>
            <p:cNvPr id="35921" name="Group 150">
              <a:extLst>
                <a:ext uri="{FF2B5EF4-FFF2-40B4-BE49-F238E27FC236}">
                  <a16:creationId xmlns:a16="http://schemas.microsoft.com/office/drawing/2014/main" id="{ADBC59EA-9798-B4CE-D7C5-2522279EE3D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22" y="1632"/>
              <a:ext cx="822" cy="291"/>
              <a:chOff x="422" y="1632"/>
              <a:chExt cx="822" cy="291"/>
            </a:xfrm>
          </p:grpSpPr>
          <p:sp>
            <p:nvSpPr>
              <p:cNvPr id="35931" name="Freeform 151">
                <a:extLst>
                  <a:ext uri="{FF2B5EF4-FFF2-40B4-BE49-F238E27FC236}">
                    <a16:creationId xmlns:a16="http://schemas.microsoft.com/office/drawing/2014/main" id="{EC8CF9A6-93AC-B1CC-C867-CA59B3ADC09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51" y="1639"/>
                <a:ext cx="393" cy="125"/>
              </a:xfrm>
              <a:custGeom>
                <a:avLst/>
                <a:gdLst>
                  <a:gd name="T0" fmla="*/ 0 w 393"/>
                  <a:gd name="T1" fmla="*/ 97 h 125"/>
                  <a:gd name="T2" fmla="*/ 87 w 393"/>
                  <a:gd name="T3" fmla="*/ 125 h 125"/>
                  <a:gd name="T4" fmla="*/ 298 w 393"/>
                  <a:gd name="T5" fmla="*/ 42 h 125"/>
                  <a:gd name="T6" fmla="*/ 393 w 393"/>
                  <a:gd name="T7" fmla="*/ 70 h 125"/>
                  <a:gd name="T8" fmla="*/ 342 w 393"/>
                  <a:gd name="T9" fmla="*/ 0 h 125"/>
                  <a:gd name="T10" fmla="*/ 94 w 393"/>
                  <a:gd name="T11" fmla="*/ 0 h 125"/>
                  <a:gd name="T12" fmla="*/ 196 w 393"/>
                  <a:gd name="T13" fmla="*/ 21 h 125"/>
                  <a:gd name="T14" fmla="*/ 0 w 393"/>
                  <a:gd name="T15" fmla="*/ 97 h 12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25">
                    <a:moveTo>
                      <a:pt x="0" y="97"/>
                    </a:moveTo>
                    <a:lnTo>
                      <a:pt x="87" y="125"/>
                    </a:lnTo>
                    <a:lnTo>
                      <a:pt x="298" y="42"/>
                    </a:lnTo>
                    <a:lnTo>
                      <a:pt x="393" y="70"/>
                    </a:lnTo>
                    <a:lnTo>
                      <a:pt x="342" y="0"/>
                    </a:lnTo>
                    <a:lnTo>
                      <a:pt x="94" y="0"/>
                    </a:lnTo>
                    <a:lnTo>
                      <a:pt x="196" y="21"/>
                    </a:lnTo>
                    <a:lnTo>
                      <a:pt x="0" y="9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5932" name="Freeform 152">
                <a:extLst>
                  <a:ext uri="{FF2B5EF4-FFF2-40B4-BE49-F238E27FC236}">
                    <a16:creationId xmlns:a16="http://schemas.microsoft.com/office/drawing/2014/main" id="{22C26CEB-9856-3B7B-F5ED-61199CF415A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51" y="1639"/>
                <a:ext cx="393" cy="125"/>
              </a:xfrm>
              <a:custGeom>
                <a:avLst/>
                <a:gdLst>
                  <a:gd name="T0" fmla="*/ 0 w 393"/>
                  <a:gd name="T1" fmla="*/ 97 h 125"/>
                  <a:gd name="T2" fmla="*/ 87 w 393"/>
                  <a:gd name="T3" fmla="*/ 125 h 125"/>
                  <a:gd name="T4" fmla="*/ 298 w 393"/>
                  <a:gd name="T5" fmla="*/ 42 h 125"/>
                  <a:gd name="T6" fmla="*/ 393 w 393"/>
                  <a:gd name="T7" fmla="*/ 70 h 125"/>
                  <a:gd name="T8" fmla="*/ 342 w 393"/>
                  <a:gd name="T9" fmla="*/ 0 h 125"/>
                  <a:gd name="T10" fmla="*/ 94 w 393"/>
                  <a:gd name="T11" fmla="*/ 0 h 125"/>
                  <a:gd name="T12" fmla="*/ 196 w 393"/>
                  <a:gd name="T13" fmla="*/ 21 h 125"/>
                  <a:gd name="T14" fmla="*/ 0 w 393"/>
                  <a:gd name="T15" fmla="*/ 97 h 12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25">
                    <a:moveTo>
                      <a:pt x="0" y="97"/>
                    </a:moveTo>
                    <a:lnTo>
                      <a:pt x="87" y="125"/>
                    </a:lnTo>
                    <a:lnTo>
                      <a:pt x="298" y="42"/>
                    </a:lnTo>
                    <a:lnTo>
                      <a:pt x="393" y="70"/>
                    </a:lnTo>
                    <a:lnTo>
                      <a:pt x="342" y="0"/>
                    </a:lnTo>
                    <a:lnTo>
                      <a:pt x="94" y="0"/>
                    </a:lnTo>
                    <a:lnTo>
                      <a:pt x="196" y="21"/>
                    </a:lnTo>
                    <a:lnTo>
                      <a:pt x="0" y="9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5933" name="Freeform 153">
                <a:extLst>
                  <a:ext uri="{FF2B5EF4-FFF2-40B4-BE49-F238E27FC236}">
                    <a16:creationId xmlns:a16="http://schemas.microsoft.com/office/drawing/2014/main" id="{609189D8-A7F2-AE46-20BD-18876EB9A9B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22" y="1785"/>
                <a:ext cx="393" cy="132"/>
              </a:xfrm>
              <a:custGeom>
                <a:avLst/>
                <a:gdLst>
                  <a:gd name="T0" fmla="*/ 393 w 393"/>
                  <a:gd name="T1" fmla="*/ 28 h 132"/>
                  <a:gd name="T2" fmla="*/ 305 w 393"/>
                  <a:gd name="T3" fmla="*/ 0 h 132"/>
                  <a:gd name="T4" fmla="*/ 102 w 393"/>
                  <a:gd name="T5" fmla="*/ 83 h 132"/>
                  <a:gd name="T6" fmla="*/ 0 w 393"/>
                  <a:gd name="T7" fmla="*/ 55 h 132"/>
                  <a:gd name="T8" fmla="*/ 51 w 393"/>
                  <a:gd name="T9" fmla="*/ 132 h 132"/>
                  <a:gd name="T10" fmla="*/ 305 w 393"/>
                  <a:gd name="T11" fmla="*/ 132 h 132"/>
                  <a:gd name="T12" fmla="*/ 196 w 393"/>
                  <a:gd name="T13" fmla="*/ 104 h 132"/>
                  <a:gd name="T14" fmla="*/ 393 w 393"/>
                  <a:gd name="T15" fmla="*/ 28 h 1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32">
                    <a:moveTo>
                      <a:pt x="393" y="28"/>
                    </a:moveTo>
                    <a:lnTo>
                      <a:pt x="305" y="0"/>
                    </a:lnTo>
                    <a:lnTo>
                      <a:pt x="102" y="83"/>
                    </a:lnTo>
                    <a:lnTo>
                      <a:pt x="0" y="55"/>
                    </a:lnTo>
                    <a:lnTo>
                      <a:pt x="51" y="132"/>
                    </a:lnTo>
                    <a:lnTo>
                      <a:pt x="305" y="132"/>
                    </a:lnTo>
                    <a:lnTo>
                      <a:pt x="196" y="104"/>
                    </a:lnTo>
                    <a:lnTo>
                      <a:pt x="393" y="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5934" name="Freeform 154">
                <a:extLst>
                  <a:ext uri="{FF2B5EF4-FFF2-40B4-BE49-F238E27FC236}">
                    <a16:creationId xmlns:a16="http://schemas.microsoft.com/office/drawing/2014/main" id="{1B2F41F3-B83F-35EB-606C-6C423B9350F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22" y="1785"/>
                <a:ext cx="393" cy="132"/>
              </a:xfrm>
              <a:custGeom>
                <a:avLst/>
                <a:gdLst>
                  <a:gd name="T0" fmla="*/ 393 w 393"/>
                  <a:gd name="T1" fmla="*/ 28 h 132"/>
                  <a:gd name="T2" fmla="*/ 305 w 393"/>
                  <a:gd name="T3" fmla="*/ 0 h 132"/>
                  <a:gd name="T4" fmla="*/ 102 w 393"/>
                  <a:gd name="T5" fmla="*/ 83 h 132"/>
                  <a:gd name="T6" fmla="*/ 0 w 393"/>
                  <a:gd name="T7" fmla="*/ 55 h 132"/>
                  <a:gd name="T8" fmla="*/ 51 w 393"/>
                  <a:gd name="T9" fmla="*/ 132 h 132"/>
                  <a:gd name="T10" fmla="*/ 305 w 393"/>
                  <a:gd name="T11" fmla="*/ 132 h 132"/>
                  <a:gd name="T12" fmla="*/ 196 w 393"/>
                  <a:gd name="T13" fmla="*/ 104 h 132"/>
                  <a:gd name="T14" fmla="*/ 393 w 393"/>
                  <a:gd name="T15" fmla="*/ 28 h 1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32">
                    <a:moveTo>
                      <a:pt x="393" y="28"/>
                    </a:moveTo>
                    <a:lnTo>
                      <a:pt x="305" y="0"/>
                    </a:lnTo>
                    <a:lnTo>
                      <a:pt x="102" y="83"/>
                    </a:lnTo>
                    <a:lnTo>
                      <a:pt x="0" y="55"/>
                    </a:lnTo>
                    <a:lnTo>
                      <a:pt x="51" y="132"/>
                    </a:lnTo>
                    <a:lnTo>
                      <a:pt x="305" y="132"/>
                    </a:lnTo>
                    <a:lnTo>
                      <a:pt x="196" y="104"/>
                    </a:lnTo>
                    <a:lnTo>
                      <a:pt x="393" y="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5935" name="Freeform 155">
                <a:extLst>
                  <a:ext uri="{FF2B5EF4-FFF2-40B4-BE49-F238E27FC236}">
                    <a16:creationId xmlns:a16="http://schemas.microsoft.com/office/drawing/2014/main" id="{3E4EF648-F16D-9394-D4EC-2590A438C3F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44" y="1632"/>
                <a:ext cx="392" cy="125"/>
              </a:xfrm>
              <a:custGeom>
                <a:avLst/>
                <a:gdLst>
                  <a:gd name="T0" fmla="*/ 0 w 392"/>
                  <a:gd name="T1" fmla="*/ 28 h 125"/>
                  <a:gd name="T2" fmla="*/ 87 w 392"/>
                  <a:gd name="T3" fmla="*/ 0 h 125"/>
                  <a:gd name="T4" fmla="*/ 298 w 392"/>
                  <a:gd name="T5" fmla="*/ 77 h 125"/>
                  <a:gd name="T6" fmla="*/ 392 w 392"/>
                  <a:gd name="T7" fmla="*/ 56 h 125"/>
                  <a:gd name="T8" fmla="*/ 341 w 392"/>
                  <a:gd name="T9" fmla="*/ 125 h 125"/>
                  <a:gd name="T10" fmla="*/ 94 w 392"/>
                  <a:gd name="T11" fmla="*/ 125 h 125"/>
                  <a:gd name="T12" fmla="*/ 196 w 392"/>
                  <a:gd name="T13" fmla="*/ 104 h 125"/>
                  <a:gd name="T14" fmla="*/ 0 w 392"/>
                  <a:gd name="T15" fmla="*/ 28 h 12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2" h="125">
                    <a:moveTo>
                      <a:pt x="0" y="28"/>
                    </a:moveTo>
                    <a:lnTo>
                      <a:pt x="87" y="0"/>
                    </a:lnTo>
                    <a:lnTo>
                      <a:pt x="298" y="77"/>
                    </a:lnTo>
                    <a:lnTo>
                      <a:pt x="392" y="56"/>
                    </a:lnTo>
                    <a:lnTo>
                      <a:pt x="341" y="125"/>
                    </a:lnTo>
                    <a:lnTo>
                      <a:pt x="94" y="125"/>
                    </a:lnTo>
                    <a:lnTo>
                      <a:pt x="196" y="104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5936" name="Freeform 156">
                <a:extLst>
                  <a:ext uri="{FF2B5EF4-FFF2-40B4-BE49-F238E27FC236}">
                    <a16:creationId xmlns:a16="http://schemas.microsoft.com/office/drawing/2014/main" id="{CBD388B3-0E16-EDA1-FB91-9513C90B783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44" y="1632"/>
                <a:ext cx="392" cy="125"/>
              </a:xfrm>
              <a:custGeom>
                <a:avLst/>
                <a:gdLst>
                  <a:gd name="T0" fmla="*/ 0 w 392"/>
                  <a:gd name="T1" fmla="*/ 28 h 125"/>
                  <a:gd name="T2" fmla="*/ 87 w 392"/>
                  <a:gd name="T3" fmla="*/ 0 h 125"/>
                  <a:gd name="T4" fmla="*/ 298 w 392"/>
                  <a:gd name="T5" fmla="*/ 77 h 125"/>
                  <a:gd name="T6" fmla="*/ 392 w 392"/>
                  <a:gd name="T7" fmla="*/ 56 h 125"/>
                  <a:gd name="T8" fmla="*/ 341 w 392"/>
                  <a:gd name="T9" fmla="*/ 125 h 125"/>
                  <a:gd name="T10" fmla="*/ 94 w 392"/>
                  <a:gd name="T11" fmla="*/ 125 h 125"/>
                  <a:gd name="T12" fmla="*/ 196 w 392"/>
                  <a:gd name="T13" fmla="*/ 104 h 125"/>
                  <a:gd name="T14" fmla="*/ 0 w 392"/>
                  <a:gd name="T15" fmla="*/ 28 h 12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2" h="125">
                    <a:moveTo>
                      <a:pt x="0" y="28"/>
                    </a:moveTo>
                    <a:lnTo>
                      <a:pt x="87" y="0"/>
                    </a:lnTo>
                    <a:lnTo>
                      <a:pt x="298" y="77"/>
                    </a:lnTo>
                    <a:lnTo>
                      <a:pt x="392" y="56"/>
                    </a:lnTo>
                    <a:lnTo>
                      <a:pt x="341" y="125"/>
                    </a:lnTo>
                    <a:lnTo>
                      <a:pt x="94" y="125"/>
                    </a:lnTo>
                    <a:lnTo>
                      <a:pt x="196" y="104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5937" name="Freeform 157">
                <a:extLst>
                  <a:ext uri="{FF2B5EF4-FFF2-40B4-BE49-F238E27FC236}">
                    <a16:creationId xmlns:a16="http://schemas.microsoft.com/office/drawing/2014/main" id="{08452628-5A1C-FA12-C2CF-ACB1F44D884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36" y="1799"/>
                <a:ext cx="393" cy="124"/>
              </a:xfrm>
              <a:custGeom>
                <a:avLst/>
                <a:gdLst>
                  <a:gd name="T0" fmla="*/ 393 w 393"/>
                  <a:gd name="T1" fmla="*/ 97 h 124"/>
                  <a:gd name="T2" fmla="*/ 306 w 393"/>
                  <a:gd name="T3" fmla="*/ 124 h 124"/>
                  <a:gd name="T4" fmla="*/ 102 w 393"/>
                  <a:gd name="T5" fmla="*/ 41 h 124"/>
                  <a:gd name="T6" fmla="*/ 0 w 393"/>
                  <a:gd name="T7" fmla="*/ 69 h 124"/>
                  <a:gd name="T8" fmla="*/ 51 w 393"/>
                  <a:gd name="T9" fmla="*/ 0 h 124"/>
                  <a:gd name="T10" fmla="*/ 306 w 393"/>
                  <a:gd name="T11" fmla="*/ 0 h 124"/>
                  <a:gd name="T12" fmla="*/ 197 w 393"/>
                  <a:gd name="T13" fmla="*/ 21 h 124"/>
                  <a:gd name="T14" fmla="*/ 393 w 393"/>
                  <a:gd name="T15" fmla="*/ 97 h 12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24">
                    <a:moveTo>
                      <a:pt x="393" y="97"/>
                    </a:moveTo>
                    <a:lnTo>
                      <a:pt x="306" y="124"/>
                    </a:lnTo>
                    <a:lnTo>
                      <a:pt x="102" y="41"/>
                    </a:lnTo>
                    <a:lnTo>
                      <a:pt x="0" y="69"/>
                    </a:lnTo>
                    <a:lnTo>
                      <a:pt x="51" y="0"/>
                    </a:lnTo>
                    <a:lnTo>
                      <a:pt x="306" y="0"/>
                    </a:lnTo>
                    <a:lnTo>
                      <a:pt x="197" y="21"/>
                    </a:lnTo>
                    <a:lnTo>
                      <a:pt x="393" y="9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5938" name="Freeform 158">
                <a:extLst>
                  <a:ext uri="{FF2B5EF4-FFF2-40B4-BE49-F238E27FC236}">
                    <a16:creationId xmlns:a16="http://schemas.microsoft.com/office/drawing/2014/main" id="{50E2D9CE-F784-D896-7829-64B9451D665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36" y="1799"/>
                <a:ext cx="393" cy="124"/>
              </a:xfrm>
              <a:custGeom>
                <a:avLst/>
                <a:gdLst>
                  <a:gd name="T0" fmla="*/ 393 w 393"/>
                  <a:gd name="T1" fmla="*/ 97 h 124"/>
                  <a:gd name="T2" fmla="*/ 306 w 393"/>
                  <a:gd name="T3" fmla="*/ 124 h 124"/>
                  <a:gd name="T4" fmla="*/ 102 w 393"/>
                  <a:gd name="T5" fmla="*/ 41 h 124"/>
                  <a:gd name="T6" fmla="*/ 0 w 393"/>
                  <a:gd name="T7" fmla="*/ 69 h 124"/>
                  <a:gd name="T8" fmla="*/ 51 w 393"/>
                  <a:gd name="T9" fmla="*/ 0 h 124"/>
                  <a:gd name="T10" fmla="*/ 306 w 393"/>
                  <a:gd name="T11" fmla="*/ 0 h 124"/>
                  <a:gd name="T12" fmla="*/ 197 w 393"/>
                  <a:gd name="T13" fmla="*/ 21 h 124"/>
                  <a:gd name="T14" fmla="*/ 393 w 393"/>
                  <a:gd name="T15" fmla="*/ 97 h 12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24">
                    <a:moveTo>
                      <a:pt x="393" y="97"/>
                    </a:moveTo>
                    <a:lnTo>
                      <a:pt x="306" y="124"/>
                    </a:lnTo>
                    <a:lnTo>
                      <a:pt x="102" y="41"/>
                    </a:lnTo>
                    <a:lnTo>
                      <a:pt x="0" y="69"/>
                    </a:lnTo>
                    <a:lnTo>
                      <a:pt x="51" y="0"/>
                    </a:lnTo>
                    <a:lnTo>
                      <a:pt x="306" y="0"/>
                    </a:lnTo>
                    <a:lnTo>
                      <a:pt x="197" y="21"/>
                    </a:lnTo>
                    <a:lnTo>
                      <a:pt x="393" y="9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35922" name="Group 159">
              <a:extLst>
                <a:ext uri="{FF2B5EF4-FFF2-40B4-BE49-F238E27FC236}">
                  <a16:creationId xmlns:a16="http://schemas.microsoft.com/office/drawing/2014/main" id="{6B1937EA-E13C-2496-698D-44B2921E388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29" y="1639"/>
              <a:ext cx="822" cy="291"/>
              <a:chOff x="429" y="1639"/>
              <a:chExt cx="822" cy="291"/>
            </a:xfrm>
          </p:grpSpPr>
          <p:sp>
            <p:nvSpPr>
              <p:cNvPr id="35923" name="Freeform 160">
                <a:extLst>
                  <a:ext uri="{FF2B5EF4-FFF2-40B4-BE49-F238E27FC236}">
                    <a16:creationId xmlns:a16="http://schemas.microsoft.com/office/drawing/2014/main" id="{25545024-028B-0F30-91F1-0E48C11D33B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58" y="1646"/>
                <a:ext cx="393" cy="125"/>
              </a:xfrm>
              <a:custGeom>
                <a:avLst/>
                <a:gdLst>
                  <a:gd name="T0" fmla="*/ 0 w 393"/>
                  <a:gd name="T1" fmla="*/ 97 h 125"/>
                  <a:gd name="T2" fmla="*/ 87 w 393"/>
                  <a:gd name="T3" fmla="*/ 125 h 125"/>
                  <a:gd name="T4" fmla="*/ 298 w 393"/>
                  <a:gd name="T5" fmla="*/ 42 h 125"/>
                  <a:gd name="T6" fmla="*/ 393 w 393"/>
                  <a:gd name="T7" fmla="*/ 70 h 125"/>
                  <a:gd name="T8" fmla="*/ 342 w 393"/>
                  <a:gd name="T9" fmla="*/ 0 h 125"/>
                  <a:gd name="T10" fmla="*/ 95 w 393"/>
                  <a:gd name="T11" fmla="*/ 0 h 125"/>
                  <a:gd name="T12" fmla="*/ 197 w 393"/>
                  <a:gd name="T13" fmla="*/ 21 h 125"/>
                  <a:gd name="T14" fmla="*/ 0 w 393"/>
                  <a:gd name="T15" fmla="*/ 97 h 12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25">
                    <a:moveTo>
                      <a:pt x="0" y="97"/>
                    </a:moveTo>
                    <a:lnTo>
                      <a:pt x="87" y="125"/>
                    </a:lnTo>
                    <a:lnTo>
                      <a:pt x="298" y="42"/>
                    </a:lnTo>
                    <a:lnTo>
                      <a:pt x="393" y="70"/>
                    </a:lnTo>
                    <a:lnTo>
                      <a:pt x="342" y="0"/>
                    </a:lnTo>
                    <a:lnTo>
                      <a:pt x="95" y="0"/>
                    </a:lnTo>
                    <a:lnTo>
                      <a:pt x="197" y="21"/>
                    </a:lnTo>
                    <a:lnTo>
                      <a:pt x="0" y="9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5924" name="Freeform 161">
                <a:extLst>
                  <a:ext uri="{FF2B5EF4-FFF2-40B4-BE49-F238E27FC236}">
                    <a16:creationId xmlns:a16="http://schemas.microsoft.com/office/drawing/2014/main" id="{744C5C40-89FB-1188-CF08-0E66AB4A064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58" y="1646"/>
                <a:ext cx="393" cy="125"/>
              </a:xfrm>
              <a:custGeom>
                <a:avLst/>
                <a:gdLst>
                  <a:gd name="T0" fmla="*/ 0 w 393"/>
                  <a:gd name="T1" fmla="*/ 97 h 125"/>
                  <a:gd name="T2" fmla="*/ 87 w 393"/>
                  <a:gd name="T3" fmla="*/ 125 h 125"/>
                  <a:gd name="T4" fmla="*/ 298 w 393"/>
                  <a:gd name="T5" fmla="*/ 42 h 125"/>
                  <a:gd name="T6" fmla="*/ 393 w 393"/>
                  <a:gd name="T7" fmla="*/ 70 h 125"/>
                  <a:gd name="T8" fmla="*/ 342 w 393"/>
                  <a:gd name="T9" fmla="*/ 0 h 125"/>
                  <a:gd name="T10" fmla="*/ 95 w 393"/>
                  <a:gd name="T11" fmla="*/ 0 h 125"/>
                  <a:gd name="T12" fmla="*/ 197 w 393"/>
                  <a:gd name="T13" fmla="*/ 21 h 125"/>
                  <a:gd name="T14" fmla="*/ 0 w 393"/>
                  <a:gd name="T15" fmla="*/ 97 h 12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25">
                    <a:moveTo>
                      <a:pt x="0" y="97"/>
                    </a:moveTo>
                    <a:lnTo>
                      <a:pt x="87" y="125"/>
                    </a:lnTo>
                    <a:lnTo>
                      <a:pt x="298" y="42"/>
                    </a:lnTo>
                    <a:lnTo>
                      <a:pt x="393" y="70"/>
                    </a:lnTo>
                    <a:lnTo>
                      <a:pt x="342" y="0"/>
                    </a:lnTo>
                    <a:lnTo>
                      <a:pt x="95" y="0"/>
                    </a:lnTo>
                    <a:lnTo>
                      <a:pt x="197" y="21"/>
                    </a:lnTo>
                    <a:lnTo>
                      <a:pt x="0" y="9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5925" name="Freeform 162">
                <a:extLst>
                  <a:ext uri="{FF2B5EF4-FFF2-40B4-BE49-F238E27FC236}">
                    <a16:creationId xmlns:a16="http://schemas.microsoft.com/office/drawing/2014/main" id="{B8276482-3F6C-79D3-50AC-A1A7EE615D4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29" y="1792"/>
                <a:ext cx="393" cy="131"/>
              </a:xfrm>
              <a:custGeom>
                <a:avLst/>
                <a:gdLst>
                  <a:gd name="T0" fmla="*/ 393 w 393"/>
                  <a:gd name="T1" fmla="*/ 28 h 131"/>
                  <a:gd name="T2" fmla="*/ 306 w 393"/>
                  <a:gd name="T3" fmla="*/ 0 h 131"/>
                  <a:gd name="T4" fmla="*/ 102 w 393"/>
                  <a:gd name="T5" fmla="*/ 83 h 131"/>
                  <a:gd name="T6" fmla="*/ 0 w 393"/>
                  <a:gd name="T7" fmla="*/ 55 h 131"/>
                  <a:gd name="T8" fmla="*/ 51 w 393"/>
                  <a:gd name="T9" fmla="*/ 131 h 131"/>
                  <a:gd name="T10" fmla="*/ 306 w 393"/>
                  <a:gd name="T11" fmla="*/ 131 h 131"/>
                  <a:gd name="T12" fmla="*/ 196 w 393"/>
                  <a:gd name="T13" fmla="*/ 104 h 131"/>
                  <a:gd name="T14" fmla="*/ 393 w 393"/>
                  <a:gd name="T15" fmla="*/ 28 h 13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31">
                    <a:moveTo>
                      <a:pt x="393" y="28"/>
                    </a:moveTo>
                    <a:lnTo>
                      <a:pt x="306" y="0"/>
                    </a:lnTo>
                    <a:lnTo>
                      <a:pt x="102" y="83"/>
                    </a:lnTo>
                    <a:lnTo>
                      <a:pt x="0" y="55"/>
                    </a:lnTo>
                    <a:lnTo>
                      <a:pt x="51" y="131"/>
                    </a:lnTo>
                    <a:lnTo>
                      <a:pt x="306" y="131"/>
                    </a:lnTo>
                    <a:lnTo>
                      <a:pt x="196" y="104"/>
                    </a:lnTo>
                    <a:lnTo>
                      <a:pt x="393" y="2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5926" name="Freeform 163">
                <a:extLst>
                  <a:ext uri="{FF2B5EF4-FFF2-40B4-BE49-F238E27FC236}">
                    <a16:creationId xmlns:a16="http://schemas.microsoft.com/office/drawing/2014/main" id="{89062CBD-3829-BE2D-691E-C6CBCAD903C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29" y="1792"/>
                <a:ext cx="393" cy="131"/>
              </a:xfrm>
              <a:custGeom>
                <a:avLst/>
                <a:gdLst>
                  <a:gd name="T0" fmla="*/ 393 w 393"/>
                  <a:gd name="T1" fmla="*/ 28 h 131"/>
                  <a:gd name="T2" fmla="*/ 306 w 393"/>
                  <a:gd name="T3" fmla="*/ 0 h 131"/>
                  <a:gd name="T4" fmla="*/ 102 w 393"/>
                  <a:gd name="T5" fmla="*/ 83 h 131"/>
                  <a:gd name="T6" fmla="*/ 0 w 393"/>
                  <a:gd name="T7" fmla="*/ 55 h 131"/>
                  <a:gd name="T8" fmla="*/ 51 w 393"/>
                  <a:gd name="T9" fmla="*/ 131 h 131"/>
                  <a:gd name="T10" fmla="*/ 306 w 393"/>
                  <a:gd name="T11" fmla="*/ 131 h 131"/>
                  <a:gd name="T12" fmla="*/ 196 w 393"/>
                  <a:gd name="T13" fmla="*/ 104 h 131"/>
                  <a:gd name="T14" fmla="*/ 393 w 393"/>
                  <a:gd name="T15" fmla="*/ 28 h 13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31">
                    <a:moveTo>
                      <a:pt x="393" y="28"/>
                    </a:moveTo>
                    <a:lnTo>
                      <a:pt x="306" y="0"/>
                    </a:lnTo>
                    <a:lnTo>
                      <a:pt x="102" y="83"/>
                    </a:lnTo>
                    <a:lnTo>
                      <a:pt x="0" y="55"/>
                    </a:lnTo>
                    <a:lnTo>
                      <a:pt x="51" y="131"/>
                    </a:lnTo>
                    <a:lnTo>
                      <a:pt x="306" y="131"/>
                    </a:lnTo>
                    <a:lnTo>
                      <a:pt x="196" y="104"/>
                    </a:lnTo>
                    <a:lnTo>
                      <a:pt x="393" y="2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5927" name="Freeform 164">
                <a:extLst>
                  <a:ext uri="{FF2B5EF4-FFF2-40B4-BE49-F238E27FC236}">
                    <a16:creationId xmlns:a16="http://schemas.microsoft.com/office/drawing/2014/main" id="{D506067A-1655-C342-A687-F44E0C37BCB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51" y="1639"/>
                <a:ext cx="393" cy="125"/>
              </a:xfrm>
              <a:custGeom>
                <a:avLst/>
                <a:gdLst>
                  <a:gd name="T0" fmla="*/ 0 w 393"/>
                  <a:gd name="T1" fmla="*/ 28 h 125"/>
                  <a:gd name="T2" fmla="*/ 87 w 393"/>
                  <a:gd name="T3" fmla="*/ 0 h 125"/>
                  <a:gd name="T4" fmla="*/ 298 w 393"/>
                  <a:gd name="T5" fmla="*/ 77 h 125"/>
                  <a:gd name="T6" fmla="*/ 393 w 393"/>
                  <a:gd name="T7" fmla="*/ 56 h 125"/>
                  <a:gd name="T8" fmla="*/ 342 w 393"/>
                  <a:gd name="T9" fmla="*/ 125 h 125"/>
                  <a:gd name="T10" fmla="*/ 94 w 393"/>
                  <a:gd name="T11" fmla="*/ 125 h 125"/>
                  <a:gd name="T12" fmla="*/ 196 w 393"/>
                  <a:gd name="T13" fmla="*/ 104 h 125"/>
                  <a:gd name="T14" fmla="*/ 0 w 393"/>
                  <a:gd name="T15" fmla="*/ 28 h 12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25">
                    <a:moveTo>
                      <a:pt x="0" y="28"/>
                    </a:moveTo>
                    <a:lnTo>
                      <a:pt x="87" y="0"/>
                    </a:lnTo>
                    <a:lnTo>
                      <a:pt x="298" y="77"/>
                    </a:lnTo>
                    <a:lnTo>
                      <a:pt x="393" y="56"/>
                    </a:lnTo>
                    <a:lnTo>
                      <a:pt x="342" y="125"/>
                    </a:lnTo>
                    <a:lnTo>
                      <a:pt x="94" y="125"/>
                    </a:lnTo>
                    <a:lnTo>
                      <a:pt x="196" y="104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5928" name="Freeform 165">
                <a:extLst>
                  <a:ext uri="{FF2B5EF4-FFF2-40B4-BE49-F238E27FC236}">
                    <a16:creationId xmlns:a16="http://schemas.microsoft.com/office/drawing/2014/main" id="{E8E3F875-6C3F-AD2B-3C49-F45C321A99C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51" y="1639"/>
                <a:ext cx="393" cy="125"/>
              </a:xfrm>
              <a:custGeom>
                <a:avLst/>
                <a:gdLst>
                  <a:gd name="T0" fmla="*/ 0 w 393"/>
                  <a:gd name="T1" fmla="*/ 28 h 125"/>
                  <a:gd name="T2" fmla="*/ 87 w 393"/>
                  <a:gd name="T3" fmla="*/ 0 h 125"/>
                  <a:gd name="T4" fmla="*/ 298 w 393"/>
                  <a:gd name="T5" fmla="*/ 77 h 125"/>
                  <a:gd name="T6" fmla="*/ 393 w 393"/>
                  <a:gd name="T7" fmla="*/ 56 h 125"/>
                  <a:gd name="T8" fmla="*/ 342 w 393"/>
                  <a:gd name="T9" fmla="*/ 125 h 125"/>
                  <a:gd name="T10" fmla="*/ 94 w 393"/>
                  <a:gd name="T11" fmla="*/ 125 h 125"/>
                  <a:gd name="T12" fmla="*/ 196 w 393"/>
                  <a:gd name="T13" fmla="*/ 104 h 125"/>
                  <a:gd name="T14" fmla="*/ 0 w 393"/>
                  <a:gd name="T15" fmla="*/ 28 h 12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25">
                    <a:moveTo>
                      <a:pt x="0" y="28"/>
                    </a:moveTo>
                    <a:lnTo>
                      <a:pt x="87" y="0"/>
                    </a:lnTo>
                    <a:lnTo>
                      <a:pt x="298" y="77"/>
                    </a:lnTo>
                    <a:lnTo>
                      <a:pt x="393" y="56"/>
                    </a:lnTo>
                    <a:lnTo>
                      <a:pt x="342" y="125"/>
                    </a:lnTo>
                    <a:lnTo>
                      <a:pt x="94" y="125"/>
                    </a:lnTo>
                    <a:lnTo>
                      <a:pt x="196" y="104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5929" name="Freeform 166">
                <a:extLst>
                  <a:ext uri="{FF2B5EF4-FFF2-40B4-BE49-F238E27FC236}">
                    <a16:creationId xmlns:a16="http://schemas.microsoft.com/office/drawing/2014/main" id="{F507C538-C258-0361-122C-08BFCD5584C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44" y="1806"/>
                <a:ext cx="392" cy="124"/>
              </a:xfrm>
              <a:custGeom>
                <a:avLst/>
                <a:gdLst>
                  <a:gd name="T0" fmla="*/ 392 w 392"/>
                  <a:gd name="T1" fmla="*/ 97 h 124"/>
                  <a:gd name="T2" fmla="*/ 305 w 392"/>
                  <a:gd name="T3" fmla="*/ 124 h 124"/>
                  <a:gd name="T4" fmla="*/ 101 w 392"/>
                  <a:gd name="T5" fmla="*/ 41 h 124"/>
                  <a:gd name="T6" fmla="*/ 0 w 392"/>
                  <a:gd name="T7" fmla="*/ 69 h 124"/>
                  <a:gd name="T8" fmla="*/ 51 w 392"/>
                  <a:gd name="T9" fmla="*/ 0 h 124"/>
                  <a:gd name="T10" fmla="*/ 305 w 392"/>
                  <a:gd name="T11" fmla="*/ 0 h 124"/>
                  <a:gd name="T12" fmla="*/ 196 w 392"/>
                  <a:gd name="T13" fmla="*/ 20 h 124"/>
                  <a:gd name="T14" fmla="*/ 392 w 392"/>
                  <a:gd name="T15" fmla="*/ 97 h 12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2" h="124">
                    <a:moveTo>
                      <a:pt x="392" y="97"/>
                    </a:moveTo>
                    <a:lnTo>
                      <a:pt x="305" y="124"/>
                    </a:lnTo>
                    <a:lnTo>
                      <a:pt x="101" y="41"/>
                    </a:lnTo>
                    <a:lnTo>
                      <a:pt x="0" y="69"/>
                    </a:lnTo>
                    <a:lnTo>
                      <a:pt x="51" y="0"/>
                    </a:lnTo>
                    <a:lnTo>
                      <a:pt x="305" y="0"/>
                    </a:lnTo>
                    <a:lnTo>
                      <a:pt x="196" y="20"/>
                    </a:lnTo>
                    <a:lnTo>
                      <a:pt x="392" y="9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5930" name="Freeform 167">
                <a:extLst>
                  <a:ext uri="{FF2B5EF4-FFF2-40B4-BE49-F238E27FC236}">
                    <a16:creationId xmlns:a16="http://schemas.microsoft.com/office/drawing/2014/main" id="{4E710A09-9B45-455D-0F1F-854447613B9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44" y="1806"/>
                <a:ext cx="392" cy="124"/>
              </a:xfrm>
              <a:custGeom>
                <a:avLst/>
                <a:gdLst>
                  <a:gd name="T0" fmla="*/ 392 w 392"/>
                  <a:gd name="T1" fmla="*/ 97 h 124"/>
                  <a:gd name="T2" fmla="*/ 305 w 392"/>
                  <a:gd name="T3" fmla="*/ 124 h 124"/>
                  <a:gd name="T4" fmla="*/ 101 w 392"/>
                  <a:gd name="T5" fmla="*/ 41 h 124"/>
                  <a:gd name="T6" fmla="*/ 0 w 392"/>
                  <a:gd name="T7" fmla="*/ 69 h 124"/>
                  <a:gd name="T8" fmla="*/ 51 w 392"/>
                  <a:gd name="T9" fmla="*/ 0 h 124"/>
                  <a:gd name="T10" fmla="*/ 305 w 392"/>
                  <a:gd name="T11" fmla="*/ 0 h 124"/>
                  <a:gd name="T12" fmla="*/ 196 w 392"/>
                  <a:gd name="T13" fmla="*/ 20 h 124"/>
                  <a:gd name="T14" fmla="*/ 392 w 392"/>
                  <a:gd name="T15" fmla="*/ 97 h 12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2" h="124">
                    <a:moveTo>
                      <a:pt x="392" y="97"/>
                    </a:moveTo>
                    <a:lnTo>
                      <a:pt x="305" y="124"/>
                    </a:lnTo>
                    <a:lnTo>
                      <a:pt x="101" y="41"/>
                    </a:lnTo>
                    <a:lnTo>
                      <a:pt x="0" y="69"/>
                    </a:lnTo>
                    <a:lnTo>
                      <a:pt x="51" y="0"/>
                    </a:lnTo>
                    <a:lnTo>
                      <a:pt x="305" y="0"/>
                    </a:lnTo>
                    <a:lnTo>
                      <a:pt x="196" y="20"/>
                    </a:lnTo>
                    <a:lnTo>
                      <a:pt x="392" y="9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</p:grpSp>
      <p:sp>
        <p:nvSpPr>
          <p:cNvPr id="35877" name="WordArt 168">
            <a:extLst>
              <a:ext uri="{FF2B5EF4-FFF2-40B4-BE49-F238E27FC236}">
                <a16:creationId xmlns:a16="http://schemas.microsoft.com/office/drawing/2014/main" id="{5F3E1941-3D7D-ECD2-D01B-8CAE2D24C9BD}"/>
              </a:ext>
            </a:extLst>
          </p:cNvPr>
          <p:cNvSpPr>
            <a:spLocks noChangeAspect="1" noChangeArrowheads="1" noChangeShapeType="1" noTextEdit="1"/>
          </p:cNvSpPr>
          <p:nvPr/>
        </p:nvSpPr>
        <p:spPr bwMode="auto">
          <a:xfrm>
            <a:off x="2165351" y="4840289"/>
            <a:ext cx="665163" cy="200025"/>
          </a:xfrm>
          <a:prstGeom prst="rect">
            <a:avLst/>
          </a:prstGeom>
        </p:spPr>
        <p:txBody>
          <a:bodyPr wrap="none" fromWordArt="1">
            <a:prstTxWarp prst="textCanDown">
              <a:avLst>
                <a:gd name="adj" fmla="val 33333"/>
              </a:avLst>
            </a:prstTxWarp>
          </a:bodyPr>
          <a:lstStyle/>
          <a:p>
            <a:pPr algn="ctr"/>
            <a:r>
              <a:rPr lang="en-GB" sz="1400" kern="10">
                <a:ln w="9525">
                  <a:solidFill>
                    <a:srgbClr val="FFFFFF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r2  </a:t>
            </a:r>
          </a:p>
        </p:txBody>
      </p:sp>
      <p:grpSp>
        <p:nvGrpSpPr>
          <p:cNvPr id="35878" name="Group 169">
            <a:extLst>
              <a:ext uri="{FF2B5EF4-FFF2-40B4-BE49-F238E27FC236}">
                <a16:creationId xmlns:a16="http://schemas.microsoft.com/office/drawing/2014/main" id="{81E8A612-32BA-01FC-5ABE-360DE1CD1B4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033963" y="5827714"/>
            <a:ext cx="552450" cy="460375"/>
            <a:chOff x="144" y="3264"/>
            <a:chExt cx="288" cy="240"/>
          </a:xfrm>
        </p:grpSpPr>
        <p:sp>
          <p:nvSpPr>
            <p:cNvPr id="35919" name="Rectangle 170">
              <a:extLst>
                <a:ext uri="{FF2B5EF4-FFF2-40B4-BE49-F238E27FC236}">
                  <a16:creationId xmlns:a16="http://schemas.microsoft.com/office/drawing/2014/main" id="{9268B019-F1D1-E8E6-4646-B62755AEF4A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400" b="1">
                  <a:latin typeface="Courier New" panose="02070309020205020404" pitchFamily="49" charset="0"/>
                </a:rPr>
                <a:t>eth2</a:t>
              </a:r>
            </a:p>
          </p:txBody>
        </p:sp>
        <p:sp>
          <p:nvSpPr>
            <p:cNvPr id="35920" name="Rectangle 171">
              <a:extLst>
                <a:ext uri="{FF2B5EF4-FFF2-40B4-BE49-F238E27FC236}">
                  <a16:creationId xmlns:a16="http://schemas.microsoft.com/office/drawing/2014/main" id="{E50F9ECE-E72C-97EC-7C87-A8AC33D8128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400" b="1">
                  <a:solidFill>
                    <a:srgbClr val="5F5F5F"/>
                  </a:solidFill>
                  <a:latin typeface="Courier New" panose="02070309020205020404" pitchFamily="49" charset="0"/>
                </a:rPr>
                <a:t>17</a:t>
              </a:r>
            </a:p>
          </p:txBody>
        </p:sp>
      </p:grpSp>
      <p:sp>
        <p:nvSpPr>
          <p:cNvPr id="35879" name="Line 174">
            <a:extLst>
              <a:ext uri="{FF2B5EF4-FFF2-40B4-BE49-F238E27FC236}">
                <a16:creationId xmlns:a16="http://schemas.microsoft.com/office/drawing/2014/main" id="{8BDA1456-183C-78F9-0ADA-3A3FB84AD244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5535614" y="6775450"/>
            <a:ext cx="1108075" cy="0"/>
          </a:xfrm>
          <a:prstGeom prst="line">
            <a:avLst/>
          </a:prstGeom>
          <a:noFill/>
          <a:ln w="38100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GB"/>
          </a:p>
        </p:txBody>
      </p:sp>
      <p:grpSp>
        <p:nvGrpSpPr>
          <p:cNvPr id="35880" name="Group 177">
            <a:extLst>
              <a:ext uri="{FF2B5EF4-FFF2-40B4-BE49-F238E27FC236}">
                <a16:creationId xmlns:a16="http://schemas.microsoft.com/office/drawing/2014/main" id="{367B0BBF-1A8F-A331-6CAB-74BD4062A3F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937125" y="3275014"/>
            <a:ext cx="552450" cy="460375"/>
            <a:chOff x="144" y="3264"/>
            <a:chExt cx="288" cy="240"/>
          </a:xfrm>
        </p:grpSpPr>
        <p:sp>
          <p:nvSpPr>
            <p:cNvPr id="35917" name="Rectangle 178">
              <a:extLst>
                <a:ext uri="{FF2B5EF4-FFF2-40B4-BE49-F238E27FC236}">
                  <a16:creationId xmlns:a16="http://schemas.microsoft.com/office/drawing/2014/main" id="{751A54E0-988A-0D45-311B-BBC8904459C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400" b="1">
                  <a:latin typeface="Courier New" panose="02070309020205020404" pitchFamily="49" charset="0"/>
                </a:rPr>
                <a:t>eth0</a:t>
              </a:r>
            </a:p>
          </p:txBody>
        </p:sp>
        <p:sp>
          <p:nvSpPr>
            <p:cNvPr id="35918" name="Rectangle 179">
              <a:extLst>
                <a:ext uri="{FF2B5EF4-FFF2-40B4-BE49-F238E27FC236}">
                  <a16:creationId xmlns:a16="http://schemas.microsoft.com/office/drawing/2014/main" id="{D8990CF9-641C-6AAA-E8B3-C53E11709CD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400" b="1">
                  <a:solidFill>
                    <a:srgbClr val="5F5F5F"/>
                  </a:solidFill>
                  <a:latin typeface="Courier New" panose="02070309020205020404" pitchFamily="49" charset="0"/>
                </a:rPr>
                <a:t>13</a:t>
              </a:r>
            </a:p>
          </p:txBody>
        </p:sp>
      </p:grpSp>
      <p:sp>
        <p:nvSpPr>
          <p:cNvPr id="35881" name="Line 182">
            <a:extLst>
              <a:ext uri="{FF2B5EF4-FFF2-40B4-BE49-F238E27FC236}">
                <a16:creationId xmlns:a16="http://schemas.microsoft.com/office/drawing/2014/main" id="{DE3508AA-08BB-B979-FF44-FC60BE2CEEAC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7134225" y="5129213"/>
            <a:ext cx="1104900" cy="0"/>
          </a:xfrm>
          <a:prstGeom prst="line">
            <a:avLst/>
          </a:prstGeom>
          <a:noFill/>
          <a:ln w="38100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35882" name="Oval 188">
            <a:extLst>
              <a:ext uri="{FF2B5EF4-FFF2-40B4-BE49-F238E27FC236}">
                <a16:creationId xmlns:a16="http://schemas.microsoft.com/office/drawing/2014/main" id="{3D175437-C036-A6EF-3D65-E53FEF60784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62450" y="4387850"/>
            <a:ext cx="368300" cy="36830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2000">
                <a:latin typeface="Tahoma" panose="020B0604030504040204" pitchFamily="34" charset="0"/>
              </a:rPr>
              <a:t>G</a:t>
            </a:r>
          </a:p>
        </p:txBody>
      </p:sp>
      <p:sp>
        <p:nvSpPr>
          <p:cNvPr id="35883" name="Oval 190">
            <a:extLst>
              <a:ext uri="{FF2B5EF4-FFF2-40B4-BE49-F238E27FC236}">
                <a16:creationId xmlns:a16="http://schemas.microsoft.com/office/drawing/2014/main" id="{E9C0CF45-1E0B-A676-2E33-001438174D1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370513" y="5324475"/>
            <a:ext cx="368300" cy="36830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2000">
                <a:latin typeface="Tahoma" panose="020B0604030504040204" pitchFamily="34" charset="0"/>
              </a:rPr>
              <a:t>I</a:t>
            </a:r>
          </a:p>
        </p:txBody>
      </p:sp>
      <p:sp>
        <p:nvSpPr>
          <p:cNvPr id="35884" name="AutoShape 198">
            <a:extLst>
              <a:ext uri="{FF2B5EF4-FFF2-40B4-BE49-F238E27FC236}">
                <a16:creationId xmlns:a16="http://schemas.microsoft.com/office/drawing/2014/main" id="{1929986C-9A45-914E-445D-AE4331C3D69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191251" y="5381626"/>
            <a:ext cx="1603375" cy="341313"/>
          </a:xfrm>
          <a:prstGeom prst="flowChartAlternateProcess">
            <a:avLst/>
          </a:prstGeom>
          <a:solidFill>
            <a:schemeClr val="bg1"/>
          </a:solidFill>
          <a:ln w="19050">
            <a:solidFill>
              <a:srgbClr val="5F5F5F"/>
            </a:solidFill>
            <a:prstDash val="sys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it-IT" altLang="it-IT" sz="1400" b="1">
                <a:solidFill>
                  <a:srgbClr val="5F5F5F"/>
                </a:solidFill>
                <a:latin typeface="Courier New" panose="02070309020205020404" pitchFamily="49" charset="0"/>
              </a:rPr>
              <a:t>100.1.0.16/30</a:t>
            </a:r>
          </a:p>
        </p:txBody>
      </p:sp>
      <p:sp>
        <p:nvSpPr>
          <p:cNvPr id="35885" name="AutoShape 199">
            <a:extLst>
              <a:ext uri="{FF2B5EF4-FFF2-40B4-BE49-F238E27FC236}">
                <a16:creationId xmlns:a16="http://schemas.microsoft.com/office/drawing/2014/main" id="{0F8733FB-D34A-B1C7-D89C-109ED1BF05B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75076" y="4949826"/>
            <a:ext cx="1497013" cy="341313"/>
          </a:xfrm>
          <a:prstGeom prst="flowChartAlternateProcess">
            <a:avLst/>
          </a:prstGeom>
          <a:solidFill>
            <a:schemeClr val="bg1"/>
          </a:solidFill>
          <a:ln w="19050">
            <a:solidFill>
              <a:srgbClr val="5F5F5F"/>
            </a:solidFill>
            <a:prstDash val="sys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it-IT" altLang="it-IT" sz="1400" b="1">
                <a:solidFill>
                  <a:srgbClr val="5F5F5F"/>
                </a:solidFill>
                <a:latin typeface="Courier New" panose="02070309020205020404" pitchFamily="49" charset="0"/>
              </a:rPr>
              <a:t>100.1.0.8/30</a:t>
            </a:r>
          </a:p>
        </p:txBody>
      </p:sp>
      <p:grpSp>
        <p:nvGrpSpPr>
          <p:cNvPr id="35893" name="Group 225">
            <a:extLst>
              <a:ext uri="{FF2B5EF4-FFF2-40B4-BE49-F238E27FC236}">
                <a16:creationId xmlns:a16="http://schemas.microsoft.com/office/drawing/2014/main" id="{C73C074D-A59A-0E76-74CF-5E984B61D178}"/>
              </a:ext>
            </a:extLst>
          </p:cNvPr>
          <p:cNvGrpSpPr>
            <a:grpSpLocks/>
          </p:cNvGrpSpPr>
          <p:nvPr/>
        </p:nvGrpSpPr>
        <p:grpSpPr bwMode="auto">
          <a:xfrm>
            <a:off x="4146551" y="3557588"/>
            <a:ext cx="722313" cy="576262"/>
            <a:chOff x="36" y="2931"/>
            <a:chExt cx="272" cy="272"/>
          </a:xfrm>
        </p:grpSpPr>
        <p:sp>
          <p:nvSpPr>
            <p:cNvPr id="35897" name="Line 226">
              <a:extLst>
                <a:ext uri="{FF2B5EF4-FFF2-40B4-BE49-F238E27FC236}">
                  <a16:creationId xmlns:a16="http://schemas.microsoft.com/office/drawing/2014/main" id="{6757A033-C20B-BEDA-B361-9E27A3DE7E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" y="2931"/>
              <a:ext cx="272" cy="272"/>
            </a:xfrm>
            <a:prstGeom prst="line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en-GB"/>
            </a:p>
          </p:txBody>
        </p:sp>
        <p:sp>
          <p:nvSpPr>
            <p:cNvPr id="35898" name="Line 227">
              <a:extLst>
                <a:ext uri="{FF2B5EF4-FFF2-40B4-BE49-F238E27FC236}">
                  <a16:creationId xmlns:a16="http://schemas.microsoft.com/office/drawing/2014/main" id="{58F25E6F-4337-BBCF-3728-DA21DC4BEA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" y="2931"/>
              <a:ext cx="272" cy="272"/>
            </a:xfrm>
            <a:prstGeom prst="line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en-GB"/>
            </a:p>
          </p:txBody>
        </p:sp>
      </p:grpSp>
      <p:sp>
        <p:nvSpPr>
          <p:cNvPr id="35894" name="AutoShape 230">
            <a:extLst>
              <a:ext uri="{FF2B5EF4-FFF2-40B4-BE49-F238E27FC236}">
                <a16:creationId xmlns:a16="http://schemas.microsoft.com/office/drawing/2014/main" id="{CC352530-140B-D66C-19A9-89958B3010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01051" y="4652964"/>
            <a:ext cx="2447925" cy="1728787"/>
          </a:xfrm>
          <a:prstGeom prst="foldedCorner">
            <a:avLst>
              <a:gd name="adj" fmla="val 12500"/>
            </a:avLst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lIns="90000" tIns="46800" rIns="90000" bIns="4680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it-IT" altLang="it-IT" sz="2400" b="1">
                <a:latin typeface="Courier New" panose="02070309020205020404" pitchFamily="49" charset="0"/>
              </a:rPr>
              <a:t>r1</a:t>
            </a:r>
            <a:r>
              <a:rPr lang="it-IT" altLang="it-IT" sz="2400">
                <a:latin typeface="Tahoma" panose="020B0604030504040204" pitchFamily="34" charset="0"/>
              </a:rPr>
              <a:t> attempts forwarding the packet using the default route</a:t>
            </a:r>
          </a:p>
        </p:txBody>
      </p:sp>
      <p:sp>
        <p:nvSpPr>
          <p:cNvPr id="35895" name="Freeform 231">
            <a:extLst>
              <a:ext uri="{FF2B5EF4-FFF2-40B4-BE49-F238E27FC236}">
                <a16:creationId xmlns:a16="http://schemas.microsoft.com/office/drawing/2014/main" id="{82DD1C3A-D7EB-F614-9D86-9EC94416270D}"/>
              </a:ext>
            </a:extLst>
          </p:cNvPr>
          <p:cNvSpPr>
            <a:spLocks/>
          </p:cNvSpPr>
          <p:nvPr/>
        </p:nvSpPr>
        <p:spPr bwMode="auto">
          <a:xfrm>
            <a:off x="4800601" y="3644900"/>
            <a:ext cx="1223963" cy="865188"/>
          </a:xfrm>
          <a:custGeom>
            <a:avLst/>
            <a:gdLst>
              <a:gd name="T0" fmla="*/ 0 w 771"/>
              <a:gd name="T1" fmla="*/ 0 h 545"/>
              <a:gd name="T2" fmla="*/ 1223963 w 771"/>
              <a:gd name="T3" fmla="*/ 865188 h 545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771" h="545">
                <a:moveTo>
                  <a:pt x="0" y="0"/>
                </a:moveTo>
                <a:lnTo>
                  <a:pt x="771" y="545"/>
                </a:lnTo>
              </a:path>
            </a:pathLst>
          </a:custGeom>
          <a:noFill/>
          <a:ln w="38100" cap="flat" cmpd="sng">
            <a:solidFill>
              <a:schemeClr val="tx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en-GB"/>
          </a:p>
        </p:txBody>
      </p:sp>
      <p:sp>
        <p:nvSpPr>
          <p:cNvPr id="35896" name="Text Box 232">
            <a:extLst>
              <a:ext uri="{FF2B5EF4-FFF2-40B4-BE49-F238E27FC236}">
                <a16:creationId xmlns:a16="http://schemas.microsoft.com/office/drawing/2014/main" id="{A444D666-189E-87F7-35FE-7701B1344C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6726" y="3995739"/>
            <a:ext cx="566479" cy="9255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it-IT" altLang="it-IT" sz="5400">
                <a:solidFill>
                  <a:schemeClr val="tx2"/>
                </a:solidFill>
              </a:rPr>
              <a:t>?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8846E02-55F2-EE4E-6594-F8E0DA46922A}"/>
              </a:ext>
            </a:extLst>
          </p:cNvPr>
          <p:cNvGrpSpPr/>
          <p:nvPr/>
        </p:nvGrpSpPr>
        <p:grpSpPr>
          <a:xfrm>
            <a:off x="1075813" y="1093662"/>
            <a:ext cx="10022912" cy="1697860"/>
            <a:chOff x="1557370" y="2378845"/>
            <a:chExt cx="10022912" cy="169786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35933A8-26B7-EC89-FA3D-DD9FE8647C8B}"/>
                </a:ext>
              </a:extLst>
            </p:cNvPr>
            <p:cNvSpPr/>
            <p:nvPr/>
          </p:nvSpPr>
          <p:spPr>
            <a:xfrm>
              <a:off x="1557373" y="2632079"/>
              <a:ext cx="10022909" cy="1444626"/>
            </a:xfrm>
            <a:prstGeom prst="rect">
              <a:avLst/>
            </a:prstGeom>
            <a:solidFill>
              <a:sysClr val="windowText" lastClr="000000"/>
            </a:solidFill>
            <a:ln w="57150" cap="flat" cmpd="sng" algn="ctr">
              <a:solidFill>
                <a:srgbClr val="4472C4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t"/>
            <a:lstStyle/>
            <a:p>
              <a:pPr eaLnBrk="1" hangingPunct="1"/>
              <a:r>
                <a: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root@</a:t>
              </a:r>
              <a:r>
                <a:rPr lang="it-IT" kern="0" dirty="0">
                  <a:solidFill>
                    <a:prstClr val="white">
                      <a:lumMod val="65000"/>
                    </a:prstClr>
                  </a:solidFill>
                  <a:latin typeface="Consolas" panose="020B0609020204030204" pitchFamily="49" charset="0"/>
                </a:rPr>
                <a:t>r1</a:t>
              </a:r>
              <a:r>
                <a: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:~$</a:t>
              </a:r>
              <a:r>
                <a: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 </a:t>
              </a:r>
              <a:r>
                <a:rPr lang="en-US" altLang="it-IT" sz="1800" b="1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traceroute 100.1.0.10</a:t>
              </a:r>
            </a:p>
            <a:p>
              <a:pPr eaLnBrk="1" hangingPunct="1"/>
              <a:r>
                <a:rPr lang="en-US" altLang="it-IT" sz="1800" b="1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traceroute to 100.1.0.10 (100.1.0.10), 64 hops max, 40 byte packets</a:t>
              </a:r>
            </a:p>
            <a:p>
              <a:pPr eaLnBrk="1" hangingPunct="1"/>
              <a:r>
                <a:rPr lang="en-US" altLang="it-IT" sz="1800" b="1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1  100.1.0.14 (100.1.0.10)  1 </a:t>
              </a:r>
              <a:r>
                <a:rPr lang="en-US" altLang="it-IT" sz="1800" b="1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ms</a:t>
              </a:r>
              <a:r>
                <a:rPr lang="en-US" altLang="it-IT" sz="1800" b="1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 1 </a:t>
              </a:r>
              <a:r>
                <a:rPr lang="en-US" altLang="it-IT" sz="1800" b="1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ms</a:t>
              </a:r>
              <a:r>
                <a:rPr lang="en-US" altLang="it-IT" sz="1800" b="1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 1 </a:t>
              </a:r>
              <a:r>
                <a:rPr lang="en-US" altLang="it-IT" sz="1800" b="1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ms</a:t>
              </a:r>
              <a:r>
                <a:rPr lang="en-US" altLang="it-IT" sz="1800" b="1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</a:t>
              </a:r>
            </a:p>
            <a:p>
              <a:pPr eaLnBrk="1" hangingPunct="1"/>
              <a:r>
                <a:rPr lang="en-US" altLang="it-IT" b="1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2  * * *</a:t>
              </a:r>
            </a:p>
            <a:p>
              <a:pPr eaLnBrk="1" hangingPunct="1"/>
              <a:r>
                <a:rPr lang="en-US" altLang="it-IT" sz="1800" b="1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3  * * *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4FAC20D-0BD9-1563-C2E9-83E150E1D88A}"/>
                </a:ext>
              </a:extLst>
            </p:cNvPr>
            <p:cNvSpPr/>
            <p:nvPr/>
          </p:nvSpPr>
          <p:spPr>
            <a:xfrm>
              <a:off x="1557370" y="2378845"/>
              <a:ext cx="10022909" cy="286249"/>
            </a:xfrm>
            <a:prstGeom prst="rect">
              <a:avLst/>
            </a:prstGeom>
            <a:solidFill>
              <a:srgbClr val="4472C4"/>
            </a:solidFill>
            <a:ln w="57150" cap="flat" cmpd="sng" algn="ctr">
              <a:solidFill>
                <a:srgbClr val="4472C4"/>
              </a:solidFill>
              <a:prstDash val="solid"/>
              <a:miter lim="800000"/>
            </a:ln>
            <a:effectLst>
              <a:outerShdw blurRad="50800" dist="25400" algn="l" rotWithShape="0">
                <a:prstClr val="black">
                  <a:alpha val="32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930E0B80-D3E3-42C2-4BE1-A752EBC634A9}"/>
                </a:ext>
              </a:extLst>
            </p:cNvPr>
            <p:cNvGrpSpPr/>
            <p:nvPr/>
          </p:nvGrpSpPr>
          <p:grpSpPr>
            <a:xfrm>
              <a:off x="10920536" y="2466851"/>
              <a:ext cx="581348" cy="126235"/>
              <a:chOff x="8092857" y="2115830"/>
              <a:chExt cx="581348" cy="126235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BCF72B30-4F33-FE70-E6B5-C2436A31412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548205" y="2116065"/>
                <a:ext cx="126000" cy="126000"/>
              </a:xfrm>
              <a:prstGeom prst="rect">
                <a:avLst/>
              </a:prstGeom>
              <a:solidFill>
                <a:srgbClr val="FF0000">
                  <a:alpha val="50196"/>
                </a:srgbClr>
              </a:solidFill>
              <a:ln w="12700" cap="flat" cmpd="sng" algn="ctr">
                <a:solidFill>
                  <a:srgbClr val="4472C4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0BA9475-7443-ABC6-15C9-B9B4DB6332E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92857" y="2115830"/>
                <a:ext cx="126235" cy="126235"/>
              </a:xfrm>
              <a:prstGeom prst="rect">
                <a:avLst/>
              </a:prstGeom>
              <a:solidFill>
                <a:srgbClr val="4472C4">
                  <a:lumMod val="60000"/>
                  <a:lumOff val="40000"/>
                </a:srgbClr>
              </a:solidFill>
              <a:ln w="12700" cap="flat" cmpd="sng" algn="ctr">
                <a:solidFill>
                  <a:srgbClr val="4472C4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62E1869-ABBE-B880-81C1-246D31D933C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320531" y="2115830"/>
                <a:ext cx="126235" cy="126235"/>
              </a:xfrm>
              <a:prstGeom prst="rect">
                <a:avLst/>
              </a:prstGeom>
              <a:solidFill>
                <a:srgbClr val="4472C4">
                  <a:lumMod val="60000"/>
                  <a:lumOff val="40000"/>
                </a:srgbClr>
              </a:solidFill>
              <a:ln w="12700" cap="flat" cmpd="sng" algn="ctr">
                <a:solidFill>
                  <a:srgbClr val="4472C4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9" name="Rectangle 3">
            <a:extLst>
              <a:ext uri="{FF2B5EF4-FFF2-40B4-BE49-F238E27FC236}">
                <a16:creationId xmlns:a16="http://schemas.microsoft.com/office/drawing/2014/main" id="{B6721F49-C14A-DDB9-7052-D7ECC7F99D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/>
              <a:t>shutting down an interface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B024CE19-1173-3282-943A-B8155AFDC8E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/>
          <a:p>
            <a:r>
              <a:rPr lang="it-IT" altLang="it-IT"/>
              <a:t>last update: Oct 2023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5722EF0-1BE7-24A5-00FB-ED72FDA087E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/>
          <a:p>
            <a:r>
              <a:rPr lang="it-IT" altLang="it-IT"/>
              <a:t>kathara – [ lab: rip_frr ]</a:t>
            </a:r>
          </a:p>
        </p:txBody>
      </p:sp>
      <p:sp>
        <p:nvSpPr>
          <p:cNvPr id="185" name="Segnaposto piè di pagina 4">
            <a:extLst>
              <a:ext uri="{FF2B5EF4-FFF2-40B4-BE49-F238E27FC236}">
                <a16:creationId xmlns:a16="http://schemas.microsoft.com/office/drawing/2014/main" id="{9DAC10CE-44BA-45EF-AEAC-787353696103}"/>
              </a:ext>
            </a:extLst>
          </p:cNvPr>
          <p:cNvSpPr txBox="1">
            <a:spLocks noGrp="1"/>
          </p:cNvSpPr>
          <p:nvPr/>
        </p:nvSpPr>
        <p:spPr bwMode="auto">
          <a:xfrm>
            <a:off x="3678239" y="6453189"/>
            <a:ext cx="4835525" cy="333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1" hangingPunct="1">
              <a:defRPr/>
            </a:pPr>
            <a:r>
              <a:rPr lang="it-IT" altLang="it-IT" sz="1400" dirty="0" err="1">
                <a:latin typeface="+mn-lt"/>
              </a:rPr>
              <a:t>kathara</a:t>
            </a:r>
            <a:r>
              <a:rPr lang="it-IT" altLang="it-IT" sz="1400" dirty="0">
                <a:latin typeface="+mn-lt"/>
              </a:rPr>
              <a:t> – [ lab: </a:t>
            </a:r>
            <a:r>
              <a:rPr lang="it-IT" altLang="it-IT" sz="1400" dirty="0" err="1">
                <a:latin typeface="+mn-lt"/>
              </a:rPr>
              <a:t>rip</a:t>
            </a:r>
            <a:r>
              <a:rPr lang="it-IT" altLang="it-IT" sz="1400" dirty="0">
                <a:latin typeface="+mn-lt"/>
              </a:rPr>
              <a:t> ]</a:t>
            </a:r>
          </a:p>
        </p:txBody>
      </p:sp>
      <p:sp>
        <p:nvSpPr>
          <p:cNvPr id="36868" name="Rectangle 2">
            <a:extLst>
              <a:ext uri="{FF2B5EF4-FFF2-40B4-BE49-F238E27FC236}">
                <a16:creationId xmlns:a16="http://schemas.microsoft.com/office/drawing/2014/main" id="{6D2A889F-A0DF-CD4A-DC64-E77C913E1E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0375" y="6308726"/>
            <a:ext cx="5183188" cy="5492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it-IT" altLang="en-IT"/>
          </a:p>
        </p:txBody>
      </p:sp>
      <p:sp>
        <p:nvSpPr>
          <p:cNvPr id="36870" name="Line 4">
            <a:extLst>
              <a:ext uri="{FF2B5EF4-FFF2-40B4-BE49-F238E27FC236}">
                <a16:creationId xmlns:a16="http://schemas.microsoft.com/office/drawing/2014/main" id="{88136686-E5B6-3135-8F78-863F436F3969}"/>
              </a:ext>
            </a:extLst>
          </p:cNvPr>
          <p:cNvSpPr>
            <a:spLocks noChangeShapeType="1"/>
          </p:cNvSpPr>
          <p:nvPr/>
        </p:nvSpPr>
        <p:spPr bwMode="auto">
          <a:xfrm>
            <a:off x="5580063" y="5540375"/>
            <a:ext cx="1014412" cy="0"/>
          </a:xfrm>
          <a:prstGeom prst="line">
            <a:avLst/>
          </a:prstGeom>
          <a:noFill/>
          <a:ln w="19050">
            <a:solidFill>
              <a:srgbClr val="5F5F5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36871" name="Arc 5">
            <a:extLst>
              <a:ext uri="{FF2B5EF4-FFF2-40B4-BE49-F238E27FC236}">
                <a16:creationId xmlns:a16="http://schemas.microsoft.com/office/drawing/2014/main" id="{9D6CC883-D510-24CD-86FF-5F5CF2085077}"/>
              </a:ext>
            </a:extLst>
          </p:cNvPr>
          <p:cNvSpPr>
            <a:spLocks/>
          </p:cNvSpPr>
          <p:nvPr/>
        </p:nvSpPr>
        <p:spPr bwMode="auto">
          <a:xfrm>
            <a:off x="6810375" y="4671497"/>
            <a:ext cx="1079500" cy="369332"/>
          </a:xfrm>
          <a:custGeom>
            <a:avLst/>
            <a:gdLst>
              <a:gd name="T0" fmla="*/ 0 w 21600"/>
              <a:gd name="T1" fmla="*/ 0 h 21600"/>
              <a:gd name="T2" fmla="*/ 1079500 w 21600"/>
              <a:gd name="T3" fmla="*/ 504825 h 21600"/>
              <a:gd name="T4" fmla="*/ 0 w 21600"/>
              <a:gd name="T5" fmla="*/ 504825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36872" name="Line 6">
            <a:extLst>
              <a:ext uri="{FF2B5EF4-FFF2-40B4-BE49-F238E27FC236}">
                <a16:creationId xmlns:a16="http://schemas.microsoft.com/office/drawing/2014/main" id="{465523C8-3B35-E6DC-3CA9-8093ACE11CDD}"/>
              </a:ext>
            </a:extLst>
          </p:cNvPr>
          <p:cNvSpPr>
            <a:spLocks noChangeShapeType="1"/>
          </p:cNvSpPr>
          <p:nvPr/>
        </p:nvSpPr>
        <p:spPr bwMode="auto">
          <a:xfrm>
            <a:off x="2490788" y="4964113"/>
            <a:ext cx="0" cy="1008062"/>
          </a:xfrm>
          <a:prstGeom prst="line">
            <a:avLst/>
          </a:prstGeom>
          <a:noFill/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6873" name="Arc 7">
            <a:extLst>
              <a:ext uri="{FF2B5EF4-FFF2-40B4-BE49-F238E27FC236}">
                <a16:creationId xmlns:a16="http://schemas.microsoft.com/office/drawing/2014/main" id="{36CB7569-4CD5-43E8-FBD8-B7ABE4B0BE47}"/>
              </a:ext>
            </a:extLst>
          </p:cNvPr>
          <p:cNvSpPr>
            <a:spLocks/>
          </p:cNvSpPr>
          <p:nvPr/>
        </p:nvSpPr>
        <p:spPr bwMode="auto">
          <a:xfrm>
            <a:off x="4937126" y="6440767"/>
            <a:ext cx="1152525" cy="369332"/>
          </a:xfrm>
          <a:custGeom>
            <a:avLst/>
            <a:gdLst>
              <a:gd name="T0" fmla="*/ 0 w 21600"/>
              <a:gd name="T1" fmla="*/ 0 h 21600"/>
              <a:gd name="T2" fmla="*/ 1152525 w 21600"/>
              <a:gd name="T3" fmla="*/ 300037 h 21600"/>
              <a:gd name="T4" fmla="*/ 0 w 21600"/>
              <a:gd name="T5" fmla="*/ 300037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36874" name="Line 8">
            <a:extLst>
              <a:ext uri="{FF2B5EF4-FFF2-40B4-BE49-F238E27FC236}">
                <a16:creationId xmlns:a16="http://schemas.microsoft.com/office/drawing/2014/main" id="{C1A7C7EC-760D-229D-53D0-0423B05E2C1A}"/>
              </a:ext>
            </a:extLst>
          </p:cNvPr>
          <p:cNvSpPr>
            <a:spLocks noChangeShapeType="1"/>
          </p:cNvSpPr>
          <p:nvPr/>
        </p:nvSpPr>
        <p:spPr bwMode="auto">
          <a:xfrm>
            <a:off x="2705101" y="4964113"/>
            <a:ext cx="1730375" cy="1439862"/>
          </a:xfrm>
          <a:prstGeom prst="line">
            <a:avLst/>
          </a:prstGeom>
          <a:noFill/>
          <a:ln w="28575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6875" name="Line 9">
            <a:extLst>
              <a:ext uri="{FF2B5EF4-FFF2-40B4-BE49-F238E27FC236}">
                <a16:creationId xmlns:a16="http://schemas.microsoft.com/office/drawing/2014/main" id="{4F919A53-22E0-1566-A2BF-F9E6CCC8B8D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62226" y="3092451"/>
            <a:ext cx="1679575" cy="1800225"/>
          </a:xfrm>
          <a:prstGeom prst="line">
            <a:avLst/>
          </a:prstGeom>
          <a:noFill/>
          <a:ln w="28575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6876" name="Line 10">
            <a:extLst>
              <a:ext uri="{FF2B5EF4-FFF2-40B4-BE49-F238E27FC236}">
                <a16:creationId xmlns:a16="http://schemas.microsoft.com/office/drawing/2014/main" id="{F4BFDC8D-07EE-7878-1344-16F21F60DC5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03989" y="3275013"/>
            <a:ext cx="2682875" cy="1217612"/>
          </a:xfrm>
          <a:prstGeom prst="line">
            <a:avLst/>
          </a:prstGeom>
          <a:noFill/>
          <a:ln w="28575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6877" name="AutoShape 11">
            <a:extLst>
              <a:ext uri="{FF2B5EF4-FFF2-40B4-BE49-F238E27FC236}">
                <a16:creationId xmlns:a16="http://schemas.microsoft.com/office/drawing/2014/main" id="{96D176AD-1306-E435-58B3-179A62D9B2C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042400" y="3086101"/>
            <a:ext cx="738188" cy="404813"/>
          </a:xfrm>
          <a:prstGeom prst="can">
            <a:avLst>
              <a:gd name="adj" fmla="val 50000"/>
            </a:avLst>
          </a:prstGeom>
          <a:solidFill>
            <a:srgbClr val="B2B2B2"/>
          </a:solidFill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73025" tIns="36512" rIns="73025" bIns="3651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it-IT" altLang="en-IT"/>
          </a:p>
        </p:txBody>
      </p:sp>
      <p:grpSp>
        <p:nvGrpSpPr>
          <p:cNvPr id="36878" name="Group 12">
            <a:extLst>
              <a:ext uri="{FF2B5EF4-FFF2-40B4-BE49-F238E27FC236}">
                <a16:creationId xmlns:a16="http://schemas.microsoft.com/office/drawing/2014/main" id="{3DDF7F02-2E55-BFED-CDC8-F467E780D42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177339" y="3111500"/>
            <a:ext cx="460375" cy="158750"/>
            <a:chOff x="422" y="1632"/>
            <a:chExt cx="829" cy="298"/>
          </a:xfrm>
        </p:grpSpPr>
        <p:grpSp>
          <p:nvGrpSpPr>
            <p:cNvPr id="37032" name="Group 13">
              <a:extLst>
                <a:ext uri="{FF2B5EF4-FFF2-40B4-BE49-F238E27FC236}">
                  <a16:creationId xmlns:a16="http://schemas.microsoft.com/office/drawing/2014/main" id="{5DA13344-FCB3-427B-737B-5580049576E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22" y="1632"/>
              <a:ext cx="822" cy="291"/>
              <a:chOff x="422" y="1632"/>
              <a:chExt cx="822" cy="291"/>
            </a:xfrm>
          </p:grpSpPr>
          <p:sp>
            <p:nvSpPr>
              <p:cNvPr id="37042" name="Freeform 14">
                <a:extLst>
                  <a:ext uri="{FF2B5EF4-FFF2-40B4-BE49-F238E27FC236}">
                    <a16:creationId xmlns:a16="http://schemas.microsoft.com/office/drawing/2014/main" id="{FBB915B3-7ABF-67B1-6851-22B9259B1D7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51" y="1639"/>
                <a:ext cx="393" cy="125"/>
              </a:xfrm>
              <a:custGeom>
                <a:avLst/>
                <a:gdLst>
                  <a:gd name="T0" fmla="*/ 0 w 393"/>
                  <a:gd name="T1" fmla="*/ 97 h 125"/>
                  <a:gd name="T2" fmla="*/ 87 w 393"/>
                  <a:gd name="T3" fmla="*/ 125 h 125"/>
                  <a:gd name="T4" fmla="*/ 298 w 393"/>
                  <a:gd name="T5" fmla="*/ 42 h 125"/>
                  <a:gd name="T6" fmla="*/ 393 w 393"/>
                  <a:gd name="T7" fmla="*/ 70 h 125"/>
                  <a:gd name="T8" fmla="*/ 342 w 393"/>
                  <a:gd name="T9" fmla="*/ 0 h 125"/>
                  <a:gd name="T10" fmla="*/ 94 w 393"/>
                  <a:gd name="T11" fmla="*/ 0 h 125"/>
                  <a:gd name="T12" fmla="*/ 196 w 393"/>
                  <a:gd name="T13" fmla="*/ 21 h 125"/>
                  <a:gd name="T14" fmla="*/ 0 w 393"/>
                  <a:gd name="T15" fmla="*/ 97 h 12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25">
                    <a:moveTo>
                      <a:pt x="0" y="97"/>
                    </a:moveTo>
                    <a:lnTo>
                      <a:pt x="87" y="125"/>
                    </a:lnTo>
                    <a:lnTo>
                      <a:pt x="298" y="42"/>
                    </a:lnTo>
                    <a:lnTo>
                      <a:pt x="393" y="70"/>
                    </a:lnTo>
                    <a:lnTo>
                      <a:pt x="342" y="0"/>
                    </a:lnTo>
                    <a:lnTo>
                      <a:pt x="94" y="0"/>
                    </a:lnTo>
                    <a:lnTo>
                      <a:pt x="196" y="21"/>
                    </a:lnTo>
                    <a:lnTo>
                      <a:pt x="0" y="9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7043" name="Freeform 15">
                <a:extLst>
                  <a:ext uri="{FF2B5EF4-FFF2-40B4-BE49-F238E27FC236}">
                    <a16:creationId xmlns:a16="http://schemas.microsoft.com/office/drawing/2014/main" id="{27FA9A55-3CA1-6879-74AE-641739DF066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51" y="1639"/>
                <a:ext cx="393" cy="125"/>
              </a:xfrm>
              <a:custGeom>
                <a:avLst/>
                <a:gdLst>
                  <a:gd name="T0" fmla="*/ 0 w 393"/>
                  <a:gd name="T1" fmla="*/ 97 h 125"/>
                  <a:gd name="T2" fmla="*/ 87 w 393"/>
                  <a:gd name="T3" fmla="*/ 125 h 125"/>
                  <a:gd name="T4" fmla="*/ 298 w 393"/>
                  <a:gd name="T5" fmla="*/ 42 h 125"/>
                  <a:gd name="T6" fmla="*/ 393 w 393"/>
                  <a:gd name="T7" fmla="*/ 70 h 125"/>
                  <a:gd name="T8" fmla="*/ 342 w 393"/>
                  <a:gd name="T9" fmla="*/ 0 h 125"/>
                  <a:gd name="T10" fmla="*/ 94 w 393"/>
                  <a:gd name="T11" fmla="*/ 0 h 125"/>
                  <a:gd name="T12" fmla="*/ 196 w 393"/>
                  <a:gd name="T13" fmla="*/ 21 h 125"/>
                  <a:gd name="T14" fmla="*/ 0 w 393"/>
                  <a:gd name="T15" fmla="*/ 97 h 12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25">
                    <a:moveTo>
                      <a:pt x="0" y="97"/>
                    </a:moveTo>
                    <a:lnTo>
                      <a:pt x="87" y="125"/>
                    </a:lnTo>
                    <a:lnTo>
                      <a:pt x="298" y="42"/>
                    </a:lnTo>
                    <a:lnTo>
                      <a:pt x="393" y="70"/>
                    </a:lnTo>
                    <a:lnTo>
                      <a:pt x="342" y="0"/>
                    </a:lnTo>
                    <a:lnTo>
                      <a:pt x="94" y="0"/>
                    </a:lnTo>
                    <a:lnTo>
                      <a:pt x="196" y="21"/>
                    </a:lnTo>
                    <a:lnTo>
                      <a:pt x="0" y="9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7044" name="Freeform 16">
                <a:extLst>
                  <a:ext uri="{FF2B5EF4-FFF2-40B4-BE49-F238E27FC236}">
                    <a16:creationId xmlns:a16="http://schemas.microsoft.com/office/drawing/2014/main" id="{8A7F45F1-632C-8F36-289D-8AC378E3068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22" y="1785"/>
                <a:ext cx="393" cy="132"/>
              </a:xfrm>
              <a:custGeom>
                <a:avLst/>
                <a:gdLst>
                  <a:gd name="T0" fmla="*/ 393 w 393"/>
                  <a:gd name="T1" fmla="*/ 28 h 132"/>
                  <a:gd name="T2" fmla="*/ 305 w 393"/>
                  <a:gd name="T3" fmla="*/ 0 h 132"/>
                  <a:gd name="T4" fmla="*/ 102 w 393"/>
                  <a:gd name="T5" fmla="*/ 83 h 132"/>
                  <a:gd name="T6" fmla="*/ 0 w 393"/>
                  <a:gd name="T7" fmla="*/ 55 h 132"/>
                  <a:gd name="T8" fmla="*/ 51 w 393"/>
                  <a:gd name="T9" fmla="*/ 132 h 132"/>
                  <a:gd name="T10" fmla="*/ 305 w 393"/>
                  <a:gd name="T11" fmla="*/ 132 h 132"/>
                  <a:gd name="T12" fmla="*/ 196 w 393"/>
                  <a:gd name="T13" fmla="*/ 104 h 132"/>
                  <a:gd name="T14" fmla="*/ 393 w 393"/>
                  <a:gd name="T15" fmla="*/ 28 h 1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32">
                    <a:moveTo>
                      <a:pt x="393" y="28"/>
                    </a:moveTo>
                    <a:lnTo>
                      <a:pt x="305" y="0"/>
                    </a:lnTo>
                    <a:lnTo>
                      <a:pt x="102" y="83"/>
                    </a:lnTo>
                    <a:lnTo>
                      <a:pt x="0" y="55"/>
                    </a:lnTo>
                    <a:lnTo>
                      <a:pt x="51" y="132"/>
                    </a:lnTo>
                    <a:lnTo>
                      <a:pt x="305" y="132"/>
                    </a:lnTo>
                    <a:lnTo>
                      <a:pt x="196" y="104"/>
                    </a:lnTo>
                    <a:lnTo>
                      <a:pt x="393" y="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7045" name="Freeform 17">
                <a:extLst>
                  <a:ext uri="{FF2B5EF4-FFF2-40B4-BE49-F238E27FC236}">
                    <a16:creationId xmlns:a16="http://schemas.microsoft.com/office/drawing/2014/main" id="{5158B7BC-7D90-6096-F151-E871A6BE6E1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22" y="1785"/>
                <a:ext cx="393" cy="132"/>
              </a:xfrm>
              <a:custGeom>
                <a:avLst/>
                <a:gdLst>
                  <a:gd name="T0" fmla="*/ 393 w 393"/>
                  <a:gd name="T1" fmla="*/ 28 h 132"/>
                  <a:gd name="T2" fmla="*/ 305 w 393"/>
                  <a:gd name="T3" fmla="*/ 0 h 132"/>
                  <a:gd name="T4" fmla="*/ 102 w 393"/>
                  <a:gd name="T5" fmla="*/ 83 h 132"/>
                  <a:gd name="T6" fmla="*/ 0 w 393"/>
                  <a:gd name="T7" fmla="*/ 55 h 132"/>
                  <a:gd name="T8" fmla="*/ 51 w 393"/>
                  <a:gd name="T9" fmla="*/ 132 h 132"/>
                  <a:gd name="T10" fmla="*/ 305 w 393"/>
                  <a:gd name="T11" fmla="*/ 132 h 132"/>
                  <a:gd name="T12" fmla="*/ 196 w 393"/>
                  <a:gd name="T13" fmla="*/ 104 h 132"/>
                  <a:gd name="T14" fmla="*/ 393 w 393"/>
                  <a:gd name="T15" fmla="*/ 28 h 1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32">
                    <a:moveTo>
                      <a:pt x="393" y="28"/>
                    </a:moveTo>
                    <a:lnTo>
                      <a:pt x="305" y="0"/>
                    </a:lnTo>
                    <a:lnTo>
                      <a:pt x="102" y="83"/>
                    </a:lnTo>
                    <a:lnTo>
                      <a:pt x="0" y="55"/>
                    </a:lnTo>
                    <a:lnTo>
                      <a:pt x="51" y="132"/>
                    </a:lnTo>
                    <a:lnTo>
                      <a:pt x="305" y="132"/>
                    </a:lnTo>
                    <a:lnTo>
                      <a:pt x="196" y="104"/>
                    </a:lnTo>
                    <a:lnTo>
                      <a:pt x="393" y="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7046" name="Freeform 18">
                <a:extLst>
                  <a:ext uri="{FF2B5EF4-FFF2-40B4-BE49-F238E27FC236}">
                    <a16:creationId xmlns:a16="http://schemas.microsoft.com/office/drawing/2014/main" id="{23C5538A-0B53-CDB1-C357-3A42540617A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44" y="1632"/>
                <a:ext cx="392" cy="125"/>
              </a:xfrm>
              <a:custGeom>
                <a:avLst/>
                <a:gdLst>
                  <a:gd name="T0" fmla="*/ 0 w 392"/>
                  <a:gd name="T1" fmla="*/ 28 h 125"/>
                  <a:gd name="T2" fmla="*/ 87 w 392"/>
                  <a:gd name="T3" fmla="*/ 0 h 125"/>
                  <a:gd name="T4" fmla="*/ 298 w 392"/>
                  <a:gd name="T5" fmla="*/ 77 h 125"/>
                  <a:gd name="T6" fmla="*/ 392 w 392"/>
                  <a:gd name="T7" fmla="*/ 56 h 125"/>
                  <a:gd name="T8" fmla="*/ 341 w 392"/>
                  <a:gd name="T9" fmla="*/ 125 h 125"/>
                  <a:gd name="T10" fmla="*/ 94 w 392"/>
                  <a:gd name="T11" fmla="*/ 125 h 125"/>
                  <a:gd name="T12" fmla="*/ 196 w 392"/>
                  <a:gd name="T13" fmla="*/ 104 h 125"/>
                  <a:gd name="T14" fmla="*/ 0 w 392"/>
                  <a:gd name="T15" fmla="*/ 28 h 12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2" h="125">
                    <a:moveTo>
                      <a:pt x="0" y="28"/>
                    </a:moveTo>
                    <a:lnTo>
                      <a:pt x="87" y="0"/>
                    </a:lnTo>
                    <a:lnTo>
                      <a:pt x="298" y="77"/>
                    </a:lnTo>
                    <a:lnTo>
                      <a:pt x="392" y="56"/>
                    </a:lnTo>
                    <a:lnTo>
                      <a:pt x="341" y="125"/>
                    </a:lnTo>
                    <a:lnTo>
                      <a:pt x="94" y="125"/>
                    </a:lnTo>
                    <a:lnTo>
                      <a:pt x="196" y="104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7047" name="Freeform 19">
                <a:extLst>
                  <a:ext uri="{FF2B5EF4-FFF2-40B4-BE49-F238E27FC236}">
                    <a16:creationId xmlns:a16="http://schemas.microsoft.com/office/drawing/2014/main" id="{07840190-91CB-D4B2-E004-791111F3B79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44" y="1632"/>
                <a:ext cx="392" cy="125"/>
              </a:xfrm>
              <a:custGeom>
                <a:avLst/>
                <a:gdLst>
                  <a:gd name="T0" fmla="*/ 0 w 392"/>
                  <a:gd name="T1" fmla="*/ 28 h 125"/>
                  <a:gd name="T2" fmla="*/ 87 w 392"/>
                  <a:gd name="T3" fmla="*/ 0 h 125"/>
                  <a:gd name="T4" fmla="*/ 298 w 392"/>
                  <a:gd name="T5" fmla="*/ 77 h 125"/>
                  <a:gd name="T6" fmla="*/ 392 w 392"/>
                  <a:gd name="T7" fmla="*/ 56 h 125"/>
                  <a:gd name="T8" fmla="*/ 341 w 392"/>
                  <a:gd name="T9" fmla="*/ 125 h 125"/>
                  <a:gd name="T10" fmla="*/ 94 w 392"/>
                  <a:gd name="T11" fmla="*/ 125 h 125"/>
                  <a:gd name="T12" fmla="*/ 196 w 392"/>
                  <a:gd name="T13" fmla="*/ 104 h 125"/>
                  <a:gd name="T14" fmla="*/ 0 w 392"/>
                  <a:gd name="T15" fmla="*/ 28 h 12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2" h="125">
                    <a:moveTo>
                      <a:pt x="0" y="28"/>
                    </a:moveTo>
                    <a:lnTo>
                      <a:pt x="87" y="0"/>
                    </a:lnTo>
                    <a:lnTo>
                      <a:pt x="298" y="77"/>
                    </a:lnTo>
                    <a:lnTo>
                      <a:pt x="392" y="56"/>
                    </a:lnTo>
                    <a:lnTo>
                      <a:pt x="341" y="125"/>
                    </a:lnTo>
                    <a:lnTo>
                      <a:pt x="94" y="125"/>
                    </a:lnTo>
                    <a:lnTo>
                      <a:pt x="196" y="104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7048" name="Freeform 20">
                <a:extLst>
                  <a:ext uri="{FF2B5EF4-FFF2-40B4-BE49-F238E27FC236}">
                    <a16:creationId xmlns:a16="http://schemas.microsoft.com/office/drawing/2014/main" id="{1B7B2CE1-1250-2523-8938-F0234E9CEBD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36" y="1799"/>
                <a:ext cx="393" cy="124"/>
              </a:xfrm>
              <a:custGeom>
                <a:avLst/>
                <a:gdLst>
                  <a:gd name="T0" fmla="*/ 393 w 393"/>
                  <a:gd name="T1" fmla="*/ 97 h 124"/>
                  <a:gd name="T2" fmla="*/ 306 w 393"/>
                  <a:gd name="T3" fmla="*/ 124 h 124"/>
                  <a:gd name="T4" fmla="*/ 102 w 393"/>
                  <a:gd name="T5" fmla="*/ 41 h 124"/>
                  <a:gd name="T6" fmla="*/ 0 w 393"/>
                  <a:gd name="T7" fmla="*/ 69 h 124"/>
                  <a:gd name="T8" fmla="*/ 51 w 393"/>
                  <a:gd name="T9" fmla="*/ 0 h 124"/>
                  <a:gd name="T10" fmla="*/ 306 w 393"/>
                  <a:gd name="T11" fmla="*/ 0 h 124"/>
                  <a:gd name="T12" fmla="*/ 197 w 393"/>
                  <a:gd name="T13" fmla="*/ 21 h 124"/>
                  <a:gd name="T14" fmla="*/ 393 w 393"/>
                  <a:gd name="T15" fmla="*/ 97 h 12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24">
                    <a:moveTo>
                      <a:pt x="393" y="97"/>
                    </a:moveTo>
                    <a:lnTo>
                      <a:pt x="306" y="124"/>
                    </a:lnTo>
                    <a:lnTo>
                      <a:pt x="102" y="41"/>
                    </a:lnTo>
                    <a:lnTo>
                      <a:pt x="0" y="69"/>
                    </a:lnTo>
                    <a:lnTo>
                      <a:pt x="51" y="0"/>
                    </a:lnTo>
                    <a:lnTo>
                      <a:pt x="306" y="0"/>
                    </a:lnTo>
                    <a:lnTo>
                      <a:pt x="197" y="21"/>
                    </a:lnTo>
                    <a:lnTo>
                      <a:pt x="393" y="9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7049" name="Freeform 21">
                <a:extLst>
                  <a:ext uri="{FF2B5EF4-FFF2-40B4-BE49-F238E27FC236}">
                    <a16:creationId xmlns:a16="http://schemas.microsoft.com/office/drawing/2014/main" id="{FC177608-11A0-07FA-A959-81436D1748F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36" y="1799"/>
                <a:ext cx="393" cy="124"/>
              </a:xfrm>
              <a:custGeom>
                <a:avLst/>
                <a:gdLst>
                  <a:gd name="T0" fmla="*/ 393 w 393"/>
                  <a:gd name="T1" fmla="*/ 97 h 124"/>
                  <a:gd name="T2" fmla="*/ 306 w 393"/>
                  <a:gd name="T3" fmla="*/ 124 h 124"/>
                  <a:gd name="T4" fmla="*/ 102 w 393"/>
                  <a:gd name="T5" fmla="*/ 41 h 124"/>
                  <a:gd name="T6" fmla="*/ 0 w 393"/>
                  <a:gd name="T7" fmla="*/ 69 h 124"/>
                  <a:gd name="T8" fmla="*/ 51 w 393"/>
                  <a:gd name="T9" fmla="*/ 0 h 124"/>
                  <a:gd name="T10" fmla="*/ 306 w 393"/>
                  <a:gd name="T11" fmla="*/ 0 h 124"/>
                  <a:gd name="T12" fmla="*/ 197 w 393"/>
                  <a:gd name="T13" fmla="*/ 21 h 124"/>
                  <a:gd name="T14" fmla="*/ 393 w 393"/>
                  <a:gd name="T15" fmla="*/ 97 h 12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24">
                    <a:moveTo>
                      <a:pt x="393" y="97"/>
                    </a:moveTo>
                    <a:lnTo>
                      <a:pt x="306" y="124"/>
                    </a:lnTo>
                    <a:lnTo>
                      <a:pt x="102" y="41"/>
                    </a:lnTo>
                    <a:lnTo>
                      <a:pt x="0" y="69"/>
                    </a:lnTo>
                    <a:lnTo>
                      <a:pt x="51" y="0"/>
                    </a:lnTo>
                    <a:lnTo>
                      <a:pt x="306" y="0"/>
                    </a:lnTo>
                    <a:lnTo>
                      <a:pt x="197" y="21"/>
                    </a:lnTo>
                    <a:lnTo>
                      <a:pt x="393" y="9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37033" name="Group 22">
              <a:extLst>
                <a:ext uri="{FF2B5EF4-FFF2-40B4-BE49-F238E27FC236}">
                  <a16:creationId xmlns:a16="http://schemas.microsoft.com/office/drawing/2014/main" id="{D387C1B8-7E6D-BA78-DAA8-D92BB29B55C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29" y="1639"/>
              <a:ext cx="822" cy="291"/>
              <a:chOff x="429" y="1639"/>
              <a:chExt cx="822" cy="291"/>
            </a:xfrm>
          </p:grpSpPr>
          <p:sp>
            <p:nvSpPr>
              <p:cNvPr id="37034" name="Freeform 23">
                <a:extLst>
                  <a:ext uri="{FF2B5EF4-FFF2-40B4-BE49-F238E27FC236}">
                    <a16:creationId xmlns:a16="http://schemas.microsoft.com/office/drawing/2014/main" id="{9A5FCBD0-65B2-6C76-E2D1-5DBEBE5907B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58" y="1646"/>
                <a:ext cx="393" cy="125"/>
              </a:xfrm>
              <a:custGeom>
                <a:avLst/>
                <a:gdLst>
                  <a:gd name="T0" fmla="*/ 0 w 393"/>
                  <a:gd name="T1" fmla="*/ 97 h 125"/>
                  <a:gd name="T2" fmla="*/ 87 w 393"/>
                  <a:gd name="T3" fmla="*/ 125 h 125"/>
                  <a:gd name="T4" fmla="*/ 298 w 393"/>
                  <a:gd name="T5" fmla="*/ 42 h 125"/>
                  <a:gd name="T6" fmla="*/ 393 w 393"/>
                  <a:gd name="T7" fmla="*/ 70 h 125"/>
                  <a:gd name="T8" fmla="*/ 342 w 393"/>
                  <a:gd name="T9" fmla="*/ 0 h 125"/>
                  <a:gd name="T10" fmla="*/ 95 w 393"/>
                  <a:gd name="T11" fmla="*/ 0 h 125"/>
                  <a:gd name="T12" fmla="*/ 197 w 393"/>
                  <a:gd name="T13" fmla="*/ 21 h 125"/>
                  <a:gd name="T14" fmla="*/ 0 w 393"/>
                  <a:gd name="T15" fmla="*/ 97 h 12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25">
                    <a:moveTo>
                      <a:pt x="0" y="97"/>
                    </a:moveTo>
                    <a:lnTo>
                      <a:pt x="87" y="125"/>
                    </a:lnTo>
                    <a:lnTo>
                      <a:pt x="298" y="42"/>
                    </a:lnTo>
                    <a:lnTo>
                      <a:pt x="393" y="70"/>
                    </a:lnTo>
                    <a:lnTo>
                      <a:pt x="342" y="0"/>
                    </a:lnTo>
                    <a:lnTo>
                      <a:pt x="95" y="0"/>
                    </a:lnTo>
                    <a:lnTo>
                      <a:pt x="197" y="21"/>
                    </a:lnTo>
                    <a:lnTo>
                      <a:pt x="0" y="9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7035" name="Freeform 24">
                <a:extLst>
                  <a:ext uri="{FF2B5EF4-FFF2-40B4-BE49-F238E27FC236}">
                    <a16:creationId xmlns:a16="http://schemas.microsoft.com/office/drawing/2014/main" id="{F8AB7129-AD7A-403C-4307-F2E922D705C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58" y="1646"/>
                <a:ext cx="393" cy="125"/>
              </a:xfrm>
              <a:custGeom>
                <a:avLst/>
                <a:gdLst>
                  <a:gd name="T0" fmla="*/ 0 w 393"/>
                  <a:gd name="T1" fmla="*/ 97 h 125"/>
                  <a:gd name="T2" fmla="*/ 87 w 393"/>
                  <a:gd name="T3" fmla="*/ 125 h 125"/>
                  <a:gd name="T4" fmla="*/ 298 w 393"/>
                  <a:gd name="T5" fmla="*/ 42 h 125"/>
                  <a:gd name="T6" fmla="*/ 393 w 393"/>
                  <a:gd name="T7" fmla="*/ 70 h 125"/>
                  <a:gd name="T8" fmla="*/ 342 w 393"/>
                  <a:gd name="T9" fmla="*/ 0 h 125"/>
                  <a:gd name="T10" fmla="*/ 95 w 393"/>
                  <a:gd name="T11" fmla="*/ 0 h 125"/>
                  <a:gd name="T12" fmla="*/ 197 w 393"/>
                  <a:gd name="T13" fmla="*/ 21 h 125"/>
                  <a:gd name="T14" fmla="*/ 0 w 393"/>
                  <a:gd name="T15" fmla="*/ 97 h 12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25">
                    <a:moveTo>
                      <a:pt x="0" y="97"/>
                    </a:moveTo>
                    <a:lnTo>
                      <a:pt x="87" y="125"/>
                    </a:lnTo>
                    <a:lnTo>
                      <a:pt x="298" y="42"/>
                    </a:lnTo>
                    <a:lnTo>
                      <a:pt x="393" y="70"/>
                    </a:lnTo>
                    <a:lnTo>
                      <a:pt x="342" y="0"/>
                    </a:lnTo>
                    <a:lnTo>
                      <a:pt x="95" y="0"/>
                    </a:lnTo>
                    <a:lnTo>
                      <a:pt x="197" y="21"/>
                    </a:lnTo>
                    <a:lnTo>
                      <a:pt x="0" y="9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7036" name="Freeform 25">
                <a:extLst>
                  <a:ext uri="{FF2B5EF4-FFF2-40B4-BE49-F238E27FC236}">
                    <a16:creationId xmlns:a16="http://schemas.microsoft.com/office/drawing/2014/main" id="{E482E545-3149-99B3-EF73-A2A283D6BBF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29" y="1792"/>
                <a:ext cx="393" cy="131"/>
              </a:xfrm>
              <a:custGeom>
                <a:avLst/>
                <a:gdLst>
                  <a:gd name="T0" fmla="*/ 393 w 393"/>
                  <a:gd name="T1" fmla="*/ 28 h 131"/>
                  <a:gd name="T2" fmla="*/ 306 w 393"/>
                  <a:gd name="T3" fmla="*/ 0 h 131"/>
                  <a:gd name="T4" fmla="*/ 102 w 393"/>
                  <a:gd name="T5" fmla="*/ 83 h 131"/>
                  <a:gd name="T6" fmla="*/ 0 w 393"/>
                  <a:gd name="T7" fmla="*/ 55 h 131"/>
                  <a:gd name="T8" fmla="*/ 51 w 393"/>
                  <a:gd name="T9" fmla="*/ 131 h 131"/>
                  <a:gd name="T10" fmla="*/ 306 w 393"/>
                  <a:gd name="T11" fmla="*/ 131 h 131"/>
                  <a:gd name="T12" fmla="*/ 196 w 393"/>
                  <a:gd name="T13" fmla="*/ 104 h 131"/>
                  <a:gd name="T14" fmla="*/ 393 w 393"/>
                  <a:gd name="T15" fmla="*/ 28 h 13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31">
                    <a:moveTo>
                      <a:pt x="393" y="28"/>
                    </a:moveTo>
                    <a:lnTo>
                      <a:pt x="306" y="0"/>
                    </a:lnTo>
                    <a:lnTo>
                      <a:pt x="102" y="83"/>
                    </a:lnTo>
                    <a:lnTo>
                      <a:pt x="0" y="55"/>
                    </a:lnTo>
                    <a:lnTo>
                      <a:pt x="51" y="131"/>
                    </a:lnTo>
                    <a:lnTo>
                      <a:pt x="306" y="131"/>
                    </a:lnTo>
                    <a:lnTo>
                      <a:pt x="196" y="104"/>
                    </a:lnTo>
                    <a:lnTo>
                      <a:pt x="393" y="2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7037" name="Freeform 26">
                <a:extLst>
                  <a:ext uri="{FF2B5EF4-FFF2-40B4-BE49-F238E27FC236}">
                    <a16:creationId xmlns:a16="http://schemas.microsoft.com/office/drawing/2014/main" id="{A8F15CD8-B02B-7C4F-6069-D882A578B2C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29" y="1792"/>
                <a:ext cx="393" cy="131"/>
              </a:xfrm>
              <a:custGeom>
                <a:avLst/>
                <a:gdLst>
                  <a:gd name="T0" fmla="*/ 393 w 393"/>
                  <a:gd name="T1" fmla="*/ 28 h 131"/>
                  <a:gd name="T2" fmla="*/ 306 w 393"/>
                  <a:gd name="T3" fmla="*/ 0 h 131"/>
                  <a:gd name="T4" fmla="*/ 102 w 393"/>
                  <a:gd name="T5" fmla="*/ 83 h 131"/>
                  <a:gd name="T6" fmla="*/ 0 w 393"/>
                  <a:gd name="T7" fmla="*/ 55 h 131"/>
                  <a:gd name="T8" fmla="*/ 51 w 393"/>
                  <a:gd name="T9" fmla="*/ 131 h 131"/>
                  <a:gd name="T10" fmla="*/ 306 w 393"/>
                  <a:gd name="T11" fmla="*/ 131 h 131"/>
                  <a:gd name="T12" fmla="*/ 196 w 393"/>
                  <a:gd name="T13" fmla="*/ 104 h 131"/>
                  <a:gd name="T14" fmla="*/ 393 w 393"/>
                  <a:gd name="T15" fmla="*/ 28 h 13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31">
                    <a:moveTo>
                      <a:pt x="393" y="28"/>
                    </a:moveTo>
                    <a:lnTo>
                      <a:pt x="306" y="0"/>
                    </a:lnTo>
                    <a:lnTo>
                      <a:pt x="102" y="83"/>
                    </a:lnTo>
                    <a:lnTo>
                      <a:pt x="0" y="55"/>
                    </a:lnTo>
                    <a:lnTo>
                      <a:pt x="51" y="131"/>
                    </a:lnTo>
                    <a:lnTo>
                      <a:pt x="306" y="131"/>
                    </a:lnTo>
                    <a:lnTo>
                      <a:pt x="196" y="104"/>
                    </a:lnTo>
                    <a:lnTo>
                      <a:pt x="393" y="2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7038" name="Freeform 27">
                <a:extLst>
                  <a:ext uri="{FF2B5EF4-FFF2-40B4-BE49-F238E27FC236}">
                    <a16:creationId xmlns:a16="http://schemas.microsoft.com/office/drawing/2014/main" id="{B8128E4D-9E12-6B1F-FD03-CDE94B8C31E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51" y="1639"/>
                <a:ext cx="393" cy="125"/>
              </a:xfrm>
              <a:custGeom>
                <a:avLst/>
                <a:gdLst>
                  <a:gd name="T0" fmla="*/ 0 w 393"/>
                  <a:gd name="T1" fmla="*/ 28 h 125"/>
                  <a:gd name="T2" fmla="*/ 87 w 393"/>
                  <a:gd name="T3" fmla="*/ 0 h 125"/>
                  <a:gd name="T4" fmla="*/ 298 w 393"/>
                  <a:gd name="T5" fmla="*/ 77 h 125"/>
                  <a:gd name="T6" fmla="*/ 393 w 393"/>
                  <a:gd name="T7" fmla="*/ 56 h 125"/>
                  <a:gd name="T8" fmla="*/ 342 w 393"/>
                  <a:gd name="T9" fmla="*/ 125 h 125"/>
                  <a:gd name="T10" fmla="*/ 94 w 393"/>
                  <a:gd name="T11" fmla="*/ 125 h 125"/>
                  <a:gd name="T12" fmla="*/ 196 w 393"/>
                  <a:gd name="T13" fmla="*/ 104 h 125"/>
                  <a:gd name="T14" fmla="*/ 0 w 393"/>
                  <a:gd name="T15" fmla="*/ 28 h 12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25">
                    <a:moveTo>
                      <a:pt x="0" y="28"/>
                    </a:moveTo>
                    <a:lnTo>
                      <a:pt x="87" y="0"/>
                    </a:lnTo>
                    <a:lnTo>
                      <a:pt x="298" y="77"/>
                    </a:lnTo>
                    <a:lnTo>
                      <a:pt x="393" y="56"/>
                    </a:lnTo>
                    <a:lnTo>
                      <a:pt x="342" y="125"/>
                    </a:lnTo>
                    <a:lnTo>
                      <a:pt x="94" y="125"/>
                    </a:lnTo>
                    <a:lnTo>
                      <a:pt x="196" y="104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7039" name="Freeform 28">
                <a:extLst>
                  <a:ext uri="{FF2B5EF4-FFF2-40B4-BE49-F238E27FC236}">
                    <a16:creationId xmlns:a16="http://schemas.microsoft.com/office/drawing/2014/main" id="{89FCA935-8621-99D4-8319-55BF919A5AB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51" y="1639"/>
                <a:ext cx="393" cy="125"/>
              </a:xfrm>
              <a:custGeom>
                <a:avLst/>
                <a:gdLst>
                  <a:gd name="T0" fmla="*/ 0 w 393"/>
                  <a:gd name="T1" fmla="*/ 28 h 125"/>
                  <a:gd name="T2" fmla="*/ 87 w 393"/>
                  <a:gd name="T3" fmla="*/ 0 h 125"/>
                  <a:gd name="T4" fmla="*/ 298 w 393"/>
                  <a:gd name="T5" fmla="*/ 77 h 125"/>
                  <a:gd name="T6" fmla="*/ 393 w 393"/>
                  <a:gd name="T7" fmla="*/ 56 h 125"/>
                  <a:gd name="T8" fmla="*/ 342 w 393"/>
                  <a:gd name="T9" fmla="*/ 125 h 125"/>
                  <a:gd name="T10" fmla="*/ 94 w 393"/>
                  <a:gd name="T11" fmla="*/ 125 h 125"/>
                  <a:gd name="T12" fmla="*/ 196 w 393"/>
                  <a:gd name="T13" fmla="*/ 104 h 125"/>
                  <a:gd name="T14" fmla="*/ 0 w 393"/>
                  <a:gd name="T15" fmla="*/ 28 h 12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25">
                    <a:moveTo>
                      <a:pt x="0" y="28"/>
                    </a:moveTo>
                    <a:lnTo>
                      <a:pt x="87" y="0"/>
                    </a:lnTo>
                    <a:lnTo>
                      <a:pt x="298" y="77"/>
                    </a:lnTo>
                    <a:lnTo>
                      <a:pt x="393" y="56"/>
                    </a:lnTo>
                    <a:lnTo>
                      <a:pt x="342" y="125"/>
                    </a:lnTo>
                    <a:lnTo>
                      <a:pt x="94" y="125"/>
                    </a:lnTo>
                    <a:lnTo>
                      <a:pt x="196" y="104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7040" name="Freeform 29">
                <a:extLst>
                  <a:ext uri="{FF2B5EF4-FFF2-40B4-BE49-F238E27FC236}">
                    <a16:creationId xmlns:a16="http://schemas.microsoft.com/office/drawing/2014/main" id="{0FC9D726-7DEC-10DD-F5EE-067B39A590D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44" y="1806"/>
                <a:ext cx="392" cy="124"/>
              </a:xfrm>
              <a:custGeom>
                <a:avLst/>
                <a:gdLst>
                  <a:gd name="T0" fmla="*/ 392 w 392"/>
                  <a:gd name="T1" fmla="*/ 97 h 124"/>
                  <a:gd name="T2" fmla="*/ 305 w 392"/>
                  <a:gd name="T3" fmla="*/ 124 h 124"/>
                  <a:gd name="T4" fmla="*/ 101 w 392"/>
                  <a:gd name="T5" fmla="*/ 41 h 124"/>
                  <a:gd name="T6" fmla="*/ 0 w 392"/>
                  <a:gd name="T7" fmla="*/ 69 h 124"/>
                  <a:gd name="T8" fmla="*/ 51 w 392"/>
                  <a:gd name="T9" fmla="*/ 0 h 124"/>
                  <a:gd name="T10" fmla="*/ 305 w 392"/>
                  <a:gd name="T11" fmla="*/ 0 h 124"/>
                  <a:gd name="T12" fmla="*/ 196 w 392"/>
                  <a:gd name="T13" fmla="*/ 20 h 124"/>
                  <a:gd name="T14" fmla="*/ 392 w 392"/>
                  <a:gd name="T15" fmla="*/ 97 h 12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2" h="124">
                    <a:moveTo>
                      <a:pt x="392" y="97"/>
                    </a:moveTo>
                    <a:lnTo>
                      <a:pt x="305" y="124"/>
                    </a:lnTo>
                    <a:lnTo>
                      <a:pt x="101" y="41"/>
                    </a:lnTo>
                    <a:lnTo>
                      <a:pt x="0" y="69"/>
                    </a:lnTo>
                    <a:lnTo>
                      <a:pt x="51" y="0"/>
                    </a:lnTo>
                    <a:lnTo>
                      <a:pt x="305" y="0"/>
                    </a:lnTo>
                    <a:lnTo>
                      <a:pt x="196" y="20"/>
                    </a:lnTo>
                    <a:lnTo>
                      <a:pt x="392" y="9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7041" name="Freeform 30">
                <a:extLst>
                  <a:ext uri="{FF2B5EF4-FFF2-40B4-BE49-F238E27FC236}">
                    <a16:creationId xmlns:a16="http://schemas.microsoft.com/office/drawing/2014/main" id="{FCC13299-1813-308D-D441-9E4F129E622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44" y="1806"/>
                <a:ext cx="392" cy="124"/>
              </a:xfrm>
              <a:custGeom>
                <a:avLst/>
                <a:gdLst>
                  <a:gd name="T0" fmla="*/ 392 w 392"/>
                  <a:gd name="T1" fmla="*/ 97 h 124"/>
                  <a:gd name="T2" fmla="*/ 305 w 392"/>
                  <a:gd name="T3" fmla="*/ 124 h 124"/>
                  <a:gd name="T4" fmla="*/ 101 w 392"/>
                  <a:gd name="T5" fmla="*/ 41 h 124"/>
                  <a:gd name="T6" fmla="*/ 0 w 392"/>
                  <a:gd name="T7" fmla="*/ 69 h 124"/>
                  <a:gd name="T8" fmla="*/ 51 w 392"/>
                  <a:gd name="T9" fmla="*/ 0 h 124"/>
                  <a:gd name="T10" fmla="*/ 305 w 392"/>
                  <a:gd name="T11" fmla="*/ 0 h 124"/>
                  <a:gd name="T12" fmla="*/ 196 w 392"/>
                  <a:gd name="T13" fmla="*/ 20 h 124"/>
                  <a:gd name="T14" fmla="*/ 392 w 392"/>
                  <a:gd name="T15" fmla="*/ 97 h 12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2" h="124">
                    <a:moveTo>
                      <a:pt x="392" y="97"/>
                    </a:moveTo>
                    <a:lnTo>
                      <a:pt x="305" y="124"/>
                    </a:lnTo>
                    <a:lnTo>
                      <a:pt x="101" y="41"/>
                    </a:lnTo>
                    <a:lnTo>
                      <a:pt x="0" y="69"/>
                    </a:lnTo>
                    <a:lnTo>
                      <a:pt x="51" y="0"/>
                    </a:lnTo>
                    <a:lnTo>
                      <a:pt x="305" y="0"/>
                    </a:lnTo>
                    <a:lnTo>
                      <a:pt x="196" y="20"/>
                    </a:lnTo>
                    <a:lnTo>
                      <a:pt x="392" y="9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</p:grpSp>
      <p:sp>
        <p:nvSpPr>
          <p:cNvPr id="36879" name="WordArt 31">
            <a:extLst>
              <a:ext uri="{FF2B5EF4-FFF2-40B4-BE49-F238E27FC236}">
                <a16:creationId xmlns:a16="http://schemas.microsoft.com/office/drawing/2014/main" id="{7874645D-D94E-BD65-3CD8-A8C37DF25B18}"/>
              </a:ext>
            </a:extLst>
          </p:cNvPr>
          <p:cNvSpPr>
            <a:spLocks noChangeAspect="1" noChangeArrowheads="1" noChangeShapeType="1" noTextEdit="1"/>
          </p:cNvSpPr>
          <p:nvPr/>
        </p:nvSpPr>
        <p:spPr bwMode="auto">
          <a:xfrm>
            <a:off x="9078914" y="3252788"/>
            <a:ext cx="663575" cy="196850"/>
          </a:xfrm>
          <a:prstGeom prst="rect">
            <a:avLst/>
          </a:prstGeom>
        </p:spPr>
        <p:txBody>
          <a:bodyPr wrap="none" fromWordArt="1">
            <a:prstTxWarp prst="textCanDown">
              <a:avLst>
                <a:gd name="adj" fmla="val 33333"/>
              </a:avLst>
            </a:prstTxWarp>
          </a:bodyPr>
          <a:lstStyle/>
          <a:p>
            <a:pPr algn="ctr"/>
            <a:r>
              <a:rPr lang="en-GB" sz="1400" kern="10">
                <a:ln w="9525">
                  <a:solidFill>
                    <a:srgbClr val="FFFFFF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r5  </a:t>
            </a:r>
          </a:p>
        </p:txBody>
      </p:sp>
      <p:sp>
        <p:nvSpPr>
          <p:cNvPr id="36880" name="Line 32">
            <a:extLst>
              <a:ext uri="{FF2B5EF4-FFF2-40B4-BE49-F238E27FC236}">
                <a16:creationId xmlns:a16="http://schemas.microsoft.com/office/drawing/2014/main" id="{C09C7E5B-03CB-C913-6125-0DFAC8D9DB4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21226" y="4584701"/>
            <a:ext cx="1679575" cy="1890713"/>
          </a:xfrm>
          <a:prstGeom prst="line">
            <a:avLst/>
          </a:prstGeom>
          <a:noFill/>
          <a:ln w="28575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6881" name="Line 33">
            <a:extLst>
              <a:ext uri="{FF2B5EF4-FFF2-40B4-BE49-F238E27FC236}">
                <a16:creationId xmlns:a16="http://schemas.microsoft.com/office/drawing/2014/main" id="{62E4F221-DD53-A699-1FD4-AACDF2E62762}"/>
              </a:ext>
            </a:extLst>
          </p:cNvPr>
          <p:cNvSpPr>
            <a:spLocks noChangeShapeType="1"/>
          </p:cNvSpPr>
          <p:nvPr/>
        </p:nvSpPr>
        <p:spPr bwMode="auto">
          <a:xfrm>
            <a:off x="4505326" y="3163889"/>
            <a:ext cx="144463" cy="3240087"/>
          </a:xfrm>
          <a:prstGeom prst="line">
            <a:avLst/>
          </a:prstGeom>
          <a:noFill/>
          <a:ln w="28575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6882" name="Line 34">
            <a:extLst>
              <a:ext uri="{FF2B5EF4-FFF2-40B4-BE49-F238E27FC236}">
                <a16:creationId xmlns:a16="http://schemas.microsoft.com/office/drawing/2014/main" id="{F69553D7-2173-F83D-637A-34FD73DD046C}"/>
              </a:ext>
            </a:extLst>
          </p:cNvPr>
          <p:cNvSpPr>
            <a:spLocks noChangeShapeType="1"/>
          </p:cNvSpPr>
          <p:nvPr/>
        </p:nvSpPr>
        <p:spPr bwMode="auto">
          <a:xfrm>
            <a:off x="4505325" y="3019426"/>
            <a:ext cx="1989138" cy="14446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36883" name="Group 35">
            <a:extLst>
              <a:ext uri="{FF2B5EF4-FFF2-40B4-BE49-F238E27FC236}">
                <a16:creationId xmlns:a16="http://schemas.microsoft.com/office/drawing/2014/main" id="{869898CB-F82E-4924-3D1C-0990467C6C0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753100" y="4819651"/>
            <a:ext cx="552450" cy="460375"/>
            <a:chOff x="144" y="3264"/>
            <a:chExt cx="288" cy="240"/>
          </a:xfrm>
        </p:grpSpPr>
        <p:sp>
          <p:nvSpPr>
            <p:cNvPr id="37030" name="Rectangle 36">
              <a:extLst>
                <a:ext uri="{FF2B5EF4-FFF2-40B4-BE49-F238E27FC236}">
                  <a16:creationId xmlns:a16="http://schemas.microsoft.com/office/drawing/2014/main" id="{E2C145A8-9D3F-9E6A-83DB-4CB03FD011A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400" b="1">
                  <a:latin typeface="Courier New" panose="02070309020205020404" pitchFamily="49" charset="0"/>
                </a:rPr>
                <a:t>eth2</a:t>
              </a:r>
            </a:p>
          </p:txBody>
        </p:sp>
        <p:sp>
          <p:nvSpPr>
            <p:cNvPr id="37031" name="Rectangle 37">
              <a:extLst>
                <a:ext uri="{FF2B5EF4-FFF2-40B4-BE49-F238E27FC236}">
                  <a16:creationId xmlns:a16="http://schemas.microsoft.com/office/drawing/2014/main" id="{519E8DCC-C3D7-FB33-D3FF-B9BACF7DF80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400" b="1">
                  <a:solidFill>
                    <a:srgbClr val="5F5F5F"/>
                  </a:solidFill>
                  <a:latin typeface="Courier New" panose="02070309020205020404" pitchFamily="49" charset="0"/>
                </a:rPr>
                <a:t>18</a:t>
              </a:r>
            </a:p>
          </p:txBody>
        </p:sp>
      </p:grpSp>
      <p:grpSp>
        <p:nvGrpSpPr>
          <p:cNvPr id="36884" name="Group 38">
            <a:extLst>
              <a:ext uri="{FF2B5EF4-FFF2-40B4-BE49-F238E27FC236}">
                <a16:creationId xmlns:a16="http://schemas.microsoft.com/office/drawing/2014/main" id="{EA31BA9B-EFD2-EC04-2F3E-62A62728CD0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124575" y="4346576"/>
            <a:ext cx="736600" cy="404813"/>
            <a:chOff x="3264" y="912"/>
            <a:chExt cx="576" cy="316"/>
          </a:xfrm>
        </p:grpSpPr>
        <p:sp>
          <p:nvSpPr>
            <p:cNvPr id="37009" name="AutoShape 39">
              <a:extLst>
                <a:ext uri="{FF2B5EF4-FFF2-40B4-BE49-F238E27FC236}">
                  <a16:creationId xmlns:a16="http://schemas.microsoft.com/office/drawing/2014/main" id="{F0538584-C497-152E-78B7-DAFBC692BC8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264" y="912"/>
              <a:ext cx="576" cy="316"/>
            </a:xfrm>
            <a:prstGeom prst="can">
              <a:avLst>
                <a:gd name="adj" fmla="val 50000"/>
              </a:avLst>
            </a:prstGeom>
            <a:gradFill rotWithShape="0">
              <a:gsLst>
                <a:gs pos="0">
                  <a:srgbClr val="002F5E"/>
                </a:gs>
                <a:gs pos="50000">
                  <a:srgbClr val="0066CC"/>
                </a:gs>
                <a:gs pos="100000">
                  <a:srgbClr val="002F5E"/>
                </a:gs>
              </a:gsLst>
              <a:lin ang="0" scaled="1"/>
            </a:gradFill>
            <a:ln w="9525">
              <a:solidFill>
                <a:srgbClr val="819F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73025" tIns="36512" rIns="73025" bIns="36512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it-IT" altLang="en-IT"/>
            </a:p>
          </p:txBody>
        </p:sp>
        <p:grpSp>
          <p:nvGrpSpPr>
            <p:cNvPr id="37010" name="Group 40">
              <a:extLst>
                <a:ext uri="{FF2B5EF4-FFF2-40B4-BE49-F238E27FC236}">
                  <a16:creationId xmlns:a16="http://schemas.microsoft.com/office/drawing/2014/main" id="{687D76A7-C0F3-F321-A59E-0DC4A577B86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370" y="932"/>
              <a:ext cx="359" cy="124"/>
              <a:chOff x="422" y="1632"/>
              <a:chExt cx="829" cy="298"/>
            </a:xfrm>
          </p:grpSpPr>
          <p:grpSp>
            <p:nvGrpSpPr>
              <p:cNvPr id="37012" name="Group 41">
                <a:extLst>
                  <a:ext uri="{FF2B5EF4-FFF2-40B4-BE49-F238E27FC236}">
                    <a16:creationId xmlns:a16="http://schemas.microsoft.com/office/drawing/2014/main" id="{716DE6ED-4F7A-0714-4CBB-5EA0366F31BD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22" y="1632"/>
                <a:ext cx="822" cy="291"/>
                <a:chOff x="422" y="1632"/>
                <a:chExt cx="822" cy="291"/>
              </a:xfrm>
            </p:grpSpPr>
            <p:sp>
              <p:nvSpPr>
                <p:cNvPr id="37022" name="Freeform 42">
                  <a:extLst>
                    <a:ext uri="{FF2B5EF4-FFF2-40B4-BE49-F238E27FC236}">
                      <a16:creationId xmlns:a16="http://schemas.microsoft.com/office/drawing/2014/main" id="{61500231-A73D-C62C-B03D-CB99E7081F82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1" y="1639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4 w 393"/>
                    <a:gd name="T11" fmla="*/ 0 h 125"/>
                    <a:gd name="T12" fmla="*/ 196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4" y="0"/>
                      </a:lnTo>
                      <a:lnTo>
                        <a:pt x="196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7023" name="Freeform 43">
                  <a:extLst>
                    <a:ext uri="{FF2B5EF4-FFF2-40B4-BE49-F238E27FC236}">
                      <a16:creationId xmlns:a16="http://schemas.microsoft.com/office/drawing/2014/main" id="{F13ECF4A-732D-7170-3041-CDE3E159B7C0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1" y="1639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4 w 393"/>
                    <a:gd name="T11" fmla="*/ 0 h 125"/>
                    <a:gd name="T12" fmla="*/ 196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4" y="0"/>
                      </a:lnTo>
                      <a:lnTo>
                        <a:pt x="196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7024" name="Freeform 44">
                  <a:extLst>
                    <a:ext uri="{FF2B5EF4-FFF2-40B4-BE49-F238E27FC236}">
                      <a16:creationId xmlns:a16="http://schemas.microsoft.com/office/drawing/2014/main" id="{48640341-28D6-FE0E-2074-E7D15DE76564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2" y="1785"/>
                  <a:ext cx="393" cy="132"/>
                </a:xfrm>
                <a:custGeom>
                  <a:avLst/>
                  <a:gdLst>
                    <a:gd name="T0" fmla="*/ 393 w 393"/>
                    <a:gd name="T1" fmla="*/ 28 h 132"/>
                    <a:gd name="T2" fmla="*/ 305 w 393"/>
                    <a:gd name="T3" fmla="*/ 0 h 132"/>
                    <a:gd name="T4" fmla="*/ 102 w 393"/>
                    <a:gd name="T5" fmla="*/ 83 h 132"/>
                    <a:gd name="T6" fmla="*/ 0 w 393"/>
                    <a:gd name="T7" fmla="*/ 55 h 132"/>
                    <a:gd name="T8" fmla="*/ 51 w 393"/>
                    <a:gd name="T9" fmla="*/ 132 h 132"/>
                    <a:gd name="T10" fmla="*/ 305 w 393"/>
                    <a:gd name="T11" fmla="*/ 132 h 132"/>
                    <a:gd name="T12" fmla="*/ 196 w 393"/>
                    <a:gd name="T13" fmla="*/ 104 h 132"/>
                    <a:gd name="T14" fmla="*/ 393 w 393"/>
                    <a:gd name="T15" fmla="*/ 28 h 13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2">
                      <a:moveTo>
                        <a:pt x="393" y="28"/>
                      </a:moveTo>
                      <a:lnTo>
                        <a:pt x="305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2"/>
                      </a:lnTo>
                      <a:lnTo>
                        <a:pt x="305" y="132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7025" name="Freeform 45">
                  <a:extLst>
                    <a:ext uri="{FF2B5EF4-FFF2-40B4-BE49-F238E27FC236}">
                      <a16:creationId xmlns:a16="http://schemas.microsoft.com/office/drawing/2014/main" id="{BA026E76-7338-4DBA-07EA-BE7EE8DF6004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2" y="1785"/>
                  <a:ext cx="393" cy="132"/>
                </a:xfrm>
                <a:custGeom>
                  <a:avLst/>
                  <a:gdLst>
                    <a:gd name="T0" fmla="*/ 393 w 393"/>
                    <a:gd name="T1" fmla="*/ 28 h 132"/>
                    <a:gd name="T2" fmla="*/ 305 w 393"/>
                    <a:gd name="T3" fmla="*/ 0 h 132"/>
                    <a:gd name="T4" fmla="*/ 102 w 393"/>
                    <a:gd name="T5" fmla="*/ 83 h 132"/>
                    <a:gd name="T6" fmla="*/ 0 w 393"/>
                    <a:gd name="T7" fmla="*/ 55 h 132"/>
                    <a:gd name="T8" fmla="*/ 51 w 393"/>
                    <a:gd name="T9" fmla="*/ 132 h 132"/>
                    <a:gd name="T10" fmla="*/ 305 w 393"/>
                    <a:gd name="T11" fmla="*/ 132 h 132"/>
                    <a:gd name="T12" fmla="*/ 196 w 393"/>
                    <a:gd name="T13" fmla="*/ 104 h 132"/>
                    <a:gd name="T14" fmla="*/ 393 w 393"/>
                    <a:gd name="T15" fmla="*/ 28 h 13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2">
                      <a:moveTo>
                        <a:pt x="393" y="28"/>
                      </a:moveTo>
                      <a:lnTo>
                        <a:pt x="305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2"/>
                      </a:lnTo>
                      <a:lnTo>
                        <a:pt x="305" y="132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7026" name="Freeform 46">
                  <a:extLst>
                    <a:ext uri="{FF2B5EF4-FFF2-40B4-BE49-F238E27FC236}">
                      <a16:creationId xmlns:a16="http://schemas.microsoft.com/office/drawing/2014/main" id="{E87431C4-9371-6D8D-ABFE-A145435C241D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44" y="1632"/>
                  <a:ext cx="392" cy="125"/>
                </a:xfrm>
                <a:custGeom>
                  <a:avLst/>
                  <a:gdLst>
                    <a:gd name="T0" fmla="*/ 0 w 392"/>
                    <a:gd name="T1" fmla="*/ 28 h 125"/>
                    <a:gd name="T2" fmla="*/ 87 w 392"/>
                    <a:gd name="T3" fmla="*/ 0 h 125"/>
                    <a:gd name="T4" fmla="*/ 298 w 392"/>
                    <a:gd name="T5" fmla="*/ 77 h 125"/>
                    <a:gd name="T6" fmla="*/ 392 w 392"/>
                    <a:gd name="T7" fmla="*/ 56 h 125"/>
                    <a:gd name="T8" fmla="*/ 341 w 392"/>
                    <a:gd name="T9" fmla="*/ 125 h 125"/>
                    <a:gd name="T10" fmla="*/ 94 w 392"/>
                    <a:gd name="T11" fmla="*/ 125 h 125"/>
                    <a:gd name="T12" fmla="*/ 196 w 392"/>
                    <a:gd name="T13" fmla="*/ 104 h 125"/>
                    <a:gd name="T14" fmla="*/ 0 w 392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2" y="56"/>
                      </a:lnTo>
                      <a:lnTo>
                        <a:pt x="341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7027" name="Freeform 47">
                  <a:extLst>
                    <a:ext uri="{FF2B5EF4-FFF2-40B4-BE49-F238E27FC236}">
                      <a16:creationId xmlns:a16="http://schemas.microsoft.com/office/drawing/2014/main" id="{057C4E70-2D25-9CF9-570E-4CF66F4231A8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44" y="1632"/>
                  <a:ext cx="392" cy="125"/>
                </a:xfrm>
                <a:custGeom>
                  <a:avLst/>
                  <a:gdLst>
                    <a:gd name="T0" fmla="*/ 0 w 392"/>
                    <a:gd name="T1" fmla="*/ 28 h 125"/>
                    <a:gd name="T2" fmla="*/ 87 w 392"/>
                    <a:gd name="T3" fmla="*/ 0 h 125"/>
                    <a:gd name="T4" fmla="*/ 298 w 392"/>
                    <a:gd name="T5" fmla="*/ 77 h 125"/>
                    <a:gd name="T6" fmla="*/ 392 w 392"/>
                    <a:gd name="T7" fmla="*/ 56 h 125"/>
                    <a:gd name="T8" fmla="*/ 341 w 392"/>
                    <a:gd name="T9" fmla="*/ 125 h 125"/>
                    <a:gd name="T10" fmla="*/ 94 w 392"/>
                    <a:gd name="T11" fmla="*/ 125 h 125"/>
                    <a:gd name="T12" fmla="*/ 196 w 392"/>
                    <a:gd name="T13" fmla="*/ 104 h 125"/>
                    <a:gd name="T14" fmla="*/ 0 w 392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2" y="56"/>
                      </a:lnTo>
                      <a:lnTo>
                        <a:pt x="341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7028" name="Freeform 48">
                  <a:extLst>
                    <a:ext uri="{FF2B5EF4-FFF2-40B4-BE49-F238E27FC236}">
                      <a16:creationId xmlns:a16="http://schemas.microsoft.com/office/drawing/2014/main" id="{077A116B-1BB7-006F-D001-B992E242A126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36" y="1799"/>
                  <a:ext cx="393" cy="124"/>
                </a:xfrm>
                <a:custGeom>
                  <a:avLst/>
                  <a:gdLst>
                    <a:gd name="T0" fmla="*/ 393 w 393"/>
                    <a:gd name="T1" fmla="*/ 97 h 124"/>
                    <a:gd name="T2" fmla="*/ 306 w 393"/>
                    <a:gd name="T3" fmla="*/ 124 h 124"/>
                    <a:gd name="T4" fmla="*/ 102 w 393"/>
                    <a:gd name="T5" fmla="*/ 41 h 124"/>
                    <a:gd name="T6" fmla="*/ 0 w 393"/>
                    <a:gd name="T7" fmla="*/ 69 h 124"/>
                    <a:gd name="T8" fmla="*/ 51 w 393"/>
                    <a:gd name="T9" fmla="*/ 0 h 124"/>
                    <a:gd name="T10" fmla="*/ 306 w 393"/>
                    <a:gd name="T11" fmla="*/ 0 h 124"/>
                    <a:gd name="T12" fmla="*/ 197 w 393"/>
                    <a:gd name="T13" fmla="*/ 21 h 124"/>
                    <a:gd name="T14" fmla="*/ 393 w 393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4">
                      <a:moveTo>
                        <a:pt x="393" y="97"/>
                      </a:moveTo>
                      <a:lnTo>
                        <a:pt x="306" y="124"/>
                      </a:lnTo>
                      <a:lnTo>
                        <a:pt x="102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6" y="0"/>
                      </a:lnTo>
                      <a:lnTo>
                        <a:pt x="197" y="21"/>
                      </a:lnTo>
                      <a:lnTo>
                        <a:pt x="393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7029" name="Freeform 49">
                  <a:extLst>
                    <a:ext uri="{FF2B5EF4-FFF2-40B4-BE49-F238E27FC236}">
                      <a16:creationId xmlns:a16="http://schemas.microsoft.com/office/drawing/2014/main" id="{EA7F85E9-BB05-D2BA-C5BB-171A0618C587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36" y="1799"/>
                  <a:ext cx="393" cy="124"/>
                </a:xfrm>
                <a:custGeom>
                  <a:avLst/>
                  <a:gdLst>
                    <a:gd name="T0" fmla="*/ 393 w 393"/>
                    <a:gd name="T1" fmla="*/ 97 h 124"/>
                    <a:gd name="T2" fmla="*/ 306 w 393"/>
                    <a:gd name="T3" fmla="*/ 124 h 124"/>
                    <a:gd name="T4" fmla="*/ 102 w 393"/>
                    <a:gd name="T5" fmla="*/ 41 h 124"/>
                    <a:gd name="T6" fmla="*/ 0 w 393"/>
                    <a:gd name="T7" fmla="*/ 69 h 124"/>
                    <a:gd name="T8" fmla="*/ 51 w 393"/>
                    <a:gd name="T9" fmla="*/ 0 h 124"/>
                    <a:gd name="T10" fmla="*/ 306 w 393"/>
                    <a:gd name="T11" fmla="*/ 0 h 124"/>
                    <a:gd name="T12" fmla="*/ 197 w 393"/>
                    <a:gd name="T13" fmla="*/ 21 h 124"/>
                    <a:gd name="T14" fmla="*/ 393 w 393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4">
                      <a:moveTo>
                        <a:pt x="393" y="97"/>
                      </a:moveTo>
                      <a:lnTo>
                        <a:pt x="306" y="124"/>
                      </a:lnTo>
                      <a:lnTo>
                        <a:pt x="102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6" y="0"/>
                      </a:lnTo>
                      <a:lnTo>
                        <a:pt x="197" y="21"/>
                      </a:lnTo>
                      <a:lnTo>
                        <a:pt x="393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37013" name="Group 50">
                <a:extLst>
                  <a:ext uri="{FF2B5EF4-FFF2-40B4-BE49-F238E27FC236}">
                    <a16:creationId xmlns:a16="http://schemas.microsoft.com/office/drawing/2014/main" id="{B9B8A01C-E22E-3C53-3DA0-40572A373203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29" y="1639"/>
                <a:ext cx="822" cy="291"/>
                <a:chOff x="429" y="1639"/>
                <a:chExt cx="822" cy="291"/>
              </a:xfrm>
            </p:grpSpPr>
            <p:sp>
              <p:nvSpPr>
                <p:cNvPr id="37014" name="Freeform 51">
                  <a:extLst>
                    <a:ext uri="{FF2B5EF4-FFF2-40B4-BE49-F238E27FC236}">
                      <a16:creationId xmlns:a16="http://schemas.microsoft.com/office/drawing/2014/main" id="{5B1A30B6-1DC9-DCAD-CCA8-3D5C31740BE3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8" y="1646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5 w 393"/>
                    <a:gd name="T11" fmla="*/ 0 h 125"/>
                    <a:gd name="T12" fmla="*/ 197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5" y="0"/>
                      </a:lnTo>
                      <a:lnTo>
                        <a:pt x="197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7015" name="Freeform 52">
                  <a:extLst>
                    <a:ext uri="{FF2B5EF4-FFF2-40B4-BE49-F238E27FC236}">
                      <a16:creationId xmlns:a16="http://schemas.microsoft.com/office/drawing/2014/main" id="{E3D91750-58EA-1C89-3C75-5FA355A19838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8" y="1646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5 w 393"/>
                    <a:gd name="T11" fmla="*/ 0 h 125"/>
                    <a:gd name="T12" fmla="*/ 197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5" y="0"/>
                      </a:lnTo>
                      <a:lnTo>
                        <a:pt x="197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7016" name="Freeform 53">
                  <a:extLst>
                    <a:ext uri="{FF2B5EF4-FFF2-40B4-BE49-F238E27FC236}">
                      <a16:creationId xmlns:a16="http://schemas.microsoft.com/office/drawing/2014/main" id="{F1168A35-825F-943C-5911-8C2AA61EDD5B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9" y="1792"/>
                  <a:ext cx="393" cy="131"/>
                </a:xfrm>
                <a:custGeom>
                  <a:avLst/>
                  <a:gdLst>
                    <a:gd name="T0" fmla="*/ 393 w 393"/>
                    <a:gd name="T1" fmla="*/ 28 h 131"/>
                    <a:gd name="T2" fmla="*/ 306 w 393"/>
                    <a:gd name="T3" fmla="*/ 0 h 131"/>
                    <a:gd name="T4" fmla="*/ 102 w 393"/>
                    <a:gd name="T5" fmla="*/ 83 h 131"/>
                    <a:gd name="T6" fmla="*/ 0 w 393"/>
                    <a:gd name="T7" fmla="*/ 55 h 131"/>
                    <a:gd name="T8" fmla="*/ 51 w 393"/>
                    <a:gd name="T9" fmla="*/ 131 h 131"/>
                    <a:gd name="T10" fmla="*/ 306 w 393"/>
                    <a:gd name="T11" fmla="*/ 131 h 131"/>
                    <a:gd name="T12" fmla="*/ 196 w 393"/>
                    <a:gd name="T13" fmla="*/ 104 h 131"/>
                    <a:gd name="T14" fmla="*/ 393 w 393"/>
                    <a:gd name="T15" fmla="*/ 28 h 13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1">
                      <a:moveTo>
                        <a:pt x="393" y="28"/>
                      </a:moveTo>
                      <a:lnTo>
                        <a:pt x="306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1"/>
                      </a:lnTo>
                      <a:lnTo>
                        <a:pt x="306" y="131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7017" name="Freeform 54">
                  <a:extLst>
                    <a:ext uri="{FF2B5EF4-FFF2-40B4-BE49-F238E27FC236}">
                      <a16:creationId xmlns:a16="http://schemas.microsoft.com/office/drawing/2014/main" id="{F3735A72-A80D-B76C-006F-18E8D9B7782C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9" y="1792"/>
                  <a:ext cx="393" cy="131"/>
                </a:xfrm>
                <a:custGeom>
                  <a:avLst/>
                  <a:gdLst>
                    <a:gd name="T0" fmla="*/ 393 w 393"/>
                    <a:gd name="T1" fmla="*/ 28 h 131"/>
                    <a:gd name="T2" fmla="*/ 306 w 393"/>
                    <a:gd name="T3" fmla="*/ 0 h 131"/>
                    <a:gd name="T4" fmla="*/ 102 w 393"/>
                    <a:gd name="T5" fmla="*/ 83 h 131"/>
                    <a:gd name="T6" fmla="*/ 0 w 393"/>
                    <a:gd name="T7" fmla="*/ 55 h 131"/>
                    <a:gd name="T8" fmla="*/ 51 w 393"/>
                    <a:gd name="T9" fmla="*/ 131 h 131"/>
                    <a:gd name="T10" fmla="*/ 306 w 393"/>
                    <a:gd name="T11" fmla="*/ 131 h 131"/>
                    <a:gd name="T12" fmla="*/ 196 w 393"/>
                    <a:gd name="T13" fmla="*/ 104 h 131"/>
                    <a:gd name="T14" fmla="*/ 393 w 393"/>
                    <a:gd name="T15" fmla="*/ 28 h 13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1">
                      <a:moveTo>
                        <a:pt x="393" y="28"/>
                      </a:moveTo>
                      <a:lnTo>
                        <a:pt x="306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1"/>
                      </a:lnTo>
                      <a:lnTo>
                        <a:pt x="306" y="131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7018" name="Freeform 55">
                  <a:extLst>
                    <a:ext uri="{FF2B5EF4-FFF2-40B4-BE49-F238E27FC236}">
                      <a16:creationId xmlns:a16="http://schemas.microsoft.com/office/drawing/2014/main" id="{D2C3D336-166D-2CE8-5895-289FDEDCFA86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51" y="1639"/>
                  <a:ext cx="393" cy="125"/>
                </a:xfrm>
                <a:custGeom>
                  <a:avLst/>
                  <a:gdLst>
                    <a:gd name="T0" fmla="*/ 0 w 393"/>
                    <a:gd name="T1" fmla="*/ 28 h 125"/>
                    <a:gd name="T2" fmla="*/ 87 w 393"/>
                    <a:gd name="T3" fmla="*/ 0 h 125"/>
                    <a:gd name="T4" fmla="*/ 298 w 393"/>
                    <a:gd name="T5" fmla="*/ 77 h 125"/>
                    <a:gd name="T6" fmla="*/ 393 w 393"/>
                    <a:gd name="T7" fmla="*/ 56 h 125"/>
                    <a:gd name="T8" fmla="*/ 342 w 393"/>
                    <a:gd name="T9" fmla="*/ 125 h 125"/>
                    <a:gd name="T10" fmla="*/ 94 w 393"/>
                    <a:gd name="T11" fmla="*/ 125 h 125"/>
                    <a:gd name="T12" fmla="*/ 196 w 393"/>
                    <a:gd name="T13" fmla="*/ 104 h 125"/>
                    <a:gd name="T14" fmla="*/ 0 w 393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3" y="56"/>
                      </a:lnTo>
                      <a:lnTo>
                        <a:pt x="342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7019" name="Freeform 56">
                  <a:extLst>
                    <a:ext uri="{FF2B5EF4-FFF2-40B4-BE49-F238E27FC236}">
                      <a16:creationId xmlns:a16="http://schemas.microsoft.com/office/drawing/2014/main" id="{E6415354-560A-098C-28DB-C2CD54A6E876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51" y="1639"/>
                  <a:ext cx="393" cy="125"/>
                </a:xfrm>
                <a:custGeom>
                  <a:avLst/>
                  <a:gdLst>
                    <a:gd name="T0" fmla="*/ 0 w 393"/>
                    <a:gd name="T1" fmla="*/ 28 h 125"/>
                    <a:gd name="T2" fmla="*/ 87 w 393"/>
                    <a:gd name="T3" fmla="*/ 0 h 125"/>
                    <a:gd name="T4" fmla="*/ 298 w 393"/>
                    <a:gd name="T5" fmla="*/ 77 h 125"/>
                    <a:gd name="T6" fmla="*/ 393 w 393"/>
                    <a:gd name="T7" fmla="*/ 56 h 125"/>
                    <a:gd name="T8" fmla="*/ 342 w 393"/>
                    <a:gd name="T9" fmla="*/ 125 h 125"/>
                    <a:gd name="T10" fmla="*/ 94 w 393"/>
                    <a:gd name="T11" fmla="*/ 125 h 125"/>
                    <a:gd name="T12" fmla="*/ 196 w 393"/>
                    <a:gd name="T13" fmla="*/ 104 h 125"/>
                    <a:gd name="T14" fmla="*/ 0 w 393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3" y="56"/>
                      </a:lnTo>
                      <a:lnTo>
                        <a:pt x="342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7020" name="Freeform 57">
                  <a:extLst>
                    <a:ext uri="{FF2B5EF4-FFF2-40B4-BE49-F238E27FC236}">
                      <a16:creationId xmlns:a16="http://schemas.microsoft.com/office/drawing/2014/main" id="{5B85A603-6681-7EF6-1390-D1E9EC35DCDA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44" y="1806"/>
                  <a:ext cx="392" cy="124"/>
                </a:xfrm>
                <a:custGeom>
                  <a:avLst/>
                  <a:gdLst>
                    <a:gd name="T0" fmla="*/ 392 w 392"/>
                    <a:gd name="T1" fmla="*/ 97 h 124"/>
                    <a:gd name="T2" fmla="*/ 305 w 392"/>
                    <a:gd name="T3" fmla="*/ 124 h 124"/>
                    <a:gd name="T4" fmla="*/ 101 w 392"/>
                    <a:gd name="T5" fmla="*/ 41 h 124"/>
                    <a:gd name="T6" fmla="*/ 0 w 392"/>
                    <a:gd name="T7" fmla="*/ 69 h 124"/>
                    <a:gd name="T8" fmla="*/ 51 w 392"/>
                    <a:gd name="T9" fmla="*/ 0 h 124"/>
                    <a:gd name="T10" fmla="*/ 305 w 392"/>
                    <a:gd name="T11" fmla="*/ 0 h 124"/>
                    <a:gd name="T12" fmla="*/ 196 w 392"/>
                    <a:gd name="T13" fmla="*/ 20 h 124"/>
                    <a:gd name="T14" fmla="*/ 392 w 392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4">
                      <a:moveTo>
                        <a:pt x="392" y="97"/>
                      </a:moveTo>
                      <a:lnTo>
                        <a:pt x="305" y="124"/>
                      </a:lnTo>
                      <a:lnTo>
                        <a:pt x="101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5" y="0"/>
                      </a:lnTo>
                      <a:lnTo>
                        <a:pt x="196" y="20"/>
                      </a:lnTo>
                      <a:lnTo>
                        <a:pt x="392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7021" name="Freeform 58">
                  <a:extLst>
                    <a:ext uri="{FF2B5EF4-FFF2-40B4-BE49-F238E27FC236}">
                      <a16:creationId xmlns:a16="http://schemas.microsoft.com/office/drawing/2014/main" id="{F46938B7-C0B5-9B85-1B5D-9DB878F936CD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44" y="1806"/>
                  <a:ext cx="392" cy="124"/>
                </a:xfrm>
                <a:custGeom>
                  <a:avLst/>
                  <a:gdLst>
                    <a:gd name="T0" fmla="*/ 392 w 392"/>
                    <a:gd name="T1" fmla="*/ 97 h 124"/>
                    <a:gd name="T2" fmla="*/ 305 w 392"/>
                    <a:gd name="T3" fmla="*/ 124 h 124"/>
                    <a:gd name="T4" fmla="*/ 101 w 392"/>
                    <a:gd name="T5" fmla="*/ 41 h 124"/>
                    <a:gd name="T6" fmla="*/ 0 w 392"/>
                    <a:gd name="T7" fmla="*/ 69 h 124"/>
                    <a:gd name="T8" fmla="*/ 51 w 392"/>
                    <a:gd name="T9" fmla="*/ 0 h 124"/>
                    <a:gd name="T10" fmla="*/ 305 w 392"/>
                    <a:gd name="T11" fmla="*/ 0 h 124"/>
                    <a:gd name="T12" fmla="*/ 196 w 392"/>
                    <a:gd name="T13" fmla="*/ 20 h 124"/>
                    <a:gd name="T14" fmla="*/ 392 w 392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4">
                      <a:moveTo>
                        <a:pt x="392" y="97"/>
                      </a:moveTo>
                      <a:lnTo>
                        <a:pt x="305" y="124"/>
                      </a:lnTo>
                      <a:lnTo>
                        <a:pt x="101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5" y="0"/>
                      </a:lnTo>
                      <a:lnTo>
                        <a:pt x="196" y="20"/>
                      </a:lnTo>
                      <a:lnTo>
                        <a:pt x="392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</p:grpSp>
        <p:sp>
          <p:nvSpPr>
            <p:cNvPr id="37011" name="WordArt 59">
              <a:extLst>
                <a:ext uri="{FF2B5EF4-FFF2-40B4-BE49-F238E27FC236}">
                  <a16:creationId xmlns:a16="http://schemas.microsoft.com/office/drawing/2014/main" id="{145CF271-D64F-347B-AF98-50924CF1C288}"/>
                </a:ext>
              </a:extLst>
            </p:cNvPr>
            <p:cNvSpPr>
              <a:spLocks noChangeAspect="1" noChangeArrowheads="1" noChangeShapeType="1" noTextEdit="1"/>
            </p:cNvSpPr>
            <p:nvPr/>
          </p:nvSpPr>
          <p:spPr bwMode="auto">
            <a:xfrm>
              <a:off x="3293" y="1041"/>
              <a:ext cx="518" cy="155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r4  </a:t>
              </a:r>
            </a:p>
          </p:txBody>
        </p:sp>
      </p:grpSp>
      <p:grpSp>
        <p:nvGrpSpPr>
          <p:cNvPr id="36885" name="Group 60">
            <a:extLst>
              <a:ext uri="{FF2B5EF4-FFF2-40B4-BE49-F238E27FC236}">
                <a16:creationId xmlns:a16="http://schemas.microsoft.com/office/drawing/2014/main" id="{A42310CC-C356-849F-234D-33880E74000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969000" y="3851276"/>
            <a:ext cx="552450" cy="460375"/>
            <a:chOff x="144" y="3264"/>
            <a:chExt cx="288" cy="240"/>
          </a:xfrm>
        </p:grpSpPr>
        <p:sp>
          <p:nvSpPr>
            <p:cNvPr id="37007" name="Rectangle 61">
              <a:extLst>
                <a:ext uri="{FF2B5EF4-FFF2-40B4-BE49-F238E27FC236}">
                  <a16:creationId xmlns:a16="http://schemas.microsoft.com/office/drawing/2014/main" id="{E833DB88-E46F-54EA-0B26-61216BAE4EF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400" b="1">
                  <a:latin typeface="Courier New" panose="02070309020205020404" pitchFamily="49" charset="0"/>
                </a:rPr>
                <a:t>eth3</a:t>
              </a:r>
            </a:p>
          </p:txBody>
        </p:sp>
        <p:sp>
          <p:nvSpPr>
            <p:cNvPr id="37008" name="Rectangle 62">
              <a:extLst>
                <a:ext uri="{FF2B5EF4-FFF2-40B4-BE49-F238E27FC236}">
                  <a16:creationId xmlns:a16="http://schemas.microsoft.com/office/drawing/2014/main" id="{94444D08-2173-FE84-3058-4C1FBE5821F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400" b="1">
                  <a:solidFill>
                    <a:srgbClr val="5F5F5F"/>
                  </a:solidFill>
                  <a:latin typeface="Courier New" panose="02070309020205020404" pitchFamily="49" charset="0"/>
                </a:rPr>
                <a:t>14</a:t>
              </a:r>
            </a:p>
          </p:txBody>
        </p:sp>
      </p:grpSp>
      <p:grpSp>
        <p:nvGrpSpPr>
          <p:cNvPr id="36886" name="Group 63">
            <a:extLst>
              <a:ext uri="{FF2B5EF4-FFF2-40B4-BE49-F238E27FC236}">
                <a16:creationId xmlns:a16="http://schemas.microsoft.com/office/drawing/2014/main" id="{B389CD71-5495-E87B-C127-53D5BAB32B4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217989" y="3633789"/>
            <a:ext cx="554037" cy="460375"/>
            <a:chOff x="144" y="3264"/>
            <a:chExt cx="288" cy="240"/>
          </a:xfrm>
        </p:grpSpPr>
        <p:sp>
          <p:nvSpPr>
            <p:cNvPr id="37005" name="Rectangle 64">
              <a:extLst>
                <a:ext uri="{FF2B5EF4-FFF2-40B4-BE49-F238E27FC236}">
                  <a16:creationId xmlns:a16="http://schemas.microsoft.com/office/drawing/2014/main" id="{593AAF6A-24F3-CE82-39B2-C505EF34D8E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400" b="1">
                  <a:latin typeface="Courier New" panose="02070309020205020404" pitchFamily="49" charset="0"/>
                </a:rPr>
                <a:t>eth1</a:t>
              </a:r>
            </a:p>
          </p:txBody>
        </p:sp>
        <p:sp>
          <p:nvSpPr>
            <p:cNvPr id="37006" name="Rectangle 65">
              <a:extLst>
                <a:ext uri="{FF2B5EF4-FFF2-40B4-BE49-F238E27FC236}">
                  <a16:creationId xmlns:a16="http://schemas.microsoft.com/office/drawing/2014/main" id="{14EA67ED-1C71-05AE-58F3-EAEC3798122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400" b="1">
                  <a:solidFill>
                    <a:srgbClr val="5F5F5F"/>
                  </a:solidFill>
                  <a:latin typeface="Courier New" panose="02070309020205020404" pitchFamily="49" charset="0"/>
                </a:rPr>
                <a:t>9</a:t>
              </a:r>
            </a:p>
          </p:txBody>
        </p:sp>
      </p:grpSp>
      <p:grpSp>
        <p:nvGrpSpPr>
          <p:cNvPr id="36887" name="Group 66">
            <a:extLst>
              <a:ext uri="{FF2B5EF4-FFF2-40B4-BE49-F238E27FC236}">
                <a16:creationId xmlns:a16="http://schemas.microsoft.com/office/drawing/2014/main" id="{D5C0B54F-8402-C5B9-3FF3-7998C037799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281364" y="3633789"/>
            <a:ext cx="555625" cy="460375"/>
            <a:chOff x="144" y="3264"/>
            <a:chExt cx="288" cy="240"/>
          </a:xfrm>
        </p:grpSpPr>
        <p:sp>
          <p:nvSpPr>
            <p:cNvPr id="37003" name="Rectangle 67">
              <a:extLst>
                <a:ext uri="{FF2B5EF4-FFF2-40B4-BE49-F238E27FC236}">
                  <a16:creationId xmlns:a16="http://schemas.microsoft.com/office/drawing/2014/main" id="{D7B4B106-F463-6A0F-8F0A-9C2F9C31DA5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400" b="1">
                  <a:latin typeface="Courier New" panose="02070309020205020404" pitchFamily="49" charset="0"/>
                </a:rPr>
                <a:t>eth2</a:t>
              </a:r>
            </a:p>
          </p:txBody>
        </p:sp>
        <p:sp>
          <p:nvSpPr>
            <p:cNvPr id="37004" name="Rectangle 68">
              <a:extLst>
                <a:ext uri="{FF2B5EF4-FFF2-40B4-BE49-F238E27FC236}">
                  <a16:creationId xmlns:a16="http://schemas.microsoft.com/office/drawing/2014/main" id="{E629983B-B067-89C0-08A3-AC069B49A3E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400" b="1">
                  <a:solidFill>
                    <a:srgbClr val="5F5F5F"/>
                  </a:solidFill>
                  <a:latin typeface="Courier New" panose="02070309020205020404" pitchFamily="49" charset="0"/>
                </a:rPr>
                <a:t>1</a:t>
              </a:r>
            </a:p>
          </p:txBody>
        </p:sp>
      </p:grpSp>
      <p:grpSp>
        <p:nvGrpSpPr>
          <p:cNvPr id="36888" name="Group 69">
            <a:extLst>
              <a:ext uri="{FF2B5EF4-FFF2-40B4-BE49-F238E27FC236}">
                <a16:creationId xmlns:a16="http://schemas.microsoft.com/office/drawing/2014/main" id="{E8876F7F-5BE8-6DD9-963D-D4FB9511D53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291013" y="5656264"/>
            <a:ext cx="552450" cy="460375"/>
            <a:chOff x="144" y="3264"/>
            <a:chExt cx="288" cy="240"/>
          </a:xfrm>
        </p:grpSpPr>
        <p:sp>
          <p:nvSpPr>
            <p:cNvPr id="37001" name="Rectangle 70">
              <a:extLst>
                <a:ext uri="{FF2B5EF4-FFF2-40B4-BE49-F238E27FC236}">
                  <a16:creationId xmlns:a16="http://schemas.microsoft.com/office/drawing/2014/main" id="{D48B2C94-25A8-B0E7-8EC6-067AFF25C5D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400" b="1">
                  <a:latin typeface="Courier New" panose="02070309020205020404" pitchFamily="49" charset="0"/>
                </a:rPr>
                <a:t>eth1</a:t>
              </a:r>
            </a:p>
          </p:txBody>
        </p:sp>
        <p:sp>
          <p:nvSpPr>
            <p:cNvPr id="37002" name="Rectangle 71">
              <a:extLst>
                <a:ext uri="{FF2B5EF4-FFF2-40B4-BE49-F238E27FC236}">
                  <a16:creationId xmlns:a16="http://schemas.microsoft.com/office/drawing/2014/main" id="{03F90A4A-E240-DA0E-4962-2F09B23F3EC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400" b="1">
                  <a:solidFill>
                    <a:srgbClr val="5F5F5F"/>
                  </a:solidFill>
                  <a:latin typeface="Courier New" panose="02070309020205020404" pitchFamily="49" charset="0"/>
                </a:rPr>
                <a:t>10</a:t>
              </a:r>
            </a:p>
          </p:txBody>
        </p:sp>
      </p:grpSp>
      <p:sp>
        <p:nvSpPr>
          <p:cNvPr id="36889" name="Arc 72">
            <a:extLst>
              <a:ext uri="{FF2B5EF4-FFF2-40B4-BE49-F238E27FC236}">
                <a16:creationId xmlns:a16="http://schemas.microsoft.com/office/drawing/2014/main" id="{9152F46F-C2B6-5CCA-579E-7CC123FFDB46}"/>
              </a:ext>
            </a:extLst>
          </p:cNvPr>
          <p:cNvSpPr>
            <a:spLocks/>
          </p:cNvSpPr>
          <p:nvPr/>
        </p:nvSpPr>
        <p:spPr bwMode="auto">
          <a:xfrm flipH="1">
            <a:off x="2705101" y="3204647"/>
            <a:ext cx="1368425" cy="369332"/>
          </a:xfrm>
          <a:custGeom>
            <a:avLst/>
            <a:gdLst>
              <a:gd name="T0" fmla="*/ 0 w 21600"/>
              <a:gd name="T1" fmla="*/ 0 h 21600"/>
              <a:gd name="T2" fmla="*/ 1368425 w 21600"/>
              <a:gd name="T3" fmla="*/ 431800 h 21600"/>
              <a:gd name="T4" fmla="*/ 0 w 21600"/>
              <a:gd name="T5" fmla="*/ 43180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grpSp>
        <p:nvGrpSpPr>
          <p:cNvPr id="36890" name="Group 73">
            <a:extLst>
              <a:ext uri="{FF2B5EF4-FFF2-40B4-BE49-F238E27FC236}">
                <a16:creationId xmlns:a16="http://schemas.microsoft.com/office/drawing/2014/main" id="{D9D9CF5E-BD4A-1003-6E8F-41E9F734D16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073525" y="2986088"/>
            <a:ext cx="738188" cy="404812"/>
            <a:chOff x="816" y="2496"/>
            <a:chExt cx="384" cy="211"/>
          </a:xfrm>
        </p:grpSpPr>
        <p:sp>
          <p:nvSpPr>
            <p:cNvPr id="36980" name="AutoShape 74">
              <a:extLst>
                <a:ext uri="{FF2B5EF4-FFF2-40B4-BE49-F238E27FC236}">
                  <a16:creationId xmlns:a16="http://schemas.microsoft.com/office/drawing/2014/main" id="{BEB23C4F-EDBC-FD28-62D9-43E1E6D6847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816" y="2496"/>
              <a:ext cx="384" cy="211"/>
            </a:xfrm>
            <a:prstGeom prst="can">
              <a:avLst>
                <a:gd name="adj" fmla="val 50000"/>
              </a:avLst>
            </a:prstGeom>
            <a:gradFill rotWithShape="0">
              <a:gsLst>
                <a:gs pos="0">
                  <a:srgbClr val="002F5E"/>
                </a:gs>
                <a:gs pos="50000">
                  <a:srgbClr val="0066CC"/>
                </a:gs>
                <a:gs pos="100000">
                  <a:srgbClr val="002F5E"/>
                </a:gs>
              </a:gsLst>
              <a:lin ang="0" scaled="1"/>
            </a:gradFill>
            <a:ln w="9525">
              <a:solidFill>
                <a:srgbClr val="819F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73025" tIns="36512" rIns="73025" bIns="36512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it-IT" altLang="en-IT"/>
            </a:p>
          </p:txBody>
        </p:sp>
        <p:grpSp>
          <p:nvGrpSpPr>
            <p:cNvPr id="36981" name="Group 75">
              <a:extLst>
                <a:ext uri="{FF2B5EF4-FFF2-40B4-BE49-F238E27FC236}">
                  <a16:creationId xmlns:a16="http://schemas.microsoft.com/office/drawing/2014/main" id="{3A1FFA8B-7AB0-D1E8-F752-31B238577A2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87" y="2509"/>
              <a:ext cx="239" cy="83"/>
              <a:chOff x="422" y="1632"/>
              <a:chExt cx="829" cy="298"/>
            </a:xfrm>
          </p:grpSpPr>
          <p:grpSp>
            <p:nvGrpSpPr>
              <p:cNvPr id="36983" name="Group 76">
                <a:extLst>
                  <a:ext uri="{FF2B5EF4-FFF2-40B4-BE49-F238E27FC236}">
                    <a16:creationId xmlns:a16="http://schemas.microsoft.com/office/drawing/2014/main" id="{191CDA9B-6113-9FEF-C0EC-6DA52AC4835D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22" y="1632"/>
                <a:ext cx="822" cy="291"/>
                <a:chOff x="422" y="1632"/>
                <a:chExt cx="822" cy="291"/>
              </a:xfrm>
            </p:grpSpPr>
            <p:sp>
              <p:nvSpPr>
                <p:cNvPr id="36993" name="Freeform 77">
                  <a:extLst>
                    <a:ext uri="{FF2B5EF4-FFF2-40B4-BE49-F238E27FC236}">
                      <a16:creationId xmlns:a16="http://schemas.microsoft.com/office/drawing/2014/main" id="{E1208D22-10DB-A4EC-43DB-D0612FF5D1C1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1" y="1639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4 w 393"/>
                    <a:gd name="T11" fmla="*/ 0 h 125"/>
                    <a:gd name="T12" fmla="*/ 196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4" y="0"/>
                      </a:lnTo>
                      <a:lnTo>
                        <a:pt x="196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6994" name="Freeform 78">
                  <a:extLst>
                    <a:ext uri="{FF2B5EF4-FFF2-40B4-BE49-F238E27FC236}">
                      <a16:creationId xmlns:a16="http://schemas.microsoft.com/office/drawing/2014/main" id="{4F74712E-84B5-A0F5-4D86-F66D7ABEA8F9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1" y="1639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4 w 393"/>
                    <a:gd name="T11" fmla="*/ 0 h 125"/>
                    <a:gd name="T12" fmla="*/ 196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4" y="0"/>
                      </a:lnTo>
                      <a:lnTo>
                        <a:pt x="196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6995" name="Freeform 79">
                  <a:extLst>
                    <a:ext uri="{FF2B5EF4-FFF2-40B4-BE49-F238E27FC236}">
                      <a16:creationId xmlns:a16="http://schemas.microsoft.com/office/drawing/2014/main" id="{934B7947-75FB-590D-4D65-6583FFAFB175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2" y="1785"/>
                  <a:ext cx="393" cy="132"/>
                </a:xfrm>
                <a:custGeom>
                  <a:avLst/>
                  <a:gdLst>
                    <a:gd name="T0" fmla="*/ 393 w 393"/>
                    <a:gd name="T1" fmla="*/ 28 h 132"/>
                    <a:gd name="T2" fmla="*/ 305 w 393"/>
                    <a:gd name="T3" fmla="*/ 0 h 132"/>
                    <a:gd name="T4" fmla="*/ 102 w 393"/>
                    <a:gd name="T5" fmla="*/ 83 h 132"/>
                    <a:gd name="T6" fmla="*/ 0 w 393"/>
                    <a:gd name="T7" fmla="*/ 55 h 132"/>
                    <a:gd name="T8" fmla="*/ 51 w 393"/>
                    <a:gd name="T9" fmla="*/ 132 h 132"/>
                    <a:gd name="T10" fmla="*/ 305 w 393"/>
                    <a:gd name="T11" fmla="*/ 132 h 132"/>
                    <a:gd name="T12" fmla="*/ 196 w 393"/>
                    <a:gd name="T13" fmla="*/ 104 h 132"/>
                    <a:gd name="T14" fmla="*/ 393 w 393"/>
                    <a:gd name="T15" fmla="*/ 28 h 13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2">
                      <a:moveTo>
                        <a:pt x="393" y="28"/>
                      </a:moveTo>
                      <a:lnTo>
                        <a:pt x="305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2"/>
                      </a:lnTo>
                      <a:lnTo>
                        <a:pt x="305" y="132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6996" name="Freeform 80">
                  <a:extLst>
                    <a:ext uri="{FF2B5EF4-FFF2-40B4-BE49-F238E27FC236}">
                      <a16:creationId xmlns:a16="http://schemas.microsoft.com/office/drawing/2014/main" id="{C3E7603A-9CFC-4E3C-96A4-D61904DABBB1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2" y="1785"/>
                  <a:ext cx="393" cy="132"/>
                </a:xfrm>
                <a:custGeom>
                  <a:avLst/>
                  <a:gdLst>
                    <a:gd name="T0" fmla="*/ 393 w 393"/>
                    <a:gd name="T1" fmla="*/ 28 h 132"/>
                    <a:gd name="T2" fmla="*/ 305 w 393"/>
                    <a:gd name="T3" fmla="*/ 0 h 132"/>
                    <a:gd name="T4" fmla="*/ 102 w 393"/>
                    <a:gd name="T5" fmla="*/ 83 h 132"/>
                    <a:gd name="T6" fmla="*/ 0 w 393"/>
                    <a:gd name="T7" fmla="*/ 55 h 132"/>
                    <a:gd name="T8" fmla="*/ 51 w 393"/>
                    <a:gd name="T9" fmla="*/ 132 h 132"/>
                    <a:gd name="T10" fmla="*/ 305 w 393"/>
                    <a:gd name="T11" fmla="*/ 132 h 132"/>
                    <a:gd name="T12" fmla="*/ 196 w 393"/>
                    <a:gd name="T13" fmla="*/ 104 h 132"/>
                    <a:gd name="T14" fmla="*/ 393 w 393"/>
                    <a:gd name="T15" fmla="*/ 28 h 13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2">
                      <a:moveTo>
                        <a:pt x="393" y="28"/>
                      </a:moveTo>
                      <a:lnTo>
                        <a:pt x="305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2"/>
                      </a:lnTo>
                      <a:lnTo>
                        <a:pt x="305" y="132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6997" name="Freeform 81">
                  <a:extLst>
                    <a:ext uri="{FF2B5EF4-FFF2-40B4-BE49-F238E27FC236}">
                      <a16:creationId xmlns:a16="http://schemas.microsoft.com/office/drawing/2014/main" id="{BE602E53-BF9A-BB70-4C82-6CFDD893E765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44" y="1632"/>
                  <a:ext cx="392" cy="125"/>
                </a:xfrm>
                <a:custGeom>
                  <a:avLst/>
                  <a:gdLst>
                    <a:gd name="T0" fmla="*/ 0 w 392"/>
                    <a:gd name="T1" fmla="*/ 28 h 125"/>
                    <a:gd name="T2" fmla="*/ 87 w 392"/>
                    <a:gd name="T3" fmla="*/ 0 h 125"/>
                    <a:gd name="T4" fmla="*/ 298 w 392"/>
                    <a:gd name="T5" fmla="*/ 77 h 125"/>
                    <a:gd name="T6" fmla="*/ 392 w 392"/>
                    <a:gd name="T7" fmla="*/ 56 h 125"/>
                    <a:gd name="T8" fmla="*/ 341 w 392"/>
                    <a:gd name="T9" fmla="*/ 125 h 125"/>
                    <a:gd name="T10" fmla="*/ 94 w 392"/>
                    <a:gd name="T11" fmla="*/ 125 h 125"/>
                    <a:gd name="T12" fmla="*/ 196 w 392"/>
                    <a:gd name="T13" fmla="*/ 104 h 125"/>
                    <a:gd name="T14" fmla="*/ 0 w 392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2" y="56"/>
                      </a:lnTo>
                      <a:lnTo>
                        <a:pt x="341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6998" name="Freeform 82">
                  <a:extLst>
                    <a:ext uri="{FF2B5EF4-FFF2-40B4-BE49-F238E27FC236}">
                      <a16:creationId xmlns:a16="http://schemas.microsoft.com/office/drawing/2014/main" id="{700851B5-3343-B8E2-13EC-CB16EEDD2CF5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44" y="1632"/>
                  <a:ext cx="392" cy="125"/>
                </a:xfrm>
                <a:custGeom>
                  <a:avLst/>
                  <a:gdLst>
                    <a:gd name="T0" fmla="*/ 0 w 392"/>
                    <a:gd name="T1" fmla="*/ 28 h 125"/>
                    <a:gd name="T2" fmla="*/ 87 w 392"/>
                    <a:gd name="T3" fmla="*/ 0 h 125"/>
                    <a:gd name="T4" fmla="*/ 298 w 392"/>
                    <a:gd name="T5" fmla="*/ 77 h 125"/>
                    <a:gd name="T6" fmla="*/ 392 w 392"/>
                    <a:gd name="T7" fmla="*/ 56 h 125"/>
                    <a:gd name="T8" fmla="*/ 341 w 392"/>
                    <a:gd name="T9" fmla="*/ 125 h 125"/>
                    <a:gd name="T10" fmla="*/ 94 w 392"/>
                    <a:gd name="T11" fmla="*/ 125 h 125"/>
                    <a:gd name="T12" fmla="*/ 196 w 392"/>
                    <a:gd name="T13" fmla="*/ 104 h 125"/>
                    <a:gd name="T14" fmla="*/ 0 w 392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2" y="56"/>
                      </a:lnTo>
                      <a:lnTo>
                        <a:pt x="341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6999" name="Freeform 83">
                  <a:extLst>
                    <a:ext uri="{FF2B5EF4-FFF2-40B4-BE49-F238E27FC236}">
                      <a16:creationId xmlns:a16="http://schemas.microsoft.com/office/drawing/2014/main" id="{924535F1-B6C7-FE91-A7CA-06E00DA561F1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36" y="1799"/>
                  <a:ext cx="393" cy="124"/>
                </a:xfrm>
                <a:custGeom>
                  <a:avLst/>
                  <a:gdLst>
                    <a:gd name="T0" fmla="*/ 393 w 393"/>
                    <a:gd name="T1" fmla="*/ 97 h 124"/>
                    <a:gd name="T2" fmla="*/ 306 w 393"/>
                    <a:gd name="T3" fmla="*/ 124 h 124"/>
                    <a:gd name="T4" fmla="*/ 102 w 393"/>
                    <a:gd name="T5" fmla="*/ 41 h 124"/>
                    <a:gd name="T6" fmla="*/ 0 w 393"/>
                    <a:gd name="T7" fmla="*/ 69 h 124"/>
                    <a:gd name="T8" fmla="*/ 51 w 393"/>
                    <a:gd name="T9" fmla="*/ 0 h 124"/>
                    <a:gd name="T10" fmla="*/ 306 w 393"/>
                    <a:gd name="T11" fmla="*/ 0 h 124"/>
                    <a:gd name="T12" fmla="*/ 197 w 393"/>
                    <a:gd name="T13" fmla="*/ 21 h 124"/>
                    <a:gd name="T14" fmla="*/ 393 w 393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4">
                      <a:moveTo>
                        <a:pt x="393" y="97"/>
                      </a:moveTo>
                      <a:lnTo>
                        <a:pt x="306" y="124"/>
                      </a:lnTo>
                      <a:lnTo>
                        <a:pt x="102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6" y="0"/>
                      </a:lnTo>
                      <a:lnTo>
                        <a:pt x="197" y="21"/>
                      </a:lnTo>
                      <a:lnTo>
                        <a:pt x="393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7000" name="Freeform 84">
                  <a:extLst>
                    <a:ext uri="{FF2B5EF4-FFF2-40B4-BE49-F238E27FC236}">
                      <a16:creationId xmlns:a16="http://schemas.microsoft.com/office/drawing/2014/main" id="{51C5B69B-A64A-3ED3-5122-0A7423B9BB1B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36" y="1799"/>
                  <a:ext cx="393" cy="124"/>
                </a:xfrm>
                <a:custGeom>
                  <a:avLst/>
                  <a:gdLst>
                    <a:gd name="T0" fmla="*/ 393 w 393"/>
                    <a:gd name="T1" fmla="*/ 97 h 124"/>
                    <a:gd name="T2" fmla="*/ 306 w 393"/>
                    <a:gd name="T3" fmla="*/ 124 h 124"/>
                    <a:gd name="T4" fmla="*/ 102 w 393"/>
                    <a:gd name="T5" fmla="*/ 41 h 124"/>
                    <a:gd name="T6" fmla="*/ 0 w 393"/>
                    <a:gd name="T7" fmla="*/ 69 h 124"/>
                    <a:gd name="T8" fmla="*/ 51 w 393"/>
                    <a:gd name="T9" fmla="*/ 0 h 124"/>
                    <a:gd name="T10" fmla="*/ 306 w 393"/>
                    <a:gd name="T11" fmla="*/ 0 h 124"/>
                    <a:gd name="T12" fmla="*/ 197 w 393"/>
                    <a:gd name="T13" fmla="*/ 21 h 124"/>
                    <a:gd name="T14" fmla="*/ 393 w 393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4">
                      <a:moveTo>
                        <a:pt x="393" y="97"/>
                      </a:moveTo>
                      <a:lnTo>
                        <a:pt x="306" y="124"/>
                      </a:lnTo>
                      <a:lnTo>
                        <a:pt x="102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6" y="0"/>
                      </a:lnTo>
                      <a:lnTo>
                        <a:pt x="197" y="21"/>
                      </a:lnTo>
                      <a:lnTo>
                        <a:pt x="393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36984" name="Group 85">
                <a:extLst>
                  <a:ext uri="{FF2B5EF4-FFF2-40B4-BE49-F238E27FC236}">
                    <a16:creationId xmlns:a16="http://schemas.microsoft.com/office/drawing/2014/main" id="{13F9AE59-456D-A0EB-4B2B-3C01D01DFC59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29" y="1639"/>
                <a:ext cx="822" cy="291"/>
                <a:chOff x="429" y="1639"/>
                <a:chExt cx="822" cy="291"/>
              </a:xfrm>
            </p:grpSpPr>
            <p:sp>
              <p:nvSpPr>
                <p:cNvPr id="36985" name="Freeform 86">
                  <a:extLst>
                    <a:ext uri="{FF2B5EF4-FFF2-40B4-BE49-F238E27FC236}">
                      <a16:creationId xmlns:a16="http://schemas.microsoft.com/office/drawing/2014/main" id="{BB62A9B4-B6D8-843A-F29D-448D746B8A39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8" y="1646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5 w 393"/>
                    <a:gd name="T11" fmla="*/ 0 h 125"/>
                    <a:gd name="T12" fmla="*/ 197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5" y="0"/>
                      </a:lnTo>
                      <a:lnTo>
                        <a:pt x="197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6986" name="Freeform 87">
                  <a:extLst>
                    <a:ext uri="{FF2B5EF4-FFF2-40B4-BE49-F238E27FC236}">
                      <a16:creationId xmlns:a16="http://schemas.microsoft.com/office/drawing/2014/main" id="{F0FC935A-3D5B-04D2-B232-098C3A6E2071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8" y="1646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5 w 393"/>
                    <a:gd name="T11" fmla="*/ 0 h 125"/>
                    <a:gd name="T12" fmla="*/ 197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5" y="0"/>
                      </a:lnTo>
                      <a:lnTo>
                        <a:pt x="197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6987" name="Freeform 88">
                  <a:extLst>
                    <a:ext uri="{FF2B5EF4-FFF2-40B4-BE49-F238E27FC236}">
                      <a16:creationId xmlns:a16="http://schemas.microsoft.com/office/drawing/2014/main" id="{93B1E699-89E8-CE16-A346-B50970D29D74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9" y="1792"/>
                  <a:ext cx="393" cy="131"/>
                </a:xfrm>
                <a:custGeom>
                  <a:avLst/>
                  <a:gdLst>
                    <a:gd name="T0" fmla="*/ 393 w 393"/>
                    <a:gd name="T1" fmla="*/ 28 h 131"/>
                    <a:gd name="T2" fmla="*/ 306 w 393"/>
                    <a:gd name="T3" fmla="*/ 0 h 131"/>
                    <a:gd name="T4" fmla="*/ 102 w 393"/>
                    <a:gd name="T5" fmla="*/ 83 h 131"/>
                    <a:gd name="T6" fmla="*/ 0 w 393"/>
                    <a:gd name="T7" fmla="*/ 55 h 131"/>
                    <a:gd name="T8" fmla="*/ 51 w 393"/>
                    <a:gd name="T9" fmla="*/ 131 h 131"/>
                    <a:gd name="T10" fmla="*/ 306 w 393"/>
                    <a:gd name="T11" fmla="*/ 131 h 131"/>
                    <a:gd name="T12" fmla="*/ 196 w 393"/>
                    <a:gd name="T13" fmla="*/ 104 h 131"/>
                    <a:gd name="T14" fmla="*/ 393 w 393"/>
                    <a:gd name="T15" fmla="*/ 28 h 13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1">
                      <a:moveTo>
                        <a:pt x="393" y="28"/>
                      </a:moveTo>
                      <a:lnTo>
                        <a:pt x="306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1"/>
                      </a:lnTo>
                      <a:lnTo>
                        <a:pt x="306" y="131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6988" name="Freeform 89">
                  <a:extLst>
                    <a:ext uri="{FF2B5EF4-FFF2-40B4-BE49-F238E27FC236}">
                      <a16:creationId xmlns:a16="http://schemas.microsoft.com/office/drawing/2014/main" id="{5C8D9502-3668-24AF-C6BE-5A8057BF2EDC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9" y="1792"/>
                  <a:ext cx="393" cy="131"/>
                </a:xfrm>
                <a:custGeom>
                  <a:avLst/>
                  <a:gdLst>
                    <a:gd name="T0" fmla="*/ 393 w 393"/>
                    <a:gd name="T1" fmla="*/ 28 h 131"/>
                    <a:gd name="T2" fmla="*/ 306 w 393"/>
                    <a:gd name="T3" fmla="*/ 0 h 131"/>
                    <a:gd name="T4" fmla="*/ 102 w 393"/>
                    <a:gd name="T5" fmla="*/ 83 h 131"/>
                    <a:gd name="T6" fmla="*/ 0 w 393"/>
                    <a:gd name="T7" fmla="*/ 55 h 131"/>
                    <a:gd name="T8" fmla="*/ 51 w 393"/>
                    <a:gd name="T9" fmla="*/ 131 h 131"/>
                    <a:gd name="T10" fmla="*/ 306 w 393"/>
                    <a:gd name="T11" fmla="*/ 131 h 131"/>
                    <a:gd name="T12" fmla="*/ 196 w 393"/>
                    <a:gd name="T13" fmla="*/ 104 h 131"/>
                    <a:gd name="T14" fmla="*/ 393 w 393"/>
                    <a:gd name="T15" fmla="*/ 28 h 13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31">
                      <a:moveTo>
                        <a:pt x="393" y="28"/>
                      </a:moveTo>
                      <a:lnTo>
                        <a:pt x="306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1"/>
                      </a:lnTo>
                      <a:lnTo>
                        <a:pt x="306" y="131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6989" name="Freeform 90">
                  <a:extLst>
                    <a:ext uri="{FF2B5EF4-FFF2-40B4-BE49-F238E27FC236}">
                      <a16:creationId xmlns:a16="http://schemas.microsoft.com/office/drawing/2014/main" id="{BE52FC4B-BE7D-3168-333D-2E43DE95EBD1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51" y="1639"/>
                  <a:ext cx="393" cy="125"/>
                </a:xfrm>
                <a:custGeom>
                  <a:avLst/>
                  <a:gdLst>
                    <a:gd name="T0" fmla="*/ 0 w 393"/>
                    <a:gd name="T1" fmla="*/ 28 h 125"/>
                    <a:gd name="T2" fmla="*/ 87 w 393"/>
                    <a:gd name="T3" fmla="*/ 0 h 125"/>
                    <a:gd name="T4" fmla="*/ 298 w 393"/>
                    <a:gd name="T5" fmla="*/ 77 h 125"/>
                    <a:gd name="T6" fmla="*/ 393 w 393"/>
                    <a:gd name="T7" fmla="*/ 56 h 125"/>
                    <a:gd name="T8" fmla="*/ 342 w 393"/>
                    <a:gd name="T9" fmla="*/ 125 h 125"/>
                    <a:gd name="T10" fmla="*/ 94 w 393"/>
                    <a:gd name="T11" fmla="*/ 125 h 125"/>
                    <a:gd name="T12" fmla="*/ 196 w 393"/>
                    <a:gd name="T13" fmla="*/ 104 h 125"/>
                    <a:gd name="T14" fmla="*/ 0 w 393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3" y="56"/>
                      </a:lnTo>
                      <a:lnTo>
                        <a:pt x="342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6990" name="Freeform 91">
                  <a:extLst>
                    <a:ext uri="{FF2B5EF4-FFF2-40B4-BE49-F238E27FC236}">
                      <a16:creationId xmlns:a16="http://schemas.microsoft.com/office/drawing/2014/main" id="{EA73C10C-87C7-7D5A-C420-D511719C8010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51" y="1639"/>
                  <a:ext cx="393" cy="125"/>
                </a:xfrm>
                <a:custGeom>
                  <a:avLst/>
                  <a:gdLst>
                    <a:gd name="T0" fmla="*/ 0 w 393"/>
                    <a:gd name="T1" fmla="*/ 28 h 125"/>
                    <a:gd name="T2" fmla="*/ 87 w 393"/>
                    <a:gd name="T3" fmla="*/ 0 h 125"/>
                    <a:gd name="T4" fmla="*/ 298 w 393"/>
                    <a:gd name="T5" fmla="*/ 77 h 125"/>
                    <a:gd name="T6" fmla="*/ 393 w 393"/>
                    <a:gd name="T7" fmla="*/ 56 h 125"/>
                    <a:gd name="T8" fmla="*/ 342 w 393"/>
                    <a:gd name="T9" fmla="*/ 125 h 125"/>
                    <a:gd name="T10" fmla="*/ 94 w 393"/>
                    <a:gd name="T11" fmla="*/ 125 h 125"/>
                    <a:gd name="T12" fmla="*/ 196 w 393"/>
                    <a:gd name="T13" fmla="*/ 104 h 125"/>
                    <a:gd name="T14" fmla="*/ 0 w 393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3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3" y="56"/>
                      </a:lnTo>
                      <a:lnTo>
                        <a:pt x="342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6991" name="Freeform 92">
                  <a:extLst>
                    <a:ext uri="{FF2B5EF4-FFF2-40B4-BE49-F238E27FC236}">
                      <a16:creationId xmlns:a16="http://schemas.microsoft.com/office/drawing/2014/main" id="{2BA2E145-9502-F2C5-88F6-7D30A1FEB4C2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44" y="1806"/>
                  <a:ext cx="392" cy="124"/>
                </a:xfrm>
                <a:custGeom>
                  <a:avLst/>
                  <a:gdLst>
                    <a:gd name="T0" fmla="*/ 392 w 392"/>
                    <a:gd name="T1" fmla="*/ 97 h 124"/>
                    <a:gd name="T2" fmla="*/ 305 w 392"/>
                    <a:gd name="T3" fmla="*/ 124 h 124"/>
                    <a:gd name="T4" fmla="*/ 101 w 392"/>
                    <a:gd name="T5" fmla="*/ 41 h 124"/>
                    <a:gd name="T6" fmla="*/ 0 w 392"/>
                    <a:gd name="T7" fmla="*/ 69 h 124"/>
                    <a:gd name="T8" fmla="*/ 51 w 392"/>
                    <a:gd name="T9" fmla="*/ 0 h 124"/>
                    <a:gd name="T10" fmla="*/ 305 w 392"/>
                    <a:gd name="T11" fmla="*/ 0 h 124"/>
                    <a:gd name="T12" fmla="*/ 196 w 392"/>
                    <a:gd name="T13" fmla="*/ 20 h 124"/>
                    <a:gd name="T14" fmla="*/ 392 w 392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4">
                      <a:moveTo>
                        <a:pt x="392" y="97"/>
                      </a:moveTo>
                      <a:lnTo>
                        <a:pt x="305" y="124"/>
                      </a:lnTo>
                      <a:lnTo>
                        <a:pt x="101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5" y="0"/>
                      </a:lnTo>
                      <a:lnTo>
                        <a:pt x="196" y="20"/>
                      </a:lnTo>
                      <a:lnTo>
                        <a:pt x="392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6992" name="Freeform 93">
                  <a:extLst>
                    <a:ext uri="{FF2B5EF4-FFF2-40B4-BE49-F238E27FC236}">
                      <a16:creationId xmlns:a16="http://schemas.microsoft.com/office/drawing/2014/main" id="{1A1C1DAA-1170-B5DC-85AC-E3B539AF1FD7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44" y="1806"/>
                  <a:ext cx="392" cy="124"/>
                </a:xfrm>
                <a:custGeom>
                  <a:avLst/>
                  <a:gdLst>
                    <a:gd name="T0" fmla="*/ 392 w 392"/>
                    <a:gd name="T1" fmla="*/ 97 h 124"/>
                    <a:gd name="T2" fmla="*/ 305 w 392"/>
                    <a:gd name="T3" fmla="*/ 124 h 124"/>
                    <a:gd name="T4" fmla="*/ 101 w 392"/>
                    <a:gd name="T5" fmla="*/ 41 h 124"/>
                    <a:gd name="T6" fmla="*/ 0 w 392"/>
                    <a:gd name="T7" fmla="*/ 69 h 124"/>
                    <a:gd name="T8" fmla="*/ 51 w 392"/>
                    <a:gd name="T9" fmla="*/ 0 h 124"/>
                    <a:gd name="T10" fmla="*/ 305 w 392"/>
                    <a:gd name="T11" fmla="*/ 0 h 124"/>
                    <a:gd name="T12" fmla="*/ 196 w 392"/>
                    <a:gd name="T13" fmla="*/ 20 h 124"/>
                    <a:gd name="T14" fmla="*/ 392 w 392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92" h="124">
                      <a:moveTo>
                        <a:pt x="392" y="97"/>
                      </a:moveTo>
                      <a:lnTo>
                        <a:pt x="305" y="124"/>
                      </a:lnTo>
                      <a:lnTo>
                        <a:pt x="101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5" y="0"/>
                      </a:lnTo>
                      <a:lnTo>
                        <a:pt x="196" y="20"/>
                      </a:lnTo>
                      <a:lnTo>
                        <a:pt x="392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</p:grpSp>
        <p:sp>
          <p:nvSpPr>
            <p:cNvPr id="36982" name="WordArt 94">
              <a:extLst>
                <a:ext uri="{FF2B5EF4-FFF2-40B4-BE49-F238E27FC236}">
                  <a16:creationId xmlns:a16="http://schemas.microsoft.com/office/drawing/2014/main" id="{DF6CF3C6-A5B6-F515-654A-28621EBB8A98}"/>
                </a:ext>
              </a:extLst>
            </p:cNvPr>
            <p:cNvSpPr>
              <a:spLocks noChangeAspect="1" noChangeArrowheads="1" noChangeShapeType="1" noTextEdit="1"/>
            </p:cNvSpPr>
            <p:nvPr/>
          </p:nvSpPr>
          <p:spPr bwMode="auto">
            <a:xfrm>
              <a:off x="835" y="2582"/>
              <a:ext cx="346" cy="104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r1  </a:t>
              </a:r>
            </a:p>
          </p:txBody>
        </p:sp>
      </p:grpSp>
      <p:sp>
        <p:nvSpPr>
          <p:cNvPr id="36891" name="AutoShape 95">
            <a:extLst>
              <a:ext uri="{FF2B5EF4-FFF2-40B4-BE49-F238E27FC236}">
                <a16:creationId xmlns:a16="http://schemas.microsoft.com/office/drawing/2014/main" id="{2D130147-75DB-2797-DE75-40AB60D5802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217989" y="6259513"/>
            <a:ext cx="738187" cy="404812"/>
          </a:xfrm>
          <a:prstGeom prst="can">
            <a:avLst>
              <a:gd name="adj" fmla="val 50000"/>
            </a:avLst>
          </a:prstGeom>
          <a:solidFill>
            <a:srgbClr val="B2B2B2"/>
          </a:solidFill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73025" tIns="36512" rIns="73025" bIns="3651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it-IT" altLang="en-IT"/>
          </a:p>
        </p:txBody>
      </p:sp>
      <p:grpSp>
        <p:nvGrpSpPr>
          <p:cNvPr id="36892" name="Group 96">
            <a:extLst>
              <a:ext uri="{FF2B5EF4-FFF2-40B4-BE49-F238E27FC236}">
                <a16:creationId xmlns:a16="http://schemas.microsoft.com/office/drawing/2014/main" id="{060232BF-EF3B-2A0F-9AFA-8F6F24885F7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354514" y="6284913"/>
            <a:ext cx="458787" cy="158750"/>
            <a:chOff x="422" y="1632"/>
            <a:chExt cx="829" cy="298"/>
          </a:xfrm>
        </p:grpSpPr>
        <p:grpSp>
          <p:nvGrpSpPr>
            <p:cNvPr id="36962" name="Group 97">
              <a:extLst>
                <a:ext uri="{FF2B5EF4-FFF2-40B4-BE49-F238E27FC236}">
                  <a16:creationId xmlns:a16="http://schemas.microsoft.com/office/drawing/2014/main" id="{8F73EBB4-7746-1EED-F18B-B6C2A7ABEED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22" y="1632"/>
              <a:ext cx="822" cy="291"/>
              <a:chOff x="422" y="1632"/>
              <a:chExt cx="822" cy="291"/>
            </a:xfrm>
          </p:grpSpPr>
          <p:sp>
            <p:nvSpPr>
              <p:cNvPr id="36972" name="Freeform 98">
                <a:extLst>
                  <a:ext uri="{FF2B5EF4-FFF2-40B4-BE49-F238E27FC236}">
                    <a16:creationId xmlns:a16="http://schemas.microsoft.com/office/drawing/2014/main" id="{6E1A0956-4CC8-0E72-FB5D-0961243E18E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51" y="1639"/>
                <a:ext cx="393" cy="125"/>
              </a:xfrm>
              <a:custGeom>
                <a:avLst/>
                <a:gdLst>
                  <a:gd name="T0" fmla="*/ 0 w 393"/>
                  <a:gd name="T1" fmla="*/ 97 h 125"/>
                  <a:gd name="T2" fmla="*/ 87 w 393"/>
                  <a:gd name="T3" fmla="*/ 125 h 125"/>
                  <a:gd name="T4" fmla="*/ 298 w 393"/>
                  <a:gd name="T5" fmla="*/ 42 h 125"/>
                  <a:gd name="T6" fmla="*/ 393 w 393"/>
                  <a:gd name="T7" fmla="*/ 70 h 125"/>
                  <a:gd name="T8" fmla="*/ 342 w 393"/>
                  <a:gd name="T9" fmla="*/ 0 h 125"/>
                  <a:gd name="T10" fmla="*/ 94 w 393"/>
                  <a:gd name="T11" fmla="*/ 0 h 125"/>
                  <a:gd name="T12" fmla="*/ 196 w 393"/>
                  <a:gd name="T13" fmla="*/ 21 h 125"/>
                  <a:gd name="T14" fmla="*/ 0 w 393"/>
                  <a:gd name="T15" fmla="*/ 97 h 12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25">
                    <a:moveTo>
                      <a:pt x="0" y="97"/>
                    </a:moveTo>
                    <a:lnTo>
                      <a:pt x="87" y="125"/>
                    </a:lnTo>
                    <a:lnTo>
                      <a:pt x="298" y="42"/>
                    </a:lnTo>
                    <a:lnTo>
                      <a:pt x="393" y="70"/>
                    </a:lnTo>
                    <a:lnTo>
                      <a:pt x="342" y="0"/>
                    </a:lnTo>
                    <a:lnTo>
                      <a:pt x="94" y="0"/>
                    </a:lnTo>
                    <a:lnTo>
                      <a:pt x="196" y="21"/>
                    </a:lnTo>
                    <a:lnTo>
                      <a:pt x="0" y="9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6973" name="Freeform 99">
                <a:extLst>
                  <a:ext uri="{FF2B5EF4-FFF2-40B4-BE49-F238E27FC236}">
                    <a16:creationId xmlns:a16="http://schemas.microsoft.com/office/drawing/2014/main" id="{886E512C-68F8-36DB-A76D-A8FD83EA25F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51" y="1639"/>
                <a:ext cx="393" cy="125"/>
              </a:xfrm>
              <a:custGeom>
                <a:avLst/>
                <a:gdLst>
                  <a:gd name="T0" fmla="*/ 0 w 393"/>
                  <a:gd name="T1" fmla="*/ 97 h 125"/>
                  <a:gd name="T2" fmla="*/ 87 w 393"/>
                  <a:gd name="T3" fmla="*/ 125 h 125"/>
                  <a:gd name="T4" fmla="*/ 298 w 393"/>
                  <a:gd name="T5" fmla="*/ 42 h 125"/>
                  <a:gd name="T6" fmla="*/ 393 w 393"/>
                  <a:gd name="T7" fmla="*/ 70 h 125"/>
                  <a:gd name="T8" fmla="*/ 342 w 393"/>
                  <a:gd name="T9" fmla="*/ 0 h 125"/>
                  <a:gd name="T10" fmla="*/ 94 w 393"/>
                  <a:gd name="T11" fmla="*/ 0 h 125"/>
                  <a:gd name="T12" fmla="*/ 196 w 393"/>
                  <a:gd name="T13" fmla="*/ 21 h 125"/>
                  <a:gd name="T14" fmla="*/ 0 w 393"/>
                  <a:gd name="T15" fmla="*/ 97 h 12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25">
                    <a:moveTo>
                      <a:pt x="0" y="97"/>
                    </a:moveTo>
                    <a:lnTo>
                      <a:pt x="87" y="125"/>
                    </a:lnTo>
                    <a:lnTo>
                      <a:pt x="298" y="42"/>
                    </a:lnTo>
                    <a:lnTo>
                      <a:pt x="393" y="70"/>
                    </a:lnTo>
                    <a:lnTo>
                      <a:pt x="342" y="0"/>
                    </a:lnTo>
                    <a:lnTo>
                      <a:pt x="94" y="0"/>
                    </a:lnTo>
                    <a:lnTo>
                      <a:pt x="196" y="21"/>
                    </a:lnTo>
                    <a:lnTo>
                      <a:pt x="0" y="9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6974" name="Freeform 100">
                <a:extLst>
                  <a:ext uri="{FF2B5EF4-FFF2-40B4-BE49-F238E27FC236}">
                    <a16:creationId xmlns:a16="http://schemas.microsoft.com/office/drawing/2014/main" id="{B32F3762-4AF3-17B0-590D-50E88DA249A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22" y="1785"/>
                <a:ext cx="393" cy="132"/>
              </a:xfrm>
              <a:custGeom>
                <a:avLst/>
                <a:gdLst>
                  <a:gd name="T0" fmla="*/ 393 w 393"/>
                  <a:gd name="T1" fmla="*/ 28 h 132"/>
                  <a:gd name="T2" fmla="*/ 305 w 393"/>
                  <a:gd name="T3" fmla="*/ 0 h 132"/>
                  <a:gd name="T4" fmla="*/ 102 w 393"/>
                  <a:gd name="T5" fmla="*/ 83 h 132"/>
                  <a:gd name="T6" fmla="*/ 0 w 393"/>
                  <a:gd name="T7" fmla="*/ 55 h 132"/>
                  <a:gd name="T8" fmla="*/ 51 w 393"/>
                  <a:gd name="T9" fmla="*/ 132 h 132"/>
                  <a:gd name="T10" fmla="*/ 305 w 393"/>
                  <a:gd name="T11" fmla="*/ 132 h 132"/>
                  <a:gd name="T12" fmla="*/ 196 w 393"/>
                  <a:gd name="T13" fmla="*/ 104 h 132"/>
                  <a:gd name="T14" fmla="*/ 393 w 393"/>
                  <a:gd name="T15" fmla="*/ 28 h 1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32">
                    <a:moveTo>
                      <a:pt x="393" y="28"/>
                    </a:moveTo>
                    <a:lnTo>
                      <a:pt x="305" y="0"/>
                    </a:lnTo>
                    <a:lnTo>
                      <a:pt x="102" y="83"/>
                    </a:lnTo>
                    <a:lnTo>
                      <a:pt x="0" y="55"/>
                    </a:lnTo>
                    <a:lnTo>
                      <a:pt x="51" y="132"/>
                    </a:lnTo>
                    <a:lnTo>
                      <a:pt x="305" y="132"/>
                    </a:lnTo>
                    <a:lnTo>
                      <a:pt x="196" y="104"/>
                    </a:lnTo>
                    <a:lnTo>
                      <a:pt x="393" y="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6975" name="Freeform 101">
                <a:extLst>
                  <a:ext uri="{FF2B5EF4-FFF2-40B4-BE49-F238E27FC236}">
                    <a16:creationId xmlns:a16="http://schemas.microsoft.com/office/drawing/2014/main" id="{B84C396A-0AD2-D033-5D5D-E54790A09CE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22" y="1785"/>
                <a:ext cx="393" cy="132"/>
              </a:xfrm>
              <a:custGeom>
                <a:avLst/>
                <a:gdLst>
                  <a:gd name="T0" fmla="*/ 393 w 393"/>
                  <a:gd name="T1" fmla="*/ 28 h 132"/>
                  <a:gd name="T2" fmla="*/ 305 w 393"/>
                  <a:gd name="T3" fmla="*/ 0 h 132"/>
                  <a:gd name="T4" fmla="*/ 102 w 393"/>
                  <a:gd name="T5" fmla="*/ 83 h 132"/>
                  <a:gd name="T6" fmla="*/ 0 w 393"/>
                  <a:gd name="T7" fmla="*/ 55 h 132"/>
                  <a:gd name="T8" fmla="*/ 51 w 393"/>
                  <a:gd name="T9" fmla="*/ 132 h 132"/>
                  <a:gd name="T10" fmla="*/ 305 w 393"/>
                  <a:gd name="T11" fmla="*/ 132 h 132"/>
                  <a:gd name="T12" fmla="*/ 196 w 393"/>
                  <a:gd name="T13" fmla="*/ 104 h 132"/>
                  <a:gd name="T14" fmla="*/ 393 w 393"/>
                  <a:gd name="T15" fmla="*/ 28 h 1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32">
                    <a:moveTo>
                      <a:pt x="393" y="28"/>
                    </a:moveTo>
                    <a:lnTo>
                      <a:pt x="305" y="0"/>
                    </a:lnTo>
                    <a:lnTo>
                      <a:pt x="102" y="83"/>
                    </a:lnTo>
                    <a:lnTo>
                      <a:pt x="0" y="55"/>
                    </a:lnTo>
                    <a:lnTo>
                      <a:pt x="51" y="132"/>
                    </a:lnTo>
                    <a:lnTo>
                      <a:pt x="305" y="132"/>
                    </a:lnTo>
                    <a:lnTo>
                      <a:pt x="196" y="104"/>
                    </a:lnTo>
                    <a:lnTo>
                      <a:pt x="393" y="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6976" name="Freeform 102">
                <a:extLst>
                  <a:ext uri="{FF2B5EF4-FFF2-40B4-BE49-F238E27FC236}">
                    <a16:creationId xmlns:a16="http://schemas.microsoft.com/office/drawing/2014/main" id="{789AD6C6-0129-7A2F-96F2-4FDD6429E46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44" y="1632"/>
                <a:ext cx="392" cy="125"/>
              </a:xfrm>
              <a:custGeom>
                <a:avLst/>
                <a:gdLst>
                  <a:gd name="T0" fmla="*/ 0 w 392"/>
                  <a:gd name="T1" fmla="*/ 28 h 125"/>
                  <a:gd name="T2" fmla="*/ 87 w 392"/>
                  <a:gd name="T3" fmla="*/ 0 h 125"/>
                  <a:gd name="T4" fmla="*/ 298 w 392"/>
                  <a:gd name="T5" fmla="*/ 77 h 125"/>
                  <a:gd name="T6" fmla="*/ 392 w 392"/>
                  <a:gd name="T7" fmla="*/ 56 h 125"/>
                  <a:gd name="T8" fmla="*/ 341 w 392"/>
                  <a:gd name="T9" fmla="*/ 125 h 125"/>
                  <a:gd name="T10" fmla="*/ 94 w 392"/>
                  <a:gd name="T11" fmla="*/ 125 h 125"/>
                  <a:gd name="T12" fmla="*/ 196 w 392"/>
                  <a:gd name="T13" fmla="*/ 104 h 125"/>
                  <a:gd name="T14" fmla="*/ 0 w 392"/>
                  <a:gd name="T15" fmla="*/ 28 h 12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2" h="125">
                    <a:moveTo>
                      <a:pt x="0" y="28"/>
                    </a:moveTo>
                    <a:lnTo>
                      <a:pt x="87" y="0"/>
                    </a:lnTo>
                    <a:lnTo>
                      <a:pt x="298" y="77"/>
                    </a:lnTo>
                    <a:lnTo>
                      <a:pt x="392" y="56"/>
                    </a:lnTo>
                    <a:lnTo>
                      <a:pt x="341" y="125"/>
                    </a:lnTo>
                    <a:lnTo>
                      <a:pt x="94" y="125"/>
                    </a:lnTo>
                    <a:lnTo>
                      <a:pt x="196" y="104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6977" name="Freeform 103">
                <a:extLst>
                  <a:ext uri="{FF2B5EF4-FFF2-40B4-BE49-F238E27FC236}">
                    <a16:creationId xmlns:a16="http://schemas.microsoft.com/office/drawing/2014/main" id="{6437EBAC-023A-2D56-858A-BA0D548DC6F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44" y="1632"/>
                <a:ext cx="392" cy="125"/>
              </a:xfrm>
              <a:custGeom>
                <a:avLst/>
                <a:gdLst>
                  <a:gd name="T0" fmla="*/ 0 w 392"/>
                  <a:gd name="T1" fmla="*/ 28 h 125"/>
                  <a:gd name="T2" fmla="*/ 87 w 392"/>
                  <a:gd name="T3" fmla="*/ 0 h 125"/>
                  <a:gd name="T4" fmla="*/ 298 w 392"/>
                  <a:gd name="T5" fmla="*/ 77 h 125"/>
                  <a:gd name="T6" fmla="*/ 392 w 392"/>
                  <a:gd name="T7" fmla="*/ 56 h 125"/>
                  <a:gd name="T8" fmla="*/ 341 w 392"/>
                  <a:gd name="T9" fmla="*/ 125 h 125"/>
                  <a:gd name="T10" fmla="*/ 94 w 392"/>
                  <a:gd name="T11" fmla="*/ 125 h 125"/>
                  <a:gd name="T12" fmla="*/ 196 w 392"/>
                  <a:gd name="T13" fmla="*/ 104 h 125"/>
                  <a:gd name="T14" fmla="*/ 0 w 392"/>
                  <a:gd name="T15" fmla="*/ 28 h 12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2" h="125">
                    <a:moveTo>
                      <a:pt x="0" y="28"/>
                    </a:moveTo>
                    <a:lnTo>
                      <a:pt x="87" y="0"/>
                    </a:lnTo>
                    <a:lnTo>
                      <a:pt x="298" y="77"/>
                    </a:lnTo>
                    <a:lnTo>
                      <a:pt x="392" y="56"/>
                    </a:lnTo>
                    <a:lnTo>
                      <a:pt x="341" y="125"/>
                    </a:lnTo>
                    <a:lnTo>
                      <a:pt x="94" y="125"/>
                    </a:lnTo>
                    <a:lnTo>
                      <a:pt x="196" y="104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6978" name="Freeform 104">
                <a:extLst>
                  <a:ext uri="{FF2B5EF4-FFF2-40B4-BE49-F238E27FC236}">
                    <a16:creationId xmlns:a16="http://schemas.microsoft.com/office/drawing/2014/main" id="{E1151D91-85C1-EA17-731C-F8FD61E559A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36" y="1799"/>
                <a:ext cx="393" cy="124"/>
              </a:xfrm>
              <a:custGeom>
                <a:avLst/>
                <a:gdLst>
                  <a:gd name="T0" fmla="*/ 393 w 393"/>
                  <a:gd name="T1" fmla="*/ 97 h 124"/>
                  <a:gd name="T2" fmla="*/ 306 w 393"/>
                  <a:gd name="T3" fmla="*/ 124 h 124"/>
                  <a:gd name="T4" fmla="*/ 102 w 393"/>
                  <a:gd name="T5" fmla="*/ 41 h 124"/>
                  <a:gd name="T6" fmla="*/ 0 w 393"/>
                  <a:gd name="T7" fmla="*/ 69 h 124"/>
                  <a:gd name="T8" fmla="*/ 51 w 393"/>
                  <a:gd name="T9" fmla="*/ 0 h 124"/>
                  <a:gd name="T10" fmla="*/ 306 w 393"/>
                  <a:gd name="T11" fmla="*/ 0 h 124"/>
                  <a:gd name="T12" fmla="*/ 197 w 393"/>
                  <a:gd name="T13" fmla="*/ 21 h 124"/>
                  <a:gd name="T14" fmla="*/ 393 w 393"/>
                  <a:gd name="T15" fmla="*/ 97 h 12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24">
                    <a:moveTo>
                      <a:pt x="393" y="97"/>
                    </a:moveTo>
                    <a:lnTo>
                      <a:pt x="306" y="124"/>
                    </a:lnTo>
                    <a:lnTo>
                      <a:pt x="102" y="41"/>
                    </a:lnTo>
                    <a:lnTo>
                      <a:pt x="0" y="69"/>
                    </a:lnTo>
                    <a:lnTo>
                      <a:pt x="51" y="0"/>
                    </a:lnTo>
                    <a:lnTo>
                      <a:pt x="306" y="0"/>
                    </a:lnTo>
                    <a:lnTo>
                      <a:pt x="197" y="21"/>
                    </a:lnTo>
                    <a:lnTo>
                      <a:pt x="393" y="9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6979" name="Freeform 105">
                <a:extLst>
                  <a:ext uri="{FF2B5EF4-FFF2-40B4-BE49-F238E27FC236}">
                    <a16:creationId xmlns:a16="http://schemas.microsoft.com/office/drawing/2014/main" id="{BD492668-51FC-D5F2-622C-CE6671913C1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36" y="1799"/>
                <a:ext cx="393" cy="124"/>
              </a:xfrm>
              <a:custGeom>
                <a:avLst/>
                <a:gdLst>
                  <a:gd name="T0" fmla="*/ 393 w 393"/>
                  <a:gd name="T1" fmla="*/ 97 h 124"/>
                  <a:gd name="T2" fmla="*/ 306 w 393"/>
                  <a:gd name="T3" fmla="*/ 124 h 124"/>
                  <a:gd name="T4" fmla="*/ 102 w 393"/>
                  <a:gd name="T5" fmla="*/ 41 h 124"/>
                  <a:gd name="T6" fmla="*/ 0 w 393"/>
                  <a:gd name="T7" fmla="*/ 69 h 124"/>
                  <a:gd name="T8" fmla="*/ 51 w 393"/>
                  <a:gd name="T9" fmla="*/ 0 h 124"/>
                  <a:gd name="T10" fmla="*/ 306 w 393"/>
                  <a:gd name="T11" fmla="*/ 0 h 124"/>
                  <a:gd name="T12" fmla="*/ 197 w 393"/>
                  <a:gd name="T13" fmla="*/ 21 h 124"/>
                  <a:gd name="T14" fmla="*/ 393 w 393"/>
                  <a:gd name="T15" fmla="*/ 97 h 12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24">
                    <a:moveTo>
                      <a:pt x="393" y="97"/>
                    </a:moveTo>
                    <a:lnTo>
                      <a:pt x="306" y="124"/>
                    </a:lnTo>
                    <a:lnTo>
                      <a:pt x="102" y="41"/>
                    </a:lnTo>
                    <a:lnTo>
                      <a:pt x="0" y="69"/>
                    </a:lnTo>
                    <a:lnTo>
                      <a:pt x="51" y="0"/>
                    </a:lnTo>
                    <a:lnTo>
                      <a:pt x="306" y="0"/>
                    </a:lnTo>
                    <a:lnTo>
                      <a:pt x="197" y="21"/>
                    </a:lnTo>
                    <a:lnTo>
                      <a:pt x="393" y="9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36963" name="Group 106">
              <a:extLst>
                <a:ext uri="{FF2B5EF4-FFF2-40B4-BE49-F238E27FC236}">
                  <a16:creationId xmlns:a16="http://schemas.microsoft.com/office/drawing/2014/main" id="{99CA4BDB-8BE2-4878-C908-D520031B7A4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29" y="1639"/>
              <a:ext cx="822" cy="291"/>
              <a:chOff x="429" y="1639"/>
              <a:chExt cx="822" cy="291"/>
            </a:xfrm>
          </p:grpSpPr>
          <p:sp>
            <p:nvSpPr>
              <p:cNvPr id="36964" name="Freeform 107">
                <a:extLst>
                  <a:ext uri="{FF2B5EF4-FFF2-40B4-BE49-F238E27FC236}">
                    <a16:creationId xmlns:a16="http://schemas.microsoft.com/office/drawing/2014/main" id="{2BA04CB7-B6FE-353E-393E-D618E9242B5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58" y="1646"/>
                <a:ext cx="393" cy="125"/>
              </a:xfrm>
              <a:custGeom>
                <a:avLst/>
                <a:gdLst>
                  <a:gd name="T0" fmla="*/ 0 w 393"/>
                  <a:gd name="T1" fmla="*/ 97 h 125"/>
                  <a:gd name="T2" fmla="*/ 87 w 393"/>
                  <a:gd name="T3" fmla="*/ 125 h 125"/>
                  <a:gd name="T4" fmla="*/ 298 w 393"/>
                  <a:gd name="T5" fmla="*/ 42 h 125"/>
                  <a:gd name="T6" fmla="*/ 393 w 393"/>
                  <a:gd name="T7" fmla="*/ 70 h 125"/>
                  <a:gd name="T8" fmla="*/ 342 w 393"/>
                  <a:gd name="T9" fmla="*/ 0 h 125"/>
                  <a:gd name="T10" fmla="*/ 95 w 393"/>
                  <a:gd name="T11" fmla="*/ 0 h 125"/>
                  <a:gd name="T12" fmla="*/ 197 w 393"/>
                  <a:gd name="T13" fmla="*/ 21 h 125"/>
                  <a:gd name="T14" fmla="*/ 0 w 393"/>
                  <a:gd name="T15" fmla="*/ 97 h 12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25">
                    <a:moveTo>
                      <a:pt x="0" y="97"/>
                    </a:moveTo>
                    <a:lnTo>
                      <a:pt x="87" y="125"/>
                    </a:lnTo>
                    <a:lnTo>
                      <a:pt x="298" y="42"/>
                    </a:lnTo>
                    <a:lnTo>
                      <a:pt x="393" y="70"/>
                    </a:lnTo>
                    <a:lnTo>
                      <a:pt x="342" y="0"/>
                    </a:lnTo>
                    <a:lnTo>
                      <a:pt x="95" y="0"/>
                    </a:lnTo>
                    <a:lnTo>
                      <a:pt x="197" y="21"/>
                    </a:lnTo>
                    <a:lnTo>
                      <a:pt x="0" y="9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6965" name="Freeform 108">
                <a:extLst>
                  <a:ext uri="{FF2B5EF4-FFF2-40B4-BE49-F238E27FC236}">
                    <a16:creationId xmlns:a16="http://schemas.microsoft.com/office/drawing/2014/main" id="{EFC319AC-2DA7-65FF-E53B-26AE6B8732B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58" y="1646"/>
                <a:ext cx="393" cy="125"/>
              </a:xfrm>
              <a:custGeom>
                <a:avLst/>
                <a:gdLst>
                  <a:gd name="T0" fmla="*/ 0 w 393"/>
                  <a:gd name="T1" fmla="*/ 97 h 125"/>
                  <a:gd name="T2" fmla="*/ 87 w 393"/>
                  <a:gd name="T3" fmla="*/ 125 h 125"/>
                  <a:gd name="T4" fmla="*/ 298 w 393"/>
                  <a:gd name="T5" fmla="*/ 42 h 125"/>
                  <a:gd name="T6" fmla="*/ 393 w 393"/>
                  <a:gd name="T7" fmla="*/ 70 h 125"/>
                  <a:gd name="T8" fmla="*/ 342 w 393"/>
                  <a:gd name="T9" fmla="*/ 0 h 125"/>
                  <a:gd name="T10" fmla="*/ 95 w 393"/>
                  <a:gd name="T11" fmla="*/ 0 h 125"/>
                  <a:gd name="T12" fmla="*/ 197 w 393"/>
                  <a:gd name="T13" fmla="*/ 21 h 125"/>
                  <a:gd name="T14" fmla="*/ 0 w 393"/>
                  <a:gd name="T15" fmla="*/ 97 h 12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25">
                    <a:moveTo>
                      <a:pt x="0" y="97"/>
                    </a:moveTo>
                    <a:lnTo>
                      <a:pt x="87" y="125"/>
                    </a:lnTo>
                    <a:lnTo>
                      <a:pt x="298" y="42"/>
                    </a:lnTo>
                    <a:lnTo>
                      <a:pt x="393" y="70"/>
                    </a:lnTo>
                    <a:lnTo>
                      <a:pt x="342" y="0"/>
                    </a:lnTo>
                    <a:lnTo>
                      <a:pt x="95" y="0"/>
                    </a:lnTo>
                    <a:lnTo>
                      <a:pt x="197" y="21"/>
                    </a:lnTo>
                    <a:lnTo>
                      <a:pt x="0" y="9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6966" name="Freeform 109">
                <a:extLst>
                  <a:ext uri="{FF2B5EF4-FFF2-40B4-BE49-F238E27FC236}">
                    <a16:creationId xmlns:a16="http://schemas.microsoft.com/office/drawing/2014/main" id="{59D2DF7B-904F-6011-20D1-02FDDFEB09C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29" y="1792"/>
                <a:ext cx="393" cy="131"/>
              </a:xfrm>
              <a:custGeom>
                <a:avLst/>
                <a:gdLst>
                  <a:gd name="T0" fmla="*/ 393 w 393"/>
                  <a:gd name="T1" fmla="*/ 28 h 131"/>
                  <a:gd name="T2" fmla="*/ 306 w 393"/>
                  <a:gd name="T3" fmla="*/ 0 h 131"/>
                  <a:gd name="T4" fmla="*/ 102 w 393"/>
                  <a:gd name="T5" fmla="*/ 83 h 131"/>
                  <a:gd name="T6" fmla="*/ 0 w 393"/>
                  <a:gd name="T7" fmla="*/ 55 h 131"/>
                  <a:gd name="T8" fmla="*/ 51 w 393"/>
                  <a:gd name="T9" fmla="*/ 131 h 131"/>
                  <a:gd name="T10" fmla="*/ 306 w 393"/>
                  <a:gd name="T11" fmla="*/ 131 h 131"/>
                  <a:gd name="T12" fmla="*/ 196 w 393"/>
                  <a:gd name="T13" fmla="*/ 104 h 131"/>
                  <a:gd name="T14" fmla="*/ 393 w 393"/>
                  <a:gd name="T15" fmla="*/ 28 h 13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31">
                    <a:moveTo>
                      <a:pt x="393" y="28"/>
                    </a:moveTo>
                    <a:lnTo>
                      <a:pt x="306" y="0"/>
                    </a:lnTo>
                    <a:lnTo>
                      <a:pt x="102" y="83"/>
                    </a:lnTo>
                    <a:lnTo>
                      <a:pt x="0" y="55"/>
                    </a:lnTo>
                    <a:lnTo>
                      <a:pt x="51" y="131"/>
                    </a:lnTo>
                    <a:lnTo>
                      <a:pt x="306" y="131"/>
                    </a:lnTo>
                    <a:lnTo>
                      <a:pt x="196" y="104"/>
                    </a:lnTo>
                    <a:lnTo>
                      <a:pt x="393" y="2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6967" name="Freeform 110">
                <a:extLst>
                  <a:ext uri="{FF2B5EF4-FFF2-40B4-BE49-F238E27FC236}">
                    <a16:creationId xmlns:a16="http://schemas.microsoft.com/office/drawing/2014/main" id="{4B7EB757-B4BD-D129-4BA0-6B56BCE3F9E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29" y="1792"/>
                <a:ext cx="393" cy="131"/>
              </a:xfrm>
              <a:custGeom>
                <a:avLst/>
                <a:gdLst>
                  <a:gd name="T0" fmla="*/ 393 w 393"/>
                  <a:gd name="T1" fmla="*/ 28 h 131"/>
                  <a:gd name="T2" fmla="*/ 306 w 393"/>
                  <a:gd name="T3" fmla="*/ 0 h 131"/>
                  <a:gd name="T4" fmla="*/ 102 w 393"/>
                  <a:gd name="T5" fmla="*/ 83 h 131"/>
                  <a:gd name="T6" fmla="*/ 0 w 393"/>
                  <a:gd name="T7" fmla="*/ 55 h 131"/>
                  <a:gd name="T8" fmla="*/ 51 w 393"/>
                  <a:gd name="T9" fmla="*/ 131 h 131"/>
                  <a:gd name="T10" fmla="*/ 306 w 393"/>
                  <a:gd name="T11" fmla="*/ 131 h 131"/>
                  <a:gd name="T12" fmla="*/ 196 w 393"/>
                  <a:gd name="T13" fmla="*/ 104 h 131"/>
                  <a:gd name="T14" fmla="*/ 393 w 393"/>
                  <a:gd name="T15" fmla="*/ 28 h 13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31">
                    <a:moveTo>
                      <a:pt x="393" y="28"/>
                    </a:moveTo>
                    <a:lnTo>
                      <a:pt x="306" y="0"/>
                    </a:lnTo>
                    <a:lnTo>
                      <a:pt x="102" y="83"/>
                    </a:lnTo>
                    <a:lnTo>
                      <a:pt x="0" y="55"/>
                    </a:lnTo>
                    <a:lnTo>
                      <a:pt x="51" y="131"/>
                    </a:lnTo>
                    <a:lnTo>
                      <a:pt x="306" y="131"/>
                    </a:lnTo>
                    <a:lnTo>
                      <a:pt x="196" y="104"/>
                    </a:lnTo>
                    <a:lnTo>
                      <a:pt x="393" y="2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6968" name="Freeform 111">
                <a:extLst>
                  <a:ext uri="{FF2B5EF4-FFF2-40B4-BE49-F238E27FC236}">
                    <a16:creationId xmlns:a16="http://schemas.microsoft.com/office/drawing/2014/main" id="{6C483BEC-CCEF-A567-17CA-DE5C6FA4048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51" y="1639"/>
                <a:ext cx="393" cy="125"/>
              </a:xfrm>
              <a:custGeom>
                <a:avLst/>
                <a:gdLst>
                  <a:gd name="T0" fmla="*/ 0 w 393"/>
                  <a:gd name="T1" fmla="*/ 28 h 125"/>
                  <a:gd name="T2" fmla="*/ 87 w 393"/>
                  <a:gd name="T3" fmla="*/ 0 h 125"/>
                  <a:gd name="T4" fmla="*/ 298 w 393"/>
                  <a:gd name="T5" fmla="*/ 77 h 125"/>
                  <a:gd name="T6" fmla="*/ 393 w 393"/>
                  <a:gd name="T7" fmla="*/ 56 h 125"/>
                  <a:gd name="T8" fmla="*/ 342 w 393"/>
                  <a:gd name="T9" fmla="*/ 125 h 125"/>
                  <a:gd name="T10" fmla="*/ 94 w 393"/>
                  <a:gd name="T11" fmla="*/ 125 h 125"/>
                  <a:gd name="T12" fmla="*/ 196 w 393"/>
                  <a:gd name="T13" fmla="*/ 104 h 125"/>
                  <a:gd name="T14" fmla="*/ 0 w 393"/>
                  <a:gd name="T15" fmla="*/ 28 h 12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25">
                    <a:moveTo>
                      <a:pt x="0" y="28"/>
                    </a:moveTo>
                    <a:lnTo>
                      <a:pt x="87" y="0"/>
                    </a:lnTo>
                    <a:lnTo>
                      <a:pt x="298" y="77"/>
                    </a:lnTo>
                    <a:lnTo>
                      <a:pt x="393" y="56"/>
                    </a:lnTo>
                    <a:lnTo>
                      <a:pt x="342" y="125"/>
                    </a:lnTo>
                    <a:lnTo>
                      <a:pt x="94" y="125"/>
                    </a:lnTo>
                    <a:lnTo>
                      <a:pt x="196" y="104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6969" name="Freeform 112">
                <a:extLst>
                  <a:ext uri="{FF2B5EF4-FFF2-40B4-BE49-F238E27FC236}">
                    <a16:creationId xmlns:a16="http://schemas.microsoft.com/office/drawing/2014/main" id="{FAF5EC15-7C30-60DE-357A-885C7FFA264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51" y="1639"/>
                <a:ext cx="393" cy="125"/>
              </a:xfrm>
              <a:custGeom>
                <a:avLst/>
                <a:gdLst>
                  <a:gd name="T0" fmla="*/ 0 w 393"/>
                  <a:gd name="T1" fmla="*/ 28 h 125"/>
                  <a:gd name="T2" fmla="*/ 87 w 393"/>
                  <a:gd name="T3" fmla="*/ 0 h 125"/>
                  <a:gd name="T4" fmla="*/ 298 w 393"/>
                  <a:gd name="T5" fmla="*/ 77 h 125"/>
                  <a:gd name="T6" fmla="*/ 393 w 393"/>
                  <a:gd name="T7" fmla="*/ 56 h 125"/>
                  <a:gd name="T8" fmla="*/ 342 w 393"/>
                  <a:gd name="T9" fmla="*/ 125 h 125"/>
                  <a:gd name="T10" fmla="*/ 94 w 393"/>
                  <a:gd name="T11" fmla="*/ 125 h 125"/>
                  <a:gd name="T12" fmla="*/ 196 w 393"/>
                  <a:gd name="T13" fmla="*/ 104 h 125"/>
                  <a:gd name="T14" fmla="*/ 0 w 393"/>
                  <a:gd name="T15" fmla="*/ 28 h 12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25">
                    <a:moveTo>
                      <a:pt x="0" y="28"/>
                    </a:moveTo>
                    <a:lnTo>
                      <a:pt x="87" y="0"/>
                    </a:lnTo>
                    <a:lnTo>
                      <a:pt x="298" y="77"/>
                    </a:lnTo>
                    <a:lnTo>
                      <a:pt x="393" y="56"/>
                    </a:lnTo>
                    <a:lnTo>
                      <a:pt x="342" y="125"/>
                    </a:lnTo>
                    <a:lnTo>
                      <a:pt x="94" y="125"/>
                    </a:lnTo>
                    <a:lnTo>
                      <a:pt x="196" y="104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6970" name="Freeform 113">
                <a:extLst>
                  <a:ext uri="{FF2B5EF4-FFF2-40B4-BE49-F238E27FC236}">
                    <a16:creationId xmlns:a16="http://schemas.microsoft.com/office/drawing/2014/main" id="{5CC165A6-15EF-BC93-62CE-27DDC38A113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44" y="1806"/>
                <a:ext cx="392" cy="124"/>
              </a:xfrm>
              <a:custGeom>
                <a:avLst/>
                <a:gdLst>
                  <a:gd name="T0" fmla="*/ 392 w 392"/>
                  <a:gd name="T1" fmla="*/ 97 h 124"/>
                  <a:gd name="T2" fmla="*/ 305 w 392"/>
                  <a:gd name="T3" fmla="*/ 124 h 124"/>
                  <a:gd name="T4" fmla="*/ 101 w 392"/>
                  <a:gd name="T5" fmla="*/ 41 h 124"/>
                  <a:gd name="T6" fmla="*/ 0 w 392"/>
                  <a:gd name="T7" fmla="*/ 69 h 124"/>
                  <a:gd name="T8" fmla="*/ 51 w 392"/>
                  <a:gd name="T9" fmla="*/ 0 h 124"/>
                  <a:gd name="T10" fmla="*/ 305 w 392"/>
                  <a:gd name="T11" fmla="*/ 0 h 124"/>
                  <a:gd name="T12" fmla="*/ 196 w 392"/>
                  <a:gd name="T13" fmla="*/ 20 h 124"/>
                  <a:gd name="T14" fmla="*/ 392 w 392"/>
                  <a:gd name="T15" fmla="*/ 97 h 12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2" h="124">
                    <a:moveTo>
                      <a:pt x="392" y="97"/>
                    </a:moveTo>
                    <a:lnTo>
                      <a:pt x="305" y="124"/>
                    </a:lnTo>
                    <a:lnTo>
                      <a:pt x="101" y="41"/>
                    </a:lnTo>
                    <a:lnTo>
                      <a:pt x="0" y="69"/>
                    </a:lnTo>
                    <a:lnTo>
                      <a:pt x="51" y="0"/>
                    </a:lnTo>
                    <a:lnTo>
                      <a:pt x="305" y="0"/>
                    </a:lnTo>
                    <a:lnTo>
                      <a:pt x="196" y="20"/>
                    </a:lnTo>
                    <a:lnTo>
                      <a:pt x="392" y="9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6971" name="Freeform 114">
                <a:extLst>
                  <a:ext uri="{FF2B5EF4-FFF2-40B4-BE49-F238E27FC236}">
                    <a16:creationId xmlns:a16="http://schemas.microsoft.com/office/drawing/2014/main" id="{13D0E56F-BCE3-ED32-2017-24EE3DD97EE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44" y="1806"/>
                <a:ext cx="392" cy="124"/>
              </a:xfrm>
              <a:custGeom>
                <a:avLst/>
                <a:gdLst>
                  <a:gd name="T0" fmla="*/ 392 w 392"/>
                  <a:gd name="T1" fmla="*/ 97 h 124"/>
                  <a:gd name="T2" fmla="*/ 305 w 392"/>
                  <a:gd name="T3" fmla="*/ 124 h 124"/>
                  <a:gd name="T4" fmla="*/ 101 w 392"/>
                  <a:gd name="T5" fmla="*/ 41 h 124"/>
                  <a:gd name="T6" fmla="*/ 0 w 392"/>
                  <a:gd name="T7" fmla="*/ 69 h 124"/>
                  <a:gd name="T8" fmla="*/ 51 w 392"/>
                  <a:gd name="T9" fmla="*/ 0 h 124"/>
                  <a:gd name="T10" fmla="*/ 305 w 392"/>
                  <a:gd name="T11" fmla="*/ 0 h 124"/>
                  <a:gd name="T12" fmla="*/ 196 w 392"/>
                  <a:gd name="T13" fmla="*/ 20 h 124"/>
                  <a:gd name="T14" fmla="*/ 392 w 392"/>
                  <a:gd name="T15" fmla="*/ 97 h 12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2" h="124">
                    <a:moveTo>
                      <a:pt x="392" y="97"/>
                    </a:moveTo>
                    <a:lnTo>
                      <a:pt x="305" y="124"/>
                    </a:lnTo>
                    <a:lnTo>
                      <a:pt x="101" y="41"/>
                    </a:lnTo>
                    <a:lnTo>
                      <a:pt x="0" y="69"/>
                    </a:lnTo>
                    <a:lnTo>
                      <a:pt x="51" y="0"/>
                    </a:lnTo>
                    <a:lnTo>
                      <a:pt x="305" y="0"/>
                    </a:lnTo>
                    <a:lnTo>
                      <a:pt x="196" y="20"/>
                    </a:lnTo>
                    <a:lnTo>
                      <a:pt x="392" y="9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</p:grpSp>
      <p:sp>
        <p:nvSpPr>
          <p:cNvPr id="36893" name="WordArt 115">
            <a:extLst>
              <a:ext uri="{FF2B5EF4-FFF2-40B4-BE49-F238E27FC236}">
                <a16:creationId xmlns:a16="http://schemas.microsoft.com/office/drawing/2014/main" id="{FB88CC1A-BAD8-FAB5-B15B-9CE49663C4E4}"/>
              </a:ext>
            </a:extLst>
          </p:cNvPr>
          <p:cNvSpPr>
            <a:spLocks noChangeAspect="1" noChangeArrowheads="1" noChangeShapeType="1" noTextEdit="1"/>
          </p:cNvSpPr>
          <p:nvPr/>
        </p:nvSpPr>
        <p:spPr bwMode="auto">
          <a:xfrm>
            <a:off x="4254501" y="6424614"/>
            <a:ext cx="665163" cy="200025"/>
          </a:xfrm>
          <a:prstGeom prst="rect">
            <a:avLst/>
          </a:prstGeom>
        </p:spPr>
        <p:txBody>
          <a:bodyPr wrap="none" fromWordArt="1">
            <a:prstTxWarp prst="textCanDown">
              <a:avLst>
                <a:gd name="adj" fmla="val 33333"/>
              </a:avLst>
            </a:prstTxWarp>
          </a:bodyPr>
          <a:lstStyle/>
          <a:p>
            <a:pPr algn="ctr"/>
            <a:r>
              <a:rPr lang="en-GB" sz="1400" kern="10">
                <a:ln w="9525">
                  <a:solidFill>
                    <a:srgbClr val="FFFFFF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r3  </a:t>
            </a:r>
          </a:p>
        </p:txBody>
      </p:sp>
      <p:sp>
        <p:nvSpPr>
          <p:cNvPr id="36894" name="Line 116">
            <a:extLst>
              <a:ext uri="{FF2B5EF4-FFF2-40B4-BE49-F238E27FC236}">
                <a16:creationId xmlns:a16="http://schemas.microsoft.com/office/drawing/2014/main" id="{5B354DCC-F57B-AE87-A704-A2836DB5308C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1992314" y="5991225"/>
            <a:ext cx="1106487" cy="0"/>
          </a:xfrm>
          <a:prstGeom prst="line">
            <a:avLst/>
          </a:prstGeom>
          <a:noFill/>
          <a:ln w="38100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36895" name="Line 117">
            <a:extLst>
              <a:ext uri="{FF2B5EF4-FFF2-40B4-BE49-F238E27FC236}">
                <a16:creationId xmlns:a16="http://schemas.microsoft.com/office/drawing/2014/main" id="{72C78AFE-D6EB-3D4A-3F3C-CC533657F6CC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2103439" y="3633788"/>
            <a:ext cx="1106487" cy="0"/>
          </a:xfrm>
          <a:prstGeom prst="line">
            <a:avLst/>
          </a:prstGeom>
          <a:noFill/>
          <a:ln w="38100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36896" name="Line 118">
            <a:extLst>
              <a:ext uri="{FF2B5EF4-FFF2-40B4-BE49-F238E27FC236}">
                <a16:creationId xmlns:a16="http://schemas.microsoft.com/office/drawing/2014/main" id="{631BEC5E-7BC2-92F8-15EC-C207E480F4D7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5653088" y="3051176"/>
            <a:ext cx="0" cy="815975"/>
          </a:xfrm>
          <a:prstGeom prst="line">
            <a:avLst/>
          </a:prstGeom>
          <a:noFill/>
          <a:ln w="19050">
            <a:solidFill>
              <a:srgbClr val="5F5F5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36897" name="Oval 119">
            <a:extLst>
              <a:ext uri="{FF2B5EF4-FFF2-40B4-BE49-F238E27FC236}">
                <a16:creationId xmlns:a16="http://schemas.microsoft.com/office/drawing/2014/main" id="{59FB6036-5593-DFB5-F6A5-D08EE1A1BE7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99100" y="3698875"/>
            <a:ext cx="368300" cy="36830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2000">
                <a:latin typeface="Tahoma" panose="020B0604030504040204" pitchFamily="34" charset="0"/>
              </a:rPr>
              <a:t>H</a:t>
            </a:r>
          </a:p>
        </p:txBody>
      </p:sp>
      <p:sp>
        <p:nvSpPr>
          <p:cNvPr id="36898" name="AutoShape 120">
            <a:extLst>
              <a:ext uri="{FF2B5EF4-FFF2-40B4-BE49-F238E27FC236}">
                <a16:creationId xmlns:a16="http://schemas.microsoft.com/office/drawing/2014/main" id="{9F4BDF67-F6F4-91E0-503B-FBE39D20A4E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349876" y="2852738"/>
            <a:ext cx="1603375" cy="341312"/>
          </a:xfrm>
          <a:prstGeom prst="flowChartAlternateProcess">
            <a:avLst/>
          </a:prstGeom>
          <a:solidFill>
            <a:schemeClr val="bg1"/>
          </a:solidFill>
          <a:ln w="19050">
            <a:solidFill>
              <a:srgbClr val="5F5F5F"/>
            </a:solidFill>
            <a:prstDash val="sys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it-IT" altLang="it-IT" sz="1400" b="1">
                <a:solidFill>
                  <a:srgbClr val="5F5F5F"/>
                </a:solidFill>
                <a:latin typeface="Courier New" panose="02070309020205020404" pitchFamily="49" charset="0"/>
              </a:rPr>
              <a:t>100.1.0.12/30</a:t>
            </a:r>
          </a:p>
        </p:txBody>
      </p:sp>
      <p:sp>
        <p:nvSpPr>
          <p:cNvPr id="36899" name="AutoShape 121">
            <a:extLst>
              <a:ext uri="{FF2B5EF4-FFF2-40B4-BE49-F238E27FC236}">
                <a16:creationId xmlns:a16="http://schemas.microsoft.com/office/drawing/2014/main" id="{0485E44D-C545-5806-8AC4-CE6CDFE05B5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28839" y="4675188"/>
            <a:ext cx="738187" cy="404812"/>
          </a:xfrm>
          <a:prstGeom prst="can">
            <a:avLst>
              <a:gd name="adj" fmla="val 50000"/>
            </a:avLst>
          </a:prstGeom>
          <a:solidFill>
            <a:srgbClr val="B2B2B2"/>
          </a:solidFill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73025" tIns="36512" rIns="73025" bIns="3651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it-IT" altLang="en-IT"/>
          </a:p>
        </p:txBody>
      </p:sp>
      <p:grpSp>
        <p:nvGrpSpPr>
          <p:cNvPr id="36900" name="Group 122">
            <a:extLst>
              <a:ext uri="{FF2B5EF4-FFF2-40B4-BE49-F238E27FC236}">
                <a16:creationId xmlns:a16="http://schemas.microsoft.com/office/drawing/2014/main" id="{49CBF34E-AD77-198A-8911-EE888710317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265364" y="4700588"/>
            <a:ext cx="458787" cy="158750"/>
            <a:chOff x="422" y="1632"/>
            <a:chExt cx="829" cy="298"/>
          </a:xfrm>
        </p:grpSpPr>
        <p:grpSp>
          <p:nvGrpSpPr>
            <p:cNvPr id="36944" name="Group 123">
              <a:extLst>
                <a:ext uri="{FF2B5EF4-FFF2-40B4-BE49-F238E27FC236}">
                  <a16:creationId xmlns:a16="http://schemas.microsoft.com/office/drawing/2014/main" id="{6315CF83-558E-2CE9-BB2A-A788E26058D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22" y="1632"/>
              <a:ext cx="822" cy="291"/>
              <a:chOff x="422" y="1632"/>
              <a:chExt cx="822" cy="291"/>
            </a:xfrm>
          </p:grpSpPr>
          <p:sp>
            <p:nvSpPr>
              <p:cNvPr id="36954" name="Freeform 124">
                <a:extLst>
                  <a:ext uri="{FF2B5EF4-FFF2-40B4-BE49-F238E27FC236}">
                    <a16:creationId xmlns:a16="http://schemas.microsoft.com/office/drawing/2014/main" id="{9FDE5C0D-D8A5-0E83-59BD-8BCDECAAE4E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51" y="1639"/>
                <a:ext cx="393" cy="125"/>
              </a:xfrm>
              <a:custGeom>
                <a:avLst/>
                <a:gdLst>
                  <a:gd name="T0" fmla="*/ 0 w 393"/>
                  <a:gd name="T1" fmla="*/ 97 h 125"/>
                  <a:gd name="T2" fmla="*/ 87 w 393"/>
                  <a:gd name="T3" fmla="*/ 125 h 125"/>
                  <a:gd name="T4" fmla="*/ 298 w 393"/>
                  <a:gd name="T5" fmla="*/ 42 h 125"/>
                  <a:gd name="T6" fmla="*/ 393 w 393"/>
                  <a:gd name="T7" fmla="*/ 70 h 125"/>
                  <a:gd name="T8" fmla="*/ 342 w 393"/>
                  <a:gd name="T9" fmla="*/ 0 h 125"/>
                  <a:gd name="T10" fmla="*/ 94 w 393"/>
                  <a:gd name="T11" fmla="*/ 0 h 125"/>
                  <a:gd name="T12" fmla="*/ 196 w 393"/>
                  <a:gd name="T13" fmla="*/ 21 h 125"/>
                  <a:gd name="T14" fmla="*/ 0 w 393"/>
                  <a:gd name="T15" fmla="*/ 97 h 12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25">
                    <a:moveTo>
                      <a:pt x="0" y="97"/>
                    </a:moveTo>
                    <a:lnTo>
                      <a:pt x="87" y="125"/>
                    </a:lnTo>
                    <a:lnTo>
                      <a:pt x="298" y="42"/>
                    </a:lnTo>
                    <a:lnTo>
                      <a:pt x="393" y="70"/>
                    </a:lnTo>
                    <a:lnTo>
                      <a:pt x="342" y="0"/>
                    </a:lnTo>
                    <a:lnTo>
                      <a:pt x="94" y="0"/>
                    </a:lnTo>
                    <a:lnTo>
                      <a:pt x="196" y="21"/>
                    </a:lnTo>
                    <a:lnTo>
                      <a:pt x="0" y="9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6955" name="Freeform 125">
                <a:extLst>
                  <a:ext uri="{FF2B5EF4-FFF2-40B4-BE49-F238E27FC236}">
                    <a16:creationId xmlns:a16="http://schemas.microsoft.com/office/drawing/2014/main" id="{5C67A859-0A75-C448-D7F0-0119B17A09B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51" y="1639"/>
                <a:ext cx="393" cy="125"/>
              </a:xfrm>
              <a:custGeom>
                <a:avLst/>
                <a:gdLst>
                  <a:gd name="T0" fmla="*/ 0 w 393"/>
                  <a:gd name="T1" fmla="*/ 97 h 125"/>
                  <a:gd name="T2" fmla="*/ 87 w 393"/>
                  <a:gd name="T3" fmla="*/ 125 h 125"/>
                  <a:gd name="T4" fmla="*/ 298 w 393"/>
                  <a:gd name="T5" fmla="*/ 42 h 125"/>
                  <a:gd name="T6" fmla="*/ 393 w 393"/>
                  <a:gd name="T7" fmla="*/ 70 h 125"/>
                  <a:gd name="T8" fmla="*/ 342 w 393"/>
                  <a:gd name="T9" fmla="*/ 0 h 125"/>
                  <a:gd name="T10" fmla="*/ 94 w 393"/>
                  <a:gd name="T11" fmla="*/ 0 h 125"/>
                  <a:gd name="T12" fmla="*/ 196 w 393"/>
                  <a:gd name="T13" fmla="*/ 21 h 125"/>
                  <a:gd name="T14" fmla="*/ 0 w 393"/>
                  <a:gd name="T15" fmla="*/ 97 h 12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25">
                    <a:moveTo>
                      <a:pt x="0" y="97"/>
                    </a:moveTo>
                    <a:lnTo>
                      <a:pt x="87" y="125"/>
                    </a:lnTo>
                    <a:lnTo>
                      <a:pt x="298" y="42"/>
                    </a:lnTo>
                    <a:lnTo>
                      <a:pt x="393" y="70"/>
                    </a:lnTo>
                    <a:lnTo>
                      <a:pt x="342" y="0"/>
                    </a:lnTo>
                    <a:lnTo>
                      <a:pt x="94" y="0"/>
                    </a:lnTo>
                    <a:lnTo>
                      <a:pt x="196" y="21"/>
                    </a:lnTo>
                    <a:lnTo>
                      <a:pt x="0" y="9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6956" name="Freeform 126">
                <a:extLst>
                  <a:ext uri="{FF2B5EF4-FFF2-40B4-BE49-F238E27FC236}">
                    <a16:creationId xmlns:a16="http://schemas.microsoft.com/office/drawing/2014/main" id="{C36ADC27-CC00-19B6-891B-95198C18C59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22" y="1785"/>
                <a:ext cx="393" cy="132"/>
              </a:xfrm>
              <a:custGeom>
                <a:avLst/>
                <a:gdLst>
                  <a:gd name="T0" fmla="*/ 393 w 393"/>
                  <a:gd name="T1" fmla="*/ 28 h 132"/>
                  <a:gd name="T2" fmla="*/ 305 w 393"/>
                  <a:gd name="T3" fmla="*/ 0 h 132"/>
                  <a:gd name="T4" fmla="*/ 102 w 393"/>
                  <a:gd name="T5" fmla="*/ 83 h 132"/>
                  <a:gd name="T6" fmla="*/ 0 w 393"/>
                  <a:gd name="T7" fmla="*/ 55 h 132"/>
                  <a:gd name="T8" fmla="*/ 51 w 393"/>
                  <a:gd name="T9" fmla="*/ 132 h 132"/>
                  <a:gd name="T10" fmla="*/ 305 w 393"/>
                  <a:gd name="T11" fmla="*/ 132 h 132"/>
                  <a:gd name="T12" fmla="*/ 196 w 393"/>
                  <a:gd name="T13" fmla="*/ 104 h 132"/>
                  <a:gd name="T14" fmla="*/ 393 w 393"/>
                  <a:gd name="T15" fmla="*/ 28 h 1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32">
                    <a:moveTo>
                      <a:pt x="393" y="28"/>
                    </a:moveTo>
                    <a:lnTo>
                      <a:pt x="305" y="0"/>
                    </a:lnTo>
                    <a:lnTo>
                      <a:pt x="102" y="83"/>
                    </a:lnTo>
                    <a:lnTo>
                      <a:pt x="0" y="55"/>
                    </a:lnTo>
                    <a:lnTo>
                      <a:pt x="51" y="132"/>
                    </a:lnTo>
                    <a:lnTo>
                      <a:pt x="305" y="132"/>
                    </a:lnTo>
                    <a:lnTo>
                      <a:pt x="196" y="104"/>
                    </a:lnTo>
                    <a:lnTo>
                      <a:pt x="393" y="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6957" name="Freeform 127">
                <a:extLst>
                  <a:ext uri="{FF2B5EF4-FFF2-40B4-BE49-F238E27FC236}">
                    <a16:creationId xmlns:a16="http://schemas.microsoft.com/office/drawing/2014/main" id="{C5853A24-BFED-B894-015B-C969D5CEE33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22" y="1785"/>
                <a:ext cx="393" cy="132"/>
              </a:xfrm>
              <a:custGeom>
                <a:avLst/>
                <a:gdLst>
                  <a:gd name="T0" fmla="*/ 393 w 393"/>
                  <a:gd name="T1" fmla="*/ 28 h 132"/>
                  <a:gd name="T2" fmla="*/ 305 w 393"/>
                  <a:gd name="T3" fmla="*/ 0 h 132"/>
                  <a:gd name="T4" fmla="*/ 102 w 393"/>
                  <a:gd name="T5" fmla="*/ 83 h 132"/>
                  <a:gd name="T6" fmla="*/ 0 w 393"/>
                  <a:gd name="T7" fmla="*/ 55 h 132"/>
                  <a:gd name="T8" fmla="*/ 51 w 393"/>
                  <a:gd name="T9" fmla="*/ 132 h 132"/>
                  <a:gd name="T10" fmla="*/ 305 w 393"/>
                  <a:gd name="T11" fmla="*/ 132 h 132"/>
                  <a:gd name="T12" fmla="*/ 196 w 393"/>
                  <a:gd name="T13" fmla="*/ 104 h 132"/>
                  <a:gd name="T14" fmla="*/ 393 w 393"/>
                  <a:gd name="T15" fmla="*/ 28 h 1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32">
                    <a:moveTo>
                      <a:pt x="393" y="28"/>
                    </a:moveTo>
                    <a:lnTo>
                      <a:pt x="305" y="0"/>
                    </a:lnTo>
                    <a:lnTo>
                      <a:pt x="102" y="83"/>
                    </a:lnTo>
                    <a:lnTo>
                      <a:pt x="0" y="55"/>
                    </a:lnTo>
                    <a:lnTo>
                      <a:pt x="51" y="132"/>
                    </a:lnTo>
                    <a:lnTo>
                      <a:pt x="305" y="132"/>
                    </a:lnTo>
                    <a:lnTo>
                      <a:pt x="196" y="104"/>
                    </a:lnTo>
                    <a:lnTo>
                      <a:pt x="393" y="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6958" name="Freeform 128">
                <a:extLst>
                  <a:ext uri="{FF2B5EF4-FFF2-40B4-BE49-F238E27FC236}">
                    <a16:creationId xmlns:a16="http://schemas.microsoft.com/office/drawing/2014/main" id="{963EF63D-18D0-63E4-9BA4-23EBC37E809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44" y="1632"/>
                <a:ext cx="392" cy="125"/>
              </a:xfrm>
              <a:custGeom>
                <a:avLst/>
                <a:gdLst>
                  <a:gd name="T0" fmla="*/ 0 w 392"/>
                  <a:gd name="T1" fmla="*/ 28 h 125"/>
                  <a:gd name="T2" fmla="*/ 87 w 392"/>
                  <a:gd name="T3" fmla="*/ 0 h 125"/>
                  <a:gd name="T4" fmla="*/ 298 w 392"/>
                  <a:gd name="T5" fmla="*/ 77 h 125"/>
                  <a:gd name="T6" fmla="*/ 392 w 392"/>
                  <a:gd name="T7" fmla="*/ 56 h 125"/>
                  <a:gd name="T8" fmla="*/ 341 w 392"/>
                  <a:gd name="T9" fmla="*/ 125 h 125"/>
                  <a:gd name="T10" fmla="*/ 94 w 392"/>
                  <a:gd name="T11" fmla="*/ 125 h 125"/>
                  <a:gd name="T12" fmla="*/ 196 w 392"/>
                  <a:gd name="T13" fmla="*/ 104 h 125"/>
                  <a:gd name="T14" fmla="*/ 0 w 392"/>
                  <a:gd name="T15" fmla="*/ 28 h 12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2" h="125">
                    <a:moveTo>
                      <a:pt x="0" y="28"/>
                    </a:moveTo>
                    <a:lnTo>
                      <a:pt x="87" y="0"/>
                    </a:lnTo>
                    <a:lnTo>
                      <a:pt x="298" y="77"/>
                    </a:lnTo>
                    <a:lnTo>
                      <a:pt x="392" y="56"/>
                    </a:lnTo>
                    <a:lnTo>
                      <a:pt x="341" y="125"/>
                    </a:lnTo>
                    <a:lnTo>
                      <a:pt x="94" y="125"/>
                    </a:lnTo>
                    <a:lnTo>
                      <a:pt x="196" y="104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6959" name="Freeform 129">
                <a:extLst>
                  <a:ext uri="{FF2B5EF4-FFF2-40B4-BE49-F238E27FC236}">
                    <a16:creationId xmlns:a16="http://schemas.microsoft.com/office/drawing/2014/main" id="{BF2B4087-DBE6-A205-0405-4EC7901E802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44" y="1632"/>
                <a:ext cx="392" cy="125"/>
              </a:xfrm>
              <a:custGeom>
                <a:avLst/>
                <a:gdLst>
                  <a:gd name="T0" fmla="*/ 0 w 392"/>
                  <a:gd name="T1" fmla="*/ 28 h 125"/>
                  <a:gd name="T2" fmla="*/ 87 w 392"/>
                  <a:gd name="T3" fmla="*/ 0 h 125"/>
                  <a:gd name="T4" fmla="*/ 298 w 392"/>
                  <a:gd name="T5" fmla="*/ 77 h 125"/>
                  <a:gd name="T6" fmla="*/ 392 w 392"/>
                  <a:gd name="T7" fmla="*/ 56 h 125"/>
                  <a:gd name="T8" fmla="*/ 341 w 392"/>
                  <a:gd name="T9" fmla="*/ 125 h 125"/>
                  <a:gd name="T10" fmla="*/ 94 w 392"/>
                  <a:gd name="T11" fmla="*/ 125 h 125"/>
                  <a:gd name="T12" fmla="*/ 196 w 392"/>
                  <a:gd name="T13" fmla="*/ 104 h 125"/>
                  <a:gd name="T14" fmla="*/ 0 w 392"/>
                  <a:gd name="T15" fmla="*/ 28 h 12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2" h="125">
                    <a:moveTo>
                      <a:pt x="0" y="28"/>
                    </a:moveTo>
                    <a:lnTo>
                      <a:pt x="87" y="0"/>
                    </a:lnTo>
                    <a:lnTo>
                      <a:pt x="298" y="77"/>
                    </a:lnTo>
                    <a:lnTo>
                      <a:pt x="392" y="56"/>
                    </a:lnTo>
                    <a:lnTo>
                      <a:pt x="341" y="125"/>
                    </a:lnTo>
                    <a:lnTo>
                      <a:pt x="94" y="125"/>
                    </a:lnTo>
                    <a:lnTo>
                      <a:pt x="196" y="104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6960" name="Freeform 130">
                <a:extLst>
                  <a:ext uri="{FF2B5EF4-FFF2-40B4-BE49-F238E27FC236}">
                    <a16:creationId xmlns:a16="http://schemas.microsoft.com/office/drawing/2014/main" id="{BC721C34-8ABE-8D45-2824-201F6413980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36" y="1799"/>
                <a:ext cx="393" cy="124"/>
              </a:xfrm>
              <a:custGeom>
                <a:avLst/>
                <a:gdLst>
                  <a:gd name="T0" fmla="*/ 393 w 393"/>
                  <a:gd name="T1" fmla="*/ 97 h 124"/>
                  <a:gd name="T2" fmla="*/ 306 w 393"/>
                  <a:gd name="T3" fmla="*/ 124 h 124"/>
                  <a:gd name="T4" fmla="*/ 102 w 393"/>
                  <a:gd name="T5" fmla="*/ 41 h 124"/>
                  <a:gd name="T6" fmla="*/ 0 w 393"/>
                  <a:gd name="T7" fmla="*/ 69 h 124"/>
                  <a:gd name="T8" fmla="*/ 51 w 393"/>
                  <a:gd name="T9" fmla="*/ 0 h 124"/>
                  <a:gd name="T10" fmla="*/ 306 w 393"/>
                  <a:gd name="T11" fmla="*/ 0 h 124"/>
                  <a:gd name="T12" fmla="*/ 197 w 393"/>
                  <a:gd name="T13" fmla="*/ 21 h 124"/>
                  <a:gd name="T14" fmla="*/ 393 w 393"/>
                  <a:gd name="T15" fmla="*/ 97 h 12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24">
                    <a:moveTo>
                      <a:pt x="393" y="97"/>
                    </a:moveTo>
                    <a:lnTo>
                      <a:pt x="306" y="124"/>
                    </a:lnTo>
                    <a:lnTo>
                      <a:pt x="102" y="41"/>
                    </a:lnTo>
                    <a:lnTo>
                      <a:pt x="0" y="69"/>
                    </a:lnTo>
                    <a:lnTo>
                      <a:pt x="51" y="0"/>
                    </a:lnTo>
                    <a:lnTo>
                      <a:pt x="306" y="0"/>
                    </a:lnTo>
                    <a:lnTo>
                      <a:pt x="197" y="21"/>
                    </a:lnTo>
                    <a:lnTo>
                      <a:pt x="393" y="9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6961" name="Freeform 131">
                <a:extLst>
                  <a:ext uri="{FF2B5EF4-FFF2-40B4-BE49-F238E27FC236}">
                    <a16:creationId xmlns:a16="http://schemas.microsoft.com/office/drawing/2014/main" id="{02F82BF8-D530-C82D-F15E-620878D04EA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36" y="1799"/>
                <a:ext cx="393" cy="124"/>
              </a:xfrm>
              <a:custGeom>
                <a:avLst/>
                <a:gdLst>
                  <a:gd name="T0" fmla="*/ 393 w 393"/>
                  <a:gd name="T1" fmla="*/ 97 h 124"/>
                  <a:gd name="T2" fmla="*/ 306 w 393"/>
                  <a:gd name="T3" fmla="*/ 124 h 124"/>
                  <a:gd name="T4" fmla="*/ 102 w 393"/>
                  <a:gd name="T5" fmla="*/ 41 h 124"/>
                  <a:gd name="T6" fmla="*/ 0 w 393"/>
                  <a:gd name="T7" fmla="*/ 69 h 124"/>
                  <a:gd name="T8" fmla="*/ 51 w 393"/>
                  <a:gd name="T9" fmla="*/ 0 h 124"/>
                  <a:gd name="T10" fmla="*/ 306 w 393"/>
                  <a:gd name="T11" fmla="*/ 0 h 124"/>
                  <a:gd name="T12" fmla="*/ 197 w 393"/>
                  <a:gd name="T13" fmla="*/ 21 h 124"/>
                  <a:gd name="T14" fmla="*/ 393 w 393"/>
                  <a:gd name="T15" fmla="*/ 97 h 12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24">
                    <a:moveTo>
                      <a:pt x="393" y="97"/>
                    </a:moveTo>
                    <a:lnTo>
                      <a:pt x="306" y="124"/>
                    </a:lnTo>
                    <a:lnTo>
                      <a:pt x="102" y="41"/>
                    </a:lnTo>
                    <a:lnTo>
                      <a:pt x="0" y="69"/>
                    </a:lnTo>
                    <a:lnTo>
                      <a:pt x="51" y="0"/>
                    </a:lnTo>
                    <a:lnTo>
                      <a:pt x="306" y="0"/>
                    </a:lnTo>
                    <a:lnTo>
                      <a:pt x="197" y="21"/>
                    </a:lnTo>
                    <a:lnTo>
                      <a:pt x="393" y="9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36945" name="Group 132">
              <a:extLst>
                <a:ext uri="{FF2B5EF4-FFF2-40B4-BE49-F238E27FC236}">
                  <a16:creationId xmlns:a16="http://schemas.microsoft.com/office/drawing/2014/main" id="{A29540F4-5332-C66B-AA71-A2E19D05D59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29" y="1639"/>
              <a:ext cx="822" cy="291"/>
              <a:chOff x="429" y="1639"/>
              <a:chExt cx="822" cy="291"/>
            </a:xfrm>
          </p:grpSpPr>
          <p:sp>
            <p:nvSpPr>
              <p:cNvPr id="36946" name="Freeform 133">
                <a:extLst>
                  <a:ext uri="{FF2B5EF4-FFF2-40B4-BE49-F238E27FC236}">
                    <a16:creationId xmlns:a16="http://schemas.microsoft.com/office/drawing/2014/main" id="{C75FA261-E1C5-06CE-E0ED-C8AC66F7363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58" y="1646"/>
                <a:ext cx="393" cy="125"/>
              </a:xfrm>
              <a:custGeom>
                <a:avLst/>
                <a:gdLst>
                  <a:gd name="T0" fmla="*/ 0 w 393"/>
                  <a:gd name="T1" fmla="*/ 97 h 125"/>
                  <a:gd name="T2" fmla="*/ 87 w 393"/>
                  <a:gd name="T3" fmla="*/ 125 h 125"/>
                  <a:gd name="T4" fmla="*/ 298 w 393"/>
                  <a:gd name="T5" fmla="*/ 42 h 125"/>
                  <a:gd name="T6" fmla="*/ 393 w 393"/>
                  <a:gd name="T7" fmla="*/ 70 h 125"/>
                  <a:gd name="T8" fmla="*/ 342 w 393"/>
                  <a:gd name="T9" fmla="*/ 0 h 125"/>
                  <a:gd name="T10" fmla="*/ 95 w 393"/>
                  <a:gd name="T11" fmla="*/ 0 h 125"/>
                  <a:gd name="T12" fmla="*/ 197 w 393"/>
                  <a:gd name="T13" fmla="*/ 21 h 125"/>
                  <a:gd name="T14" fmla="*/ 0 w 393"/>
                  <a:gd name="T15" fmla="*/ 97 h 12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25">
                    <a:moveTo>
                      <a:pt x="0" y="97"/>
                    </a:moveTo>
                    <a:lnTo>
                      <a:pt x="87" y="125"/>
                    </a:lnTo>
                    <a:lnTo>
                      <a:pt x="298" y="42"/>
                    </a:lnTo>
                    <a:lnTo>
                      <a:pt x="393" y="70"/>
                    </a:lnTo>
                    <a:lnTo>
                      <a:pt x="342" y="0"/>
                    </a:lnTo>
                    <a:lnTo>
                      <a:pt x="95" y="0"/>
                    </a:lnTo>
                    <a:lnTo>
                      <a:pt x="197" y="21"/>
                    </a:lnTo>
                    <a:lnTo>
                      <a:pt x="0" y="9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6947" name="Freeform 134">
                <a:extLst>
                  <a:ext uri="{FF2B5EF4-FFF2-40B4-BE49-F238E27FC236}">
                    <a16:creationId xmlns:a16="http://schemas.microsoft.com/office/drawing/2014/main" id="{AEE37BC9-9AC0-271F-807D-27B795993A4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58" y="1646"/>
                <a:ext cx="393" cy="125"/>
              </a:xfrm>
              <a:custGeom>
                <a:avLst/>
                <a:gdLst>
                  <a:gd name="T0" fmla="*/ 0 w 393"/>
                  <a:gd name="T1" fmla="*/ 97 h 125"/>
                  <a:gd name="T2" fmla="*/ 87 w 393"/>
                  <a:gd name="T3" fmla="*/ 125 h 125"/>
                  <a:gd name="T4" fmla="*/ 298 w 393"/>
                  <a:gd name="T5" fmla="*/ 42 h 125"/>
                  <a:gd name="T6" fmla="*/ 393 w 393"/>
                  <a:gd name="T7" fmla="*/ 70 h 125"/>
                  <a:gd name="T8" fmla="*/ 342 w 393"/>
                  <a:gd name="T9" fmla="*/ 0 h 125"/>
                  <a:gd name="T10" fmla="*/ 95 w 393"/>
                  <a:gd name="T11" fmla="*/ 0 h 125"/>
                  <a:gd name="T12" fmla="*/ 197 w 393"/>
                  <a:gd name="T13" fmla="*/ 21 h 125"/>
                  <a:gd name="T14" fmla="*/ 0 w 393"/>
                  <a:gd name="T15" fmla="*/ 97 h 12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25">
                    <a:moveTo>
                      <a:pt x="0" y="97"/>
                    </a:moveTo>
                    <a:lnTo>
                      <a:pt x="87" y="125"/>
                    </a:lnTo>
                    <a:lnTo>
                      <a:pt x="298" y="42"/>
                    </a:lnTo>
                    <a:lnTo>
                      <a:pt x="393" y="70"/>
                    </a:lnTo>
                    <a:lnTo>
                      <a:pt x="342" y="0"/>
                    </a:lnTo>
                    <a:lnTo>
                      <a:pt x="95" y="0"/>
                    </a:lnTo>
                    <a:lnTo>
                      <a:pt x="197" y="21"/>
                    </a:lnTo>
                    <a:lnTo>
                      <a:pt x="0" y="9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6948" name="Freeform 135">
                <a:extLst>
                  <a:ext uri="{FF2B5EF4-FFF2-40B4-BE49-F238E27FC236}">
                    <a16:creationId xmlns:a16="http://schemas.microsoft.com/office/drawing/2014/main" id="{6CFD2A55-1C2A-C3F2-D749-E3BA6E53289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29" y="1792"/>
                <a:ext cx="393" cy="131"/>
              </a:xfrm>
              <a:custGeom>
                <a:avLst/>
                <a:gdLst>
                  <a:gd name="T0" fmla="*/ 393 w 393"/>
                  <a:gd name="T1" fmla="*/ 28 h 131"/>
                  <a:gd name="T2" fmla="*/ 306 w 393"/>
                  <a:gd name="T3" fmla="*/ 0 h 131"/>
                  <a:gd name="T4" fmla="*/ 102 w 393"/>
                  <a:gd name="T5" fmla="*/ 83 h 131"/>
                  <a:gd name="T6" fmla="*/ 0 w 393"/>
                  <a:gd name="T7" fmla="*/ 55 h 131"/>
                  <a:gd name="T8" fmla="*/ 51 w 393"/>
                  <a:gd name="T9" fmla="*/ 131 h 131"/>
                  <a:gd name="T10" fmla="*/ 306 w 393"/>
                  <a:gd name="T11" fmla="*/ 131 h 131"/>
                  <a:gd name="T12" fmla="*/ 196 w 393"/>
                  <a:gd name="T13" fmla="*/ 104 h 131"/>
                  <a:gd name="T14" fmla="*/ 393 w 393"/>
                  <a:gd name="T15" fmla="*/ 28 h 13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31">
                    <a:moveTo>
                      <a:pt x="393" y="28"/>
                    </a:moveTo>
                    <a:lnTo>
                      <a:pt x="306" y="0"/>
                    </a:lnTo>
                    <a:lnTo>
                      <a:pt x="102" y="83"/>
                    </a:lnTo>
                    <a:lnTo>
                      <a:pt x="0" y="55"/>
                    </a:lnTo>
                    <a:lnTo>
                      <a:pt x="51" y="131"/>
                    </a:lnTo>
                    <a:lnTo>
                      <a:pt x="306" y="131"/>
                    </a:lnTo>
                    <a:lnTo>
                      <a:pt x="196" y="104"/>
                    </a:lnTo>
                    <a:lnTo>
                      <a:pt x="393" y="2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6949" name="Freeform 136">
                <a:extLst>
                  <a:ext uri="{FF2B5EF4-FFF2-40B4-BE49-F238E27FC236}">
                    <a16:creationId xmlns:a16="http://schemas.microsoft.com/office/drawing/2014/main" id="{2F6F7E30-CA15-9FDA-9DAA-3C511E0A925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29" y="1792"/>
                <a:ext cx="393" cy="131"/>
              </a:xfrm>
              <a:custGeom>
                <a:avLst/>
                <a:gdLst>
                  <a:gd name="T0" fmla="*/ 393 w 393"/>
                  <a:gd name="T1" fmla="*/ 28 h 131"/>
                  <a:gd name="T2" fmla="*/ 306 w 393"/>
                  <a:gd name="T3" fmla="*/ 0 h 131"/>
                  <a:gd name="T4" fmla="*/ 102 w 393"/>
                  <a:gd name="T5" fmla="*/ 83 h 131"/>
                  <a:gd name="T6" fmla="*/ 0 w 393"/>
                  <a:gd name="T7" fmla="*/ 55 h 131"/>
                  <a:gd name="T8" fmla="*/ 51 w 393"/>
                  <a:gd name="T9" fmla="*/ 131 h 131"/>
                  <a:gd name="T10" fmla="*/ 306 w 393"/>
                  <a:gd name="T11" fmla="*/ 131 h 131"/>
                  <a:gd name="T12" fmla="*/ 196 w 393"/>
                  <a:gd name="T13" fmla="*/ 104 h 131"/>
                  <a:gd name="T14" fmla="*/ 393 w 393"/>
                  <a:gd name="T15" fmla="*/ 28 h 13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31">
                    <a:moveTo>
                      <a:pt x="393" y="28"/>
                    </a:moveTo>
                    <a:lnTo>
                      <a:pt x="306" y="0"/>
                    </a:lnTo>
                    <a:lnTo>
                      <a:pt x="102" y="83"/>
                    </a:lnTo>
                    <a:lnTo>
                      <a:pt x="0" y="55"/>
                    </a:lnTo>
                    <a:lnTo>
                      <a:pt x="51" y="131"/>
                    </a:lnTo>
                    <a:lnTo>
                      <a:pt x="306" y="131"/>
                    </a:lnTo>
                    <a:lnTo>
                      <a:pt x="196" y="104"/>
                    </a:lnTo>
                    <a:lnTo>
                      <a:pt x="393" y="2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6950" name="Freeform 137">
                <a:extLst>
                  <a:ext uri="{FF2B5EF4-FFF2-40B4-BE49-F238E27FC236}">
                    <a16:creationId xmlns:a16="http://schemas.microsoft.com/office/drawing/2014/main" id="{E1B0FDA2-CC47-80D0-6F5C-D05168BB158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51" y="1639"/>
                <a:ext cx="393" cy="125"/>
              </a:xfrm>
              <a:custGeom>
                <a:avLst/>
                <a:gdLst>
                  <a:gd name="T0" fmla="*/ 0 w 393"/>
                  <a:gd name="T1" fmla="*/ 28 h 125"/>
                  <a:gd name="T2" fmla="*/ 87 w 393"/>
                  <a:gd name="T3" fmla="*/ 0 h 125"/>
                  <a:gd name="T4" fmla="*/ 298 w 393"/>
                  <a:gd name="T5" fmla="*/ 77 h 125"/>
                  <a:gd name="T6" fmla="*/ 393 w 393"/>
                  <a:gd name="T7" fmla="*/ 56 h 125"/>
                  <a:gd name="T8" fmla="*/ 342 w 393"/>
                  <a:gd name="T9" fmla="*/ 125 h 125"/>
                  <a:gd name="T10" fmla="*/ 94 w 393"/>
                  <a:gd name="T11" fmla="*/ 125 h 125"/>
                  <a:gd name="T12" fmla="*/ 196 w 393"/>
                  <a:gd name="T13" fmla="*/ 104 h 125"/>
                  <a:gd name="T14" fmla="*/ 0 w 393"/>
                  <a:gd name="T15" fmla="*/ 28 h 12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25">
                    <a:moveTo>
                      <a:pt x="0" y="28"/>
                    </a:moveTo>
                    <a:lnTo>
                      <a:pt x="87" y="0"/>
                    </a:lnTo>
                    <a:lnTo>
                      <a:pt x="298" y="77"/>
                    </a:lnTo>
                    <a:lnTo>
                      <a:pt x="393" y="56"/>
                    </a:lnTo>
                    <a:lnTo>
                      <a:pt x="342" y="125"/>
                    </a:lnTo>
                    <a:lnTo>
                      <a:pt x="94" y="125"/>
                    </a:lnTo>
                    <a:lnTo>
                      <a:pt x="196" y="104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6951" name="Freeform 138">
                <a:extLst>
                  <a:ext uri="{FF2B5EF4-FFF2-40B4-BE49-F238E27FC236}">
                    <a16:creationId xmlns:a16="http://schemas.microsoft.com/office/drawing/2014/main" id="{516ED143-58B8-31A8-BB6E-9C31CC037C8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51" y="1639"/>
                <a:ext cx="393" cy="125"/>
              </a:xfrm>
              <a:custGeom>
                <a:avLst/>
                <a:gdLst>
                  <a:gd name="T0" fmla="*/ 0 w 393"/>
                  <a:gd name="T1" fmla="*/ 28 h 125"/>
                  <a:gd name="T2" fmla="*/ 87 w 393"/>
                  <a:gd name="T3" fmla="*/ 0 h 125"/>
                  <a:gd name="T4" fmla="*/ 298 w 393"/>
                  <a:gd name="T5" fmla="*/ 77 h 125"/>
                  <a:gd name="T6" fmla="*/ 393 w 393"/>
                  <a:gd name="T7" fmla="*/ 56 h 125"/>
                  <a:gd name="T8" fmla="*/ 342 w 393"/>
                  <a:gd name="T9" fmla="*/ 125 h 125"/>
                  <a:gd name="T10" fmla="*/ 94 w 393"/>
                  <a:gd name="T11" fmla="*/ 125 h 125"/>
                  <a:gd name="T12" fmla="*/ 196 w 393"/>
                  <a:gd name="T13" fmla="*/ 104 h 125"/>
                  <a:gd name="T14" fmla="*/ 0 w 393"/>
                  <a:gd name="T15" fmla="*/ 28 h 12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3" h="125">
                    <a:moveTo>
                      <a:pt x="0" y="28"/>
                    </a:moveTo>
                    <a:lnTo>
                      <a:pt x="87" y="0"/>
                    </a:lnTo>
                    <a:lnTo>
                      <a:pt x="298" y="77"/>
                    </a:lnTo>
                    <a:lnTo>
                      <a:pt x="393" y="56"/>
                    </a:lnTo>
                    <a:lnTo>
                      <a:pt x="342" y="125"/>
                    </a:lnTo>
                    <a:lnTo>
                      <a:pt x="94" y="125"/>
                    </a:lnTo>
                    <a:lnTo>
                      <a:pt x="196" y="104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6952" name="Freeform 139">
                <a:extLst>
                  <a:ext uri="{FF2B5EF4-FFF2-40B4-BE49-F238E27FC236}">
                    <a16:creationId xmlns:a16="http://schemas.microsoft.com/office/drawing/2014/main" id="{1994A239-2724-5E38-D4E6-F268AB1DE85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44" y="1806"/>
                <a:ext cx="392" cy="124"/>
              </a:xfrm>
              <a:custGeom>
                <a:avLst/>
                <a:gdLst>
                  <a:gd name="T0" fmla="*/ 392 w 392"/>
                  <a:gd name="T1" fmla="*/ 97 h 124"/>
                  <a:gd name="T2" fmla="*/ 305 w 392"/>
                  <a:gd name="T3" fmla="*/ 124 h 124"/>
                  <a:gd name="T4" fmla="*/ 101 w 392"/>
                  <a:gd name="T5" fmla="*/ 41 h 124"/>
                  <a:gd name="T6" fmla="*/ 0 w 392"/>
                  <a:gd name="T7" fmla="*/ 69 h 124"/>
                  <a:gd name="T8" fmla="*/ 51 w 392"/>
                  <a:gd name="T9" fmla="*/ 0 h 124"/>
                  <a:gd name="T10" fmla="*/ 305 w 392"/>
                  <a:gd name="T11" fmla="*/ 0 h 124"/>
                  <a:gd name="T12" fmla="*/ 196 w 392"/>
                  <a:gd name="T13" fmla="*/ 20 h 124"/>
                  <a:gd name="T14" fmla="*/ 392 w 392"/>
                  <a:gd name="T15" fmla="*/ 97 h 12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2" h="124">
                    <a:moveTo>
                      <a:pt x="392" y="97"/>
                    </a:moveTo>
                    <a:lnTo>
                      <a:pt x="305" y="124"/>
                    </a:lnTo>
                    <a:lnTo>
                      <a:pt x="101" y="41"/>
                    </a:lnTo>
                    <a:lnTo>
                      <a:pt x="0" y="69"/>
                    </a:lnTo>
                    <a:lnTo>
                      <a:pt x="51" y="0"/>
                    </a:lnTo>
                    <a:lnTo>
                      <a:pt x="305" y="0"/>
                    </a:lnTo>
                    <a:lnTo>
                      <a:pt x="196" y="20"/>
                    </a:lnTo>
                    <a:lnTo>
                      <a:pt x="392" y="9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6953" name="Freeform 140">
                <a:extLst>
                  <a:ext uri="{FF2B5EF4-FFF2-40B4-BE49-F238E27FC236}">
                    <a16:creationId xmlns:a16="http://schemas.microsoft.com/office/drawing/2014/main" id="{A4D9C106-6CA6-3DB6-DBED-4A2F6D20150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44" y="1806"/>
                <a:ext cx="392" cy="124"/>
              </a:xfrm>
              <a:custGeom>
                <a:avLst/>
                <a:gdLst>
                  <a:gd name="T0" fmla="*/ 392 w 392"/>
                  <a:gd name="T1" fmla="*/ 97 h 124"/>
                  <a:gd name="T2" fmla="*/ 305 w 392"/>
                  <a:gd name="T3" fmla="*/ 124 h 124"/>
                  <a:gd name="T4" fmla="*/ 101 w 392"/>
                  <a:gd name="T5" fmla="*/ 41 h 124"/>
                  <a:gd name="T6" fmla="*/ 0 w 392"/>
                  <a:gd name="T7" fmla="*/ 69 h 124"/>
                  <a:gd name="T8" fmla="*/ 51 w 392"/>
                  <a:gd name="T9" fmla="*/ 0 h 124"/>
                  <a:gd name="T10" fmla="*/ 305 w 392"/>
                  <a:gd name="T11" fmla="*/ 0 h 124"/>
                  <a:gd name="T12" fmla="*/ 196 w 392"/>
                  <a:gd name="T13" fmla="*/ 20 h 124"/>
                  <a:gd name="T14" fmla="*/ 392 w 392"/>
                  <a:gd name="T15" fmla="*/ 97 h 12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2" h="124">
                    <a:moveTo>
                      <a:pt x="392" y="97"/>
                    </a:moveTo>
                    <a:lnTo>
                      <a:pt x="305" y="124"/>
                    </a:lnTo>
                    <a:lnTo>
                      <a:pt x="101" y="41"/>
                    </a:lnTo>
                    <a:lnTo>
                      <a:pt x="0" y="69"/>
                    </a:lnTo>
                    <a:lnTo>
                      <a:pt x="51" y="0"/>
                    </a:lnTo>
                    <a:lnTo>
                      <a:pt x="305" y="0"/>
                    </a:lnTo>
                    <a:lnTo>
                      <a:pt x="196" y="20"/>
                    </a:lnTo>
                    <a:lnTo>
                      <a:pt x="392" y="9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</p:grpSp>
      <p:sp>
        <p:nvSpPr>
          <p:cNvPr id="36901" name="WordArt 141">
            <a:extLst>
              <a:ext uri="{FF2B5EF4-FFF2-40B4-BE49-F238E27FC236}">
                <a16:creationId xmlns:a16="http://schemas.microsoft.com/office/drawing/2014/main" id="{F878C212-23A0-A7BA-D281-41004010A257}"/>
              </a:ext>
            </a:extLst>
          </p:cNvPr>
          <p:cNvSpPr>
            <a:spLocks noChangeAspect="1" noChangeArrowheads="1" noChangeShapeType="1" noTextEdit="1"/>
          </p:cNvSpPr>
          <p:nvPr/>
        </p:nvSpPr>
        <p:spPr bwMode="auto">
          <a:xfrm>
            <a:off x="2165351" y="4840289"/>
            <a:ext cx="665163" cy="200025"/>
          </a:xfrm>
          <a:prstGeom prst="rect">
            <a:avLst/>
          </a:prstGeom>
        </p:spPr>
        <p:txBody>
          <a:bodyPr wrap="none" fromWordArt="1">
            <a:prstTxWarp prst="textCanDown">
              <a:avLst>
                <a:gd name="adj" fmla="val 33333"/>
              </a:avLst>
            </a:prstTxWarp>
          </a:bodyPr>
          <a:lstStyle/>
          <a:p>
            <a:pPr algn="ctr"/>
            <a:r>
              <a:rPr lang="en-GB" sz="1400" kern="10">
                <a:ln w="9525">
                  <a:solidFill>
                    <a:srgbClr val="FFFFFF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r2  </a:t>
            </a:r>
          </a:p>
        </p:txBody>
      </p:sp>
      <p:grpSp>
        <p:nvGrpSpPr>
          <p:cNvPr id="36902" name="Group 142">
            <a:extLst>
              <a:ext uri="{FF2B5EF4-FFF2-40B4-BE49-F238E27FC236}">
                <a16:creationId xmlns:a16="http://schemas.microsoft.com/office/drawing/2014/main" id="{63E5E71F-8826-389D-C51D-E3699BAAE5A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033963" y="5827714"/>
            <a:ext cx="552450" cy="460375"/>
            <a:chOff x="144" y="3264"/>
            <a:chExt cx="288" cy="240"/>
          </a:xfrm>
        </p:grpSpPr>
        <p:sp>
          <p:nvSpPr>
            <p:cNvPr id="36942" name="Rectangle 143">
              <a:extLst>
                <a:ext uri="{FF2B5EF4-FFF2-40B4-BE49-F238E27FC236}">
                  <a16:creationId xmlns:a16="http://schemas.microsoft.com/office/drawing/2014/main" id="{1B336F1D-C539-1EE8-CF51-6277F32C052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400" b="1">
                  <a:latin typeface="Courier New" panose="02070309020205020404" pitchFamily="49" charset="0"/>
                </a:rPr>
                <a:t>eth2</a:t>
              </a:r>
            </a:p>
          </p:txBody>
        </p:sp>
        <p:sp>
          <p:nvSpPr>
            <p:cNvPr id="36943" name="Rectangle 144">
              <a:extLst>
                <a:ext uri="{FF2B5EF4-FFF2-40B4-BE49-F238E27FC236}">
                  <a16:creationId xmlns:a16="http://schemas.microsoft.com/office/drawing/2014/main" id="{3A7124C3-DBEA-79B9-A824-5BC77C14879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400" b="1">
                  <a:solidFill>
                    <a:srgbClr val="5F5F5F"/>
                  </a:solidFill>
                  <a:latin typeface="Courier New" panose="02070309020205020404" pitchFamily="49" charset="0"/>
                </a:rPr>
                <a:t>17</a:t>
              </a:r>
            </a:p>
          </p:txBody>
        </p:sp>
      </p:grpSp>
      <p:sp>
        <p:nvSpPr>
          <p:cNvPr id="36903" name="Line 145">
            <a:extLst>
              <a:ext uri="{FF2B5EF4-FFF2-40B4-BE49-F238E27FC236}">
                <a16:creationId xmlns:a16="http://schemas.microsoft.com/office/drawing/2014/main" id="{556D6D71-D8B2-AD73-BE0A-C5D34CBBD30E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5535614" y="6775450"/>
            <a:ext cx="1108075" cy="0"/>
          </a:xfrm>
          <a:prstGeom prst="line">
            <a:avLst/>
          </a:prstGeom>
          <a:noFill/>
          <a:ln w="38100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GB"/>
          </a:p>
        </p:txBody>
      </p:sp>
      <p:grpSp>
        <p:nvGrpSpPr>
          <p:cNvPr id="36904" name="Group 146">
            <a:extLst>
              <a:ext uri="{FF2B5EF4-FFF2-40B4-BE49-F238E27FC236}">
                <a16:creationId xmlns:a16="http://schemas.microsoft.com/office/drawing/2014/main" id="{5C75BE64-C04A-4BFE-F4B7-60C3F05ED88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937125" y="3275014"/>
            <a:ext cx="552450" cy="460375"/>
            <a:chOff x="144" y="3264"/>
            <a:chExt cx="288" cy="240"/>
          </a:xfrm>
        </p:grpSpPr>
        <p:sp>
          <p:nvSpPr>
            <p:cNvPr id="36940" name="Rectangle 147">
              <a:extLst>
                <a:ext uri="{FF2B5EF4-FFF2-40B4-BE49-F238E27FC236}">
                  <a16:creationId xmlns:a16="http://schemas.microsoft.com/office/drawing/2014/main" id="{8DCAF3D4-BCDD-F4DF-7EA9-496E0ACBDB3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400" b="1">
                  <a:latin typeface="Courier New" panose="02070309020205020404" pitchFamily="49" charset="0"/>
                </a:rPr>
                <a:t>eth0</a:t>
              </a:r>
            </a:p>
          </p:txBody>
        </p:sp>
        <p:sp>
          <p:nvSpPr>
            <p:cNvPr id="36941" name="Rectangle 148">
              <a:extLst>
                <a:ext uri="{FF2B5EF4-FFF2-40B4-BE49-F238E27FC236}">
                  <a16:creationId xmlns:a16="http://schemas.microsoft.com/office/drawing/2014/main" id="{85B0A138-1BD9-E50D-1ECB-852452120AC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it-IT" altLang="it-IT" sz="1400" b="1">
                  <a:solidFill>
                    <a:srgbClr val="5F5F5F"/>
                  </a:solidFill>
                  <a:latin typeface="Courier New" panose="02070309020205020404" pitchFamily="49" charset="0"/>
                </a:rPr>
                <a:t>13</a:t>
              </a:r>
            </a:p>
          </p:txBody>
        </p:sp>
      </p:grpSp>
      <p:sp>
        <p:nvSpPr>
          <p:cNvPr id="36905" name="Line 149">
            <a:extLst>
              <a:ext uri="{FF2B5EF4-FFF2-40B4-BE49-F238E27FC236}">
                <a16:creationId xmlns:a16="http://schemas.microsoft.com/office/drawing/2014/main" id="{80B16412-B936-AA74-0A61-D0FBEB9B769A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7134225" y="5129213"/>
            <a:ext cx="1104900" cy="0"/>
          </a:xfrm>
          <a:prstGeom prst="line">
            <a:avLst/>
          </a:prstGeom>
          <a:noFill/>
          <a:ln w="38100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36906" name="Oval 150">
            <a:extLst>
              <a:ext uri="{FF2B5EF4-FFF2-40B4-BE49-F238E27FC236}">
                <a16:creationId xmlns:a16="http://schemas.microsoft.com/office/drawing/2014/main" id="{F34BA3F7-7604-C957-CEF7-30C9118A643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62450" y="4387850"/>
            <a:ext cx="368300" cy="36830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2000">
                <a:latin typeface="Tahoma" panose="020B0604030504040204" pitchFamily="34" charset="0"/>
              </a:rPr>
              <a:t>G</a:t>
            </a:r>
          </a:p>
        </p:txBody>
      </p:sp>
      <p:sp>
        <p:nvSpPr>
          <p:cNvPr id="36907" name="Oval 151">
            <a:extLst>
              <a:ext uri="{FF2B5EF4-FFF2-40B4-BE49-F238E27FC236}">
                <a16:creationId xmlns:a16="http://schemas.microsoft.com/office/drawing/2014/main" id="{C9356F59-E59F-E65E-F3D2-E8433896AB4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370513" y="5324475"/>
            <a:ext cx="368300" cy="36830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2000">
                <a:latin typeface="Tahoma" panose="020B0604030504040204" pitchFamily="34" charset="0"/>
              </a:rPr>
              <a:t>I</a:t>
            </a:r>
          </a:p>
        </p:txBody>
      </p:sp>
      <p:sp>
        <p:nvSpPr>
          <p:cNvPr id="36908" name="AutoShape 152">
            <a:extLst>
              <a:ext uri="{FF2B5EF4-FFF2-40B4-BE49-F238E27FC236}">
                <a16:creationId xmlns:a16="http://schemas.microsoft.com/office/drawing/2014/main" id="{8803A7EC-614F-3336-C5BE-6C91482860E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191251" y="5381626"/>
            <a:ext cx="1603375" cy="341313"/>
          </a:xfrm>
          <a:prstGeom prst="flowChartAlternateProcess">
            <a:avLst/>
          </a:prstGeom>
          <a:solidFill>
            <a:schemeClr val="bg1"/>
          </a:solidFill>
          <a:ln w="19050">
            <a:solidFill>
              <a:srgbClr val="5F5F5F"/>
            </a:solidFill>
            <a:prstDash val="sys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it-IT" altLang="it-IT" sz="1400" b="1">
                <a:solidFill>
                  <a:srgbClr val="5F5F5F"/>
                </a:solidFill>
                <a:latin typeface="Courier New" panose="02070309020205020404" pitchFamily="49" charset="0"/>
              </a:rPr>
              <a:t>100.1.0.16/30</a:t>
            </a:r>
          </a:p>
        </p:txBody>
      </p:sp>
      <p:sp>
        <p:nvSpPr>
          <p:cNvPr id="36909" name="AutoShape 153">
            <a:extLst>
              <a:ext uri="{FF2B5EF4-FFF2-40B4-BE49-F238E27FC236}">
                <a16:creationId xmlns:a16="http://schemas.microsoft.com/office/drawing/2014/main" id="{58C894F2-4903-6C96-FFA6-14B6CA2BD76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75076" y="4949826"/>
            <a:ext cx="1497013" cy="341313"/>
          </a:xfrm>
          <a:prstGeom prst="flowChartAlternateProcess">
            <a:avLst/>
          </a:prstGeom>
          <a:solidFill>
            <a:schemeClr val="bg1"/>
          </a:solidFill>
          <a:ln w="19050">
            <a:solidFill>
              <a:srgbClr val="5F5F5F"/>
            </a:solidFill>
            <a:prstDash val="sys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it-IT" altLang="it-IT" sz="1400" b="1">
                <a:solidFill>
                  <a:srgbClr val="5F5F5F"/>
                </a:solidFill>
                <a:latin typeface="Courier New" panose="02070309020205020404" pitchFamily="49" charset="0"/>
              </a:rPr>
              <a:t>100.1.0.8/30</a:t>
            </a:r>
          </a:p>
        </p:txBody>
      </p:sp>
      <p:grpSp>
        <p:nvGrpSpPr>
          <p:cNvPr id="36917" name="Group 179">
            <a:extLst>
              <a:ext uri="{FF2B5EF4-FFF2-40B4-BE49-F238E27FC236}">
                <a16:creationId xmlns:a16="http://schemas.microsoft.com/office/drawing/2014/main" id="{D31C7E1E-DA4F-E536-E96C-E1FE63911E58}"/>
              </a:ext>
            </a:extLst>
          </p:cNvPr>
          <p:cNvGrpSpPr>
            <a:grpSpLocks/>
          </p:cNvGrpSpPr>
          <p:nvPr/>
        </p:nvGrpSpPr>
        <p:grpSpPr bwMode="auto">
          <a:xfrm>
            <a:off x="4146551" y="3557588"/>
            <a:ext cx="722313" cy="576262"/>
            <a:chOff x="36" y="2931"/>
            <a:chExt cx="272" cy="272"/>
          </a:xfrm>
        </p:grpSpPr>
        <p:sp>
          <p:nvSpPr>
            <p:cNvPr id="36920" name="Line 180">
              <a:extLst>
                <a:ext uri="{FF2B5EF4-FFF2-40B4-BE49-F238E27FC236}">
                  <a16:creationId xmlns:a16="http://schemas.microsoft.com/office/drawing/2014/main" id="{793178AC-F68C-694F-8620-B19206B774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" y="2931"/>
              <a:ext cx="272" cy="272"/>
            </a:xfrm>
            <a:prstGeom prst="line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en-GB"/>
            </a:p>
          </p:txBody>
        </p:sp>
        <p:sp>
          <p:nvSpPr>
            <p:cNvPr id="36921" name="Line 181">
              <a:extLst>
                <a:ext uri="{FF2B5EF4-FFF2-40B4-BE49-F238E27FC236}">
                  <a16:creationId xmlns:a16="http://schemas.microsoft.com/office/drawing/2014/main" id="{78673C39-ED94-0F5A-C037-8EBAF1F53D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" y="2931"/>
              <a:ext cx="272" cy="272"/>
            </a:xfrm>
            <a:prstGeom prst="line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en-GB"/>
            </a:p>
          </p:txBody>
        </p:sp>
      </p:grpSp>
      <p:sp>
        <p:nvSpPr>
          <p:cNvPr id="36918" name="AutoShape 182">
            <a:extLst>
              <a:ext uri="{FF2B5EF4-FFF2-40B4-BE49-F238E27FC236}">
                <a16:creationId xmlns:a16="http://schemas.microsoft.com/office/drawing/2014/main" id="{05010997-210D-8D41-E426-E18C562AA4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01051" y="4652964"/>
            <a:ext cx="2447925" cy="1728787"/>
          </a:xfrm>
          <a:prstGeom prst="foldedCorner">
            <a:avLst>
              <a:gd name="adj" fmla="val 12500"/>
            </a:avLst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lIns="90000" tIns="46800" rIns="90000" bIns="4680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it-IT" altLang="it-IT" sz="2400">
                <a:latin typeface="Tahoma" panose="020B0604030504040204" pitchFamily="34" charset="0"/>
              </a:rPr>
              <a:t>after a while, routing information has been updated</a:t>
            </a:r>
          </a:p>
        </p:txBody>
      </p:sp>
      <p:sp>
        <p:nvSpPr>
          <p:cNvPr id="36919" name="Freeform 183">
            <a:extLst>
              <a:ext uri="{FF2B5EF4-FFF2-40B4-BE49-F238E27FC236}">
                <a16:creationId xmlns:a16="http://schemas.microsoft.com/office/drawing/2014/main" id="{EAC5208D-60AF-6994-7877-FF6213663B55}"/>
              </a:ext>
            </a:extLst>
          </p:cNvPr>
          <p:cNvSpPr>
            <a:spLocks/>
          </p:cNvSpPr>
          <p:nvPr/>
        </p:nvSpPr>
        <p:spPr bwMode="auto">
          <a:xfrm>
            <a:off x="4800601" y="3644900"/>
            <a:ext cx="1223963" cy="2305050"/>
          </a:xfrm>
          <a:custGeom>
            <a:avLst/>
            <a:gdLst>
              <a:gd name="T0" fmla="*/ 0 w 771"/>
              <a:gd name="T1" fmla="*/ 0 h 1452"/>
              <a:gd name="T2" fmla="*/ 1223963 w 771"/>
              <a:gd name="T3" fmla="*/ 865188 h 1452"/>
              <a:gd name="T4" fmla="*/ 71438 w 771"/>
              <a:gd name="T5" fmla="*/ 2305050 h 145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771" h="1452">
                <a:moveTo>
                  <a:pt x="0" y="0"/>
                </a:moveTo>
                <a:lnTo>
                  <a:pt x="771" y="545"/>
                </a:lnTo>
                <a:lnTo>
                  <a:pt x="45" y="1452"/>
                </a:lnTo>
              </a:path>
            </a:pathLst>
          </a:custGeom>
          <a:noFill/>
          <a:ln w="38100" cap="flat" cmpd="sng">
            <a:solidFill>
              <a:schemeClr val="tx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en-GB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07C1FCC-CE39-54B2-55DC-164A8E8FA773}"/>
              </a:ext>
            </a:extLst>
          </p:cNvPr>
          <p:cNvGrpSpPr/>
          <p:nvPr/>
        </p:nvGrpSpPr>
        <p:grpSpPr>
          <a:xfrm>
            <a:off x="1075813" y="1196752"/>
            <a:ext cx="10022912" cy="1514228"/>
            <a:chOff x="1557370" y="2378845"/>
            <a:chExt cx="10022912" cy="151422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489D0CD-367C-AE62-11B9-79CC0359FEE9}"/>
                </a:ext>
              </a:extLst>
            </p:cNvPr>
            <p:cNvSpPr/>
            <p:nvPr/>
          </p:nvSpPr>
          <p:spPr>
            <a:xfrm>
              <a:off x="1557373" y="2632079"/>
              <a:ext cx="10022909" cy="1260994"/>
            </a:xfrm>
            <a:prstGeom prst="rect">
              <a:avLst/>
            </a:prstGeom>
            <a:solidFill>
              <a:sysClr val="windowText" lastClr="000000"/>
            </a:solidFill>
            <a:ln w="57150" cap="flat" cmpd="sng" algn="ctr">
              <a:solidFill>
                <a:srgbClr val="4472C4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t"/>
            <a:lstStyle/>
            <a:p>
              <a:pPr eaLnBrk="1" hangingPunct="1"/>
              <a:r>
                <a: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root@</a:t>
              </a:r>
              <a:r>
                <a:rPr lang="it-IT" kern="0" dirty="0">
                  <a:solidFill>
                    <a:prstClr val="white">
                      <a:lumMod val="65000"/>
                    </a:prstClr>
                  </a:solidFill>
                  <a:latin typeface="Consolas" panose="020B0609020204030204" pitchFamily="49" charset="0"/>
                </a:rPr>
                <a:t>r1</a:t>
              </a:r>
              <a:r>
                <a: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:~$</a:t>
              </a:r>
              <a:r>
                <a: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 </a:t>
              </a:r>
              <a:r>
                <a:rPr lang="en-US" altLang="it-IT" sz="1800" b="1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traceroute 100.1.0.10</a:t>
              </a:r>
            </a:p>
            <a:p>
              <a:pPr eaLnBrk="1" hangingPunct="1"/>
              <a:r>
                <a:rPr lang="en-US" altLang="it-IT" sz="1800" b="1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traceroute to 100.1.0.10 (100.1.0.10), 64 hops max, 40 byte packets</a:t>
              </a:r>
            </a:p>
            <a:p>
              <a:pPr eaLnBrk="1" hangingPunct="1"/>
              <a:r>
                <a:rPr lang="en-US" altLang="it-IT" sz="1800" b="1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1  100.1.0.14 (100.1.0.14)  1 </a:t>
              </a:r>
              <a:r>
                <a:rPr lang="en-US" altLang="it-IT" sz="1800" b="1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ms</a:t>
              </a:r>
              <a:r>
                <a:rPr lang="en-US" altLang="it-IT" sz="1800" b="1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 1 </a:t>
              </a:r>
              <a:r>
                <a:rPr lang="en-US" altLang="it-IT" sz="1800" b="1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ms</a:t>
              </a:r>
              <a:r>
                <a:rPr lang="en-US" altLang="it-IT" sz="1800" b="1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 1 </a:t>
              </a:r>
              <a:r>
                <a:rPr lang="en-US" altLang="it-IT" sz="1800" b="1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ms</a:t>
              </a:r>
              <a:endParaRPr lang="en-US" altLang="it-IT" sz="1800" b="1" dirty="0">
                <a:solidFill>
                  <a:schemeClr val="bg1"/>
                </a:solidFill>
                <a:latin typeface="Lucida Console" panose="020B0609040504020204" pitchFamily="49" charset="0"/>
              </a:endParaRPr>
            </a:p>
            <a:p>
              <a:pPr eaLnBrk="1" hangingPunct="1"/>
              <a:r>
                <a:rPr lang="en-US" altLang="it-IT" sz="1800" b="1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2  100.1.0.10 (100.1.0.10)  5 </a:t>
              </a:r>
              <a:r>
                <a:rPr lang="en-US" altLang="it-IT" sz="1800" b="1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ms</a:t>
              </a:r>
              <a:r>
                <a:rPr lang="en-US" altLang="it-IT" sz="1800" b="1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 2 </a:t>
              </a:r>
              <a:r>
                <a:rPr lang="en-US" altLang="it-IT" sz="1800" b="1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ms</a:t>
              </a:r>
              <a:r>
                <a:rPr lang="en-US" altLang="it-IT" sz="1800" b="1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 1 </a:t>
              </a:r>
              <a:r>
                <a:rPr lang="en-US" altLang="it-IT" sz="1800" b="1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ms</a:t>
              </a:r>
              <a:endParaRPr lang="en-US" altLang="it-IT" sz="1800" b="1" dirty="0">
                <a:solidFill>
                  <a:schemeClr val="bg1"/>
                </a:solidFill>
                <a:latin typeface="Lucida Console" panose="020B0609040504020204" pitchFamily="49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BC4CFD4-0748-873B-F66A-4E1B6B4E4560}"/>
                </a:ext>
              </a:extLst>
            </p:cNvPr>
            <p:cNvSpPr/>
            <p:nvPr/>
          </p:nvSpPr>
          <p:spPr>
            <a:xfrm>
              <a:off x="1557370" y="2378845"/>
              <a:ext cx="10022909" cy="286249"/>
            </a:xfrm>
            <a:prstGeom prst="rect">
              <a:avLst/>
            </a:prstGeom>
            <a:solidFill>
              <a:srgbClr val="4472C4"/>
            </a:solidFill>
            <a:ln w="57150" cap="flat" cmpd="sng" algn="ctr">
              <a:solidFill>
                <a:srgbClr val="4472C4"/>
              </a:solidFill>
              <a:prstDash val="solid"/>
              <a:miter lim="800000"/>
            </a:ln>
            <a:effectLst>
              <a:outerShdw blurRad="50800" dist="25400" algn="l" rotWithShape="0">
                <a:prstClr val="black">
                  <a:alpha val="32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9B6AA9AF-04D1-1166-0F5A-8D36BDD25FC4}"/>
                </a:ext>
              </a:extLst>
            </p:cNvPr>
            <p:cNvGrpSpPr/>
            <p:nvPr/>
          </p:nvGrpSpPr>
          <p:grpSpPr>
            <a:xfrm>
              <a:off x="10920536" y="2466851"/>
              <a:ext cx="581348" cy="126235"/>
              <a:chOff x="8092857" y="2115830"/>
              <a:chExt cx="581348" cy="126235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04496FC-0D6D-67C1-BF21-6DFE8A894EB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548205" y="2116065"/>
                <a:ext cx="126000" cy="126000"/>
              </a:xfrm>
              <a:prstGeom prst="rect">
                <a:avLst/>
              </a:prstGeom>
              <a:solidFill>
                <a:srgbClr val="FF0000">
                  <a:alpha val="50196"/>
                </a:srgbClr>
              </a:solidFill>
              <a:ln w="12700" cap="flat" cmpd="sng" algn="ctr">
                <a:solidFill>
                  <a:srgbClr val="4472C4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7BAA0DC-BFBF-0C15-7883-93ABD228E2A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92857" y="2115830"/>
                <a:ext cx="126235" cy="126235"/>
              </a:xfrm>
              <a:prstGeom prst="rect">
                <a:avLst/>
              </a:prstGeom>
              <a:solidFill>
                <a:srgbClr val="4472C4">
                  <a:lumMod val="60000"/>
                  <a:lumOff val="40000"/>
                </a:srgbClr>
              </a:solidFill>
              <a:ln w="12700" cap="flat" cmpd="sng" algn="ctr">
                <a:solidFill>
                  <a:srgbClr val="4472C4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C325AA29-C73F-9C81-C1B3-48A87BD6AAB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320531" y="2115830"/>
                <a:ext cx="126235" cy="126235"/>
              </a:xfrm>
              <a:prstGeom prst="rect">
                <a:avLst/>
              </a:prstGeom>
              <a:solidFill>
                <a:srgbClr val="4472C4">
                  <a:lumMod val="60000"/>
                  <a:lumOff val="40000"/>
                </a:srgbClr>
              </a:solidFill>
              <a:ln w="12700" cap="flat" cmpd="sng" algn="ctr">
                <a:solidFill>
                  <a:srgbClr val="4472C4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2">
            <a:extLst>
              <a:ext uri="{FF2B5EF4-FFF2-40B4-BE49-F238E27FC236}">
                <a16:creationId xmlns:a16="http://schemas.microsoft.com/office/drawing/2014/main" id="{C6C46F77-D4FE-D027-CAA1-355F819E3F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 sz="4000"/>
              <a:t>about </a:t>
            </a:r>
            <a:r>
              <a:rPr lang="it-IT" altLang="it-IT" sz="4000" b="1">
                <a:latin typeface="Courier New" panose="02070309020205020404" pitchFamily="49" charset="0"/>
              </a:rPr>
              <a:t>redistribute connected</a:t>
            </a:r>
          </a:p>
        </p:txBody>
      </p:sp>
      <p:sp>
        <p:nvSpPr>
          <p:cNvPr id="10245" name="Rectangle 3">
            <a:extLst>
              <a:ext uri="{FF2B5EF4-FFF2-40B4-BE49-F238E27FC236}">
                <a16:creationId xmlns:a16="http://schemas.microsoft.com/office/drawing/2014/main" id="{AE4419D3-A03F-F600-C49C-0EB0A326B59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it-IT" altLang="it-IT" dirty="0"/>
              <a:t>by default (i.e., </a:t>
            </a:r>
            <a:r>
              <a:rPr lang="it-IT" altLang="it-IT" dirty="0" err="1"/>
              <a:t>without</a:t>
            </a:r>
            <a:r>
              <a:rPr lang="it-IT" altLang="it-IT" dirty="0"/>
              <a:t> </a:t>
            </a:r>
            <a:r>
              <a:rPr lang="it-IT" altLang="it-IT" dirty="0" err="1"/>
              <a:t>further</a:t>
            </a:r>
            <a:r>
              <a:rPr lang="it-IT" altLang="it-IT" dirty="0"/>
              <a:t> </a:t>
            </a:r>
            <a:r>
              <a:rPr lang="it-IT" altLang="it-IT" dirty="0" err="1"/>
              <a:t>configuration</a:t>
            </a:r>
            <a:r>
              <a:rPr lang="it-IT" altLang="it-IT" dirty="0"/>
              <a:t>) RIP </a:t>
            </a:r>
            <a:r>
              <a:rPr lang="it-IT" altLang="it-IT" dirty="0" err="1"/>
              <a:t>already</a:t>
            </a:r>
            <a:r>
              <a:rPr lang="it-IT" altLang="it-IT" dirty="0"/>
              <a:t> </a:t>
            </a:r>
            <a:r>
              <a:rPr lang="it-IT" altLang="it-IT" dirty="0" err="1"/>
              <a:t>propagates</a:t>
            </a:r>
            <a:r>
              <a:rPr lang="it-IT" altLang="it-IT" dirty="0"/>
              <a:t> information </a:t>
            </a:r>
            <a:r>
              <a:rPr lang="it-IT" altLang="it-IT" dirty="0" err="1"/>
              <a:t>about</a:t>
            </a:r>
            <a:r>
              <a:rPr lang="it-IT" altLang="it-IT" dirty="0"/>
              <a:t> </a:t>
            </a:r>
            <a:r>
              <a:rPr lang="it-IT" altLang="it-IT" dirty="0" err="1"/>
              <a:t>all</a:t>
            </a:r>
            <a:r>
              <a:rPr lang="it-IT" altLang="it-IT" dirty="0"/>
              <a:t> </a:t>
            </a:r>
            <a:r>
              <a:rPr lang="it-IT" altLang="it-IT" dirty="0" err="1"/>
              <a:t>directly</a:t>
            </a:r>
            <a:r>
              <a:rPr lang="it-IT" altLang="it-IT" dirty="0"/>
              <a:t> </a:t>
            </a:r>
            <a:r>
              <a:rPr lang="it-IT" altLang="it-IT" dirty="0" err="1"/>
              <a:t>connected</a:t>
            </a:r>
            <a:r>
              <a:rPr lang="it-IT" altLang="it-IT" dirty="0"/>
              <a:t> </a:t>
            </a:r>
            <a:r>
              <a:rPr lang="it-IT" altLang="it-IT" dirty="0" err="1"/>
              <a:t>subnets</a:t>
            </a:r>
            <a:r>
              <a:rPr lang="it-IT" altLang="it-IT" dirty="0"/>
              <a:t> </a:t>
            </a:r>
            <a:r>
              <a:rPr lang="it-IT" altLang="it-IT" dirty="0" err="1"/>
              <a:t>attached</a:t>
            </a:r>
            <a:r>
              <a:rPr lang="it-IT" altLang="it-IT" dirty="0"/>
              <a:t> to RIP-</a:t>
            </a:r>
            <a:r>
              <a:rPr lang="it-IT" altLang="it-IT" dirty="0" err="1"/>
              <a:t>speaking</a:t>
            </a:r>
            <a:r>
              <a:rPr lang="it-IT" altLang="it-IT" dirty="0"/>
              <a:t> </a:t>
            </a:r>
            <a:r>
              <a:rPr lang="it-IT" altLang="it-IT" dirty="0" err="1"/>
              <a:t>interfaces</a:t>
            </a:r>
            <a:endParaRPr lang="it-IT" altLang="it-IT" dirty="0"/>
          </a:p>
          <a:p>
            <a:pPr eaLnBrk="1" hangingPunct="1">
              <a:lnSpc>
                <a:spcPct val="90000"/>
              </a:lnSpc>
            </a:pPr>
            <a:r>
              <a:rPr lang="it-IT" altLang="it-IT" b="1" dirty="0" err="1">
                <a:latin typeface="Lucida Console" panose="020B0609040504020204" pitchFamily="49" charset="0"/>
              </a:rPr>
              <a:t>redistribute</a:t>
            </a:r>
            <a:r>
              <a:rPr lang="it-IT" altLang="it-IT" b="1" dirty="0">
                <a:latin typeface="Lucida Console" panose="020B0609040504020204" pitchFamily="49" charset="0"/>
              </a:rPr>
              <a:t> </a:t>
            </a:r>
            <a:r>
              <a:rPr lang="it-IT" altLang="it-IT" b="1" dirty="0" err="1">
                <a:latin typeface="Lucida Console" panose="020B0609040504020204" pitchFamily="49" charset="0"/>
              </a:rPr>
              <a:t>connected</a:t>
            </a:r>
            <a:r>
              <a:rPr lang="it-IT" altLang="it-IT" dirty="0"/>
              <a:t> </a:t>
            </a:r>
            <a:r>
              <a:rPr lang="it-IT" altLang="it-IT" dirty="0" err="1"/>
              <a:t>forces</a:t>
            </a:r>
            <a:r>
              <a:rPr lang="it-IT" altLang="it-IT" dirty="0"/>
              <a:t> RIP to propagate information </a:t>
            </a:r>
            <a:r>
              <a:rPr lang="it-IT" altLang="it-IT" dirty="0" err="1"/>
              <a:t>about</a:t>
            </a:r>
            <a:r>
              <a:rPr lang="it-IT" altLang="it-IT" dirty="0"/>
              <a:t> </a:t>
            </a:r>
            <a:r>
              <a:rPr lang="it-IT" altLang="it-IT" dirty="0" err="1"/>
              <a:t>all</a:t>
            </a:r>
            <a:r>
              <a:rPr lang="it-IT" altLang="it-IT" dirty="0"/>
              <a:t> </a:t>
            </a:r>
            <a:r>
              <a:rPr lang="it-IT" altLang="it-IT" dirty="0" err="1"/>
              <a:t>connected</a:t>
            </a:r>
            <a:r>
              <a:rPr lang="it-IT" altLang="it-IT" dirty="0"/>
              <a:t> </a:t>
            </a:r>
            <a:r>
              <a:rPr lang="it-IT" altLang="it-IT" dirty="0" err="1"/>
              <a:t>subnets</a:t>
            </a:r>
            <a:endParaRPr lang="it-IT" altLang="it-IT" dirty="0"/>
          </a:p>
          <a:p>
            <a:pPr eaLnBrk="1" hangingPunct="1">
              <a:lnSpc>
                <a:spcPct val="90000"/>
              </a:lnSpc>
            </a:pPr>
            <a:r>
              <a:rPr lang="it-IT" altLang="it-IT" dirty="0"/>
              <a:t>the semantic of </a:t>
            </a:r>
            <a:r>
              <a:rPr lang="it-IT" altLang="it-IT" b="1" dirty="0" err="1">
                <a:latin typeface="Lucida Console" panose="020B0609040504020204" pitchFamily="49" charset="0"/>
              </a:rPr>
              <a:t>redistribute</a:t>
            </a:r>
            <a:r>
              <a:rPr lang="it-IT" altLang="it-IT" b="1" dirty="0">
                <a:latin typeface="Lucida Console" panose="020B0609040504020204" pitchFamily="49" charset="0"/>
              </a:rPr>
              <a:t> </a:t>
            </a:r>
            <a:r>
              <a:rPr lang="it-IT" altLang="it-IT" b="1" dirty="0" err="1">
                <a:latin typeface="Lucida Console" panose="020B0609040504020204" pitchFamily="49" charset="0"/>
              </a:rPr>
              <a:t>connected</a:t>
            </a:r>
            <a:r>
              <a:rPr lang="it-IT" altLang="it-IT" dirty="0"/>
              <a:t> </a:t>
            </a:r>
            <a:r>
              <a:rPr lang="it-IT" altLang="it-IT" dirty="0" err="1"/>
              <a:t>applies</a:t>
            </a:r>
            <a:r>
              <a:rPr lang="it-IT" altLang="it-IT" dirty="0"/>
              <a:t> to </a:t>
            </a:r>
            <a:r>
              <a:rPr lang="it-IT" altLang="it-IT" dirty="0" err="1"/>
              <a:t>all</a:t>
            </a:r>
            <a:r>
              <a:rPr lang="it-IT" altLang="it-IT" dirty="0"/>
              <a:t> </a:t>
            </a:r>
            <a:r>
              <a:rPr lang="it-IT" altLang="it-IT" dirty="0" err="1"/>
              <a:t>routing</a:t>
            </a:r>
            <a:r>
              <a:rPr lang="it-IT" altLang="it-IT" dirty="0"/>
              <a:t> </a:t>
            </a:r>
            <a:r>
              <a:rPr lang="it-IT" altLang="it-IT" dirty="0" err="1"/>
              <a:t>protocols</a:t>
            </a:r>
            <a:endParaRPr lang="it-IT" altLang="it-IT" dirty="0"/>
          </a:p>
          <a:p>
            <a:pPr eaLnBrk="1" hangingPunct="1">
              <a:lnSpc>
                <a:spcPct val="90000"/>
              </a:lnSpc>
            </a:pPr>
            <a:r>
              <a:rPr lang="it-IT" altLang="it-IT" dirty="0"/>
              <a:t>the default </a:t>
            </a:r>
            <a:r>
              <a:rPr lang="it-IT" altLang="it-IT" dirty="0" err="1"/>
              <a:t>behavior</a:t>
            </a:r>
            <a:r>
              <a:rPr lang="it-IT" altLang="it-IT" dirty="0"/>
              <a:t> </a:t>
            </a:r>
            <a:r>
              <a:rPr lang="it-IT" altLang="it-IT" dirty="0" err="1"/>
              <a:t>does</a:t>
            </a:r>
            <a:r>
              <a:rPr lang="it-IT" altLang="it-IT" dirty="0"/>
              <a:t> </a:t>
            </a:r>
            <a:r>
              <a:rPr lang="it-IT" altLang="it-IT" dirty="0" err="1"/>
              <a:t>not</a:t>
            </a:r>
            <a:endParaRPr lang="it-IT" altLang="it-IT" dirty="0"/>
          </a:p>
          <a:p>
            <a:pPr lvl="1" eaLnBrk="1" hangingPunct="1">
              <a:lnSpc>
                <a:spcPct val="90000"/>
              </a:lnSpc>
            </a:pPr>
            <a:r>
              <a:rPr lang="it-IT" altLang="it-IT" dirty="0"/>
              <a:t>some </a:t>
            </a:r>
            <a:r>
              <a:rPr lang="it-IT" altLang="it-IT" dirty="0" err="1"/>
              <a:t>protocols</a:t>
            </a:r>
            <a:r>
              <a:rPr lang="it-IT" altLang="it-IT" dirty="0"/>
              <a:t> (e.g., </a:t>
            </a:r>
            <a:r>
              <a:rPr lang="it-IT" altLang="it-IT" dirty="0" err="1"/>
              <a:t>bgp</a:t>
            </a:r>
            <a:r>
              <a:rPr lang="it-IT" altLang="it-IT" dirty="0"/>
              <a:t>) are </a:t>
            </a:r>
            <a:r>
              <a:rPr lang="it-IT" altLang="it-IT" dirty="0" err="1"/>
              <a:t>lazier</a:t>
            </a:r>
            <a:r>
              <a:rPr lang="it-IT" altLang="it-IT" dirty="0"/>
              <a:t>, and do </a:t>
            </a:r>
            <a:r>
              <a:rPr lang="it-IT" altLang="it-IT" dirty="0" err="1"/>
              <a:t>not</a:t>
            </a:r>
            <a:r>
              <a:rPr lang="it-IT" altLang="it-IT" dirty="0"/>
              <a:t> propagate </a:t>
            </a:r>
            <a:r>
              <a:rPr lang="it-IT" altLang="it-IT" dirty="0" err="1"/>
              <a:t>anything</a:t>
            </a:r>
            <a:r>
              <a:rPr lang="it-IT" altLang="it-IT" dirty="0"/>
              <a:t> </a:t>
            </a:r>
            <a:r>
              <a:rPr lang="it-IT" altLang="it-IT" dirty="0" err="1"/>
              <a:t>unless</a:t>
            </a:r>
            <a:r>
              <a:rPr lang="it-IT" altLang="it-IT" dirty="0"/>
              <a:t> </a:t>
            </a:r>
            <a:r>
              <a:rPr lang="it-IT" altLang="it-IT" dirty="0" err="1"/>
              <a:t>explicitly</a:t>
            </a:r>
            <a:r>
              <a:rPr lang="it-IT" altLang="it-IT" dirty="0"/>
              <a:t> </a:t>
            </a:r>
            <a:r>
              <a:rPr lang="it-IT" altLang="it-IT" dirty="0" err="1"/>
              <a:t>told</a:t>
            </a:r>
            <a:r>
              <a:rPr lang="it-IT" altLang="it-IT" dirty="0"/>
              <a:t> to do so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21550E22-A4FE-D946-790E-FA3F3CC6E27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/>
          <a:p>
            <a:r>
              <a:rPr lang="it-IT" altLang="it-IT"/>
              <a:t>last update: Oct 2023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55059014-18E8-3E69-EAA8-39CBE41D30C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/>
          <a:p>
            <a:r>
              <a:rPr lang="it-IT" altLang="it-IT"/>
              <a:t>kathara – [ lab: rip_frr ]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2">
            <a:extLst>
              <a:ext uri="{FF2B5EF4-FFF2-40B4-BE49-F238E27FC236}">
                <a16:creationId xmlns:a16="http://schemas.microsoft.com/office/drawing/2014/main" id="{FCC36872-2DC0-83A7-5CCC-3A95E0EBEB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copyright notice</a:t>
            </a:r>
          </a:p>
        </p:txBody>
      </p:sp>
      <p:sp>
        <p:nvSpPr>
          <p:cNvPr id="6149" name="Rectangle 3">
            <a:extLst>
              <a:ext uri="{FF2B5EF4-FFF2-40B4-BE49-F238E27FC236}">
                <a16:creationId xmlns:a16="http://schemas.microsoft.com/office/drawing/2014/main" id="{BFC2E94E-E9A7-F30F-ED0D-E492D3F8CEF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it-IT" altLang="it-IT" sz="1800" dirty="0" err="1"/>
              <a:t>All</a:t>
            </a:r>
            <a:r>
              <a:rPr lang="it-IT" altLang="it-IT" sz="1800" dirty="0"/>
              <a:t> the pages/slides in </a:t>
            </a:r>
            <a:r>
              <a:rPr lang="it-IT" altLang="it-IT" sz="1800" dirty="0" err="1"/>
              <a:t>this</a:t>
            </a:r>
            <a:r>
              <a:rPr lang="it-IT" altLang="it-IT" sz="1800" dirty="0"/>
              <a:t> </a:t>
            </a:r>
            <a:r>
              <a:rPr lang="it-IT" altLang="it-IT" sz="1800" dirty="0" err="1"/>
              <a:t>presentation</a:t>
            </a:r>
            <a:r>
              <a:rPr lang="it-IT" altLang="it-IT" sz="1800" dirty="0"/>
              <a:t>, </a:t>
            </a:r>
            <a:r>
              <a:rPr lang="it-IT" altLang="it-IT" sz="1800" dirty="0" err="1"/>
              <a:t>including</a:t>
            </a:r>
            <a:r>
              <a:rPr lang="it-IT" altLang="it-IT" sz="1800" dirty="0"/>
              <a:t> </a:t>
            </a:r>
            <a:r>
              <a:rPr lang="it-IT" altLang="it-IT" sz="1800" dirty="0" err="1"/>
              <a:t>but</a:t>
            </a:r>
            <a:r>
              <a:rPr lang="it-IT" altLang="it-IT" sz="1800" dirty="0"/>
              <a:t> </a:t>
            </a:r>
            <a:r>
              <a:rPr lang="it-IT" altLang="it-IT" sz="1800" dirty="0" err="1"/>
              <a:t>not</a:t>
            </a:r>
            <a:r>
              <a:rPr lang="it-IT" altLang="it-IT" sz="1800" dirty="0"/>
              <a:t> limited to, images, </a:t>
            </a:r>
            <a:r>
              <a:rPr lang="it-IT" altLang="it-IT" sz="1800" dirty="0" err="1"/>
              <a:t>photos</a:t>
            </a:r>
            <a:r>
              <a:rPr lang="it-IT" altLang="it-IT" sz="1800" dirty="0"/>
              <a:t>, </a:t>
            </a:r>
            <a:r>
              <a:rPr lang="it-IT" altLang="it-IT" sz="1800" dirty="0" err="1"/>
              <a:t>animations</a:t>
            </a:r>
            <a:r>
              <a:rPr lang="it-IT" altLang="it-IT" sz="1800" dirty="0"/>
              <a:t>, </a:t>
            </a:r>
            <a:r>
              <a:rPr lang="it-IT" altLang="it-IT" sz="1800" dirty="0" err="1"/>
              <a:t>videos</a:t>
            </a:r>
            <a:r>
              <a:rPr lang="it-IT" altLang="it-IT" sz="1800" dirty="0"/>
              <a:t>, sounds, music, and text (</a:t>
            </a:r>
            <a:r>
              <a:rPr lang="it-IT" altLang="it-IT" sz="1800" dirty="0" err="1"/>
              <a:t>hereby</a:t>
            </a:r>
            <a:r>
              <a:rPr lang="it-IT" altLang="it-IT" sz="1800" dirty="0"/>
              <a:t> </a:t>
            </a:r>
            <a:r>
              <a:rPr lang="it-IT" altLang="it-IT" sz="1800" dirty="0" err="1"/>
              <a:t>referred</a:t>
            </a:r>
            <a:r>
              <a:rPr lang="it-IT" altLang="it-IT" sz="1800" dirty="0"/>
              <a:t> to </a:t>
            </a:r>
            <a:r>
              <a:rPr lang="it-IT" altLang="it-IT" sz="1800" dirty="0" err="1"/>
              <a:t>as</a:t>
            </a:r>
            <a:r>
              <a:rPr lang="it-IT" altLang="it-IT" sz="1800" dirty="0"/>
              <a:t> “</a:t>
            </a:r>
            <a:r>
              <a:rPr lang="it-IT" altLang="it-IT" sz="1800" dirty="0" err="1"/>
              <a:t>material</a:t>
            </a:r>
            <a:r>
              <a:rPr lang="it-IT" altLang="it-IT" sz="1800" dirty="0"/>
              <a:t>”) are </a:t>
            </a:r>
            <a:r>
              <a:rPr lang="it-IT" altLang="it-IT" sz="1800" dirty="0" err="1"/>
              <a:t>protected</a:t>
            </a:r>
            <a:r>
              <a:rPr lang="it-IT" altLang="it-IT" sz="1800" dirty="0"/>
              <a:t> by copyright.</a:t>
            </a:r>
          </a:p>
          <a:p>
            <a:pPr eaLnBrk="1" hangingPunct="1">
              <a:lnSpc>
                <a:spcPct val="80000"/>
              </a:lnSpc>
            </a:pPr>
            <a:r>
              <a:rPr lang="it-IT" altLang="it-IT" sz="1800" dirty="0" err="1"/>
              <a:t>This</a:t>
            </a:r>
            <a:r>
              <a:rPr lang="it-IT" altLang="it-IT" sz="1800" dirty="0"/>
              <a:t> </a:t>
            </a:r>
            <a:r>
              <a:rPr lang="it-IT" altLang="it-IT" sz="1800" dirty="0" err="1"/>
              <a:t>material</a:t>
            </a:r>
            <a:r>
              <a:rPr lang="it-IT" altLang="it-IT" sz="1800" dirty="0"/>
              <a:t>, with the </a:t>
            </a:r>
            <a:r>
              <a:rPr lang="it-IT" altLang="it-IT" sz="1800" dirty="0" err="1"/>
              <a:t>exception</a:t>
            </a:r>
            <a:r>
              <a:rPr lang="it-IT" altLang="it-IT" sz="1800" dirty="0"/>
              <a:t> of some multimedia </a:t>
            </a:r>
            <a:r>
              <a:rPr lang="it-IT" altLang="it-IT" sz="1800" dirty="0" err="1"/>
              <a:t>elements</a:t>
            </a:r>
            <a:r>
              <a:rPr lang="it-IT" altLang="it-IT" sz="1800" dirty="0"/>
              <a:t> </a:t>
            </a:r>
            <a:r>
              <a:rPr lang="it-IT" altLang="it-IT" sz="1800" dirty="0" err="1"/>
              <a:t>licensed</a:t>
            </a:r>
            <a:r>
              <a:rPr lang="it-IT" altLang="it-IT" sz="1800" dirty="0"/>
              <a:t> by </a:t>
            </a:r>
            <a:r>
              <a:rPr lang="it-IT" altLang="it-IT" sz="1800" dirty="0" err="1"/>
              <a:t>other</a:t>
            </a:r>
            <a:r>
              <a:rPr lang="it-IT" altLang="it-IT" sz="1800" dirty="0"/>
              <a:t> </a:t>
            </a:r>
            <a:r>
              <a:rPr lang="it-IT" altLang="it-IT" sz="1800" dirty="0" err="1"/>
              <a:t>organizations</a:t>
            </a:r>
            <a:r>
              <a:rPr lang="it-IT" altLang="it-IT" sz="1800" dirty="0"/>
              <a:t>, </a:t>
            </a:r>
            <a:r>
              <a:rPr lang="it-IT" altLang="it-IT" sz="1800" dirty="0" err="1"/>
              <a:t>is</a:t>
            </a:r>
            <a:r>
              <a:rPr lang="it-IT" altLang="it-IT" sz="1800" dirty="0"/>
              <a:t> </a:t>
            </a:r>
            <a:r>
              <a:rPr lang="it-IT" altLang="it-IT" sz="1800" dirty="0" err="1"/>
              <a:t>property</a:t>
            </a:r>
            <a:r>
              <a:rPr lang="it-IT" altLang="it-IT" sz="1800" dirty="0"/>
              <a:t> of the </a:t>
            </a:r>
            <a:r>
              <a:rPr lang="it-IT" altLang="it-IT" sz="1800" dirty="0" err="1"/>
              <a:t>authors</a:t>
            </a:r>
            <a:r>
              <a:rPr lang="it-IT" altLang="it-IT" sz="1800" dirty="0"/>
              <a:t> and/or </a:t>
            </a:r>
            <a:r>
              <a:rPr lang="it-IT" altLang="it-IT" sz="1800" dirty="0" err="1"/>
              <a:t>organizations</a:t>
            </a:r>
            <a:r>
              <a:rPr lang="it-IT" altLang="it-IT" sz="1800" dirty="0"/>
              <a:t> </a:t>
            </a:r>
            <a:r>
              <a:rPr lang="it-IT" altLang="it-IT" sz="1800" dirty="0" err="1"/>
              <a:t>appearing</a:t>
            </a:r>
            <a:r>
              <a:rPr lang="it-IT" altLang="it-IT" sz="1800" dirty="0"/>
              <a:t> in the first slide.</a:t>
            </a:r>
          </a:p>
          <a:p>
            <a:pPr eaLnBrk="1" hangingPunct="1">
              <a:lnSpc>
                <a:spcPct val="80000"/>
              </a:lnSpc>
            </a:pPr>
            <a:r>
              <a:rPr lang="it-IT" altLang="it-IT" sz="1800" dirty="0" err="1"/>
              <a:t>This</a:t>
            </a:r>
            <a:r>
              <a:rPr lang="it-IT" altLang="it-IT" sz="1800" dirty="0"/>
              <a:t> </a:t>
            </a:r>
            <a:r>
              <a:rPr lang="it-IT" altLang="it-IT" sz="1800" dirty="0" err="1"/>
              <a:t>material</a:t>
            </a:r>
            <a:r>
              <a:rPr lang="it-IT" altLang="it-IT" sz="1800" dirty="0"/>
              <a:t>, or </a:t>
            </a:r>
            <a:r>
              <a:rPr lang="it-IT" altLang="it-IT" sz="1800" dirty="0" err="1"/>
              <a:t>its</a:t>
            </a:r>
            <a:r>
              <a:rPr lang="it-IT" altLang="it-IT" sz="1800" dirty="0"/>
              <a:t> parts, can be </a:t>
            </a:r>
            <a:r>
              <a:rPr lang="it-IT" altLang="it-IT" sz="1800" dirty="0" err="1"/>
              <a:t>reproduced</a:t>
            </a:r>
            <a:r>
              <a:rPr lang="it-IT" altLang="it-IT" sz="1800" dirty="0"/>
              <a:t> and </a:t>
            </a:r>
            <a:r>
              <a:rPr lang="it-IT" altLang="it-IT" sz="1800" dirty="0" err="1"/>
              <a:t>used</a:t>
            </a:r>
            <a:r>
              <a:rPr lang="it-IT" altLang="it-IT" sz="1800" dirty="0"/>
              <a:t> for </a:t>
            </a:r>
            <a:r>
              <a:rPr lang="it-IT" altLang="it-IT" sz="1800" dirty="0" err="1"/>
              <a:t>didactical</a:t>
            </a:r>
            <a:r>
              <a:rPr lang="it-IT" altLang="it-IT" sz="1800" dirty="0"/>
              <a:t> </a:t>
            </a:r>
            <a:r>
              <a:rPr lang="it-IT" altLang="it-IT" sz="1800" dirty="0" err="1"/>
              <a:t>purposes</a:t>
            </a:r>
            <a:r>
              <a:rPr lang="it-IT" altLang="it-IT" sz="1800" dirty="0"/>
              <a:t> </a:t>
            </a:r>
            <a:r>
              <a:rPr lang="it-IT" altLang="it-IT" sz="1800" dirty="0" err="1"/>
              <a:t>within</a:t>
            </a:r>
            <a:r>
              <a:rPr lang="it-IT" altLang="it-IT" sz="1800" dirty="0"/>
              <a:t> </a:t>
            </a:r>
            <a:r>
              <a:rPr lang="it-IT" altLang="it-IT" sz="1800" dirty="0" err="1"/>
              <a:t>universities</a:t>
            </a:r>
            <a:r>
              <a:rPr lang="it-IT" altLang="it-IT" sz="1800" dirty="0"/>
              <a:t> and schools, </a:t>
            </a:r>
            <a:r>
              <a:rPr lang="it-IT" altLang="it-IT" sz="1800" dirty="0" err="1"/>
              <a:t>provided</a:t>
            </a:r>
            <a:r>
              <a:rPr lang="it-IT" altLang="it-IT" sz="1800" dirty="0"/>
              <a:t> </a:t>
            </a:r>
            <a:r>
              <a:rPr lang="it-IT" altLang="it-IT" sz="1800" dirty="0" err="1"/>
              <a:t>that</a:t>
            </a:r>
            <a:r>
              <a:rPr lang="it-IT" altLang="it-IT" sz="1800" dirty="0"/>
              <a:t> </a:t>
            </a:r>
            <a:r>
              <a:rPr lang="it-IT" altLang="it-IT" sz="1800" dirty="0" err="1"/>
              <a:t>this</a:t>
            </a:r>
            <a:r>
              <a:rPr lang="it-IT" altLang="it-IT" sz="1800" dirty="0"/>
              <a:t> </a:t>
            </a:r>
            <a:r>
              <a:rPr lang="it-IT" altLang="it-IT" sz="1800" dirty="0" err="1"/>
              <a:t>happens</a:t>
            </a:r>
            <a:r>
              <a:rPr lang="it-IT" altLang="it-IT" sz="1800" dirty="0"/>
              <a:t> for non-profit </a:t>
            </a:r>
            <a:r>
              <a:rPr lang="it-IT" altLang="it-IT" sz="1800" dirty="0" err="1"/>
              <a:t>purposes</a:t>
            </a:r>
            <a:r>
              <a:rPr lang="it-IT" altLang="it-IT" sz="1800" dirty="0"/>
              <a:t>.</a:t>
            </a:r>
          </a:p>
          <a:p>
            <a:pPr eaLnBrk="1" hangingPunct="1">
              <a:lnSpc>
                <a:spcPct val="80000"/>
              </a:lnSpc>
            </a:pPr>
            <a:r>
              <a:rPr lang="it-IT" altLang="it-IT" sz="1800" dirty="0"/>
              <a:t>Information </a:t>
            </a:r>
            <a:r>
              <a:rPr lang="it-IT" altLang="it-IT" sz="1800" dirty="0" err="1"/>
              <a:t>contained</a:t>
            </a:r>
            <a:r>
              <a:rPr lang="it-IT" altLang="it-IT" sz="1800" dirty="0"/>
              <a:t> in </a:t>
            </a:r>
            <a:r>
              <a:rPr lang="it-IT" altLang="it-IT" sz="1800" dirty="0" err="1"/>
              <a:t>this</a:t>
            </a:r>
            <a:r>
              <a:rPr lang="it-IT" altLang="it-IT" sz="1800" dirty="0"/>
              <a:t> </a:t>
            </a:r>
            <a:r>
              <a:rPr lang="it-IT" altLang="it-IT" sz="1800" dirty="0" err="1"/>
              <a:t>material</a:t>
            </a:r>
            <a:r>
              <a:rPr lang="it-IT" altLang="it-IT" sz="1800" dirty="0"/>
              <a:t> </a:t>
            </a:r>
            <a:r>
              <a:rPr lang="it-IT" altLang="it-IT" sz="1800" dirty="0" err="1"/>
              <a:t>cannot</a:t>
            </a:r>
            <a:r>
              <a:rPr lang="it-IT" altLang="it-IT" sz="1800" dirty="0"/>
              <a:t> be </a:t>
            </a:r>
            <a:r>
              <a:rPr lang="it-IT" altLang="it-IT" sz="1800" dirty="0" err="1"/>
              <a:t>used</a:t>
            </a:r>
            <a:r>
              <a:rPr lang="it-IT" altLang="it-IT" sz="1800" dirty="0"/>
              <a:t> </a:t>
            </a:r>
            <a:r>
              <a:rPr lang="it-IT" altLang="it-IT" sz="1800" dirty="0" err="1"/>
              <a:t>within</a:t>
            </a:r>
            <a:r>
              <a:rPr lang="it-IT" altLang="it-IT" sz="1800" dirty="0"/>
              <a:t> network design projects or </a:t>
            </a:r>
            <a:r>
              <a:rPr lang="it-IT" altLang="it-IT" sz="1800" dirty="0" err="1"/>
              <a:t>other</a:t>
            </a:r>
            <a:r>
              <a:rPr lang="it-IT" altLang="it-IT" sz="1800" dirty="0"/>
              <a:t> products of </a:t>
            </a:r>
            <a:r>
              <a:rPr lang="it-IT" altLang="it-IT" sz="1800" dirty="0" err="1"/>
              <a:t>any</a:t>
            </a:r>
            <a:r>
              <a:rPr lang="it-IT" altLang="it-IT" sz="1800" dirty="0"/>
              <a:t> </a:t>
            </a:r>
            <a:r>
              <a:rPr lang="it-IT" altLang="it-IT" sz="1800" dirty="0" err="1"/>
              <a:t>kind</a:t>
            </a:r>
            <a:r>
              <a:rPr lang="it-IT" altLang="it-IT" sz="1800" dirty="0"/>
              <a:t>.</a:t>
            </a:r>
          </a:p>
          <a:p>
            <a:pPr eaLnBrk="1" hangingPunct="1">
              <a:lnSpc>
                <a:spcPct val="80000"/>
              </a:lnSpc>
            </a:pPr>
            <a:r>
              <a:rPr lang="it-IT" altLang="it-IT" sz="1800" dirty="0" err="1"/>
              <a:t>Any</a:t>
            </a:r>
            <a:r>
              <a:rPr lang="it-IT" altLang="it-IT" sz="1800" dirty="0"/>
              <a:t> </a:t>
            </a:r>
            <a:r>
              <a:rPr lang="it-IT" altLang="it-IT" sz="1800" dirty="0" err="1"/>
              <a:t>other</a:t>
            </a:r>
            <a:r>
              <a:rPr lang="it-IT" altLang="it-IT" sz="1800" dirty="0"/>
              <a:t> use </a:t>
            </a:r>
            <a:r>
              <a:rPr lang="it-IT" altLang="it-IT" sz="1800" dirty="0" err="1"/>
              <a:t>is</a:t>
            </a:r>
            <a:r>
              <a:rPr lang="it-IT" altLang="it-IT" sz="1800" dirty="0"/>
              <a:t> </a:t>
            </a:r>
            <a:r>
              <a:rPr lang="it-IT" altLang="it-IT" sz="1800" dirty="0" err="1"/>
              <a:t>prohibited</a:t>
            </a:r>
            <a:r>
              <a:rPr lang="it-IT" altLang="it-IT" sz="1800" dirty="0"/>
              <a:t>, </a:t>
            </a:r>
            <a:r>
              <a:rPr lang="it-IT" altLang="it-IT" sz="1800" dirty="0" err="1"/>
              <a:t>unless</a:t>
            </a:r>
            <a:r>
              <a:rPr lang="it-IT" altLang="it-IT" sz="1800" dirty="0"/>
              <a:t> </a:t>
            </a:r>
            <a:r>
              <a:rPr lang="it-IT" altLang="it-IT" sz="1800" dirty="0" err="1"/>
              <a:t>explicitly</a:t>
            </a:r>
            <a:r>
              <a:rPr lang="it-IT" altLang="it-IT" sz="1800" dirty="0"/>
              <a:t> </a:t>
            </a:r>
            <a:r>
              <a:rPr lang="it-IT" altLang="it-IT" sz="1800" dirty="0" err="1"/>
              <a:t>authorized</a:t>
            </a:r>
            <a:r>
              <a:rPr lang="it-IT" altLang="it-IT" sz="1800" dirty="0"/>
              <a:t> by the </a:t>
            </a:r>
            <a:r>
              <a:rPr lang="it-IT" altLang="it-IT" sz="1800" dirty="0" err="1"/>
              <a:t>authors</a:t>
            </a:r>
            <a:r>
              <a:rPr lang="it-IT" altLang="it-IT" sz="1800" dirty="0"/>
              <a:t> on the </a:t>
            </a:r>
            <a:r>
              <a:rPr lang="it-IT" altLang="it-IT" sz="1800" dirty="0" err="1"/>
              <a:t>basis</a:t>
            </a:r>
            <a:r>
              <a:rPr lang="it-IT" altLang="it-IT" sz="1800" dirty="0"/>
              <a:t> of an explicit agreement.</a:t>
            </a:r>
          </a:p>
          <a:p>
            <a:pPr eaLnBrk="1" hangingPunct="1">
              <a:lnSpc>
                <a:spcPct val="80000"/>
              </a:lnSpc>
            </a:pPr>
            <a:r>
              <a:rPr lang="it-IT" altLang="it-IT" sz="1800" dirty="0"/>
              <a:t>The </a:t>
            </a:r>
            <a:r>
              <a:rPr lang="it-IT" altLang="it-IT" sz="1800" dirty="0" err="1"/>
              <a:t>authors</a:t>
            </a:r>
            <a:r>
              <a:rPr lang="it-IT" altLang="it-IT" sz="1800" dirty="0"/>
              <a:t> assume no </a:t>
            </a:r>
            <a:r>
              <a:rPr lang="it-IT" altLang="it-IT" sz="1800" dirty="0" err="1"/>
              <a:t>responsibility</a:t>
            </a:r>
            <a:r>
              <a:rPr lang="it-IT" altLang="it-IT" sz="1800" dirty="0"/>
              <a:t> </a:t>
            </a:r>
            <a:r>
              <a:rPr lang="it-IT" altLang="it-IT" sz="1800" dirty="0" err="1"/>
              <a:t>about</a:t>
            </a:r>
            <a:r>
              <a:rPr lang="it-IT" altLang="it-IT" sz="1800" dirty="0"/>
              <a:t> </a:t>
            </a:r>
            <a:r>
              <a:rPr lang="it-IT" altLang="it-IT" sz="1800" dirty="0" err="1"/>
              <a:t>this</a:t>
            </a:r>
            <a:r>
              <a:rPr lang="it-IT" altLang="it-IT" sz="1800" dirty="0"/>
              <a:t> </a:t>
            </a:r>
            <a:r>
              <a:rPr lang="it-IT" altLang="it-IT" sz="1800" dirty="0" err="1"/>
              <a:t>material</a:t>
            </a:r>
            <a:r>
              <a:rPr lang="it-IT" altLang="it-IT" sz="1800" dirty="0"/>
              <a:t> and </a:t>
            </a:r>
            <a:r>
              <a:rPr lang="it-IT" altLang="it-IT" sz="1800" dirty="0" err="1"/>
              <a:t>provide</a:t>
            </a:r>
            <a:r>
              <a:rPr lang="it-IT" altLang="it-IT" sz="1800" dirty="0"/>
              <a:t> </a:t>
            </a:r>
            <a:r>
              <a:rPr lang="it-IT" altLang="it-IT" sz="1800" dirty="0" err="1"/>
              <a:t>this</a:t>
            </a:r>
            <a:r>
              <a:rPr lang="it-IT" altLang="it-IT" sz="1800" dirty="0"/>
              <a:t> </a:t>
            </a:r>
            <a:r>
              <a:rPr lang="it-IT" altLang="it-IT" sz="1800" dirty="0" err="1"/>
              <a:t>material</a:t>
            </a:r>
            <a:r>
              <a:rPr lang="it-IT" altLang="it-IT" sz="1800" dirty="0"/>
              <a:t> “</a:t>
            </a:r>
            <a:r>
              <a:rPr lang="it-IT" altLang="it-IT" sz="1800" dirty="0" err="1"/>
              <a:t>as</a:t>
            </a:r>
            <a:r>
              <a:rPr lang="it-IT" altLang="it-IT" sz="1800" dirty="0"/>
              <a:t> </a:t>
            </a:r>
            <a:r>
              <a:rPr lang="it-IT" altLang="it-IT" sz="1800" dirty="0" err="1"/>
              <a:t>is</a:t>
            </a:r>
            <a:r>
              <a:rPr lang="it-IT" altLang="it-IT" sz="1800" dirty="0"/>
              <a:t>”, with no </a:t>
            </a:r>
            <a:r>
              <a:rPr lang="it-IT" altLang="it-IT" sz="1800" dirty="0" err="1"/>
              <a:t>implicit</a:t>
            </a:r>
            <a:r>
              <a:rPr lang="it-IT" altLang="it-IT" sz="1800" dirty="0"/>
              <a:t> or explicit </a:t>
            </a:r>
            <a:r>
              <a:rPr lang="it-IT" altLang="it-IT" sz="1800" dirty="0" err="1"/>
              <a:t>warranty</a:t>
            </a:r>
            <a:r>
              <a:rPr lang="it-IT" altLang="it-IT" sz="1800" dirty="0"/>
              <a:t> </a:t>
            </a:r>
            <a:r>
              <a:rPr lang="it-IT" altLang="it-IT" sz="1800" dirty="0" err="1"/>
              <a:t>about</a:t>
            </a:r>
            <a:r>
              <a:rPr lang="it-IT" altLang="it-IT" sz="1800" dirty="0"/>
              <a:t> the </a:t>
            </a:r>
            <a:r>
              <a:rPr lang="it-IT" altLang="it-IT" sz="1800" dirty="0" err="1"/>
              <a:t>correctness</a:t>
            </a:r>
            <a:r>
              <a:rPr lang="it-IT" altLang="it-IT" sz="1800" dirty="0"/>
              <a:t> and </a:t>
            </a:r>
            <a:r>
              <a:rPr lang="it-IT" altLang="it-IT" sz="1800" dirty="0" err="1"/>
              <a:t>completeness</a:t>
            </a:r>
            <a:r>
              <a:rPr lang="it-IT" altLang="it-IT" sz="1800" dirty="0"/>
              <a:t> of </a:t>
            </a:r>
            <a:r>
              <a:rPr lang="it-IT" altLang="it-IT" sz="1800" dirty="0" err="1"/>
              <a:t>its</a:t>
            </a:r>
            <a:r>
              <a:rPr lang="it-IT" altLang="it-IT" sz="1800" dirty="0"/>
              <a:t> </a:t>
            </a:r>
            <a:r>
              <a:rPr lang="it-IT" altLang="it-IT" sz="1800" dirty="0" err="1"/>
              <a:t>contents</a:t>
            </a:r>
            <a:r>
              <a:rPr lang="it-IT" altLang="it-IT" sz="1800" dirty="0"/>
              <a:t>, </a:t>
            </a:r>
            <a:r>
              <a:rPr lang="it-IT" altLang="it-IT" sz="1800" dirty="0" err="1"/>
              <a:t>which</a:t>
            </a:r>
            <a:r>
              <a:rPr lang="it-IT" altLang="it-IT" sz="1800" dirty="0"/>
              <a:t> </a:t>
            </a:r>
            <a:r>
              <a:rPr lang="it-IT" altLang="it-IT" sz="1800" dirty="0" err="1"/>
              <a:t>may</a:t>
            </a:r>
            <a:r>
              <a:rPr lang="it-IT" altLang="it-IT" sz="1800" dirty="0"/>
              <a:t> be </a:t>
            </a:r>
            <a:r>
              <a:rPr lang="it-IT" altLang="it-IT" sz="1800" dirty="0" err="1"/>
              <a:t>subject</a:t>
            </a:r>
            <a:r>
              <a:rPr lang="it-IT" altLang="it-IT" sz="1800" dirty="0"/>
              <a:t> to </a:t>
            </a:r>
            <a:r>
              <a:rPr lang="it-IT" altLang="it-IT" sz="1800" dirty="0" err="1"/>
              <a:t>changes</a:t>
            </a:r>
            <a:r>
              <a:rPr lang="it-IT" altLang="it-IT" sz="1800" dirty="0"/>
              <a:t>.</a:t>
            </a:r>
          </a:p>
          <a:p>
            <a:pPr eaLnBrk="1" hangingPunct="1">
              <a:lnSpc>
                <a:spcPct val="80000"/>
              </a:lnSpc>
            </a:pPr>
            <a:r>
              <a:rPr lang="it-IT" altLang="it-IT" sz="1800" dirty="0" err="1"/>
              <a:t>This</a:t>
            </a:r>
            <a:r>
              <a:rPr lang="it-IT" altLang="it-IT" sz="1800" dirty="0"/>
              <a:t> copyright </a:t>
            </a:r>
            <a:r>
              <a:rPr lang="it-IT" altLang="it-IT" sz="1800" dirty="0" err="1"/>
              <a:t>notice</a:t>
            </a:r>
            <a:r>
              <a:rPr lang="it-IT" altLang="it-IT" sz="1800" dirty="0"/>
              <a:t> must </a:t>
            </a:r>
            <a:r>
              <a:rPr lang="it-IT" altLang="it-IT" sz="1800" dirty="0" err="1"/>
              <a:t>always</a:t>
            </a:r>
            <a:r>
              <a:rPr lang="it-IT" altLang="it-IT" sz="1800" dirty="0"/>
              <a:t> be </a:t>
            </a:r>
            <a:r>
              <a:rPr lang="it-IT" altLang="it-IT" sz="1800" dirty="0" err="1"/>
              <a:t>redistributed</a:t>
            </a:r>
            <a:r>
              <a:rPr lang="it-IT" altLang="it-IT" sz="1800" dirty="0"/>
              <a:t> </a:t>
            </a:r>
            <a:r>
              <a:rPr lang="it-IT" altLang="it-IT" sz="1800" dirty="0" err="1"/>
              <a:t>together</a:t>
            </a:r>
            <a:r>
              <a:rPr lang="it-IT" altLang="it-IT" sz="1800" dirty="0"/>
              <a:t> with the </a:t>
            </a:r>
            <a:r>
              <a:rPr lang="it-IT" altLang="it-IT" sz="1800" dirty="0" err="1"/>
              <a:t>material</a:t>
            </a:r>
            <a:r>
              <a:rPr lang="it-IT" altLang="it-IT" sz="1800" dirty="0"/>
              <a:t>, or </a:t>
            </a:r>
            <a:r>
              <a:rPr lang="it-IT" altLang="it-IT" sz="1800" dirty="0" err="1"/>
              <a:t>its</a:t>
            </a:r>
            <a:r>
              <a:rPr lang="it-IT" altLang="it-IT" sz="1800" dirty="0"/>
              <a:t> </a:t>
            </a:r>
            <a:r>
              <a:rPr lang="it-IT" altLang="it-IT" sz="1800" dirty="0" err="1"/>
              <a:t>portions</a:t>
            </a:r>
            <a:r>
              <a:rPr lang="it-IT" altLang="it-IT" sz="1800" dirty="0"/>
              <a:t>.</a:t>
            </a:r>
            <a:endParaRPr lang="en-US" altLang="it-IT" sz="1800" dirty="0"/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C3AD0241-B6BF-7D9C-0027-6A228933BFD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/>
          <a:p>
            <a:r>
              <a:rPr lang="it-IT" altLang="it-IT"/>
              <a:t>last update: Oct 2023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FC51E445-E7E0-03D1-32CF-8F0C848F859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/>
          <a:p>
            <a:r>
              <a:rPr lang="it-IT" altLang="it-IT"/>
              <a:t>kathara – [ lab: rip_frr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ides-template">
  <a:themeElements>
    <a:clrScheme name="slides-template 14">
      <a:dk1>
        <a:srgbClr val="000000"/>
      </a:dk1>
      <a:lt1>
        <a:srgbClr val="FFFFFF"/>
      </a:lt1>
      <a:dk2>
        <a:srgbClr val="FF0000"/>
      </a:dk2>
      <a:lt2>
        <a:srgbClr val="808080"/>
      </a:lt2>
      <a:accent1>
        <a:srgbClr val="483FFF"/>
      </a:accent1>
      <a:accent2>
        <a:srgbClr val="FCEA04"/>
      </a:accent2>
      <a:accent3>
        <a:srgbClr val="FFFFFF"/>
      </a:accent3>
      <a:accent4>
        <a:srgbClr val="000000"/>
      </a:accent4>
      <a:accent5>
        <a:srgbClr val="B1AFFF"/>
      </a:accent5>
      <a:accent6>
        <a:srgbClr val="E4D403"/>
      </a:accent6>
      <a:hlink>
        <a:srgbClr val="009999"/>
      </a:hlink>
      <a:folHlink>
        <a:srgbClr val="99CC00"/>
      </a:folHlink>
    </a:clrScheme>
    <a:fontScheme name="slides-template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lides-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-templ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-templ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-templ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-templ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-templ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-templ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-templ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-templ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-templ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-templ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-templ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-template 13">
        <a:dk1>
          <a:srgbClr val="000000"/>
        </a:dk1>
        <a:lt1>
          <a:srgbClr val="FFFFFF"/>
        </a:lt1>
        <a:dk2>
          <a:srgbClr val="FF0000"/>
        </a:dk2>
        <a:lt2>
          <a:srgbClr val="808080"/>
        </a:lt2>
        <a:accent1>
          <a:srgbClr val="99C4DF"/>
        </a:accent1>
        <a:accent2>
          <a:srgbClr val="FCEA04"/>
        </a:accent2>
        <a:accent3>
          <a:srgbClr val="FFFFFF"/>
        </a:accent3>
        <a:accent4>
          <a:srgbClr val="000000"/>
        </a:accent4>
        <a:accent5>
          <a:srgbClr val="CADEEC"/>
        </a:accent5>
        <a:accent6>
          <a:srgbClr val="E4D403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-template 14">
        <a:dk1>
          <a:srgbClr val="000000"/>
        </a:dk1>
        <a:lt1>
          <a:srgbClr val="FFFFFF"/>
        </a:lt1>
        <a:dk2>
          <a:srgbClr val="FF0000"/>
        </a:dk2>
        <a:lt2>
          <a:srgbClr val="808080"/>
        </a:lt2>
        <a:accent1>
          <a:srgbClr val="483FFF"/>
        </a:accent1>
        <a:accent2>
          <a:srgbClr val="FCEA04"/>
        </a:accent2>
        <a:accent3>
          <a:srgbClr val="FFFFFF"/>
        </a:accent3>
        <a:accent4>
          <a:srgbClr val="000000"/>
        </a:accent4>
        <a:accent5>
          <a:srgbClr val="B1AFFF"/>
        </a:accent5>
        <a:accent6>
          <a:srgbClr val="E4D403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4" id="{A57A8743-A8A9-764F-A11E-756F8260ADDF}" vid="{039FA2A0-2943-A842-BC1C-5D9203B6B29A}"/>
    </a:ext>
  </a:extLst>
</a:theme>
</file>

<file path=ppt/theme/theme2.xml><?xml version="1.0" encoding="utf-8"?>
<a:theme xmlns:a="http://schemas.openxmlformats.org/drawingml/2006/main" name="1_slides-template">
  <a:themeElements>
    <a:clrScheme name="slides-template 14">
      <a:dk1>
        <a:srgbClr val="000000"/>
      </a:dk1>
      <a:lt1>
        <a:srgbClr val="FFFFFF"/>
      </a:lt1>
      <a:dk2>
        <a:srgbClr val="FF0000"/>
      </a:dk2>
      <a:lt2>
        <a:srgbClr val="808080"/>
      </a:lt2>
      <a:accent1>
        <a:srgbClr val="483FFF"/>
      </a:accent1>
      <a:accent2>
        <a:srgbClr val="FCEA04"/>
      </a:accent2>
      <a:accent3>
        <a:srgbClr val="FFFFFF"/>
      </a:accent3>
      <a:accent4>
        <a:srgbClr val="000000"/>
      </a:accent4>
      <a:accent5>
        <a:srgbClr val="B1AFFF"/>
      </a:accent5>
      <a:accent6>
        <a:srgbClr val="E4D403"/>
      </a:accent6>
      <a:hlink>
        <a:srgbClr val="009999"/>
      </a:hlink>
      <a:folHlink>
        <a:srgbClr val="99CC00"/>
      </a:folHlink>
    </a:clrScheme>
    <a:fontScheme name="slides-template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lides-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-templ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-templ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-templ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-templ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-templ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-templ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-templ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-templ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-templ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-templ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-templ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-template 13">
        <a:dk1>
          <a:srgbClr val="000000"/>
        </a:dk1>
        <a:lt1>
          <a:srgbClr val="FFFFFF"/>
        </a:lt1>
        <a:dk2>
          <a:srgbClr val="FF0000"/>
        </a:dk2>
        <a:lt2>
          <a:srgbClr val="808080"/>
        </a:lt2>
        <a:accent1>
          <a:srgbClr val="99C4DF"/>
        </a:accent1>
        <a:accent2>
          <a:srgbClr val="FCEA04"/>
        </a:accent2>
        <a:accent3>
          <a:srgbClr val="FFFFFF"/>
        </a:accent3>
        <a:accent4>
          <a:srgbClr val="000000"/>
        </a:accent4>
        <a:accent5>
          <a:srgbClr val="CADEEC"/>
        </a:accent5>
        <a:accent6>
          <a:srgbClr val="E4D403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-template 14">
        <a:dk1>
          <a:srgbClr val="000000"/>
        </a:dk1>
        <a:lt1>
          <a:srgbClr val="FFFFFF"/>
        </a:lt1>
        <a:dk2>
          <a:srgbClr val="FF0000"/>
        </a:dk2>
        <a:lt2>
          <a:srgbClr val="808080"/>
        </a:lt2>
        <a:accent1>
          <a:srgbClr val="483FFF"/>
        </a:accent1>
        <a:accent2>
          <a:srgbClr val="FCEA04"/>
        </a:accent2>
        <a:accent3>
          <a:srgbClr val="FFFFFF"/>
        </a:accent3>
        <a:accent4>
          <a:srgbClr val="000000"/>
        </a:accent4>
        <a:accent5>
          <a:srgbClr val="B1AFFF"/>
        </a:accent5>
        <a:accent6>
          <a:srgbClr val="E4D403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2" id="{CEF9E157-3A07-1948-A978-1A0E0EF844D0}" vid="{6931B5DE-37A9-0140-8222-582175C387CF}"/>
    </a:ext>
  </a:extLst>
</a:theme>
</file>

<file path=ppt/theme/theme3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Kathara Template new Logo</Template>
  <TotalTime>16762</TotalTime>
  <Words>5600</Words>
  <Application>Microsoft Office PowerPoint</Application>
  <PresentationFormat>Widescreen</PresentationFormat>
  <Paragraphs>1810</Paragraphs>
  <Slides>62</Slides>
  <Notes>37</Notes>
  <HiddenSlides>2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62</vt:i4>
      </vt:variant>
    </vt:vector>
  </HeadingPairs>
  <TitlesOfParts>
    <vt:vector size="74" baseType="lpstr">
      <vt:lpstr>Arial</vt:lpstr>
      <vt:lpstr>Calibri</vt:lpstr>
      <vt:lpstr>Century Gothic</vt:lpstr>
      <vt:lpstr>Consolas</vt:lpstr>
      <vt:lpstr>Courier New</vt:lpstr>
      <vt:lpstr>Lucida Console</vt:lpstr>
      <vt:lpstr>Open Sans Light</vt:lpstr>
      <vt:lpstr>Tahoma</vt:lpstr>
      <vt:lpstr>Times New Roman</vt:lpstr>
      <vt:lpstr>Wingdings</vt:lpstr>
      <vt:lpstr>slides-template</vt:lpstr>
      <vt:lpstr>1_slides-template</vt:lpstr>
      <vt:lpstr>RIP with FRRouting</vt:lpstr>
      <vt:lpstr>Recalls</vt:lpstr>
      <vt:lpstr>The Distance-Vector routing algorithm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Distance-vector routing algorithm</vt:lpstr>
      <vt:lpstr>Bellman-Ford algorithm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Problem with Bellman-Ford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Solution</vt:lpstr>
      <vt:lpstr>PowerPoint Presentation</vt:lpstr>
      <vt:lpstr>The RIP protocol in Kathara’</vt:lpstr>
      <vt:lpstr>sample frr.conf configuration file</vt:lpstr>
      <vt:lpstr>Small network connected to Internet</vt:lpstr>
      <vt:lpstr>The involved ip subnets</vt:lpstr>
      <vt:lpstr>Assigning ip addresses to subnets</vt:lpstr>
      <vt:lpstr>Assigning ip addresses to subnets</vt:lpstr>
      <vt:lpstr>launching the lab</vt:lpstr>
      <vt:lpstr>checking connectivity</vt:lpstr>
      <vt:lpstr>checking connectivity</vt:lpstr>
      <vt:lpstr>examining the kernel routing table</vt:lpstr>
      <vt:lpstr>starting the routing daemons</vt:lpstr>
      <vt:lpstr>checking connectivity (again)</vt:lpstr>
      <vt:lpstr>checking the routing table</vt:lpstr>
      <vt:lpstr>a look at ripv2 packets</vt:lpstr>
      <vt:lpstr>a look at ripv2 packets</vt:lpstr>
      <vt:lpstr>inspecting the rip routing table</vt:lpstr>
      <vt:lpstr>static routing</vt:lpstr>
      <vt:lpstr>adding a static route to r5</vt:lpstr>
      <vt:lpstr>configuring r4</vt:lpstr>
      <vt:lpstr>configuring r4</vt:lpstr>
      <vt:lpstr>the default route</vt:lpstr>
      <vt:lpstr>checking connectivity</vt:lpstr>
      <vt:lpstr>checking connectivity</vt:lpstr>
      <vt:lpstr>shutting down an interface</vt:lpstr>
      <vt:lpstr>shutting down an interface</vt:lpstr>
      <vt:lpstr>shutting down an interface</vt:lpstr>
      <vt:lpstr>about redistribute connected</vt:lpstr>
      <vt:lpstr>copyright notice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Netkit lab - rip</dc:title>
  <dc:subject>Experiences with RIPv2, a distance vector routing protocol</dc:subject>
  <dc:creator>G. Di Battista, M. Patrignani, M. Pizzonia, F. Ricci, M. Rimondini</dc:creator>
  <cp:keywords>Netkit, RIP, routing protocols, distance vector</cp:keywords>
  <cp:lastModifiedBy>Rizzo Gianluca</cp:lastModifiedBy>
  <cp:revision>296</cp:revision>
  <cp:lastPrinted>2024-10-11T16:47:22Z</cp:lastPrinted>
  <dcterms:created xsi:type="dcterms:W3CDTF">2000-11-11T21:58:48Z</dcterms:created>
  <dcterms:modified xsi:type="dcterms:W3CDTF">2026-03-09T11:41:37Z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2</vt:i4>
  </property>
  <property fmtid="{D5CDD505-2E9C-101B-9397-08002B2CF9AE}" pid="4" name="Compression">
    <vt:i4>80</vt:i4>
  </property>
  <property fmtid="{D5CDD505-2E9C-101B-9397-08002B2CF9AE}" pid="5" name="ScreenSize">
    <vt:i4>2</vt:i4>
  </property>
  <property fmtid="{D5CDD505-2E9C-101B-9397-08002B2CF9AE}" pid="6" name="ScreenUsage">
    <vt:i4>1</vt:i4>
  </property>
  <property fmtid="{D5CDD505-2E9C-101B-9397-08002B2CF9AE}" pid="7" name="MailAddress">
    <vt:lpwstr>patrigna@dia.uniroma3.it</vt:lpwstr>
  </property>
  <property fmtid="{D5CDD505-2E9C-101B-9397-08002B2CF9AE}" pid="8" name="HomePage">
    <vt:lpwstr>http://www.dia.uniroma3.it/~patrigna</vt:lpwstr>
  </property>
  <property fmtid="{D5CDD505-2E9C-101B-9397-08002B2CF9AE}" pid="9" name="Other">
    <vt:lpwstr/>
  </property>
  <property fmtid="{D5CDD505-2E9C-101B-9397-08002B2CF9AE}" pid="10" name="DownloadOriginal">
    <vt:bool>true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3</vt:i4>
  </property>
  <property fmtid="{D5CDD505-2E9C-101B-9397-08002B2CF9AE}" pid="19" name="ShowNotes">
    <vt:bool>false</vt:bool>
  </property>
  <property fmtid="{D5CDD505-2E9C-101B-9397-08002B2CF9AE}" pid="20" name="NavBtnPos">
    <vt:i4>1</vt:i4>
  </property>
  <property fmtid="{D5CDD505-2E9C-101B-9397-08002B2CF9AE}" pid="21" name="OutputDir">
    <vt:lpwstr>C:\titto\teaching\ie</vt:lpwstr>
  </property>
</Properties>
</file>